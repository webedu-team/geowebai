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8A8F4-A644-4F19-8F98-05B7C19659CF}" type="datetimeFigureOut">
              <a:rPr lang="tr-TR" smtClean="0"/>
              <a:t>11.04.2022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FCD34-DCA0-4E31-9933-1A1C48A5F89E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"/>
            <a:ext cx="5429288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5944" y="5214950"/>
            <a:ext cx="560070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46" y="71414"/>
            <a:ext cx="6643702" cy="6723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0"/>
            <a:ext cx="523110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0"/>
            <a:ext cx="725749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48978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77981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09098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26467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57487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30713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15788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50216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029075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971925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01955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971925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93382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94335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95287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39243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Ekran Gösterisi (4:3)</PresentationFormat>
  <Paragraphs>0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fraktal33</dc:creator>
  <cp:lastModifiedBy>Sibel Killi</cp:lastModifiedBy>
  <cp:revision>3</cp:revision>
  <dcterms:created xsi:type="dcterms:W3CDTF">2014-03-26T20:14:22Z</dcterms:created>
  <dcterms:modified xsi:type="dcterms:W3CDTF">2022-04-11T09:43:31Z</dcterms:modified>
</cp:coreProperties>
</file>