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9144000" cy="6858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5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00D787E2-EE70-47C2-866B-CD3F5B1A1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" y="190500"/>
            <a:ext cx="9151654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0734"/>
            <a:ext cx="9144000" cy="44827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" y="410765"/>
            <a:ext cx="8786812" cy="53756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" y="428625"/>
            <a:ext cx="8929687" cy="5000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" y="410765"/>
            <a:ext cx="8858250" cy="49470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0734"/>
            <a:ext cx="9144000" cy="56257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82265"/>
            <a:ext cx="9144000" cy="37326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5750"/>
            <a:ext cx="9144000" cy="38397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1468"/>
            <a:ext cx="9144000" cy="5402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3945"/>
            <a:ext cx="9144000" cy="67240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820" y="0"/>
            <a:ext cx="8742164" cy="67240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45" y="1276945"/>
            <a:ext cx="8876109" cy="34468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45" y="1143000"/>
            <a:ext cx="9010054" cy="38665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0</Words>
  <Application>Microsoft Office PowerPoint</Application>
  <PresentationFormat>Ekran Gösterisi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5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Deniz</dc:creator>
  <cp:lastModifiedBy>Bilinmeyen Kullanıcı</cp:lastModifiedBy>
  <cp:revision>2</cp:revision>
  <dcterms:created xsi:type="dcterms:W3CDTF">2022-04-10T16:05:19Z</dcterms:created>
  <dcterms:modified xsi:type="dcterms:W3CDTF">2022-04-11T09:04:46Z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2022-04-10T00:00:00Z</vt:filetime>
  </property>
  <property fmtid="{D5CDD505-2E9C-101B-9397-08002B2CF9AE}" pid="3" name="LastSaved">
    <vt:filetime>2022-04-10T00:00:00Z</vt:filetime>
  </property>
</Properties>
</file>