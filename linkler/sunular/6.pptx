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7924800" cy="10261600"/>
  <p:notesSz cx="7924800" cy="102616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4360" y="3181096"/>
            <a:ext cx="6736080" cy="21549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88720" y="5746496"/>
            <a:ext cx="5547360" cy="256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6240" y="2360168"/>
            <a:ext cx="3447288" cy="6772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81272" y="2360168"/>
            <a:ext cx="3447288" cy="6772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6240" y="410464"/>
            <a:ext cx="7132320" cy="16418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6240" y="2360168"/>
            <a:ext cx="7132320" cy="6772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94432" y="9543288"/>
            <a:ext cx="2535936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240" y="9543288"/>
            <a:ext cx="182270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05856" y="9543288"/>
            <a:ext cx="182270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13" Type="http://schemas.openxmlformats.org/officeDocument/2006/relationships/image" Target="../media/image13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12" Type="http://schemas.openxmlformats.org/officeDocument/2006/relationships/image" Target="../media/image12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.png" /><Relationship Id="rId11" Type="http://schemas.openxmlformats.org/officeDocument/2006/relationships/image" Target="../media/image11.png" /><Relationship Id="rId5" Type="http://schemas.openxmlformats.org/officeDocument/2006/relationships/image" Target="../media/image5.png" /><Relationship Id="rId10" Type="http://schemas.openxmlformats.org/officeDocument/2006/relationships/image" Target="../media/image10.png" /><Relationship Id="rId4" Type="http://schemas.openxmlformats.org/officeDocument/2006/relationships/image" Target="../media/image4.png" /><Relationship Id="rId9" Type="http://schemas.openxmlformats.org/officeDocument/2006/relationships/image" Target="../media/image9.png" /><Relationship Id="rId14" Type="http://schemas.openxmlformats.org/officeDocument/2006/relationships/image" Target="../media/image1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9.png" /><Relationship Id="rId5" Type="http://schemas.openxmlformats.org/officeDocument/2006/relationships/image" Target="../media/image18.png" /><Relationship Id="rId4" Type="http://schemas.openxmlformats.org/officeDocument/2006/relationships/image" Target="../media/image17.jpg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7" Type="http://schemas.openxmlformats.org/officeDocument/2006/relationships/image" Target="../media/image27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 /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32.png" /><Relationship Id="rId5" Type="http://schemas.openxmlformats.org/officeDocument/2006/relationships/image" Target="../media/image31.png" /><Relationship Id="rId4" Type="http://schemas.openxmlformats.org/officeDocument/2006/relationships/image" Target="../media/image30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 /><Relationship Id="rId3" Type="http://schemas.openxmlformats.org/officeDocument/2006/relationships/image" Target="../media/image34.png" /><Relationship Id="rId7" Type="http://schemas.openxmlformats.org/officeDocument/2006/relationships/image" Target="../media/image38.png" /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37.png" /><Relationship Id="rId5" Type="http://schemas.openxmlformats.org/officeDocument/2006/relationships/image" Target="../media/image36.png" /><Relationship Id="rId4" Type="http://schemas.openxmlformats.org/officeDocument/2006/relationships/image" Target="../media/image35.png" /><Relationship Id="rId9" Type="http://schemas.openxmlformats.org/officeDocument/2006/relationships/image" Target="../media/image40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 /><Relationship Id="rId13" Type="http://schemas.openxmlformats.org/officeDocument/2006/relationships/image" Target="../media/image52.png" /><Relationship Id="rId18" Type="http://schemas.openxmlformats.org/officeDocument/2006/relationships/image" Target="../media/image57.png" /><Relationship Id="rId3" Type="http://schemas.openxmlformats.org/officeDocument/2006/relationships/image" Target="../media/image42.png" /><Relationship Id="rId7" Type="http://schemas.openxmlformats.org/officeDocument/2006/relationships/image" Target="../media/image46.png" /><Relationship Id="rId12" Type="http://schemas.openxmlformats.org/officeDocument/2006/relationships/image" Target="../media/image51.png" /><Relationship Id="rId17" Type="http://schemas.openxmlformats.org/officeDocument/2006/relationships/image" Target="../media/image56.png" /><Relationship Id="rId2" Type="http://schemas.openxmlformats.org/officeDocument/2006/relationships/image" Target="../media/image41.png" /><Relationship Id="rId16" Type="http://schemas.openxmlformats.org/officeDocument/2006/relationships/image" Target="../media/image55.png" /><Relationship Id="rId20" Type="http://schemas.openxmlformats.org/officeDocument/2006/relationships/image" Target="../media/image59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45.png" /><Relationship Id="rId11" Type="http://schemas.openxmlformats.org/officeDocument/2006/relationships/image" Target="../media/image50.png" /><Relationship Id="rId5" Type="http://schemas.openxmlformats.org/officeDocument/2006/relationships/image" Target="../media/image44.png" /><Relationship Id="rId15" Type="http://schemas.openxmlformats.org/officeDocument/2006/relationships/image" Target="../media/image54.png" /><Relationship Id="rId10" Type="http://schemas.openxmlformats.org/officeDocument/2006/relationships/image" Target="../media/image49.png" /><Relationship Id="rId19" Type="http://schemas.openxmlformats.org/officeDocument/2006/relationships/image" Target="../media/image58.png" /><Relationship Id="rId4" Type="http://schemas.openxmlformats.org/officeDocument/2006/relationships/image" Target="../media/image43.png" /><Relationship Id="rId9" Type="http://schemas.openxmlformats.org/officeDocument/2006/relationships/image" Target="../media/image48.png" /><Relationship Id="rId14" Type="http://schemas.openxmlformats.org/officeDocument/2006/relationships/image" Target="../media/image5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62.png" /><Relationship Id="rId4" Type="http://schemas.openxmlformats.org/officeDocument/2006/relationships/image" Target="../media/image61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 /><Relationship Id="rId3" Type="http://schemas.openxmlformats.org/officeDocument/2006/relationships/image" Target="../media/image63.png" /><Relationship Id="rId7" Type="http://schemas.openxmlformats.org/officeDocument/2006/relationships/image" Target="../media/image67.png" /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6.png" /><Relationship Id="rId11" Type="http://schemas.openxmlformats.org/officeDocument/2006/relationships/image" Target="../media/image71.png" /><Relationship Id="rId5" Type="http://schemas.openxmlformats.org/officeDocument/2006/relationships/image" Target="../media/image65.png" /><Relationship Id="rId10" Type="http://schemas.openxmlformats.org/officeDocument/2006/relationships/image" Target="../media/image70.png" /><Relationship Id="rId4" Type="http://schemas.openxmlformats.org/officeDocument/2006/relationships/image" Target="../media/image64.png" /><Relationship Id="rId9" Type="http://schemas.openxmlformats.org/officeDocument/2006/relationships/image" Target="../media/image69.png" 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 /><Relationship Id="rId18" Type="http://schemas.openxmlformats.org/officeDocument/2006/relationships/image" Target="../media/image87.png" /><Relationship Id="rId26" Type="http://schemas.openxmlformats.org/officeDocument/2006/relationships/image" Target="../media/image95.png" /><Relationship Id="rId39" Type="http://schemas.openxmlformats.org/officeDocument/2006/relationships/image" Target="../media/image108.png" /><Relationship Id="rId3" Type="http://schemas.openxmlformats.org/officeDocument/2006/relationships/image" Target="../media/image72.png" /><Relationship Id="rId21" Type="http://schemas.openxmlformats.org/officeDocument/2006/relationships/image" Target="../media/image90.png" /><Relationship Id="rId34" Type="http://schemas.openxmlformats.org/officeDocument/2006/relationships/image" Target="../media/image103.png" /><Relationship Id="rId42" Type="http://schemas.openxmlformats.org/officeDocument/2006/relationships/image" Target="../media/image111.png" /><Relationship Id="rId47" Type="http://schemas.openxmlformats.org/officeDocument/2006/relationships/image" Target="../media/image116.png" /><Relationship Id="rId50" Type="http://schemas.openxmlformats.org/officeDocument/2006/relationships/image" Target="../media/image119.png" /><Relationship Id="rId7" Type="http://schemas.openxmlformats.org/officeDocument/2006/relationships/image" Target="../media/image76.png" /><Relationship Id="rId12" Type="http://schemas.openxmlformats.org/officeDocument/2006/relationships/image" Target="../media/image81.png" /><Relationship Id="rId17" Type="http://schemas.openxmlformats.org/officeDocument/2006/relationships/image" Target="../media/image86.png" /><Relationship Id="rId25" Type="http://schemas.openxmlformats.org/officeDocument/2006/relationships/image" Target="../media/image94.png" /><Relationship Id="rId33" Type="http://schemas.openxmlformats.org/officeDocument/2006/relationships/image" Target="../media/image102.png" /><Relationship Id="rId38" Type="http://schemas.openxmlformats.org/officeDocument/2006/relationships/image" Target="../media/image107.png" /><Relationship Id="rId46" Type="http://schemas.openxmlformats.org/officeDocument/2006/relationships/image" Target="../media/image115.png" /><Relationship Id="rId2" Type="http://schemas.openxmlformats.org/officeDocument/2006/relationships/image" Target="../media/image33.png" /><Relationship Id="rId16" Type="http://schemas.openxmlformats.org/officeDocument/2006/relationships/image" Target="../media/image85.png" /><Relationship Id="rId20" Type="http://schemas.openxmlformats.org/officeDocument/2006/relationships/image" Target="../media/image89.png" /><Relationship Id="rId29" Type="http://schemas.openxmlformats.org/officeDocument/2006/relationships/image" Target="../media/image98.png" /><Relationship Id="rId41" Type="http://schemas.openxmlformats.org/officeDocument/2006/relationships/image" Target="../media/image110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75.png" /><Relationship Id="rId11" Type="http://schemas.openxmlformats.org/officeDocument/2006/relationships/image" Target="../media/image80.png" /><Relationship Id="rId24" Type="http://schemas.openxmlformats.org/officeDocument/2006/relationships/image" Target="../media/image93.png" /><Relationship Id="rId32" Type="http://schemas.openxmlformats.org/officeDocument/2006/relationships/image" Target="../media/image101.png" /><Relationship Id="rId37" Type="http://schemas.openxmlformats.org/officeDocument/2006/relationships/image" Target="../media/image106.png" /><Relationship Id="rId40" Type="http://schemas.openxmlformats.org/officeDocument/2006/relationships/image" Target="../media/image109.png" /><Relationship Id="rId45" Type="http://schemas.openxmlformats.org/officeDocument/2006/relationships/image" Target="../media/image114.png" /><Relationship Id="rId53" Type="http://schemas.openxmlformats.org/officeDocument/2006/relationships/image" Target="../media/image122.png" /><Relationship Id="rId5" Type="http://schemas.openxmlformats.org/officeDocument/2006/relationships/image" Target="../media/image74.png" /><Relationship Id="rId15" Type="http://schemas.openxmlformats.org/officeDocument/2006/relationships/image" Target="../media/image84.png" /><Relationship Id="rId23" Type="http://schemas.openxmlformats.org/officeDocument/2006/relationships/image" Target="../media/image92.png" /><Relationship Id="rId28" Type="http://schemas.openxmlformats.org/officeDocument/2006/relationships/image" Target="../media/image97.png" /><Relationship Id="rId36" Type="http://schemas.openxmlformats.org/officeDocument/2006/relationships/image" Target="../media/image105.png" /><Relationship Id="rId49" Type="http://schemas.openxmlformats.org/officeDocument/2006/relationships/image" Target="../media/image118.png" /><Relationship Id="rId10" Type="http://schemas.openxmlformats.org/officeDocument/2006/relationships/image" Target="../media/image79.png" /><Relationship Id="rId19" Type="http://schemas.openxmlformats.org/officeDocument/2006/relationships/image" Target="../media/image88.png" /><Relationship Id="rId31" Type="http://schemas.openxmlformats.org/officeDocument/2006/relationships/image" Target="../media/image100.png" /><Relationship Id="rId44" Type="http://schemas.openxmlformats.org/officeDocument/2006/relationships/image" Target="../media/image113.png" /><Relationship Id="rId52" Type="http://schemas.openxmlformats.org/officeDocument/2006/relationships/image" Target="../media/image121.png" /><Relationship Id="rId4" Type="http://schemas.openxmlformats.org/officeDocument/2006/relationships/image" Target="../media/image73.png" /><Relationship Id="rId9" Type="http://schemas.openxmlformats.org/officeDocument/2006/relationships/image" Target="../media/image78.png" /><Relationship Id="rId14" Type="http://schemas.openxmlformats.org/officeDocument/2006/relationships/image" Target="../media/image83.png" /><Relationship Id="rId22" Type="http://schemas.openxmlformats.org/officeDocument/2006/relationships/image" Target="../media/image91.png" /><Relationship Id="rId27" Type="http://schemas.openxmlformats.org/officeDocument/2006/relationships/image" Target="../media/image96.png" /><Relationship Id="rId30" Type="http://schemas.openxmlformats.org/officeDocument/2006/relationships/image" Target="../media/image99.png" /><Relationship Id="rId35" Type="http://schemas.openxmlformats.org/officeDocument/2006/relationships/image" Target="../media/image104.png" /><Relationship Id="rId43" Type="http://schemas.openxmlformats.org/officeDocument/2006/relationships/image" Target="../media/image112.png" /><Relationship Id="rId48" Type="http://schemas.openxmlformats.org/officeDocument/2006/relationships/image" Target="../media/image117.png" /><Relationship Id="rId8" Type="http://schemas.openxmlformats.org/officeDocument/2006/relationships/image" Target="../media/image77.png" /><Relationship Id="rId51" Type="http://schemas.openxmlformats.org/officeDocument/2006/relationships/image" Target="../media/image120.pn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 /><Relationship Id="rId13" Type="http://schemas.openxmlformats.org/officeDocument/2006/relationships/image" Target="../media/image133.png" /><Relationship Id="rId18" Type="http://schemas.openxmlformats.org/officeDocument/2006/relationships/image" Target="../media/image138.png" /><Relationship Id="rId26" Type="http://schemas.openxmlformats.org/officeDocument/2006/relationships/image" Target="../media/image146.png" /><Relationship Id="rId3" Type="http://schemas.openxmlformats.org/officeDocument/2006/relationships/image" Target="../media/image123.png" /><Relationship Id="rId21" Type="http://schemas.openxmlformats.org/officeDocument/2006/relationships/image" Target="../media/image141.png" /><Relationship Id="rId34" Type="http://schemas.openxmlformats.org/officeDocument/2006/relationships/image" Target="../media/image154.png" /><Relationship Id="rId7" Type="http://schemas.openxmlformats.org/officeDocument/2006/relationships/image" Target="../media/image127.png" /><Relationship Id="rId12" Type="http://schemas.openxmlformats.org/officeDocument/2006/relationships/image" Target="../media/image132.png" /><Relationship Id="rId17" Type="http://schemas.openxmlformats.org/officeDocument/2006/relationships/image" Target="../media/image137.png" /><Relationship Id="rId25" Type="http://schemas.openxmlformats.org/officeDocument/2006/relationships/image" Target="../media/image145.png" /><Relationship Id="rId33" Type="http://schemas.openxmlformats.org/officeDocument/2006/relationships/image" Target="../media/image153.png" /><Relationship Id="rId2" Type="http://schemas.openxmlformats.org/officeDocument/2006/relationships/image" Target="../media/image41.png" /><Relationship Id="rId16" Type="http://schemas.openxmlformats.org/officeDocument/2006/relationships/image" Target="../media/image136.png" /><Relationship Id="rId20" Type="http://schemas.openxmlformats.org/officeDocument/2006/relationships/image" Target="../media/image140.png" /><Relationship Id="rId29" Type="http://schemas.openxmlformats.org/officeDocument/2006/relationships/image" Target="../media/image149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26.png" /><Relationship Id="rId11" Type="http://schemas.openxmlformats.org/officeDocument/2006/relationships/image" Target="../media/image131.png" /><Relationship Id="rId24" Type="http://schemas.openxmlformats.org/officeDocument/2006/relationships/image" Target="../media/image144.png" /><Relationship Id="rId32" Type="http://schemas.openxmlformats.org/officeDocument/2006/relationships/image" Target="../media/image152.png" /><Relationship Id="rId5" Type="http://schemas.openxmlformats.org/officeDocument/2006/relationships/image" Target="../media/image125.png" /><Relationship Id="rId15" Type="http://schemas.openxmlformats.org/officeDocument/2006/relationships/image" Target="../media/image135.png" /><Relationship Id="rId23" Type="http://schemas.openxmlformats.org/officeDocument/2006/relationships/image" Target="../media/image143.png" /><Relationship Id="rId28" Type="http://schemas.openxmlformats.org/officeDocument/2006/relationships/image" Target="../media/image148.png" /><Relationship Id="rId10" Type="http://schemas.openxmlformats.org/officeDocument/2006/relationships/image" Target="../media/image130.png" /><Relationship Id="rId19" Type="http://schemas.openxmlformats.org/officeDocument/2006/relationships/image" Target="../media/image139.png" /><Relationship Id="rId31" Type="http://schemas.openxmlformats.org/officeDocument/2006/relationships/image" Target="../media/image151.png" /><Relationship Id="rId4" Type="http://schemas.openxmlformats.org/officeDocument/2006/relationships/image" Target="../media/image124.png" /><Relationship Id="rId9" Type="http://schemas.openxmlformats.org/officeDocument/2006/relationships/image" Target="../media/image129.png" /><Relationship Id="rId14" Type="http://schemas.openxmlformats.org/officeDocument/2006/relationships/image" Target="../media/image134.png" /><Relationship Id="rId22" Type="http://schemas.openxmlformats.org/officeDocument/2006/relationships/image" Target="../media/image142.png" /><Relationship Id="rId27" Type="http://schemas.openxmlformats.org/officeDocument/2006/relationships/image" Target="../media/image147.png" /><Relationship Id="rId30" Type="http://schemas.openxmlformats.org/officeDocument/2006/relationships/image" Target="../media/image150.png" /><Relationship Id="rId35" Type="http://schemas.openxmlformats.org/officeDocument/2006/relationships/image" Target="../media/image155.png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 /><Relationship Id="rId13" Type="http://schemas.openxmlformats.org/officeDocument/2006/relationships/image" Target="../media/image164.png" /><Relationship Id="rId3" Type="http://schemas.openxmlformats.org/officeDocument/2006/relationships/image" Target="../media/image38.png" /><Relationship Id="rId7" Type="http://schemas.openxmlformats.org/officeDocument/2006/relationships/image" Target="../media/image158.png" /><Relationship Id="rId12" Type="http://schemas.openxmlformats.org/officeDocument/2006/relationships/image" Target="../media/image163.png" /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57.png" /><Relationship Id="rId11" Type="http://schemas.openxmlformats.org/officeDocument/2006/relationships/image" Target="../media/image162.png" /><Relationship Id="rId5" Type="http://schemas.openxmlformats.org/officeDocument/2006/relationships/image" Target="../media/image42.png" /><Relationship Id="rId15" Type="http://schemas.openxmlformats.org/officeDocument/2006/relationships/image" Target="../media/image166.png" /><Relationship Id="rId10" Type="http://schemas.openxmlformats.org/officeDocument/2006/relationships/image" Target="../media/image161.png" /><Relationship Id="rId4" Type="http://schemas.openxmlformats.org/officeDocument/2006/relationships/image" Target="../media/image156.png" /><Relationship Id="rId9" Type="http://schemas.openxmlformats.org/officeDocument/2006/relationships/image" Target="../media/image160.png" /><Relationship Id="rId14" Type="http://schemas.openxmlformats.org/officeDocument/2006/relationships/image" Target="../media/image165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 /><Relationship Id="rId13" Type="http://schemas.openxmlformats.org/officeDocument/2006/relationships/image" Target="../media/image175.png" /><Relationship Id="rId3" Type="http://schemas.openxmlformats.org/officeDocument/2006/relationships/image" Target="../media/image42.png" /><Relationship Id="rId7" Type="http://schemas.openxmlformats.org/officeDocument/2006/relationships/image" Target="../media/image169.png" /><Relationship Id="rId12" Type="http://schemas.openxmlformats.org/officeDocument/2006/relationships/image" Target="../media/image174.png" /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68.png" /><Relationship Id="rId11" Type="http://schemas.openxmlformats.org/officeDocument/2006/relationships/image" Target="../media/image173.png" /><Relationship Id="rId5" Type="http://schemas.openxmlformats.org/officeDocument/2006/relationships/image" Target="../media/image55.png" /><Relationship Id="rId10" Type="http://schemas.openxmlformats.org/officeDocument/2006/relationships/image" Target="../media/image172.png" /><Relationship Id="rId4" Type="http://schemas.openxmlformats.org/officeDocument/2006/relationships/image" Target="../media/image167.png" /><Relationship Id="rId9" Type="http://schemas.openxmlformats.org/officeDocument/2006/relationships/image" Target="../media/image171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 /><Relationship Id="rId7" Type="http://schemas.openxmlformats.org/officeDocument/2006/relationships/image" Target="../media/image180.png" /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79.png" /><Relationship Id="rId5" Type="http://schemas.openxmlformats.org/officeDocument/2006/relationships/image" Target="../media/image178.png" /><Relationship Id="rId4" Type="http://schemas.openxmlformats.org/officeDocument/2006/relationships/image" Target="../media/image17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0" y="2443098"/>
            <a:ext cx="3810000" cy="494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25669" y="5231794"/>
            <a:ext cx="2849245" cy="1445260"/>
            <a:chOff x="4325669" y="5231794"/>
            <a:chExt cx="2849245" cy="1445260"/>
          </a:xfrm>
        </p:grpSpPr>
        <p:sp>
          <p:nvSpPr>
            <p:cNvPr id="3" name="object 3"/>
            <p:cNvSpPr/>
            <p:nvPr/>
          </p:nvSpPr>
          <p:spPr>
            <a:xfrm>
              <a:off x="5704497" y="5272788"/>
              <a:ext cx="34290" cy="10795"/>
            </a:xfrm>
            <a:custGeom>
              <a:avLst/>
              <a:gdLst/>
              <a:ahLst/>
              <a:cxnLst/>
              <a:rect l="l" t="t" r="r" b="b"/>
              <a:pathLst>
                <a:path w="34289" h="10795">
                  <a:moveTo>
                    <a:pt x="0" y="0"/>
                  </a:moveTo>
                  <a:lnTo>
                    <a:pt x="32778" y="10769"/>
                  </a:lnTo>
                  <a:lnTo>
                    <a:pt x="33870" y="10160"/>
                  </a:lnTo>
                  <a:lnTo>
                    <a:pt x="25437" y="7472"/>
                  </a:lnTo>
                  <a:lnTo>
                    <a:pt x="16968" y="4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25669" y="5231794"/>
              <a:ext cx="2849245" cy="1445260"/>
            </a:xfrm>
            <a:custGeom>
              <a:avLst/>
              <a:gdLst/>
              <a:ahLst/>
              <a:cxnLst/>
              <a:rect l="l" t="t" r="r" b="b"/>
              <a:pathLst>
                <a:path w="2849245" h="1445259">
                  <a:moveTo>
                    <a:pt x="2742183" y="829732"/>
                  </a:moveTo>
                  <a:lnTo>
                    <a:pt x="477502" y="829732"/>
                  </a:lnTo>
                  <a:lnTo>
                    <a:pt x="524107" y="830400"/>
                  </a:lnTo>
                  <a:lnTo>
                    <a:pt x="570994" y="835134"/>
                  </a:lnTo>
                  <a:lnTo>
                    <a:pt x="617940" y="844048"/>
                  </a:lnTo>
                  <a:lnTo>
                    <a:pt x="664946" y="857319"/>
                  </a:lnTo>
                  <a:lnTo>
                    <a:pt x="1099312" y="1000651"/>
                  </a:lnTo>
                  <a:lnTo>
                    <a:pt x="1915515" y="1270120"/>
                  </a:lnTo>
                  <a:lnTo>
                    <a:pt x="1879714" y="1378756"/>
                  </a:lnTo>
                  <a:lnTo>
                    <a:pt x="1874785" y="1413495"/>
                  </a:lnTo>
                  <a:lnTo>
                    <a:pt x="1885030" y="1436312"/>
                  </a:lnTo>
                  <a:lnTo>
                    <a:pt x="1908394" y="1445260"/>
                  </a:lnTo>
                  <a:lnTo>
                    <a:pt x="1942820" y="1438395"/>
                  </a:lnTo>
                  <a:lnTo>
                    <a:pt x="2794139" y="1103051"/>
                  </a:lnTo>
                  <a:lnTo>
                    <a:pt x="2826815" y="1081609"/>
                  </a:lnTo>
                  <a:lnTo>
                    <a:pt x="2845439" y="1051016"/>
                  </a:lnTo>
                  <a:lnTo>
                    <a:pt x="2848669" y="1015351"/>
                  </a:lnTo>
                  <a:lnTo>
                    <a:pt x="2835160" y="978693"/>
                  </a:lnTo>
                  <a:lnTo>
                    <a:pt x="2742183" y="829732"/>
                  </a:lnTo>
                  <a:close/>
                </a:path>
                <a:path w="2849245" h="1445259">
                  <a:moveTo>
                    <a:pt x="1095408" y="0"/>
                  </a:moveTo>
                  <a:lnTo>
                    <a:pt x="1048443" y="928"/>
                  </a:lnTo>
                  <a:lnTo>
                    <a:pt x="1001713" y="3972"/>
                  </a:lnTo>
                  <a:lnTo>
                    <a:pt x="955302" y="9098"/>
                  </a:lnTo>
                  <a:lnTo>
                    <a:pt x="909293" y="16277"/>
                  </a:lnTo>
                  <a:lnTo>
                    <a:pt x="863769" y="25478"/>
                  </a:lnTo>
                  <a:lnTo>
                    <a:pt x="818814" y="36669"/>
                  </a:lnTo>
                  <a:lnTo>
                    <a:pt x="774511" y="49820"/>
                  </a:lnTo>
                  <a:lnTo>
                    <a:pt x="730944" y="64899"/>
                  </a:lnTo>
                  <a:lnTo>
                    <a:pt x="688196" y="81877"/>
                  </a:lnTo>
                  <a:lnTo>
                    <a:pt x="646350" y="100721"/>
                  </a:lnTo>
                  <a:lnTo>
                    <a:pt x="605491" y="121402"/>
                  </a:lnTo>
                  <a:lnTo>
                    <a:pt x="565700" y="143887"/>
                  </a:lnTo>
                  <a:lnTo>
                    <a:pt x="527063" y="168147"/>
                  </a:lnTo>
                  <a:lnTo>
                    <a:pt x="489661" y="194151"/>
                  </a:lnTo>
                  <a:lnTo>
                    <a:pt x="453579" y="221866"/>
                  </a:lnTo>
                  <a:lnTo>
                    <a:pt x="418901" y="251263"/>
                  </a:lnTo>
                  <a:lnTo>
                    <a:pt x="385708" y="282311"/>
                  </a:lnTo>
                  <a:lnTo>
                    <a:pt x="354085" y="314978"/>
                  </a:lnTo>
                  <a:lnTo>
                    <a:pt x="324116" y="349234"/>
                  </a:lnTo>
                  <a:lnTo>
                    <a:pt x="295883" y="385048"/>
                  </a:lnTo>
                  <a:lnTo>
                    <a:pt x="269470" y="422389"/>
                  </a:lnTo>
                  <a:lnTo>
                    <a:pt x="244961" y="461226"/>
                  </a:lnTo>
                  <a:lnTo>
                    <a:pt x="222439" y="501528"/>
                  </a:lnTo>
                  <a:lnTo>
                    <a:pt x="201987" y="543265"/>
                  </a:lnTo>
                  <a:lnTo>
                    <a:pt x="183688" y="586404"/>
                  </a:lnTo>
                  <a:lnTo>
                    <a:pt x="167627" y="630916"/>
                  </a:lnTo>
                  <a:lnTo>
                    <a:pt x="0" y="1139272"/>
                  </a:lnTo>
                  <a:lnTo>
                    <a:pt x="22406" y="1097438"/>
                  </a:lnTo>
                  <a:lnTo>
                    <a:pt x="48026" y="1058191"/>
                  </a:lnTo>
                  <a:lnTo>
                    <a:pt x="76635" y="1021644"/>
                  </a:lnTo>
                  <a:lnTo>
                    <a:pt x="108008" y="987912"/>
                  </a:lnTo>
                  <a:lnTo>
                    <a:pt x="141918" y="957107"/>
                  </a:lnTo>
                  <a:lnTo>
                    <a:pt x="178140" y="929344"/>
                  </a:lnTo>
                  <a:lnTo>
                    <a:pt x="216449" y="904736"/>
                  </a:lnTo>
                  <a:lnTo>
                    <a:pt x="256620" y="883398"/>
                  </a:lnTo>
                  <a:lnTo>
                    <a:pt x="298426" y="865443"/>
                  </a:lnTo>
                  <a:lnTo>
                    <a:pt x="341643" y="850985"/>
                  </a:lnTo>
                  <a:lnTo>
                    <a:pt x="386045" y="840138"/>
                  </a:lnTo>
                  <a:lnTo>
                    <a:pt x="431407" y="833016"/>
                  </a:lnTo>
                  <a:lnTo>
                    <a:pt x="477502" y="829732"/>
                  </a:lnTo>
                  <a:lnTo>
                    <a:pt x="2742183" y="829732"/>
                  </a:lnTo>
                  <a:lnTo>
                    <a:pt x="2424938" y="321468"/>
                  </a:lnTo>
                  <a:lnTo>
                    <a:pt x="2228608" y="321468"/>
                  </a:lnTo>
                  <a:lnTo>
                    <a:pt x="1377467" y="40557"/>
                  </a:lnTo>
                  <a:lnTo>
                    <a:pt x="1330842" y="28151"/>
                  </a:lnTo>
                  <a:lnTo>
                    <a:pt x="1283952" y="18045"/>
                  </a:lnTo>
                  <a:lnTo>
                    <a:pt x="1236881" y="10207"/>
                  </a:lnTo>
                  <a:lnTo>
                    <a:pt x="1189710" y="4608"/>
                  </a:lnTo>
                  <a:lnTo>
                    <a:pt x="1142525" y="1216"/>
                  </a:lnTo>
                  <a:lnTo>
                    <a:pt x="1095408" y="0"/>
                  </a:lnTo>
                  <a:close/>
                </a:path>
                <a:path w="2849245" h="1445259">
                  <a:moveTo>
                    <a:pt x="2303030" y="169720"/>
                  </a:moveTo>
                  <a:lnTo>
                    <a:pt x="2281206" y="181997"/>
                  </a:lnTo>
                  <a:lnTo>
                    <a:pt x="2264473" y="212921"/>
                  </a:lnTo>
                  <a:lnTo>
                    <a:pt x="2228608" y="321468"/>
                  </a:lnTo>
                  <a:lnTo>
                    <a:pt x="2424938" y="321468"/>
                  </a:lnTo>
                  <a:lnTo>
                    <a:pt x="2350693" y="202520"/>
                  </a:lnTo>
                  <a:lnTo>
                    <a:pt x="2327131" y="176443"/>
                  </a:lnTo>
                  <a:lnTo>
                    <a:pt x="2303030" y="169720"/>
                  </a:lnTo>
                  <a:close/>
                </a:path>
              </a:pathLst>
            </a:custGeom>
            <a:solidFill>
              <a:srgbClr val="00B6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5671" y="6039828"/>
              <a:ext cx="2848610" cy="637540"/>
            </a:xfrm>
            <a:custGeom>
              <a:avLst/>
              <a:gdLst/>
              <a:ahLst/>
              <a:cxnLst/>
              <a:rect l="l" t="t" r="r" b="b"/>
              <a:pathLst>
                <a:path w="2848609" h="637540">
                  <a:moveTo>
                    <a:pt x="1922716" y="440436"/>
                  </a:moveTo>
                  <a:lnTo>
                    <a:pt x="1106474" y="171069"/>
                  </a:lnTo>
                  <a:lnTo>
                    <a:pt x="1106500" y="170942"/>
                  </a:lnTo>
                  <a:lnTo>
                    <a:pt x="672122" y="27609"/>
                  </a:lnTo>
                  <a:lnTo>
                    <a:pt x="625081" y="14287"/>
                  </a:lnTo>
                  <a:lnTo>
                    <a:pt x="578142" y="5384"/>
                  </a:lnTo>
                  <a:lnTo>
                    <a:pt x="531253" y="660"/>
                  </a:lnTo>
                  <a:lnTo>
                    <a:pt x="484644" y="0"/>
                  </a:lnTo>
                  <a:lnTo>
                    <a:pt x="438556" y="3289"/>
                  </a:lnTo>
                  <a:lnTo>
                    <a:pt x="393192" y="10414"/>
                  </a:lnTo>
                  <a:lnTo>
                    <a:pt x="348792" y="21259"/>
                  </a:lnTo>
                  <a:lnTo>
                    <a:pt x="305574" y="35712"/>
                  </a:lnTo>
                  <a:lnTo>
                    <a:pt x="263766" y="53670"/>
                  </a:lnTo>
                  <a:lnTo>
                    <a:pt x="223596" y="74993"/>
                  </a:lnTo>
                  <a:lnTo>
                    <a:pt x="185293" y="99593"/>
                  </a:lnTo>
                  <a:lnTo>
                    <a:pt x="149072" y="127355"/>
                  </a:lnTo>
                  <a:lnTo>
                    <a:pt x="115163" y="158153"/>
                  </a:lnTo>
                  <a:lnTo>
                    <a:pt x="83781" y="191871"/>
                  </a:lnTo>
                  <a:lnTo>
                    <a:pt x="55181" y="228396"/>
                  </a:lnTo>
                  <a:lnTo>
                    <a:pt x="29565" y="267627"/>
                  </a:lnTo>
                  <a:lnTo>
                    <a:pt x="7162" y="309448"/>
                  </a:lnTo>
                  <a:lnTo>
                    <a:pt x="0" y="331254"/>
                  </a:lnTo>
                  <a:lnTo>
                    <a:pt x="22402" y="289407"/>
                  </a:lnTo>
                  <a:lnTo>
                    <a:pt x="48018" y="250164"/>
                  </a:lnTo>
                  <a:lnTo>
                    <a:pt x="76631" y="213614"/>
                  </a:lnTo>
                  <a:lnTo>
                    <a:pt x="108000" y="179882"/>
                  </a:lnTo>
                  <a:lnTo>
                    <a:pt x="141909" y="149072"/>
                  </a:lnTo>
                  <a:lnTo>
                    <a:pt x="178130" y="121310"/>
                  </a:lnTo>
                  <a:lnTo>
                    <a:pt x="216446" y="96710"/>
                  </a:lnTo>
                  <a:lnTo>
                    <a:pt x="256616" y="75374"/>
                  </a:lnTo>
                  <a:lnTo>
                    <a:pt x="298424" y="57416"/>
                  </a:lnTo>
                  <a:lnTo>
                    <a:pt x="341642" y="42964"/>
                  </a:lnTo>
                  <a:lnTo>
                    <a:pt x="386041" y="32118"/>
                  </a:lnTo>
                  <a:lnTo>
                    <a:pt x="431406" y="24993"/>
                  </a:lnTo>
                  <a:lnTo>
                    <a:pt x="477494" y="21704"/>
                  </a:lnTo>
                  <a:lnTo>
                    <a:pt x="524103" y="22377"/>
                  </a:lnTo>
                  <a:lnTo>
                    <a:pt x="570992" y="27114"/>
                  </a:lnTo>
                  <a:lnTo>
                    <a:pt x="617931" y="36029"/>
                  </a:lnTo>
                  <a:lnTo>
                    <a:pt x="664718" y="49237"/>
                  </a:lnTo>
                  <a:lnTo>
                    <a:pt x="1099312" y="192633"/>
                  </a:lnTo>
                  <a:lnTo>
                    <a:pt x="1915515" y="462102"/>
                  </a:lnTo>
                  <a:lnTo>
                    <a:pt x="1922716" y="440436"/>
                  </a:lnTo>
                  <a:close/>
                </a:path>
                <a:path w="2848609" h="637540">
                  <a:moveTo>
                    <a:pt x="2848064" y="231876"/>
                  </a:moveTo>
                  <a:lnTo>
                    <a:pt x="2816593" y="265671"/>
                  </a:lnTo>
                  <a:lnTo>
                    <a:pt x="1949970" y="608622"/>
                  </a:lnTo>
                  <a:lnTo>
                    <a:pt x="1915541" y="615530"/>
                  </a:lnTo>
                  <a:lnTo>
                    <a:pt x="1892160" y="606577"/>
                  </a:lnTo>
                  <a:lnTo>
                    <a:pt x="1881911" y="583730"/>
                  </a:lnTo>
                  <a:lnTo>
                    <a:pt x="1886864" y="548932"/>
                  </a:lnTo>
                  <a:lnTo>
                    <a:pt x="1879714" y="570725"/>
                  </a:lnTo>
                  <a:lnTo>
                    <a:pt x="1874774" y="605472"/>
                  </a:lnTo>
                  <a:lnTo>
                    <a:pt x="1885022" y="628281"/>
                  </a:lnTo>
                  <a:lnTo>
                    <a:pt x="1908390" y="637235"/>
                  </a:lnTo>
                  <a:lnTo>
                    <a:pt x="1942820" y="630364"/>
                  </a:lnTo>
                  <a:lnTo>
                    <a:pt x="2794139" y="295021"/>
                  </a:lnTo>
                  <a:lnTo>
                    <a:pt x="2814701" y="283921"/>
                  </a:lnTo>
                  <a:lnTo>
                    <a:pt x="2830703" y="269176"/>
                  </a:lnTo>
                  <a:lnTo>
                    <a:pt x="2841904" y="251561"/>
                  </a:lnTo>
                  <a:lnTo>
                    <a:pt x="2848064" y="231876"/>
                  </a:lnTo>
                  <a:close/>
                </a:path>
              </a:pathLst>
            </a:custGeom>
            <a:solidFill>
              <a:srgbClr val="5859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37393" y="5610457"/>
              <a:ext cx="12700" cy="10160"/>
            </a:xfrm>
            <a:custGeom>
              <a:avLst/>
              <a:gdLst/>
              <a:ahLst/>
              <a:cxnLst/>
              <a:rect l="l" t="t" r="r" b="b"/>
              <a:pathLst>
                <a:path w="12700" h="10160">
                  <a:moveTo>
                    <a:pt x="12446" y="0"/>
                  </a:moveTo>
                  <a:lnTo>
                    <a:pt x="8166" y="3149"/>
                  </a:lnTo>
                  <a:lnTo>
                    <a:pt x="4140" y="6477"/>
                  </a:lnTo>
                  <a:lnTo>
                    <a:pt x="0" y="9740"/>
                  </a:lnTo>
                  <a:lnTo>
                    <a:pt x="12306" y="558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FCBB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341710" y="5324752"/>
            <a:ext cx="1685925" cy="2743200"/>
            <a:chOff x="4341710" y="5324752"/>
            <a:chExt cx="1685925" cy="2743200"/>
          </a:xfrm>
        </p:grpSpPr>
        <p:sp>
          <p:nvSpPr>
            <p:cNvPr id="8" name="object 8"/>
            <p:cNvSpPr/>
            <p:nvPr/>
          </p:nvSpPr>
          <p:spPr>
            <a:xfrm>
              <a:off x="4523676" y="6979344"/>
              <a:ext cx="20955" cy="29209"/>
            </a:xfrm>
            <a:custGeom>
              <a:avLst/>
              <a:gdLst/>
              <a:ahLst/>
              <a:cxnLst/>
              <a:rect l="l" t="t" r="r" b="b"/>
              <a:pathLst>
                <a:path w="20954" h="29209">
                  <a:moveTo>
                    <a:pt x="0" y="0"/>
                  </a:moveTo>
                  <a:lnTo>
                    <a:pt x="10012" y="14552"/>
                  </a:lnTo>
                  <a:lnTo>
                    <a:pt x="15114" y="21783"/>
                  </a:lnTo>
                  <a:lnTo>
                    <a:pt x="20320" y="28943"/>
                  </a:lnTo>
                  <a:lnTo>
                    <a:pt x="20561" y="27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41710" y="5324752"/>
              <a:ext cx="1685925" cy="2743200"/>
            </a:xfrm>
            <a:custGeom>
              <a:avLst/>
              <a:gdLst/>
              <a:ahLst/>
              <a:cxnLst/>
              <a:rect l="l" t="t" r="r" b="b"/>
              <a:pathLst>
                <a:path w="1685925" h="2743200">
                  <a:moveTo>
                    <a:pt x="790020" y="0"/>
                  </a:moveTo>
                  <a:lnTo>
                    <a:pt x="360341" y="319214"/>
                  </a:lnTo>
                  <a:lnTo>
                    <a:pt x="323154" y="348480"/>
                  </a:lnTo>
                  <a:lnTo>
                    <a:pt x="287975" y="379436"/>
                  </a:lnTo>
                  <a:lnTo>
                    <a:pt x="254805" y="411995"/>
                  </a:lnTo>
                  <a:lnTo>
                    <a:pt x="223650" y="446066"/>
                  </a:lnTo>
                  <a:lnTo>
                    <a:pt x="194510" y="481562"/>
                  </a:lnTo>
                  <a:lnTo>
                    <a:pt x="167391" y="518393"/>
                  </a:lnTo>
                  <a:lnTo>
                    <a:pt x="142293" y="556471"/>
                  </a:lnTo>
                  <a:lnTo>
                    <a:pt x="119222" y="595706"/>
                  </a:lnTo>
                  <a:lnTo>
                    <a:pt x="98179" y="636009"/>
                  </a:lnTo>
                  <a:lnTo>
                    <a:pt x="79168" y="677292"/>
                  </a:lnTo>
                  <a:lnTo>
                    <a:pt x="62191" y="719466"/>
                  </a:lnTo>
                  <a:lnTo>
                    <a:pt x="47252" y="762442"/>
                  </a:lnTo>
                  <a:lnTo>
                    <a:pt x="34355" y="806131"/>
                  </a:lnTo>
                  <a:lnTo>
                    <a:pt x="23501" y="850443"/>
                  </a:lnTo>
                  <a:lnTo>
                    <a:pt x="14694" y="895291"/>
                  </a:lnTo>
                  <a:lnTo>
                    <a:pt x="7938" y="940585"/>
                  </a:lnTo>
                  <a:lnTo>
                    <a:pt x="3235" y="986237"/>
                  </a:lnTo>
                  <a:lnTo>
                    <a:pt x="587" y="1032156"/>
                  </a:lnTo>
                  <a:lnTo>
                    <a:pt x="0" y="1078256"/>
                  </a:lnTo>
                  <a:lnTo>
                    <a:pt x="1474" y="1124445"/>
                  </a:lnTo>
                  <a:lnTo>
                    <a:pt x="5014" y="1170637"/>
                  </a:lnTo>
                  <a:lnTo>
                    <a:pt x="10622" y="1216741"/>
                  </a:lnTo>
                  <a:lnTo>
                    <a:pt x="18302" y="1262669"/>
                  </a:lnTo>
                  <a:lnTo>
                    <a:pt x="28056" y="1308332"/>
                  </a:lnTo>
                  <a:lnTo>
                    <a:pt x="39888" y="1353641"/>
                  </a:lnTo>
                  <a:lnTo>
                    <a:pt x="53801" y="1398507"/>
                  </a:lnTo>
                  <a:lnTo>
                    <a:pt x="69798" y="1442842"/>
                  </a:lnTo>
                  <a:lnTo>
                    <a:pt x="87881" y="1486556"/>
                  </a:lnTo>
                  <a:lnTo>
                    <a:pt x="108054" y="1529560"/>
                  </a:lnTo>
                  <a:lnTo>
                    <a:pt x="130320" y="1571765"/>
                  </a:lnTo>
                  <a:lnTo>
                    <a:pt x="154683" y="1613083"/>
                  </a:lnTo>
                  <a:lnTo>
                    <a:pt x="181144" y="1653425"/>
                  </a:lnTo>
                  <a:lnTo>
                    <a:pt x="715852" y="2372766"/>
                  </a:lnTo>
                  <a:lnTo>
                    <a:pt x="624132" y="2441003"/>
                  </a:lnTo>
                  <a:lnTo>
                    <a:pt x="600055" y="2466618"/>
                  </a:lnTo>
                  <a:lnTo>
                    <a:pt x="595275" y="2491198"/>
                  </a:lnTo>
                  <a:lnTo>
                    <a:pt x="609245" y="2511957"/>
                  </a:lnTo>
                  <a:lnTo>
                    <a:pt x="641417" y="2526106"/>
                  </a:lnTo>
                  <a:lnTo>
                    <a:pt x="1530671" y="2741409"/>
                  </a:lnTo>
                  <a:lnTo>
                    <a:pt x="1569725" y="2742685"/>
                  </a:lnTo>
                  <a:lnTo>
                    <a:pt x="1602561" y="2728388"/>
                  </a:lnTo>
                  <a:lnTo>
                    <a:pt x="1625731" y="2701075"/>
                  </a:lnTo>
                  <a:lnTo>
                    <a:pt x="1635789" y="2663304"/>
                  </a:lnTo>
                  <a:lnTo>
                    <a:pt x="1684406" y="1776780"/>
                  </a:lnTo>
                  <a:lnTo>
                    <a:pt x="1517577" y="1776780"/>
                  </a:lnTo>
                  <a:lnTo>
                    <a:pt x="1004869" y="1087018"/>
                  </a:lnTo>
                  <a:lnTo>
                    <a:pt x="1004726" y="1087018"/>
                  </a:lnTo>
                  <a:lnTo>
                    <a:pt x="731867" y="719912"/>
                  </a:lnTo>
                  <a:lnTo>
                    <a:pt x="704469" y="679472"/>
                  </a:lnTo>
                  <a:lnTo>
                    <a:pt x="681220" y="637724"/>
                  </a:lnTo>
                  <a:lnTo>
                    <a:pt x="661956" y="594714"/>
                  </a:lnTo>
                  <a:lnTo>
                    <a:pt x="646641" y="550692"/>
                  </a:lnTo>
                  <a:lnTo>
                    <a:pt x="635237" y="505909"/>
                  </a:lnTo>
                  <a:lnTo>
                    <a:pt x="627707" y="460613"/>
                  </a:lnTo>
                  <a:lnTo>
                    <a:pt x="624015" y="415054"/>
                  </a:lnTo>
                  <a:lnTo>
                    <a:pt x="624124" y="369483"/>
                  </a:lnTo>
                  <a:lnTo>
                    <a:pt x="627995" y="324150"/>
                  </a:lnTo>
                  <a:lnTo>
                    <a:pt x="635594" y="279303"/>
                  </a:lnTo>
                  <a:lnTo>
                    <a:pt x="646882" y="235194"/>
                  </a:lnTo>
                  <a:lnTo>
                    <a:pt x="661822" y="192071"/>
                  </a:lnTo>
                  <a:lnTo>
                    <a:pt x="680378" y="150184"/>
                  </a:lnTo>
                  <a:lnTo>
                    <a:pt x="702513" y="109784"/>
                  </a:lnTo>
                  <a:lnTo>
                    <a:pt x="728189" y="71120"/>
                  </a:lnTo>
                  <a:lnTo>
                    <a:pt x="757371" y="34442"/>
                  </a:lnTo>
                  <a:lnTo>
                    <a:pt x="790020" y="0"/>
                  </a:lnTo>
                  <a:close/>
                </a:path>
                <a:path w="1685925" h="2743200">
                  <a:moveTo>
                    <a:pt x="1640828" y="1692965"/>
                  </a:moveTo>
                  <a:lnTo>
                    <a:pt x="1609411" y="1708594"/>
                  </a:lnTo>
                  <a:lnTo>
                    <a:pt x="1517577" y="1776780"/>
                  </a:lnTo>
                  <a:lnTo>
                    <a:pt x="1684406" y="1776780"/>
                  </a:lnTo>
                  <a:lnTo>
                    <a:pt x="1685891" y="1749704"/>
                  </a:lnTo>
                  <a:lnTo>
                    <a:pt x="1681563" y="1714855"/>
                  </a:lnTo>
                  <a:lnTo>
                    <a:pt x="1665710" y="1695497"/>
                  </a:lnTo>
                  <a:lnTo>
                    <a:pt x="1640828" y="1692965"/>
                  </a:lnTo>
                  <a:close/>
                </a:path>
                <a:path w="1685925" h="2743200">
                  <a:moveTo>
                    <a:pt x="1004840" y="1086980"/>
                  </a:moveTo>
                  <a:close/>
                </a:path>
              </a:pathLst>
            </a:custGeom>
            <a:solidFill>
              <a:srgbClr val="F04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47386" y="5324754"/>
              <a:ext cx="1080770" cy="2734945"/>
            </a:xfrm>
            <a:custGeom>
              <a:avLst/>
              <a:gdLst/>
              <a:ahLst/>
              <a:cxnLst/>
              <a:rect l="l" t="t" r="r" b="b"/>
              <a:pathLst>
                <a:path w="1080770" h="2734945">
                  <a:moveTo>
                    <a:pt x="911898" y="1776780"/>
                  </a:moveTo>
                  <a:lnTo>
                    <a:pt x="409282" y="1100594"/>
                  </a:lnTo>
                  <a:lnTo>
                    <a:pt x="399186" y="1087018"/>
                  </a:lnTo>
                  <a:lnTo>
                    <a:pt x="126187" y="719912"/>
                  </a:lnTo>
                  <a:lnTo>
                    <a:pt x="98780" y="679475"/>
                  </a:lnTo>
                  <a:lnTo>
                    <a:pt x="75539" y="637730"/>
                  </a:lnTo>
                  <a:lnTo>
                    <a:pt x="56273" y="594715"/>
                  </a:lnTo>
                  <a:lnTo>
                    <a:pt x="40957" y="550697"/>
                  </a:lnTo>
                  <a:lnTo>
                    <a:pt x="29552" y="505917"/>
                  </a:lnTo>
                  <a:lnTo>
                    <a:pt x="22021" y="460616"/>
                  </a:lnTo>
                  <a:lnTo>
                    <a:pt x="18326" y="415061"/>
                  </a:lnTo>
                  <a:lnTo>
                    <a:pt x="18440" y="369481"/>
                  </a:lnTo>
                  <a:lnTo>
                    <a:pt x="22313" y="324154"/>
                  </a:lnTo>
                  <a:lnTo>
                    <a:pt x="29908" y="279298"/>
                  </a:lnTo>
                  <a:lnTo>
                    <a:pt x="41198" y="235191"/>
                  </a:lnTo>
                  <a:lnTo>
                    <a:pt x="56134" y="192074"/>
                  </a:lnTo>
                  <a:lnTo>
                    <a:pt x="74688" y="150190"/>
                  </a:lnTo>
                  <a:lnTo>
                    <a:pt x="96824" y="109778"/>
                  </a:lnTo>
                  <a:lnTo>
                    <a:pt x="122504" y="71120"/>
                  </a:lnTo>
                  <a:lnTo>
                    <a:pt x="151688" y="34442"/>
                  </a:lnTo>
                  <a:lnTo>
                    <a:pt x="184340" y="0"/>
                  </a:lnTo>
                  <a:lnTo>
                    <a:pt x="165912" y="13652"/>
                  </a:lnTo>
                  <a:lnTo>
                    <a:pt x="133273" y="48094"/>
                  </a:lnTo>
                  <a:lnTo>
                    <a:pt x="104114" y="84772"/>
                  </a:lnTo>
                  <a:lnTo>
                    <a:pt x="78447" y="123431"/>
                  </a:lnTo>
                  <a:lnTo>
                    <a:pt x="56324" y="163830"/>
                  </a:lnTo>
                  <a:lnTo>
                    <a:pt x="37782" y="205714"/>
                  </a:lnTo>
                  <a:lnTo>
                    <a:pt x="22847" y="248831"/>
                  </a:lnTo>
                  <a:lnTo>
                    <a:pt x="11569" y="292938"/>
                  </a:lnTo>
                  <a:lnTo>
                    <a:pt x="3975" y="337781"/>
                  </a:lnTo>
                  <a:lnTo>
                    <a:pt x="101" y="383120"/>
                  </a:lnTo>
                  <a:lnTo>
                    <a:pt x="0" y="428688"/>
                  </a:lnTo>
                  <a:lnTo>
                    <a:pt x="3683" y="474256"/>
                  </a:lnTo>
                  <a:lnTo>
                    <a:pt x="11214" y="519544"/>
                  </a:lnTo>
                  <a:lnTo>
                    <a:pt x="22618" y="564337"/>
                  </a:lnTo>
                  <a:lnTo>
                    <a:pt x="37922" y="608355"/>
                  </a:lnTo>
                  <a:lnTo>
                    <a:pt x="57175" y="651370"/>
                  </a:lnTo>
                  <a:lnTo>
                    <a:pt x="80416" y="693115"/>
                  </a:lnTo>
                  <a:lnTo>
                    <a:pt x="107823" y="733552"/>
                  </a:lnTo>
                  <a:lnTo>
                    <a:pt x="380733" y="1100658"/>
                  </a:lnTo>
                  <a:lnTo>
                    <a:pt x="893635" y="1790433"/>
                  </a:lnTo>
                  <a:lnTo>
                    <a:pt x="911898" y="1776780"/>
                  </a:lnTo>
                  <a:close/>
                </a:path>
                <a:path w="1080770" h="2734945">
                  <a:moveTo>
                    <a:pt x="1080211" y="1749704"/>
                  </a:moveTo>
                  <a:lnTo>
                    <a:pt x="1075880" y="1714855"/>
                  </a:lnTo>
                  <a:lnTo>
                    <a:pt x="1060030" y="1695500"/>
                  </a:lnTo>
                  <a:lnTo>
                    <a:pt x="1035151" y="1692960"/>
                  </a:lnTo>
                  <a:lnTo>
                    <a:pt x="1003731" y="1708581"/>
                  </a:lnTo>
                  <a:lnTo>
                    <a:pt x="985304" y="1722247"/>
                  </a:lnTo>
                  <a:lnTo>
                    <a:pt x="1016762" y="1706587"/>
                  </a:lnTo>
                  <a:lnTo>
                    <a:pt x="1041679" y="1709115"/>
                  </a:lnTo>
                  <a:lnTo>
                    <a:pt x="1057541" y="1728482"/>
                  </a:lnTo>
                  <a:lnTo>
                    <a:pt x="1061847" y="1763331"/>
                  </a:lnTo>
                  <a:lnTo>
                    <a:pt x="1011796" y="2676931"/>
                  </a:lnTo>
                  <a:lnTo>
                    <a:pt x="1009319" y="2693873"/>
                  </a:lnTo>
                  <a:lnTo>
                    <a:pt x="1004227" y="2709214"/>
                  </a:lnTo>
                  <a:lnTo>
                    <a:pt x="996759" y="2722778"/>
                  </a:lnTo>
                  <a:lnTo>
                    <a:pt x="987171" y="2734373"/>
                  </a:lnTo>
                  <a:lnTo>
                    <a:pt x="1003896" y="2722334"/>
                  </a:lnTo>
                  <a:lnTo>
                    <a:pt x="1017092" y="2706154"/>
                  </a:lnTo>
                  <a:lnTo>
                    <a:pt x="1026045" y="2686329"/>
                  </a:lnTo>
                  <a:lnTo>
                    <a:pt x="1030109" y="2663304"/>
                  </a:lnTo>
                  <a:lnTo>
                    <a:pt x="1080211" y="1749704"/>
                  </a:lnTo>
                  <a:close/>
                </a:path>
              </a:pathLst>
            </a:custGeom>
            <a:solidFill>
              <a:srgbClr val="5859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275927" y="1965292"/>
            <a:ext cx="1336675" cy="2597785"/>
            <a:chOff x="3275927" y="1965292"/>
            <a:chExt cx="1336675" cy="2597785"/>
          </a:xfrm>
        </p:grpSpPr>
        <p:sp>
          <p:nvSpPr>
            <p:cNvPr id="12" name="object 12"/>
            <p:cNvSpPr/>
            <p:nvPr/>
          </p:nvSpPr>
          <p:spPr>
            <a:xfrm>
              <a:off x="3275927" y="1965292"/>
              <a:ext cx="1336675" cy="2597785"/>
            </a:xfrm>
            <a:custGeom>
              <a:avLst/>
              <a:gdLst/>
              <a:ahLst/>
              <a:cxnLst/>
              <a:rect l="l" t="t" r="r" b="b"/>
              <a:pathLst>
                <a:path w="1336675" h="2597785">
                  <a:moveTo>
                    <a:pt x="668046" y="0"/>
                  </a:moveTo>
                  <a:lnTo>
                    <a:pt x="633145" y="8086"/>
                  </a:lnTo>
                  <a:lnTo>
                    <a:pt x="602549" y="32396"/>
                  </a:lnTo>
                  <a:lnTo>
                    <a:pt x="17308" y="735785"/>
                  </a:lnTo>
                  <a:lnTo>
                    <a:pt x="0" y="766306"/>
                  </a:lnTo>
                  <a:lnTo>
                    <a:pt x="1182" y="791303"/>
                  </a:lnTo>
                  <a:lnTo>
                    <a:pt x="19647" y="808194"/>
                  </a:lnTo>
                  <a:lnTo>
                    <a:pt x="54188" y="814398"/>
                  </a:lnTo>
                  <a:lnTo>
                    <a:pt x="168514" y="814398"/>
                  </a:lnTo>
                  <a:lnTo>
                    <a:pt x="168565" y="2597783"/>
                  </a:lnTo>
                  <a:lnTo>
                    <a:pt x="1167597" y="2597783"/>
                  </a:lnTo>
                  <a:lnTo>
                    <a:pt x="1167597" y="814398"/>
                  </a:lnTo>
                  <a:lnTo>
                    <a:pt x="1281872" y="814398"/>
                  </a:lnTo>
                  <a:lnTo>
                    <a:pt x="1316485" y="808193"/>
                  </a:lnTo>
                  <a:lnTo>
                    <a:pt x="1334958" y="791297"/>
                  </a:lnTo>
                  <a:lnTo>
                    <a:pt x="1336086" y="766285"/>
                  </a:lnTo>
                  <a:lnTo>
                    <a:pt x="1318664" y="735734"/>
                  </a:lnTo>
                  <a:lnTo>
                    <a:pt x="733486" y="32459"/>
                  </a:lnTo>
                  <a:lnTo>
                    <a:pt x="702933" y="8127"/>
                  </a:lnTo>
                  <a:lnTo>
                    <a:pt x="668046" y="0"/>
                  </a:lnTo>
                  <a:close/>
                </a:path>
              </a:pathLst>
            </a:custGeom>
            <a:solidFill>
              <a:srgbClr val="5069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5927" y="1965934"/>
              <a:ext cx="679450" cy="2597150"/>
            </a:xfrm>
            <a:custGeom>
              <a:avLst/>
              <a:gdLst/>
              <a:ahLst/>
              <a:cxnLst/>
              <a:rect l="l" t="t" r="r" b="b"/>
              <a:pathLst>
                <a:path w="679450" h="2597150">
                  <a:moveTo>
                    <a:pt x="191490" y="2597099"/>
                  </a:moveTo>
                  <a:lnTo>
                    <a:pt x="191338" y="809142"/>
                  </a:lnTo>
                  <a:lnTo>
                    <a:pt x="168503" y="809142"/>
                  </a:lnTo>
                  <a:lnTo>
                    <a:pt x="168567" y="2597150"/>
                  </a:lnTo>
                  <a:lnTo>
                    <a:pt x="191490" y="2597099"/>
                  </a:lnTo>
                  <a:close/>
                </a:path>
                <a:path w="679450" h="2597150">
                  <a:moveTo>
                    <a:pt x="679424" y="317"/>
                  </a:moveTo>
                  <a:lnTo>
                    <a:pt x="638568" y="5118"/>
                  </a:lnTo>
                  <a:lnTo>
                    <a:pt x="602551" y="31762"/>
                  </a:lnTo>
                  <a:lnTo>
                    <a:pt x="17310" y="735152"/>
                  </a:lnTo>
                  <a:lnTo>
                    <a:pt x="0" y="765670"/>
                  </a:lnTo>
                  <a:lnTo>
                    <a:pt x="1181" y="790663"/>
                  </a:lnTo>
                  <a:lnTo>
                    <a:pt x="19646" y="807554"/>
                  </a:lnTo>
                  <a:lnTo>
                    <a:pt x="54190" y="813765"/>
                  </a:lnTo>
                  <a:lnTo>
                    <a:pt x="77063" y="813714"/>
                  </a:lnTo>
                  <a:lnTo>
                    <a:pt x="42468" y="807529"/>
                  </a:lnTo>
                  <a:lnTo>
                    <a:pt x="23990" y="790638"/>
                  </a:lnTo>
                  <a:lnTo>
                    <a:pt x="40170" y="735152"/>
                  </a:lnTo>
                  <a:lnTo>
                    <a:pt x="625373" y="31762"/>
                  </a:lnTo>
                  <a:lnTo>
                    <a:pt x="664768" y="3898"/>
                  </a:lnTo>
                  <a:lnTo>
                    <a:pt x="679424" y="317"/>
                  </a:lnTo>
                  <a:close/>
                </a:path>
              </a:pathLst>
            </a:custGeom>
            <a:solidFill>
              <a:srgbClr val="5859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80822" y="2297302"/>
            <a:ext cx="6375400" cy="7962900"/>
            <a:chOff x="780822" y="2297302"/>
            <a:chExt cx="6375400" cy="7962900"/>
          </a:xfrm>
        </p:grpSpPr>
        <p:sp>
          <p:nvSpPr>
            <p:cNvPr id="15" name="object 15"/>
            <p:cNvSpPr/>
            <p:nvPr/>
          </p:nvSpPr>
          <p:spPr>
            <a:xfrm>
              <a:off x="3275954" y="6030647"/>
              <a:ext cx="1336675" cy="2598420"/>
            </a:xfrm>
            <a:custGeom>
              <a:avLst/>
              <a:gdLst/>
              <a:ahLst/>
              <a:cxnLst/>
              <a:rect l="l" t="t" r="r" b="b"/>
              <a:pathLst>
                <a:path w="1336675" h="2598420">
                  <a:moveTo>
                    <a:pt x="1167526" y="0"/>
                  </a:moveTo>
                  <a:lnTo>
                    <a:pt x="168493" y="0"/>
                  </a:lnTo>
                  <a:lnTo>
                    <a:pt x="168493" y="1783397"/>
                  </a:lnTo>
                  <a:lnTo>
                    <a:pt x="54219" y="1783397"/>
                  </a:lnTo>
                  <a:lnTo>
                    <a:pt x="19604" y="1789600"/>
                  </a:lnTo>
                  <a:lnTo>
                    <a:pt x="1128" y="1806494"/>
                  </a:lnTo>
                  <a:lnTo>
                    <a:pt x="0" y="1831505"/>
                  </a:lnTo>
                  <a:lnTo>
                    <a:pt x="17427" y="1862061"/>
                  </a:lnTo>
                  <a:lnTo>
                    <a:pt x="602605" y="2565336"/>
                  </a:lnTo>
                  <a:lnTo>
                    <a:pt x="633154" y="2589674"/>
                  </a:lnTo>
                  <a:lnTo>
                    <a:pt x="668046" y="2597799"/>
                  </a:lnTo>
                  <a:lnTo>
                    <a:pt x="702955" y="2589705"/>
                  </a:lnTo>
                  <a:lnTo>
                    <a:pt x="733554" y="2565387"/>
                  </a:lnTo>
                  <a:lnTo>
                    <a:pt x="1318783" y="1862010"/>
                  </a:lnTo>
                  <a:lnTo>
                    <a:pt x="1336097" y="1831483"/>
                  </a:lnTo>
                  <a:lnTo>
                    <a:pt x="1334914" y="1806487"/>
                  </a:lnTo>
                  <a:lnTo>
                    <a:pt x="1316445" y="1789599"/>
                  </a:lnTo>
                  <a:lnTo>
                    <a:pt x="1281902" y="1783397"/>
                  </a:lnTo>
                  <a:lnTo>
                    <a:pt x="1167564" y="1783397"/>
                  </a:lnTo>
                  <a:lnTo>
                    <a:pt x="1167526" y="0"/>
                  </a:lnTo>
                  <a:close/>
                </a:path>
              </a:pathLst>
            </a:custGeom>
            <a:solidFill>
              <a:srgbClr val="5069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822" y="2297302"/>
              <a:ext cx="6375317" cy="796269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600338" y="2922837"/>
            <a:ext cx="7518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60" algn="ctr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Bu </a:t>
            </a:r>
            <a:r>
              <a:rPr sz="8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bölümde </a:t>
            </a:r>
            <a:r>
              <a:rPr sz="8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ilgil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kazanımın  </a:t>
            </a: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konu </a:t>
            </a:r>
            <a:r>
              <a:rPr sz="8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özeti</a:t>
            </a:r>
            <a:endParaRPr sz="850">
              <a:latin typeface="Microsoft Sans Serif"/>
              <a:cs typeface="Microsoft Sans Serif"/>
            </a:endParaRPr>
          </a:p>
          <a:p>
            <a:pPr marL="12065" algn="ctr">
              <a:lnSpc>
                <a:spcPct val="100000"/>
              </a:lnSpc>
            </a:pPr>
            <a:r>
              <a:rPr sz="850" spc="-15" dirty="0">
                <a:solidFill>
                  <a:srgbClr val="FFFFFF"/>
                </a:solidFill>
                <a:latin typeface="Trebuchet MS"/>
                <a:cs typeface="Trebuchet MS"/>
              </a:rPr>
              <a:t>yer</a:t>
            </a:r>
            <a:r>
              <a:rPr sz="85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almaktadır.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 rot="19380000">
            <a:off x="2105542" y="3319674"/>
            <a:ext cx="818678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Bu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15" dirty="0">
                <a:solidFill>
                  <a:srgbClr val="FFFFFF"/>
                </a:solidFill>
                <a:latin typeface="Trebuchet MS"/>
                <a:cs typeface="Trebuchet MS"/>
              </a:rPr>
              <a:t>bölüm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52" baseline="3267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sz="1275" spc="-37" baseline="3267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sz="1275" spc="-52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7" baseline="6535" dirty="0">
                <a:solidFill>
                  <a:srgbClr val="FFFFFF"/>
                </a:solidFill>
                <a:latin typeface="Trebuchet MS"/>
                <a:cs typeface="Trebuchet MS"/>
              </a:rPr>
              <a:t>sınıf</a:t>
            </a:r>
            <a:endParaRPr sz="1275" baseline="6535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 rot="19380000">
            <a:off x="2220723" y="3421856"/>
            <a:ext cx="747609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20" dirty="0">
                <a:solidFill>
                  <a:srgbClr val="FFFFFF"/>
                </a:solidFill>
                <a:latin typeface="Trebuchet MS"/>
                <a:cs typeface="Trebuchet MS"/>
              </a:rPr>
              <a:t>kitaplarında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22" baseline="3267" dirty="0">
                <a:solidFill>
                  <a:srgbClr val="FFFFFF"/>
                </a:solidFill>
                <a:latin typeface="Trebuchet MS"/>
                <a:cs typeface="Trebuchet MS"/>
              </a:rPr>
              <a:t>yer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 rot="19380000">
            <a:off x="2389079" y="3524018"/>
            <a:ext cx="570378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alır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. </a:t>
            </a:r>
            <a:r>
              <a:rPr sz="1275" spc="7" baseline="3267" dirty="0">
                <a:solidFill>
                  <a:srgbClr val="FFFFFF"/>
                </a:solidFill>
                <a:latin typeface="Trebuchet MS"/>
                <a:cs typeface="Trebuchet MS"/>
              </a:rPr>
              <a:t>İşlenen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 rot="19380000">
            <a:off x="2436259" y="3617185"/>
            <a:ext cx="65851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ünitelerle</a:t>
            </a:r>
            <a:r>
              <a:rPr sz="85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75" spc="-15" baseline="3267" dirty="0">
                <a:solidFill>
                  <a:srgbClr val="FFFFFF"/>
                </a:solidFill>
                <a:latin typeface="Microsoft Sans Serif"/>
                <a:cs typeface="Microsoft Sans Serif"/>
              </a:rPr>
              <a:t>ilgili</a:t>
            </a:r>
            <a:endParaRPr sz="1275" baseline="3267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 rot="19380000">
            <a:off x="2656373" y="3719276"/>
            <a:ext cx="37770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LGS’de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 rot="19380000">
            <a:off x="2568853" y="3821463"/>
            <a:ext cx="71181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çıkmış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7" baseline="3267" dirty="0">
                <a:solidFill>
                  <a:srgbClr val="FFFFFF"/>
                </a:solidFill>
                <a:latin typeface="Trebuchet MS"/>
                <a:cs typeface="Trebuchet MS"/>
              </a:rPr>
              <a:t>soruları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 rot="19380000">
            <a:off x="2860921" y="3923736"/>
            <a:ext cx="28654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4"/>
              </a:lnSpc>
            </a:pP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içerir.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 rot="17520000">
            <a:off x="1447597" y="4539276"/>
            <a:ext cx="670418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45" dirty="0">
                <a:solidFill>
                  <a:srgbClr val="FFFFFF"/>
                </a:solidFill>
                <a:latin typeface="Trebuchet MS"/>
                <a:cs typeface="Trebuchet MS"/>
              </a:rPr>
              <a:t>Bu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sayfalarda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 rot="17520000">
            <a:off x="1523973" y="4586283"/>
            <a:ext cx="75892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PISA ve </a:t>
            </a:r>
            <a:r>
              <a:rPr sz="1275" baseline="3267" dirty="0">
                <a:solidFill>
                  <a:srgbClr val="FFFFFF"/>
                </a:solidFill>
                <a:latin typeface="Microsoft Sans Serif"/>
                <a:cs typeface="Microsoft Sans Serif"/>
              </a:rPr>
              <a:t>TIMSS</a:t>
            </a:r>
            <a:endParaRPr sz="1275" baseline="3267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 rot="17520000">
            <a:off x="1581896" y="4633854"/>
            <a:ext cx="88418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sınavlarında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7" baseline="3267" dirty="0">
                <a:solidFill>
                  <a:srgbClr val="FFFFFF"/>
                </a:solidFill>
                <a:latin typeface="Trebuchet MS"/>
                <a:cs typeface="Trebuchet MS"/>
              </a:rPr>
              <a:t>çıkan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 rot="17520000">
            <a:off x="1770599" y="4667067"/>
            <a:ext cx="75892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sorulara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7" baseline="3267" dirty="0">
                <a:solidFill>
                  <a:srgbClr val="FFFFFF"/>
                </a:solidFill>
                <a:latin typeface="Trebuchet MS"/>
                <a:cs typeface="Trebuchet MS"/>
              </a:rPr>
              <a:t>benzer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 rot="17520000">
            <a:off x="2009443" y="4714340"/>
            <a:ext cx="522449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sorular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22" baseline="3267" dirty="0">
                <a:solidFill>
                  <a:srgbClr val="FFFFFF"/>
                </a:solidFill>
                <a:latin typeface="Trebuchet MS"/>
                <a:cs typeface="Trebuchet MS"/>
              </a:rPr>
              <a:t>yer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 rot="17520000">
            <a:off x="2118205" y="4761832"/>
            <a:ext cx="54608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almaktadır.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 rot="2220000">
            <a:off x="2992143" y="6399539"/>
            <a:ext cx="476572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5"/>
              </a:lnSpc>
            </a:pP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Fasikülde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 rot="2220000">
            <a:off x="2962407" y="6510990"/>
            <a:ext cx="40027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yer</a:t>
            </a:r>
            <a:r>
              <a:rPr sz="8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alan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 rot="2220000">
            <a:off x="2783646" y="6613362"/>
            <a:ext cx="59908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9"/>
              </a:lnSpc>
            </a:pP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tüm</a:t>
            </a:r>
            <a:r>
              <a:rPr sz="8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üniteleri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 rot="2220000">
            <a:off x="2689518" y="6715676"/>
            <a:ext cx="62846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95"/>
              </a:lnSpc>
            </a:pP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içermektedir.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 rot="2220000">
            <a:off x="2524107" y="6809039"/>
            <a:ext cx="777782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0"/>
              </a:lnSpc>
            </a:pPr>
            <a:r>
              <a:rPr sz="1275" baseline="3267" dirty="0">
                <a:solidFill>
                  <a:srgbClr val="FFFFFF"/>
                </a:solidFill>
                <a:latin typeface="Trebuchet MS"/>
                <a:cs typeface="Trebuchet MS"/>
              </a:rPr>
              <a:t>Konuların</a:t>
            </a:r>
            <a:r>
              <a:rPr sz="1275" spc="-52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tekrar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 rot="2220000">
            <a:off x="2412182" y="6911159"/>
            <a:ext cx="84197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1275" spc="-52" baseline="3267" dirty="0">
                <a:solidFill>
                  <a:srgbClr val="FFFFFF"/>
                </a:solidFill>
                <a:latin typeface="Trebuchet MS"/>
                <a:cs typeface="Trebuchet MS"/>
              </a:rPr>
              <a:t>edili</a:t>
            </a:r>
            <a:r>
              <a:rPr sz="1275" spc="-60" baseline="3267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275" spc="-52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eksikliklerin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 rot="2220000">
            <a:off x="2483848" y="7022862"/>
            <a:ext cx="56414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50" spc="-10" dirty="0">
                <a:solidFill>
                  <a:srgbClr val="FFFFFF"/>
                </a:solidFill>
                <a:latin typeface="Trebuchet MS"/>
                <a:cs typeface="Trebuchet MS"/>
              </a:rPr>
              <a:t>görülmesini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 rot="2220000">
            <a:off x="2348337" y="7125294"/>
            <a:ext cx="67668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95"/>
              </a:lnSpc>
            </a:pP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sağlayacaktır.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 rot="1140000">
            <a:off x="5448326" y="5439874"/>
            <a:ext cx="72876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0"/>
              </a:lnSpc>
            </a:pPr>
            <a:r>
              <a:rPr sz="1275" spc="15" baseline="3267" dirty="0">
                <a:solidFill>
                  <a:srgbClr val="FFFFFF"/>
                </a:solidFill>
                <a:latin typeface="Trebuchet MS"/>
                <a:cs typeface="Trebuchet MS"/>
              </a:rPr>
              <a:t>Kazanımla</a:t>
            </a:r>
            <a:r>
              <a:rPr sz="1275" spc="-44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ilgili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 rot="1140000">
            <a:off x="5336092" y="5567045"/>
            <a:ext cx="89553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0"/>
              </a:lnSpc>
            </a:pPr>
            <a:r>
              <a:rPr sz="850" spc="-15" dirty="0">
                <a:solidFill>
                  <a:srgbClr val="FFFFFF"/>
                </a:solidFill>
                <a:latin typeface="Trebuchet MS"/>
                <a:cs typeface="Trebuchet MS"/>
              </a:rPr>
              <a:t>mantık/muhakeme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 rot="1140000">
            <a:off x="5156563" y="5684098"/>
            <a:ext cx="1139868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1275" spc="-37" baseline="3267" dirty="0">
                <a:solidFill>
                  <a:srgbClr val="FFFFFF"/>
                </a:solidFill>
                <a:latin typeface="Trebuchet MS"/>
                <a:cs typeface="Trebuchet MS"/>
              </a:rPr>
              <a:t>gerektiren</a:t>
            </a:r>
            <a:r>
              <a:rPr sz="1275" spc="-44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sorular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içerir.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 rot="1140000">
            <a:off x="5202831" y="5806386"/>
            <a:ext cx="961752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1275" spc="67" baseline="3267" dirty="0">
                <a:solidFill>
                  <a:srgbClr val="FFFFFF"/>
                </a:solidFill>
                <a:latin typeface="Trebuchet MS"/>
                <a:cs typeface="Trebuchet MS"/>
              </a:rPr>
              <a:t>Bu</a:t>
            </a:r>
            <a:r>
              <a:rPr sz="1275" spc="-44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testteki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soruların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 rot="1140000">
            <a:off x="5100119" y="5928462"/>
            <a:ext cx="108046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1275" spc="-7" baseline="3267" dirty="0">
                <a:solidFill>
                  <a:srgbClr val="FFFFFF"/>
                </a:solidFill>
                <a:latin typeface="Microsoft Sans Serif"/>
                <a:cs typeface="Microsoft Sans Serif"/>
              </a:rPr>
              <a:t>zorluk</a:t>
            </a:r>
            <a:r>
              <a:rPr sz="1275" spc="-22" baseline="3267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düzeyi</a:t>
            </a:r>
            <a:r>
              <a:rPr sz="85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kavrama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 rot="1140000">
            <a:off x="4997105" y="6050666"/>
            <a:ext cx="1200568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0"/>
              </a:lnSpc>
            </a:pPr>
            <a:r>
              <a:rPr sz="1275" spc="-30" baseline="3267" dirty="0">
                <a:solidFill>
                  <a:srgbClr val="FFFFFF"/>
                </a:solidFill>
                <a:latin typeface="Trebuchet MS"/>
                <a:cs typeface="Trebuchet MS"/>
              </a:rPr>
              <a:t>testinden</a:t>
            </a:r>
            <a:r>
              <a:rPr sz="1275" spc="-44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daha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20" dirty="0">
                <a:solidFill>
                  <a:srgbClr val="FFFFFF"/>
                </a:solidFill>
                <a:latin typeface="Trebuchet MS"/>
                <a:cs typeface="Trebuchet MS"/>
              </a:rPr>
              <a:t>yüksektir.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50904" y="2237675"/>
            <a:ext cx="843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785">
              <a:lnSpc>
                <a:spcPct val="100000"/>
              </a:lnSpc>
              <a:spcBef>
                <a:spcPts val="100"/>
              </a:spcBef>
            </a:pPr>
            <a:r>
              <a:rPr sz="1500" b="1" spc="65" dirty="0">
                <a:solidFill>
                  <a:srgbClr val="231F20"/>
                </a:solidFill>
                <a:latin typeface="Trebuchet MS"/>
                <a:cs typeface="Trebuchet MS"/>
              </a:rPr>
              <a:t>Bilgi </a:t>
            </a:r>
            <a:r>
              <a:rPr sz="1500" b="1" spc="7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500" b="1" spc="45" dirty="0">
                <a:solidFill>
                  <a:srgbClr val="231F20"/>
                </a:solidFill>
                <a:latin typeface="Trebuchet MS"/>
                <a:cs typeface="Trebuchet MS"/>
              </a:rPr>
              <a:t>Hazinem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 rot="2220000">
            <a:off x="5120413" y="3049240"/>
            <a:ext cx="9682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b="1" spc="120" baseline="1851" dirty="0">
                <a:solidFill>
                  <a:srgbClr val="231F20"/>
                </a:solidFill>
                <a:latin typeface="Trebuchet MS"/>
                <a:cs typeface="Trebuchet MS"/>
              </a:rPr>
              <a:t>U</a:t>
            </a:r>
            <a:r>
              <a:rPr sz="2250" b="1" spc="30" baseline="1851" dirty="0">
                <a:solidFill>
                  <a:srgbClr val="231F20"/>
                </a:solidFill>
                <a:latin typeface="Trebuchet MS"/>
                <a:cs typeface="Trebuchet MS"/>
              </a:rPr>
              <a:t>y</a:t>
            </a:r>
            <a:r>
              <a:rPr sz="1500" b="1" spc="85" dirty="0">
                <a:solidFill>
                  <a:srgbClr val="231F20"/>
                </a:solidFill>
                <a:latin typeface="Trebuchet MS"/>
                <a:cs typeface="Trebuchet MS"/>
              </a:rPr>
              <a:t>gulama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 rot="8460000">
            <a:off x="5522056" y="7636852"/>
            <a:ext cx="348495" cy="123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950" b="1" spc="25" dirty="0">
                <a:solidFill>
                  <a:srgbClr val="231F20"/>
                </a:solidFill>
                <a:latin typeface="Trebuchet MS"/>
                <a:cs typeface="Trebuchet MS"/>
              </a:rPr>
              <a:t>Ünite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 rot="8460000">
            <a:off x="5137270" y="7526333"/>
            <a:ext cx="920858" cy="123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950" b="1" spc="45" dirty="0">
                <a:solidFill>
                  <a:srgbClr val="231F20"/>
                </a:solidFill>
                <a:latin typeface="Trebuchet MS"/>
                <a:cs typeface="Trebuchet MS"/>
              </a:rPr>
              <a:t>Değerlendirme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 rot="8460000">
            <a:off x="5128153" y="7410577"/>
            <a:ext cx="754450" cy="123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950" b="1" spc="-7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950" b="1" spc="10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950" b="1" spc="25" dirty="0">
                <a:solidFill>
                  <a:srgbClr val="231F20"/>
                </a:solidFill>
                <a:latin typeface="Trebuchet MS"/>
                <a:cs typeface="Trebuchet MS"/>
              </a:rPr>
              <a:t>sti</a:t>
            </a:r>
            <a:r>
              <a:rPr sz="950" b="1" spc="-55" dirty="0">
                <a:solidFill>
                  <a:srgbClr val="231F20"/>
                </a:solidFill>
                <a:latin typeface="Trebuchet MS"/>
                <a:cs typeface="Trebuchet MS"/>
              </a:rPr>
              <a:t>/</a:t>
            </a:r>
            <a:r>
              <a:rPr sz="950" b="1" spc="35" dirty="0">
                <a:solidFill>
                  <a:srgbClr val="231F20"/>
                </a:solidFill>
                <a:latin typeface="Trebuchet MS"/>
                <a:cs typeface="Trebuchet MS"/>
              </a:rPr>
              <a:t>Analizi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 rot="13200000">
            <a:off x="1977270" y="7647708"/>
            <a:ext cx="516803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100" b="1" spc="40" dirty="0">
                <a:solidFill>
                  <a:srgbClr val="231F20"/>
                </a:solidFill>
                <a:latin typeface="Trebuchet MS"/>
                <a:cs typeface="Trebuchet MS"/>
              </a:rPr>
              <a:t>Fasi</a:t>
            </a:r>
            <a:r>
              <a:rPr sz="1100" b="1" spc="25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r>
              <a:rPr sz="1650" b="1" spc="44" baseline="2525" dirty="0">
                <a:solidFill>
                  <a:srgbClr val="231F20"/>
                </a:solidFill>
                <a:latin typeface="Trebuchet MS"/>
                <a:cs typeface="Trebuchet MS"/>
              </a:rPr>
              <a:t>ül</a:t>
            </a:r>
            <a:endParaRPr sz="1650" baseline="2525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 rot="13200000">
            <a:off x="2069572" y="7517183"/>
            <a:ext cx="545576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100" b="1" spc="45" dirty="0">
                <a:solidFill>
                  <a:srgbClr val="231F20"/>
                </a:solidFill>
                <a:latin typeface="Trebuchet MS"/>
                <a:cs typeface="Trebuchet MS"/>
              </a:rPr>
              <a:t>Tarama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 rot="13200000">
            <a:off x="2018619" y="7387148"/>
            <a:ext cx="863124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100" b="1" spc="-8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100" b="1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1100" b="1" spc="20" dirty="0">
                <a:solidFill>
                  <a:srgbClr val="231F20"/>
                </a:solidFill>
                <a:latin typeface="Trebuchet MS"/>
                <a:cs typeface="Trebuchet MS"/>
              </a:rPr>
              <a:t>sti</a:t>
            </a:r>
            <a:r>
              <a:rPr sz="1100" b="1" spc="-75" dirty="0">
                <a:solidFill>
                  <a:srgbClr val="231F20"/>
                </a:solidFill>
                <a:latin typeface="Trebuchet MS"/>
                <a:cs typeface="Trebuchet MS"/>
              </a:rPr>
              <a:t>/</a:t>
            </a:r>
            <a:r>
              <a:rPr sz="1650" b="1" spc="52" baseline="2525" dirty="0">
                <a:solidFill>
                  <a:srgbClr val="231F20"/>
                </a:solidFill>
                <a:latin typeface="Trebuchet MS"/>
                <a:cs typeface="Trebuchet MS"/>
              </a:rPr>
              <a:t>Analizi</a:t>
            </a:r>
            <a:endParaRPr sz="1650" baseline="2525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 rot="14700000">
            <a:off x="954096" y="6187896"/>
            <a:ext cx="627974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0"/>
              </a:lnSpc>
            </a:pPr>
            <a:r>
              <a:rPr sz="1100" b="1" spc="60" dirty="0">
                <a:solidFill>
                  <a:srgbClr val="231F20"/>
                </a:solidFill>
                <a:latin typeface="Trebuchet MS"/>
                <a:cs typeface="Trebuchet MS"/>
              </a:rPr>
              <a:t>Kazanım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 rot="14700000">
            <a:off x="891317" y="6114927"/>
            <a:ext cx="106248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0"/>
              </a:lnSpc>
            </a:pPr>
            <a:r>
              <a:rPr sz="1100" b="1" spc="50" dirty="0">
                <a:solidFill>
                  <a:srgbClr val="231F20"/>
                </a:solidFill>
                <a:latin typeface="Trebuchet MS"/>
                <a:cs typeface="Trebuchet MS"/>
              </a:rPr>
              <a:t>Değerlendirme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 rot="14700000">
            <a:off x="1351426" y="6041911"/>
            <a:ext cx="451208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0"/>
              </a:lnSpc>
            </a:pPr>
            <a:r>
              <a:rPr sz="1100" b="1" spc="50" dirty="0">
                <a:solidFill>
                  <a:srgbClr val="231F20"/>
                </a:solidFill>
                <a:latin typeface="Trebuchet MS"/>
                <a:cs typeface="Trebuchet MS"/>
              </a:rPr>
              <a:t>Sınavı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 rot="4020000">
            <a:off x="6165936" y="4293326"/>
            <a:ext cx="87134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85" dirty="0">
                <a:solidFill>
                  <a:srgbClr val="231F20"/>
                </a:solidFill>
                <a:latin typeface="Trebuchet MS"/>
                <a:cs typeface="Trebuchet MS"/>
              </a:rPr>
              <a:t>Kavrama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 rot="4020000">
            <a:off x="6151686" y="4390568"/>
            <a:ext cx="485353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2250" b="1" spc="-209" baseline="1851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500" b="1" spc="-20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1500" b="1" spc="35" dirty="0">
                <a:solidFill>
                  <a:srgbClr val="231F20"/>
                </a:solidFill>
                <a:latin typeface="Trebuchet MS"/>
                <a:cs typeface="Trebuchet MS"/>
              </a:rPr>
              <a:t>sti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 rot="6600000">
            <a:off x="6498925" y="6054932"/>
            <a:ext cx="62051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50" dirty="0">
                <a:solidFill>
                  <a:srgbClr val="231F20"/>
                </a:solidFill>
                <a:latin typeface="Trebuchet MS"/>
                <a:cs typeface="Trebuchet MS"/>
              </a:rPr>
              <a:t>Analiz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 rot="6600000">
            <a:off x="6260669" y="5985510"/>
            <a:ext cx="660526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30" dirty="0">
                <a:solidFill>
                  <a:srgbClr val="231F20"/>
                </a:solidFill>
                <a:latin typeface="Trebuchet MS"/>
                <a:cs typeface="Trebuchet MS"/>
              </a:rPr>
              <a:t>Sentez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 rot="6600000">
            <a:off x="6139641" y="5891684"/>
            <a:ext cx="484769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-135" dirty="0">
                <a:solidFill>
                  <a:srgbClr val="231F20"/>
                </a:solidFill>
                <a:latin typeface="Trebuchet MS"/>
                <a:cs typeface="Trebuchet MS"/>
              </a:rPr>
              <a:t>T</a:t>
            </a:r>
            <a:r>
              <a:rPr sz="1500" b="1" spc="-1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1500" b="1" spc="35" dirty="0">
                <a:solidFill>
                  <a:srgbClr val="231F20"/>
                </a:solidFill>
                <a:latin typeface="Trebuchet MS"/>
                <a:cs typeface="Trebuchet MS"/>
              </a:rPr>
              <a:t>sti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 rot="10800000">
            <a:off x="3675413" y="8095499"/>
            <a:ext cx="547899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30" dirty="0">
                <a:solidFill>
                  <a:srgbClr val="231F20"/>
                </a:solidFill>
                <a:latin typeface="Trebuchet MS"/>
                <a:cs typeface="Trebuchet MS"/>
              </a:rPr>
              <a:t>Yazılı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 rot="10800000">
            <a:off x="3525633" y="7866899"/>
            <a:ext cx="84719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50" dirty="0">
                <a:solidFill>
                  <a:srgbClr val="231F20"/>
                </a:solidFill>
                <a:latin typeface="Trebuchet MS"/>
                <a:cs typeface="Trebuchet MS"/>
              </a:rPr>
              <a:t>Sınavları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 rot="17760000">
            <a:off x="997806" y="4246599"/>
            <a:ext cx="481851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95" dirty="0">
                <a:solidFill>
                  <a:srgbClr val="231F20"/>
                </a:solidFill>
                <a:latin typeface="Trebuchet MS"/>
                <a:cs typeface="Trebuchet MS"/>
              </a:rPr>
              <a:t>PI</a:t>
            </a:r>
            <a:r>
              <a:rPr sz="1500" b="1" spc="65" dirty="0">
                <a:solidFill>
                  <a:srgbClr val="231F20"/>
                </a:solidFill>
                <a:latin typeface="Trebuchet MS"/>
                <a:cs typeface="Trebuchet MS"/>
              </a:rPr>
              <a:t>S</a:t>
            </a:r>
            <a:r>
              <a:rPr sz="2250" b="1" spc="217" baseline="1851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2250" baseline="1851">
              <a:latin typeface="Trebuchet MS"/>
              <a:cs typeface="Trebuchet MS"/>
            </a:endParaRPr>
          </a:p>
        </p:txBody>
      </p:sp>
      <p:sp>
        <p:nvSpPr>
          <p:cNvPr id="64" name="object 64"/>
          <p:cNvSpPr txBox="1"/>
          <p:nvPr/>
        </p:nvSpPr>
        <p:spPr>
          <a:xfrm rot="17760000">
            <a:off x="1137936" y="4343319"/>
            <a:ext cx="615682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114" dirty="0">
                <a:solidFill>
                  <a:srgbClr val="231F20"/>
                </a:solidFill>
                <a:latin typeface="Trebuchet MS"/>
                <a:cs typeface="Trebuchet MS"/>
              </a:rPr>
              <a:t>TIMSS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5" name="object 65"/>
          <p:cNvSpPr txBox="1"/>
          <p:nvPr/>
        </p:nvSpPr>
        <p:spPr>
          <a:xfrm rot="19260000">
            <a:off x="2040867" y="2871929"/>
            <a:ext cx="398941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-35" dirty="0">
                <a:solidFill>
                  <a:srgbClr val="231F20"/>
                </a:solidFill>
                <a:latin typeface="Trebuchet MS"/>
                <a:cs typeface="Trebuchet MS"/>
              </a:rPr>
              <a:t>L</a:t>
            </a:r>
            <a:r>
              <a:rPr sz="1500" b="1" spc="80" dirty="0">
                <a:solidFill>
                  <a:srgbClr val="231F20"/>
                </a:solidFill>
                <a:latin typeface="Trebuchet MS"/>
                <a:cs typeface="Trebuchet MS"/>
              </a:rPr>
              <a:t>GS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 rot="19260000">
            <a:off x="2008511" y="3040635"/>
            <a:ext cx="773136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b="1" spc="50" dirty="0">
                <a:solidFill>
                  <a:srgbClr val="231F20"/>
                </a:solidFill>
                <a:latin typeface="Trebuchet MS"/>
                <a:cs typeface="Trebuchet MS"/>
              </a:rPr>
              <a:t>Soruları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 rot="2100000">
            <a:off x="4943717" y="3424982"/>
            <a:ext cx="85898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Yalnızca</a:t>
            </a:r>
            <a:r>
              <a:rPr sz="85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anlatılan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 rot="2100000">
            <a:off x="5116627" y="3531144"/>
            <a:ext cx="36494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konuyu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69" name="object 69"/>
          <p:cNvSpPr txBox="1"/>
          <p:nvPr/>
        </p:nvSpPr>
        <p:spPr>
          <a:xfrm rot="2100000">
            <a:off x="4809981" y="3637090"/>
            <a:ext cx="82875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içeren</a:t>
            </a:r>
            <a:r>
              <a:rPr sz="8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uygulama,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70" name="object 70"/>
          <p:cNvSpPr txBox="1"/>
          <p:nvPr/>
        </p:nvSpPr>
        <p:spPr>
          <a:xfrm rot="2100000">
            <a:off x="4924503" y="3743277"/>
            <a:ext cx="451868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85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konuyu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71" name="object 71"/>
          <p:cNvSpPr txBox="1"/>
          <p:nvPr/>
        </p:nvSpPr>
        <p:spPr>
          <a:xfrm rot="2100000">
            <a:off x="4764562" y="3840727"/>
            <a:ext cx="59783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kavramanızı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72" name="object 72"/>
          <p:cNvSpPr txBox="1"/>
          <p:nvPr/>
        </p:nvSpPr>
        <p:spPr>
          <a:xfrm rot="2100000">
            <a:off x="4676266" y="3963997"/>
            <a:ext cx="67480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sağlayacaktır.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 rot="4200000">
            <a:off x="5728459" y="4525692"/>
            <a:ext cx="85961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spc="10" dirty="0">
                <a:solidFill>
                  <a:srgbClr val="FFFFFF"/>
                </a:solidFill>
                <a:latin typeface="Trebuchet MS"/>
                <a:cs typeface="Trebuchet MS"/>
              </a:rPr>
              <a:t>Yalnızca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anlatılan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74" name="object 74"/>
          <p:cNvSpPr txBox="1"/>
          <p:nvPr/>
        </p:nvSpPr>
        <p:spPr>
          <a:xfrm rot="4200000">
            <a:off x="5710543" y="4569493"/>
            <a:ext cx="65162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konuyu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içerir.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 rot="4200000">
            <a:off x="5728263" y="4627525"/>
            <a:ext cx="38257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25"/>
              </a:lnSpc>
            </a:pPr>
            <a:r>
              <a:rPr sz="850" dirty="0">
                <a:solidFill>
                  <a:srgbClr val="FFFFFF"/>
                </a:solidFill>
                <a:latin typeface="Microsoft Sans Serif"/>
                <a:cs typeface="Microsoft Sans Serif"/>
              </a:rPr>
              <a:t>Konuyu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 rot="4200000">
            <a:off x="5470881" y="4685342"/>
            <a:ext cx="66352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9"/>
              </a:lnSpc>
            </a:pP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pekiştirmenizi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77" name="object 77"/>
          <p:cNvSpPr txBox="1"/>
          <p:nvPr/>
        </p:nvSpPr>
        <p:spPr>
          <a:xfrm rot="4200000">
            <a:off x="5337976" y="4714952"/>
            <a:ext cx="675432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9"/>
              </a:lnSpc>
            </a:pP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sağlayacaktır.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78" name="object 78"/>
          <p:cNvSpPr txBox="1"/>
          <p:nvPr/>
        </p:nvSpPr>
        <p:spPr>
          <a:xfrm rot="19440000">
            <a:off x="4425782" y="6336594"/>
            <a:ext cx="55604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He</a:t>
            </a:r>
            <a:r>
              <a:rPr sz="8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r </a:t>
            </a:r>
            <a:r>
              <a:rPr sz="8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ünitenin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 txBox="1"/>
          <p:nvPr/>
        </p:nvSpPr>
        <p:spPr>
          <a:xfrm rot="19440000">
            <a:off x="4380802" y="6428008"/>
            <a:ext cx="783442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10" dirty="0">
                <a:solidFill>
                  <a:srgbClr val="FFFFFF"/>
                </a:solidFill>
                <a:latin typeface="Trebuchet MS"/>
                <a:cs typeface="Trebuchet MS"/>
              </a:rPr>
              <a:t>sonunda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60" baseline="3267" dirty="0">
                <a:solidFill>
                  <a:srgbClr val="FFFFFF"/>
                </a:solidFill>
                <a:latin typeface="Trebuchet MS"/>
                <a:cs typeface="Trebuchet MS"/>
              </a:rPr>
              <a:t>yer</a:t>
            </a:r>
            <a:r>
              <a:rPr sz="1275" spc="-75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52" baseline="3267" dirty="0">
                <a:solidFill>
                  <a:srgbClr val="FFFFFF"/>
                </a:solidFill>
                <a:latin typeface="Trebuchet MS"/>
                <a:cs typeface="Trebuchet MS"/>
              </a:rPr>
              <a:t>alan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80" name="object 80"/>
          <p:cNvSpPr txBox="1"/>
          <p:nvPr/>
        </p:nvSpPr>
        <p:spPr>
          <a:xfrm rot="19440000">
            <a:off x="4391036" y="6519621"/>
            <a:ext cx="899942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55" dirty="0">
                <a:solidFill>
                  <a:srgbClr val="FFFFFF"/>
                </a:solidFill>
                <a:latin typeface="Trebuchet MS"/>
                <a:cs typeface="Trebuchet MS"/>
              </a:rPr>
              <a:t>ünit</a:t>
            </a:r>
            <a:r>
              <a:rPr sz="850" spc="-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67" baseline="3267" dirty="0">
                <a:solidFill>
                  <a:srgbClr val="FFFFFF"/>
                </a:solidFill>
                <a:latin typeface="Trebuchet MS"/>
                <a:cs typeface="Trebuchet MS"/>
              </a:rPr>
              <a:t>değerlendirme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81" name="object 81"/>
          <p:cNvSpPr txBox="1"/>
          <p:nvPr/>
        </p:nvSpPr>
        <p:spPr>
          <a:xfrm rot="19440000">
            <a:off x="4642422" y="6610854"/>
            <a:ext cx="53488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60" dirty="0">
                <a:solidFill>
                  <a:srgbClr val="FFFFFF"/>
                </a:solidFill>
                <a:latin typeface="Trebuchet MS"/>
                <a:cs typeface="Trebuchet MS"/>
              </a:rPr>
              <a:t>testleri,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97" baseline="3267" dirty="0">
                <a:solidFill>
                  <a:srgbClr val="FFFFFF"/>
                </a:solidFill>
                <a:latin typeface="Trebuchet MS"/>
                <a:cs typeface="Trebuchet MS"/>
              </a:rPr>
              <a:t>tüm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 rot="19440000">
            <a:off x="4497435" y="6702576"/>
            <a:ext cx="96112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55" dirty="0">
                <a:solidFill>
                  <a:srgbClr val="FFFFFF"/>
                </a:solidFill>
                <a:latin typeface="Trebuchet MS"/>
                <a:cs typeface="Trebuchet MS"/>
              </a:rPr>
              <a:t>ünitedek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44" baseline="3267" dirty="0">
                <a:solidFill>
                  <a:srgbClr val="FFFFFF"/>
                </a:solidFill>
                <a:latin typeface="Trebuchet MS"/>
                <a:cs typeface="Trebuchet MS"/>
              </a:rPr>
              <a:t>kazanımları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 rot="19440000">
            <a:off x="4831752" y="6785630"/>
            <a:ext cx="45248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görmenizi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 rot="19440000">
            <a:off x="4801281" y="6877079"/>
            <a:ext cx="65037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15" dirty="0">
                <a:solidFill>
                  <a:srgbClr val="FFFFFF"/>
                </a:solidFill>
                <a:latin typeface="Trebuchet MS"/>
                <a:cs typeface="Trebuchet MS"/>
              </a:rPr>
              <a:t>sağlayacak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37" baseline="3267" dirty="0">
                <a:solidFill>
                  <a:srgbClr val="FFFFFF"/>
                </a:solidFill>
                <a:latin typeface="Trebuchet MS"/>
                <a:cs typeface="Trebuchet MS"/>
              </a:rPr>
              <a:t>ve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85" name="object 85"/>
          <p:cNvSpPr txBox="1"/>
          <p:nvPr/>
        </p:nvSpPr>
        <p:spPr>
          <a:xfrm rot="19440000">
            <a:off x="4883773" y="6968661"/>
            <a:ext cx="62221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eksikliklerinizi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 rot="19440000">
            <a:off x="4999340" y="7051701"/>
            <a:ext cx="551061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belirlemeniz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87" name="object 87"/>
          <p:cNvSpPr txBox="1"/>
          <p:nvPr/>
        </p:nvSpPr>
        <p:spPr>
          <a:xfrm rot="19440000">
            <a:off x="5167825" y="7151611"/>
            <a:ext cx="32874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4"/>
              </a:lnSpc>
            </a:pPr>
            <a:r>
              <a:rPr sz="8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içi</a:t>
            </a:r>
            <a:r>
              <a:rPr sz="8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8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8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yol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88" name="object 88"/>
          <p:cNvSpPr txBox="1"/>
          <p:nvPr/>
        </p:nvSpPr>
        <p:spPr>
          <a:xfrm rot="19440000">
            <a:off x="5092084" y="7243140"/>
            <a:ext cx="617208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gösterecektir.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9" name="object 89"/>
          <p:cNvSpPr txBox="1"/>
          <p:nvPr/>
        </p:nvSpPr>
        <p:spPr>
          <a:xfrm rot="21540000">
            <a:off x="3735716" y="6705934"/>
            <a:ext cx="36009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0"/>
              </a:lnSpc>
            </a:pPr>
            <a:r>
              <a:rPr sz="85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Okulda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90" name="object 90"/>
          <p:cNvSpPr txBox="1"/>
          <p:nvPr/>
        </p:nvSpPr>
        <p:spPr>
          <a:xfrm rot="21540000">
            <a:off x="3610295" y="6835444"/>
            <a:ext cx="61658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4"/>
              </a:lnSpc>
            </a:pP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uygulanacak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1" name="object 91"/>
          <p:cNvSpPr txBox="1"/>
          <p:nvPr/>
        </p:nvSpPr>
        <p:spPr>
          <a:xfrm rot="21540000">
            <a:off x="3518649" y="6964943"/>
            <a:ext cx="80609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yazılı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sınavlar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67" baseline="3267" dirty="0">
                <a:solidFill>
                  <a:srgbClr val="FFFFFF"/>
                </a:solidFill>
                <a:latin typeface="Trebuchet MS"/>
                <a:cs typeface="Trebuchet MS"/>
              </a:rPr>
              <a:t>ile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92" name="object 92"/>
          <p:cNvSpPr txBox="1"/>
          <p:nvPr/>
        </p:nvSpPr>
        <p:spPr>
          <a:xfrm rot="21540000">
            <a:off x="3625610" y="7094091"/>
            <a:ext cx="628465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4"/>
              </a:lnSpc>
            </a:pP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ayn</a:t>
            </a: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ı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Trebuchet MS"/>
                <a:cs typeface="Trebuchet MS"/>
              </a:rPr>
              <a:t>konuları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3" name="object 93"/>
          <p:cNvSpPr txBox="1"/>
          <p:nvPr/>
        </p:nvSpPr>
        <p:spPr>
          <a:xfrm rot="21540000">
            <a:off x="3471255" y="7223593"/>
            <a:ext cx="94345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20" dirty="0">
                <a:solidFill>
                  <a:srgbClr val="FFFFFF"/>
                </a:solidFill>
                <a:latin typeface="Trebuchet MS"/>
                <a:cs typeface="Trebuchet MS"/>
              </a:rPr>
              <a:t>kapsayan</a:t>
            </a:r>
            <a:r>
              <a:rPr sz="8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bu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spc="-22" baseline="3267" dirty="0">
                <a:solidFill>
                  <a:srgbClr val="FFFFFF"/>
                </a:solidFill>
                <a:latin typeface="Trebuchet MS"/>
                <a:cs typeface="Trebuchet MS"/>
              </a:rPr>
              <a:t>bölüm</a:t>
            </a:r>
            <a:endParaRPr sz="1275" baseline="3267">
              <a:latin typeface="Trebuchet MS"/>
              <a:cs typeface="Trebuchet MS"/>
            </a:endParaRPr>
          </a:p>
        </p:txBody>
      </p:sp>
      <p:sp>
        <p:nvSpPr>
          <p:cNvPr id="94" name="object 94"/>
          <p:cNvSpPr txBox="1"/>
          <p:nvPr/>
        </p:nvSpPr>
        <p:spPr>
          <a:xfrm rot="21540000">
            <a:off x="3477236" y="7353459"/>
            <a:ext cx="906877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50" spc="-15" dirty="0">
                <a:solidFill>
                  <a:srgbClr val="FFFFFF"/>
                </a:solidFill>
                <a:latin typeface="Trebuchet MS"/>
                <a:cs typeface="Trebuchet MS"/>
              </a:rPr>
              <a:t>okuldak</a:t>
            </a:r>
            <a:r>
              <a:rPr sz="850" spc="-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başarınızı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5" name="object 95"/>
          <p:cNvSpPr txBox="1"/>
          <p:nvPr/>
        </p:nvSpPr>
        <p:spPr>
          <a:xfrm rot="21540000">
            <a:off x="3670405" y="7482601"/>
            <a:ext cx="557290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4"/>
              </a:lnSpc>
            </a:pP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artıracaktır.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892247" y="8817133"/>
            <a:ext cx="588010" cy="1443355"/>
          </a:xfrm>
          <a:custGeom>
            <a:avLst/>
            <a:gdLst/>
            <a:ahLst/>
            <a:cxnLst/>
            <a:rect l="l" t="t" r="r" b="b"/>
            <a:pathLst>
              <a:path w="588010" h="1443354">
                <a:moveTo>
                  <a:pt x="293827" y="0"/>
                </a:moveTo>
                <a:lnTo>
                  <a:pt x="246168" y="3845"/>
                </a:lnTo>
                <a:lnTo>
                  <a:pt x="200958" y="14980"/>
                </a:lnTo>
                <a:lnTo>
                  <a:pt x="158800" y="32798"/>
                </a:lnTo>
                <a:lnTo>
                  <a:pt x="120300" y="56694"/>
                </a:lnTo>
                <a:lnTo>
                  <a:pt x="86063" y="86064"/>
                </a:lnTo>
                <a:lnTo>
                  <a:pt x="56694" y="120303"/>
                </a:lnTo>
                <a:lnTo>
                  <a:pt x="32798" y="158804"/>
                </a:lnTo>
                <a:lnTo>
                  <a:pt x="14980" y="200964"/>
                </a:lnTo>
                <a:lnTo>
                  <a:pt x="3845" y="246178"/>
                </a:lnTo>
                <a:lnTo>
                  <a:pt x="0" y="293839"/>
                </a:lnTo>
                <a:lnTo>
                  <a:pt x="4153" y="343346"/>
                </a:lnTo>
                <a:lnTo>
                  <a:pt x="16162" y="390175"/>
                </a:lnTo>
                <a:lnTo>
                  <a:pt x="35344" y="433648"/>
                </a:lnTo>
                <a:lnTo>
                  <a:pt x="61021" y="473085"/>
                </a:lnTo>
                <a:lnTo>
                  <a:pt x="92512" y="507809"/>
                </a:lnTo>
                <a:lnTo>
                  <a:pt x="129138" y="537140"/>
                </a:lnTo>
                <a:lnTo>
                  <a:pt x="170218" y="560400"/>
                </a:lnTo>
                <a:lnTo>
                  <a:pt x="212812" y="585389"/>
                </a:lnTo>
                <a:lnTo>
                  <a:pt x="249102" y="618588"/>
                </a:lnTo>
                <a:lnTo>
                  <a:pt x="274350" y="658841"/>
                </a:lnTo>
                <a:lnTo>
                  <a:pt x="283819" y="704989"/>
                </a:lnTo>
                <a:lnTo>
                  <a:pt x="283819" y="1442866"/>
                </a:lnTo>
                <a:lnTo>
                  <a:pt x="303847" y="1442866"/>
                </a:lnTo>
                <a:lnTo>
                  <a:pt x="303847" y="704989"/>
                </a:lnTo>
                <a:lnTo>
                  <a:pt x="313314" y="658841"/>
                </a:lnTo>
                <a:lnTo>
                  <a:pt x="338559" y="618588"/>
                </a:lnTo>
                <a:lnTo>
                  <a:pt x="374849" y="585389"/>
                </a:lnTo>
                <a:lnTo>
                  <a:pt x="417448" y="560400"/>
                </a:lnTo>
                <a:lnTo>
                  <a:pt x="458524" y="537140"/>
                </a:lnTo>
                <a:lnTo>
                  <a:pt x="495148" y="507809"/>
                </a:lnTo>
                <a:lnTo>
                  <a:pt x="526640" y="473085"/>
                </a:lnTo>
                <a:lnTo>
                  <a:pt x="552318" y="433648"/>
                </a:lnTo>
                <a:lnTo>
                  <a:pt x="571502" y="390175"/>
                </a:lnTo>
                <a:lnTo>
                  <a:pt x="583512" y="343346"/>
                </a:lnTo>
                <a:lnTo>
                  <a:pt x="587667" y="293839"/>
                </a:lnTo>
                <a:lnTo>
                  <a:pt x="583821" y="246178"/>
                </a:lnTo>
                <a:lnTo>
                  <a:pt x="572686" y="200964"/>
                </a:lnTo>
                <a:lnTo>
                  <a:pt x="554868" y="158804"/>
                </a:lnTo>
                <a:lnTo>
                  <a:pt x="530972" y="120303"/>
                </a:lnTo>
                <a:lnTo>
                  <a:pt x="501602" y="86064"/>
                </a:lnTo>
                <a:lnTo>
                  <a:pt x="467364" y="56694"/>
                </a:lnTo>
                <a:lnTo>
                  <a:pt x="428862" y="32798"/>
                </a:lnTo>
                <a:lnTo>
                  <a:pt x="386702" y="14980"/>
                </a:lnTo>
                <a:lnTo>
                  <a:pt x="341488" y="3845"/>
                </a:lnTo>
                <a:lnTo>
                  <a:pt x="293827" y="0"/>
                </a:lnTo>
                <a:close/>
              </a:path>
            </a:pathLst>
          </a:custGeom>
          <a:solidFill>
            <a:srgbClr val="0CB4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3117466" y="9096217"/>
            <a:ext cx="645160" cy="28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 marR="5080" indent="-137795">
              <a:lnSpc>
                <a:spcPct val="100000"/>
              </a:lnSpc>
              <a:spcBef>
                <a:spcPts val="100"/>
              </a:spcBef>
            </a:pPr>
            <a:r>
              <a:rPr sz="850" b="1" spc="40" dirty="0">
                <a:solidFill>
                  <a:srgbClr val="C81687"/>
                </a:solidFill>
                <a:latin typeface="Trebuchet MS"/>
                <a:cs typeface="Trebuchet MS"/>
              </a:rPr>
              <a:t>U</a:t>
            </a:r>
            <a:r>
              <a:rPr sz="850" b="1" dirty="0">
                <a:solidFill>
                  <a:srgbClr val="C81687"/>
                </a:solidFill>
                <a:latin typeface="Trebuchet MS"/>
                <a:cs typeface="Trebuchet MS"/>
              </a:rPr>
              <a:t>Y</a:t>
            </a:r>
            <a:r>
              <a:rPr sz="850" b="1" spc="25" dirty="0">
                <a:solidFill>
                  <a:srgbClr val="C81687"/>
                </a:solidFill>
                <a:latin typeface="Trebuchet MS"/>
                <a:cs typeface="Trebuchet MS"/>
              </a:rPr>
              <a:t>G</a:t>
            </a:r>
            <a:r>
              <a:rPr sz="850" b="1" spc="60" dirty="0">
                <a:solidFill>
                  <a:srgbClr val="C81687"/>
                </a:solidFill>
                <a:latin typeface="Trebuchet MS"/>
                <a:cs typeface="Trebuchet MS"/>
              </a:rPr>
              <a:t>ULAMA  </a:t>
            </a:r>
            <a:r>
              <a:rPr sz="850" b="1" spc="50" dirty="0">
                <a:solidFill>
                  <a:srgbClr val="C81687"/>
                </a:solidFill>
                <a:latin typeface="Trebuchet MS"/>
                <a:cs typeface="Trebuchet MS"/>
              </a:rPr>
              <a:t>SAYISI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352973" y="9356591"/>
            <a:ext cx="828040" cy="28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100"/>
              </a:spcBef>
            </a:pPr>
            <a:r>
              <a:rPr sz="850" b="1" spc="40" dirty="0">
                <a:solidFill>
                  <a:srgbClr val="0CB4A0"/>
                </a:solidFill>
                <a:latin typeface="Trebuchet MS"/>
                <a:cs typeface="Trebuchet MS"/>
              </a:rPr>
              <a:t>Bİ</a:t>
            </a:r>
            <a:r>
              <a:rPr sz="850" b="1" spc="20" dirty="0">
                <a:solidFill>
                  <a:srgbClr val="0CB4A0"/>
                </a:solidFill>
                <a:latin typeface="Trebuchet MS"/>
                <a:cs typeface="Trebuchet MS"/>
              </a:rPr>
              <a:t>L</a:t>
            </a:r>
            <a:r>
              <a:rPr sz="850" b="1" spc="45" dirty="0">
                <a:solidFill>
                  <a:srgbClr val="0CB4A0"/>
                </a:solidFill>
                <a:latin typeface="Trebuchet MS"/>
                <a:cs typeface="Trebuchet MS"/>
              </a:rPr>
              <a:t>Gİ</a:t>
            </a:r>
            <a:r>
              <a:rPr sz="850" b="1" spc="-140" dirty="0">
                <a:solidFill>
                  <a:srgbClr val="0CB4A0"/>
                </a:solidFill>
                <a:latin typeface="Trebuchet MS"/>
                <a:cs typeface="Trebuchet MS"/>
              </a:rPr>
              <a:t> </a:t>
            </a:r>
            <a:r>
              <a:rPr sz="850" b="1" spc="55" dirty="0">
                <a:solidFill>
                  <a:srgbClr val="0CB4A0"/>
                </a:solidFill>
                <a:latin typeface="Trebuchet MS"/>
                <a:cs typeface="Trebuchet MS"/>
              </a:rPr>
              <a:t>HAZİNEM  </a:t>
            </a:r>
            <a:r>
              <a:rPr sz="850" b="1" spc="50" dirty="0">
                <a:solidFill>
                  <a:srgbClr val="0CB4A0"/>
                </a:solidFill>
                <a:latin typeface="Trebuchet MS"/>
                <a:cs typeface="Trebuchet MS"/>
              </a:rPr>
              <a:t>SAYISI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106726" y="9096217"/>
            <a:ext cx="715645" cy="28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marR="5080" indent="-173355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27AAE1"/>
                </a:solidFill>
                <a:latin typeface="Trebuchet MS"/>
                <a:cs typeface="Trebuchet MS"/>
              </a:rPr>
              <a:t>Y</a:t>
            </a:r>
            <a:r>
              <a:rPr sz="850" b="1" spc="50" dirty="0">
                <a:solidFill>
                  <a:srgbClr val="27AAE1"/>
                </a:solidFill>
                <a:latin typeface="Trebuchet MS"/>
                <a:cs typeface="Trebuchet MS"/>
              </a:rPr>
              <a:t>AZILI</a:t>
            </a:r>
            <a:r>
              <a:rPr sz="850" b="1" spc="-140" dirty="0">
                <a:solidFill>
                  <a:srgbClr val="27AAE1"/>
                </a:solidFill>
                <a:latin typeface="Trebuchet MS"/>
                <a:cs typeface="Trebuchet MS"/>
              </a:rPr>
              <a:t> </a:t>
            </a:r>
            <a:r>
              <a:rPr sz="850" b="1" spc="60" dirty="0">
                <a:solidFill>
                  <a:srgbClr val="27AAE1"/>
                </a:solidFill>
                <a:latin typeface="Trebuchet MS"/>
                <a:cs typeface="Trebuchet MS"/>
              </a:rPr>
              <a:t>S</a:t>
            </a:r>
            <a:r>
              <a:rPr sz="850" b="1" spc="55" dirty="0">
                <a:solidFill>
                  <a:srgbClr val="27AAE1"/>
                </a:solidFill>
                <a:latin typeface="Trebuchet MS"/>
                <a:cs typeface="Trebuchet MS"/>
              </a:rPr>
              <a:t>IN</a:t>
            </a:r>
            <a:r>
              <a:rPr sz="850" b="1" spc="15" dirty="0">
                <a:solidFill>
                  <a:srgbClr val="27AAE1"/>
                </a:solidFill>
                <a:latin typeface="Trebuchet MS"/>
                <a:cs typeface="Trebuchet MS"/>
              </a:rPr>
              <a:t>A</a:t>
            </a:r>
            <a:r>
              <a:rPr sz="850" b="1" spc="50" dirty="0">
                <a:solidFill>
                  <a:srgbClr val="27AAE1"/>
                </a:solidFill>
                <a:latin typeface="Trebuchet MS"/>
                <a:cs typeface="Trebuchet MS"/>
              </a:rPr>
              <a:t>V  SAYISI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669951" y="9350193"/>
            <a:ext cx="6826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60" dirty="0">
                <a:solidFill>
                  <a:srgbClr val="A6CE39"/>
                </a:solidFill>
                <a:latin typeface="Trebuchet MS"/>
                <a:cs typeface="Trebuchet MS"/>
              </a:rPr>
              <a:t>SO</a:t>
            </a:r>
            <a:r>
              <a:rPr sz="850" b="1" spc="50" dirty="0">
                <a:solidFill>
                  <a:srgbClr val="A6CE39"/>
                </a:solidFill>
                <a:latin typeface="Trebuchet MS"/>
                <a:cs typeface="Trebuchet MS"/>
              </a:rPr>
              <a:t>R</a:t>
            </a:r>
            <a:r>
              <a:rPr sz="850" b="1" spc="30" dirty="0">
                <a:solidFill>
                  <a:srgbClr val="A6CE39"/>
                </a:solidFill>
                <a:latin typeface="Trebuchet MS"/>
                <a:cs typeface="Trebuchet MS"/>
              </a:rPr>
              <a:t>U</a:t>
            </a:r>
            <a:r>
              <a:rPr sz="850" b="1" spc="-140" dirty="0">
                <a:solidFill>
                  <a:srgbClr val="A6CE39"/>
                </a:solidFill>
                <a:latin typeface="Trebuchet MS"/>
                <a:cs typeface="Trebuchet MS"/>
              </a:rPr>
              <a:t> </a:t>
            </a:r>
            <a:r>
              <a:rPr sz="850" b="1" spc="50" dirty="0">
                <a:solidFill>
                  <a:srgbClr val="A6CE39"/>
                </a:solidFill>
                <a:latin typeface="Trebuchet MS"/>
                <a:cs typeface="Trebuchet MS"/>
              </a:rPr>
              <a:t>S</a:t>
            </a:r>
            <a:r>
              <a:rPr sz="850" b="1" spc="15" dirty="0">
                <a:solidFill>
                  <a:srgbClr val="A6CE39"/>
                </a:solidFill>
                <a:latin typeface="Trebuchet MS"/>
                <a:cs typeface="Trebuchet MS"/>
              </a:rPr>
              <a:t>A</a:t>
            </a:r>
            <a:r>
              <a:rPr sz="850" b="1" spc="55" dirty="0">
                <a:solidFill>
                  <a:srgbClr val="A6CE39"/>
                </a:solidFill>
                <a:latin typeface="Trebuchet MS"/>
                <a:cs typeface="Trebuchet MS"/>
              </a:rPr>
              <a:t>YISI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1" name="object 101"/>
          <p:cNvSpPr txBox="1"/>
          <p:nvPr/>
        </p:nvSpPr>
        <p:spPr>
          <a:xfrm rot="20520000">
            <a:off x="1699016" y="5656219"/>
            <a:ext cx="88922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Fasikülün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45" dirty="0">
                <a:solidFill>
                  <a:srgbClr val="FFFFFF"/>
                </a:solidFill>
                <a:latin typeface="Trebuchet MS"/>
                <a:cs typeface="Trebuchet MS"/>
              </a:rPr>
              <a:t>bitirildiği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2" name="object 102"/>
          <p:cNvSpPr txBox="1"/>
          <p:nvPr/>
        </p:nvSpPr>
        <p:spPr>
          <a:xfrm rot="20520000">
            <a:off x="1723653" y="5774650"/>
            <a:ext cx="949133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850" spc="-30" dirty="0">
                <a:solidFill>
                  <a:srgbClr val="FFFFFF"/>
                </a:solidFill>
                <a:latin typeface="Trebuchet MS"/>
                <a:cs typeface="Trebuchet MS"/>
              </a:rPr>
              <a:t>tarihe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kadar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işlenen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3" name="object 103"/>
          <p:cNvSpPr txBox="1"/>
          <p:nvPr/>
        </p:nvSpPr>
        <p:spPr>
          <a:xfrm rot="20520000">
            <a:off x="1779384" y="5902492"/>
            <a:ext cx="889226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konulardan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oluşan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4" name="object 104"/>
          <p:cNvSpPr txBox="1"/>
          <p:nvPr/>
        </p:nvSpPr>
        <p:spPr>
          <a:xfrm rot="20520000">
            <a:off x="1768507" y="6020943"/>
            <a:ext cx="1019824" cy="10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40"/>
              </a:lnSpc>
            </a:pPr>
            <a:r>
              <a:rPr sz="850" spc="-40" dirty="0">
                <a:solidFill>
                  <a:srgbClr val="FFFFFF"/>
                </a:solidFill>
                <a:latin typeface="Trebuchet MS"/>
                <a:cs typeface="Trebuchet MS"/>
              </a:rPr>
              <a:t>bi</a:t>
            </a:r>
            <a:r>
              <a:rPr sz="850" spc="-3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dirty="0">
                <a:solidFill>
                  <a:srgbClr val="FFFFFF"/>
                </a:solidFill>
                <a:latin typeface="Trebuchet MS"/>
                <a:cs typeface="Trebuchet MS"/>
              </a:rPr>
              <a:t>denem</a:t>
            </a:r>
            <a:r>
              <a:rPr sz="850" spc="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85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spc="-5" dirty="0">
                <a:solidFill>
                  <a:srgbClr val="FFFFFF"/>
                </a:solidFill>
                <a:latin typeface="Trebuchet MS"/>
                <a:cs typeface="Trebuchet MS"/>
              </a:rPr>
              <a:t>sınavıdır.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4360710" y="807897"/>
            <a:ext cx="2755265" cy="2029460"/>
            <a:chOff x="4360710" y="807897"/>
            <a:chExt cx="2755265" cy="2029460"/>
          </a:xfrm>
        </p:grpSpPr>
        <p:sp>
          <p:nvSpPr>
            <p:cNvPr id="106" name="object 106"/>
            <p:cNvSpPr/>
            <p:nvPr/>
          </p:nvSpPr>
          <p:spPr>
            <a:xfrm>
              <a:off x="4934691" y="1053457"/>
              <a:ext cx="2044064" cy="1004569"/>
            </a:xfrm>
            <a:custGeom>
              <a:avLst/>
              <a:gdLst/>
              <a:ahLst/>
              <a:cxnLst/>
              <a:rect l="l" t="t" r="r" b="b"/>
              <a:pathLst>
                <a:path w="2044065" h="1004569">
                  <a:moveTo>
                    <a:pt x="0" y="66420"/>
                  </a:moveTo>
                  <a:lnTo>
                    <a:pt x="1960714" y="1004201"/>
                  </a:lnTo>
                  <a:lnTo>
                    <a:pt x="2043595" y="833323"/>
                  </a:lnTo>
                  <a:lnTo>
                    <a:pt x="603890" y="145935"/>
                  </a:lnTo>
                  <a:lnTo>
                    <a:pt x="210223" y="145935"/>
                  </a:lnTo>
                  <a:lnTo>
                    <a:pt x="203428" y="145326"/>
                  </a:lnTo>
                  <a:lnTo>
                    <a:pt x="171008" y="136924"/>
                  </a:lnTo>
                  <a:lnTo>
                    <a:pt x="119083" y="118060"/>
                  </a:lnTo>
                  <a:lnTo>
                    <a:pt x="58472" y="93103"/>
                  </a:lnTo>
                  <a:lnTo>
                    <a:pt x="0" y="66420"/>
                  </a:lnTo>
                  <a:close/>
                </a:path>
                <a:path w="2044065" h="1004569">
                  <a:moveTo>
                    <a:pt x="587744" y="138226"/>
                  </a:moveTo>
                  <a:lnTo>
                    <a:pt x="217614" y="138226"/>
                  </a:lnTo>
                  <a:lnTo>
                    <a:pt x="216077" y="141046"/>
                  </a:lnTo>
                  <a:lnTo>
                    <a:pt x="214388" y="144056"/>
                  </a:lnTo>
                  <a:lnTo>
                    <a:pt x="210223" y="145935"/>
                  </a:lnTo>
                  <a:lnTo>
                    <a:pt x="603890" y="145935"/>
                  </a:lnTo>
                  <a:lnTo>
                    <a:pt x="587744" y="138226"/>
                  </a:lnTo>
                  <a:close/>
                </a:path>
                <a:path w="2044065" h="1004569">
                  <a:moveTo>
                    <a:pt x="298234" y="0"/>
                  </a:moveTo>
                  <a:lnTo>
                    <a:pt x="274664" y="36383"/>
                  </a:lnTo>
                  <a:lnTo>
                    <a:pt x="250332" y="77471"/>
                  </a:lnTo>
                  <a:lnTo>
                    <a:pt x="229425" y="115066"/>
                  </a:lnTo>
                  <a:lnTo>
                    <a:pt x="216278" y="140677"/>
                  </a:lnTo>
                  <a:lnTo>
                    <a:pt x="217614" y="138226"/>
                  </a:lnTo>
                  <a:lnTo>
                    <a:pt x="587744" y="138226"/>
                  </a:lnTo>
                  <a:lnTo>
                    <a:pt x="298234" y="0"/>
                  </a:lnTo>
                  <a:close/>
                </a:path>
              </a:pathLst>
            </a:custGeom>
            <a:solidFill>
              <a:srgbClr val="F15A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7900" y="807897"/>
              <a:ext cx="520001" cy="575132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611" y="809210"/>
              <a:ext cx="196143" cy="15504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0528" y="821360"/>
              <a:ext cx="371928" cy="372364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5003753" y="822840"/>
              <a:ext cx="259079" cy="202565"/>
            </a:xfrm>
            <a:custGeom>
              <a:avLst/>
              <a:gdLst/>
              <a:ahLst/>
              <a:cxnLst/>
              <a:rect l="l" t="t" r="r" b="b"/>
              <a:pathLst>
                <a:path w="259079" h="202565">
                  <a:moveTo>
                    <a:pt x="20847" y="0"/>
                  </a:moveTo>
                  <a:lnTo>
                    <a:pt x="0" y="1733"/>
                  </a:lnTo>
                  <a:lnTo>
                    <a:pt x="20068" y="800"/>
                  </a:lnTo>
                  <a:lnTo>
                    <a:pt x="54371" y="16468"/>
                  </a:lnTo>
                  <a:lnTo>
                    <a:pt x="97719" y="43810"/>
                  </a:lnTo>
                  <a:lnTo>
                    <a:pt x="144919" y="77895"/>
                  </a:lnTo>
                  <a:lnTo>
                    <a:pt x="191733" y="115054"/>
                  </a:lnTo>
                  <a:lnTo>
                    <a:pt x="230632" y="150602"/>
                  </a:lnTo>
                  <a:lnTo>
                    <a:pt x="255204" y="180894"/>
                  </a:lnTo>
                  <a:lnTo>
                    <a:pt x="259041" y="202279"/>
                  </a:lnTo>
                  <a:lnTo>
                    <a:pt x="255867" y="180339"/>
                  </a:lnTo>
                  <a:lnTo>
                    <a:pt x="232709" y="148953"/>
                  </a:lnTo>
                  <a:lnTo>
                    <a:pt x="195386" y="112399"/>
                  </a:lnTo>
                  <a:lnTo>
                    <a:pt x="149718" y="74950"/>
                  </a:lnTo>
                  <a:lnTo>
                    <a:pt x="101526" y="40884"/>
                  </a:lnTo>
                  <a:lnTo>
                    <a:pt x="56629" y="14475"/>
                  </a:lnTo>
                  <a:lnTo>
                    <a:pt x="20847" y="0"/>
                  </a:lnTo>
                  <a:close/>
                </a:path>
              </a:pathLst>
            </a:custGeom>
            <a:solidFill>
              <a:srgbClr val="9E9B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890531" y="992482"/>
              <a:ext cx="258445" cy="191770"/>
            </a:xfrm>
            <a:custGeom>
              <a:avLst/>
              <a:gdLst/>
              <a:ahLst/>
              <a:cxnLst/>
              <a:rect l="l" t="t" r="r" b="b"/>
              <a:pathLst>
                <a:path w="258445" h="191769">
                  <a:moveTo>
                    <a:pt x="0" y="0"/>
                  </a:moveTo>
                  <a:lnTo>
                    <a:pt x="87086" y="53623"/>
                  </a:lnTo>
                  <a:lnTo>
                    <a:pt x="152063" y="97749"/>
                  </a:lnTo>
                  <a:lnTo>
                    <a:pt x="198293" y="132975"/>
                  </a:lnTo>
                  <a:lnTo>
                    <a:pt x="229139" y="159899"/>
                  </a:lnTo>
                  <a:lnTo>
                    <a:pt x="258140" y="191236"/>
                  </a:lnTo>
                  <a:lnTo>
                    <a:pt x="247583" y="177538"/>
                  </a:lnTo>
                  <a:lnTo>
                    <a:pt x="194057" y="123901"/>
                  </a:lnTo>
                  <a:lnTo>
                    <a:pt x="142366" y="84378"/>
                  </a:lnTo>
                  <a:lnTo>
                    <a:pt x="77350" y="42032"/>
                  </a:lnTo>
                  <a:lnTo>
                    <a:pt x="39088" y="1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B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975264" y="1438299"/>
              <a:ext cx="1951989" cy="1127125"/>
            </a:xfrm>
            <a:custGeom>
              <a:avLst/>
              <a:gdLst/>
              <a:ahLst/>
              <a:cxnLst/>
              <a:rect l="l" t="t" r="r" b="b"/>
              <a:pathLst>
                <a:path w="1951990" h="1127125">
                  <a:moveTo>
                    <a:pt x="82575" y="0"/>
                  </a:moveTo>
                  <a:lnTo>
                    <a:pt x="0" y="171018"/>
                  </a:lnTo>
                  <a:lnTo>
                    <a:pt x="1951977" y="1126858"/>
                  </a:lnTo>
                  <a:lnTo>
                    <a:pt x="1894767" y="1097555"/>
                  </a:lnTo>
                  <a:lnTo>
                    <a:pt x="1837586" y="1065504"/>
                  </a:lnTo>
                  <a:lnTo>
                    <a:pt x="1790576" y="1036482"/>
                  </a:lnTo>
                  <a:lnTo>
                    <a:pt x="1763877" y="1016266"/>
                  </a:lnTo>
                  <a:lnTo>
                    <a:pt x="1759178" y="1011326"/>
                  </a:lnTo>
                  <a:lnTo>
                    <a:pt x="1758060" y="1006881"/>
                  </a:lnTo>
                  <a:lnTo>
                    <a:pt x="1759407" y="1003617"/>
                  </a:lnTo>
                  <a:lnTo>
                    <a:pt x="1760639" y="1000734"/>
                  </a:lnTo>
                  <a:lnTo>
                    <a:pt x="1771470" y="977113"/>
                  </a:lnTo>
                  <a:lnTo>
                    <a:pt x="1787980" y="937391"/>
                  </a:lnTo>
                  <a:lnTo>
                    <a:pt x="1805107" y="892819"/>
                  </a:lnTo>
                  <a:lnTo>
                    <a:pt x="1819020" y="851763"/>
                  </a:lnTo>
                  <a:lnTo>
                    <a:pt x="82575" y="0"/>
                  </a:lnTo>
                  <a:close/>
                </a:path>
                <a:path w="1951990" h="1127125">
                  <a:moveTo>
                    <a:pt x="1760719" y="1000734"/>
                  </a:moveTo>
                  <a:lnTo>
                    <a:pt x="1759580" y="1003236"/>
                  </a:lnTo>
                  <a:lnTo>
                    <a:pt x="1760719" y="1000734"/>
                  </a:lnTo>
                  <a:close/>
                </a:path>
              </a:pathLst>
            </a:custGeom>
            <a:solidFill>
              <a:srgbClr val="7BB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54977" y="2199335"/>
              <a:ext cx="432434" cy="62297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8214" y="2200669"/>
              <a:ext cx="239902" cy="7238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34670" y="2236050"/>
              <a:ext cx="380860" cy="28470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6797970" y="2236605"/>
              <a:ext cx="318135" cy="91440"/>
            </a:xfrm>
            <a:custGeom>
              <a:avLst/>
              <a:gdLst/>
              <a:ahLst/>
              <a:cxnLst/>
              <a:rect l="l" t="t" r="r" b="b"/>
              <a:pathLst>
                <a:path w="318134" h="91439">
                  <a:moveTo>
                    <a:pt x="58159" y="0"/>
                  </a:moveTo>
                  <a:lnTo>
                    <a:pt x="19177" y="1310"/>
                  </a:lnTo>
                  <a:lnTo>
                    <a:pt x="0" y="12435"/>
                  </a:lnTo>
                  <a:lnTo>
                    <a:pt x="19155" y="2173"/>
                  </a:lnTo>
                  <a:lnTo>
                    <a:pt x="58158" y="2651"/>
                  </a:lnTo>
                  <a:lnTo>
                    <a:pt x="110169" y="11105"/>
                  </a:lnTo>
                  <a:lnTo>
                    <a:pt x="168351" y="24767"/>
                  </a:lnTo>
                  <a:lnTo>
                    <a:pt x="224369" y="40640"/>
                  </a:lnTo>
                  <a:lnTo>
                    <a:pt x="272710" y="57676"/>
                  </a:lnTo>
                  <a:lnTo>
                    <a:pt x="317995" y="91175"/>
                  </a:lnTo>
                  <a:lnTo>
                    <a:pt x="306419" y="73746"/>
                  </a:lnTo>
                  <a:lnTo>
                    <a:pt x="272866" y="54662"/>
                  </a:lnTo>
                  <a:lnTo>
                    <a:pt x="224300" y="35833"/>
                  </a:lnTo>
                  <a:lnTo>
                    <a:pt x="167684" y="19173"/>
                  </a:lnTo>
                  <a:lnTo>
                    <a:pt x="109982" y="6591"/>
                  </a:lnTo>
                  <a:lnTo>
                    <a:pt x="58159" y="0"/>
                  </a:lnTo>
                  <a:close/>
                </a:path>
              </a:pathLst>
            </a:custGeom>
            <a:solidFill>
              <a:srgbClr val="9E9B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744407" y="2436726"/>
              <a:ext cx="310515" cy="84455"/>
            </a:xfrm>
            <a:custGeom>
              <a:avLst/>
              <a:gdLst/>
              <a:ahLst/>
              <a:cxnLst/>
              <a:rect l="l" t="t" r="r" b="b"/>
              <a:pathLst>
                <a:path w="310515" h="84455">
                  <a:moveTo>
                    <a:pt x="17285" y="0"/>
                  </a:moveTo>
                  <a:lnTo>
                    <a:pt x="0" y="222"/>
                  </a:lnTo>
                  <a:lnTo>
                    <a:pt x="15813" y="687"/>
                  </a:lnTo>
                  <a:lnTo>
                    <a:pt x="42568" y="3529"/>
                  </a:lnTo>
                  <a:lnTo>
                    <a:pt x="82821" y="11016"/>
                  </a:lnTo>
                  <a:lnTo>
                    <a:pt x="139130" y="25414"/>
                  </a:lnTo>
                  <a:lnTo>
                    <a:pt x="214053" y="48992"/>
                  </a:lnTo>
                  <a:lnTo>
                    <a:pt x="310146" y="84017"/>
                  </a:lnTo>
                  <a:lnTo>
                    <a:pt x="270238" y="65747"/>
                  </a:lnTo>
                  <a:lnTo>
                    <a:pt x="229185" y="49435"/>
                  </a:lnTo>
                  <a:lnTo>
                    <a:pt x="189983" y="35589"/>
                  </a:lnTo>
                  <a:lnTo>
                    <a:pt x="92556" y="8698"/>
                  </a:lnTo>
                  <a:lnTo>
                    <a:pt x="47290" y="1641"/>
                  </a:lnTo>
                  <a:lnTo>
                    <a:pt x="17285" y="0"/>
                  </a:lnTo>
                  <a:close/>
                </a:path>
              </a:pathLst>
            </a:custGeom>
            <a:solidFill>
              <a:srgbClr val="9E9B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557499" y="1832814"/>
              <a:ext cx="2044064" cy="1004569"/>
            </a:xfrm>
            <a:custGeom>
              <a:avLst/>
              <a:gdLst/>
              <a:ahLst/>
              <a:cxnLst/>
              <a:rect l="l" t="t" r="r" b="b"/>
              <a:pathLst>
                <a:path w="2044065" h="1004569">
                  <a:moveTo>
                    <a:pt x="0" y="66420"/>
                  </a:moveTo>
                  <a:lnTo>
                    <a:pt x="1960714" y="1004188"/>
                  </a:lnTo>
                  <a:lnTo>
                    <a:pt x="2043607" y="833323"/>
                  </a:lnTo>
                  <a:lnTo>
                    <a:pt x="603866" y="145922"/>
                  </a:lnTo>
                  <a:lnTo>
                    <a:pt x="210223" y="145922"/>
                  </a:lnTo>
                  <a:lnTo>
                    <a:pt x="203441" y="145313"/>
                  </a:lnTo>
                  <a:lnTo>
                    <a:pt x="171021" y="136913"/>
                  </a:lnTo>
                  <a:lnTo>
                    <a:pt x="119094" y="118054"/>
                  </a:lnTo>
                  <a:lnTo>
                    <a:pt x="58480" y="93101"/>
                  </a:lnTo>
                  <a:lnTo>
                    <a:pt x="0" y="66420"/>
                  </a:lnTo>
                  <a:close/>
                </a:path>
                <a:path w="2044065" h="1004569">
                  <a:moveTo>
                    <a:pt x="587746" y="138226"/>
                  </a:moveTo>
                  <a:lnTo>
                    <a:pt x="217627" y="138226"/>
                  </a:lnTo>
                  <a:lnTo>
                    <a:pt x="216141" y="140969"/>
                  </a:lnTo>
                  <a:lnTo>
                    <a:pt x="214401" y="144043"/>
                  </a:lnTo>
                  <a:lnTo>
                    <a:pt x="210223" y="145922"/>
                  </a:lnTo>
                  <a:lnTo>
                    <a:pt x="603866" y="145922"/>
                  </a:lnTo>
                  <a:lnTo>
                    <a:pt x="587746" y="138226"/>
                  </a:lnTo>
                  <a:close/>
                </a:path>
                <a:path w="2044065" h="1004569">
                  <a:moveTo>
                    <a:pt x="216444" y="140378"/>
                  </a:moveTo>
                  <a:lnTo>
                    <a:pt x="216119" y="140969"/>
                  </a:lnTo>
                  <a:lnTo>
                    <a:pt x="216444" y="140378"/>
                  </a:lnTo>
                  <a:close/>
                </a:path>
                <a:path w="2044065" h="1004569">
                  <a:moveTo>
                    <a:pt x="217627" y="138226"/>
                  </a:moveTo>
                  <a:lnTo>
                    <a:pt x="216444" y="140378"/>
                  </a:lnTo>
                  <a:lnTo>
                    <a:pt x="216141" y="140969"/>
                  </a:lnTo>
                  <a:lnTo>
                    <a:pt x="217627" y="138226"/>
                  </a:lnTo>
                  <a:close/>
                </a:path>
                <a:path w="2044065" h="1004569">
                  <a:moveTo>
                    <a:pt x="298234" y="0"/>
                  </a:moveTo>
                  <a:lnTo>
                    <a:pt x="274670" y="36381"/>
                  </a:lnTo>
                  <a:lnTo>
                    <a:pt x="250339" y="77466"/>
                  </a:lnTo>
                  <a:lnTo>
                    <a:pt x="229432" y="115060"/>
                  </a:lnTo>
                  <a:lnTo>
                    <a:pt x="216444" y="140378"/>
                  </a:lnTo>
                  <a:lnTo>
                    <a:pt x="217627" y="138226"/>
                  </a:lnTo>
                  <a:lnTo>
                    <a:pt x="587746" y="138226"/>
                  </a:lnTo>
                  <a:lnTo>
                    <a:pt x="298234" y="0"/>
                  </a:lnTo>
                  <a:close/>
                </a:path>
              </a:pathLst>
            </a:custGeom>
            <a:solidFill>
              <a:srgbClr val="F15A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60710" y="1587258"/>
              <a:ext cx="520011" cy="574450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4685424" y="1588579"/>
              <a:ext cx="196215" cy="155575"/>
            </a:xfrm>
            <a:custGeom>
              <a:avLst/>
              <a:gdLst/>
              <a:ahLst/>
              <a:cxnLst/>
              <a:rect l="l" t="t" r="r" b="b"/>
              <a:pathLst>
                <a:path w="196214" h="155575">
                  <a:moveTo>
                    <a:pt x="711" y="4013"/>
                  </a:moveTo>
                  <a:lnTo>
                    <a:pt x="330" y="4572"/>
                  </a:lnTo>
                  <a:lnTo>
                    <a:pt x="0" y="5207"/>
                  </a:lnTo>
                  <a:lnTo>
                    <a:pt x="342" y="4572"/>
                  </a:lnTo>
                  <a:lnTo>
                    <a:pt x="711" y="4013"/>
                  </a:lnTo>
                  <a:close/>
                </a:path>
                <a:path w="196214" h="155575">
                  <a:moveTo>
                    <a:pt x="21361" y="977"/>
                  </a:moveTo>
                  <a:lnTo>
                    <a:pt x="18846" y="0"/>
                  </a:lnTo>
                  <a:lnTo>
                    <a:pt x="1333" y="3251"/>
                  </a:lnTo>
                  <a:lnTo>
                    <a:pt x="21361" y="977"/>
                  </a:lnTo>
                  <a:close/>
                </a:path>
                <a:path w="196214" h="155575">
                  <a:moveTo>
                    <a:pt x="191338" y="131838"/>
                  </a:moveTo>
                  <a:lnTo>
                    <a:pt x="159626" y="87452"/>
                  </a:lnTo>
                  <a:lnTo>
                    <a:pt x="115443" y="49530"/>
                  </a:lnTo>
                  <a:lnTo>
                    <a:pt x="67551" y="18186"/>
                  </a:lnTo>
                  <a:lnTo>
                    <a:pt x="26123" y="431"/>
                  </a:lnTo>
                  <a:lnTo>
                    <a:pt x="21361" y="977"/>
                  </a:lnTo>
                  <a:lnTo>
                    <a:pt x="47752" y="11303"/>
                  </a:lnTo>
                  <a:lnTo>
                    <a:pt x="83388" y="32880"/>
                  </a:lnTo>
                  <a:lnTo>
                    <a:pt x="121081" y="60452"/>
                  </a:lnTo>
                  <a:lnTo>
                    <a:pt x="152628" y="86779"/>
                  </a:lnTo>
                  <a:lnTo>
                    <a:pt x="178257" y="112509"/>
                  </a:lnTo>
                  <a:lnTo>
                    <a:pt x="191338" y="131838"/>
                  </a:lnTo>
                  <a:close/>
                </a:path>
                <a:path w="196214" h="155575">
                  <a:moveTo>
                    <a:pt x="196138" y="155028"/>
                  </a:moveTo>
                  <a:lnTo>
                    <a:pt x="194068" y="135864"/>
                  </a:lnTo>
                  <a:lnTo>
                    <a:pt x="191338" y="131838"/>
                  </a:lnTo>
                  <a:lnTo>
                    <a:pt x="196138" y="155028"/>
                  </a:lnTo>
                  <a:close/>
                </a:path>
              </a:pathLst>
            </a:custGeom>
            <a:solidFill>
              <a:srgbClr val="9E9B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3339" y="1600707"/>
              <a:ext cx="371939" cy="373087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626573" y="1602197"/>
              <a:ext cx="259079" cy="202565"/>
            </a:xfrm>
            <a:custGeom>
              <a:avLst/>
              <a:gdLst/>
              <a:ahLst/>
              <a:cxnLst/>
              <a:rect l="l" t="t" r="r" b="b"/>
              <a:pathLst>
                <a:path w="259079" h="202564">
                  <a:moveTo>
                    <a:pt x="20847" y="0"/>
                  </a:moveTo>
                  <a:lnTo>
                    <a:pt x="0" y="1734"/>
                  </a:lnTo>
                  <a:lnTo>
                    <a:pt x="20063" y="800"/>
                  </a:lnTo>
                  <a:lnTo>
                    <a:pt x="54367" y="16469"/>
                  </a:lnTo>
                  <a:lnTo>
                    <a:pt x="97717" y="43810"/>
                  </a:lnTo>
                  <a:lnTo>
                    <a:pt x="144919" y="77895"/>
                  </a:lnTo>
                  <a:lnTo>
                    <a:pt x="191733" y="115052"/>
                  </a:lnTo>
                  <a:lnTo>
                    <a:pt x="230632" y="150598"/>
                  </a:lnTo>
                  <a:lnTo>
                    <a:pt x="255204" y="180889"/>
                  </a:lnTo>
                  <a:lnTo>
                    <a:pt x="259041" y="202279"/>
                  </a:lnTo>
                  <a:lnTo>
                    <a:pt x="255867" y="180335"/>
                  </a:lnTo>
                  <a:lnTo>
                    <a:pt x="232709" y="148948"/>
                  </a:lnTo>
                  <a:lnTo>
                    <a:pt x="195386" y="112394"/>
                  </a:lnTo>
                  <a:lnTo>
                    <a:pt x="149718" y="74946"/>
                  </a:lnTo>
                  <a:lnTo>
                    <a:pt x="101526" y="40881"/>
                  </a:lnTo>
                  <a:lnTo>
                    <a:pt x="56629" y="14474"/>
                  </a:lnTo>
                  <a:lnTo>
                    <a:pt x="20847" y="0"/>
                  </a:lnTo>
                  <a:close/>
                </a:path>
              </a:pathLst>
            </a:custGeom>
            <a:solidFill>
              <a:srgbClr val="9E9B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513337" y="1771826"/>
              <a:ext cx="258445" cy="191770"/>
            </a:xfrm>
            <a:custGeom>
              <a:avLst/>
              <a:gdLst/>
              <a:ahLst/>
              <a:cxnLst/>
              <a:rect l="l" t="t" r="r" b="b"/>
              <a:pathLst>
                <a:path w="258445" h="191769">
                  <a:moveTo>
                    <a:pt x="0" y="0"/>
                  </a:moveTo>
                  <a:lnTo>
                    <a:pt x="87092" y="53629"/>
                  </a:lnTo>
                  <a:lnTo>
                    <a:pt x="152071" y="97758"/>
                  </a:lnTo>
                  <a:lnTo>
                    <a:pt x="198302" y="132984"/>
                  </a:lnTo>
                  <a:lnTo>
                    <a:pt x="229148" y="159908"/>
                  </a:lnTo>
                  <a:lnTo>
                    <a:pt x="258140" y="191236"/>
                  </a:lnTo>
                  <a:lnTo>
                    <a:pt x="247591" y="177540"/>
                  </a:lnTo>
                  <a:lnTo>
                    <a:pt x="194069" y="123912"/>
                  </a:lnTo>
                  <a:lnTo>
                    <a:pt x="142379" y="84391"/>
                  </a:lnTo>
                  <a:lnTo>
                    <a:pt x="77362" y="42038"/>
                  </a:lnTo>
                  <a:lnTo>
                    <a:pt x="39095" y="19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B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 rot="1500000">
            <a:off x="5298529" y="1457199"/>
            <a:ext cx="1466011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500" spc="44" baseline="2777" dirty="0">
                <a:solidFill>
                  <a:srgbClr val="FFFFFF"/>
                </a:solidFill>
                <a:latin typeface="Trebuchet MS"/>
                <a:cs typeface="Trebuchet MS"/>
              </a:rPr>
              <a:t>YENİ</a:t>
            </a:r>
            <a:r>
              <a:rPr sz="1500" spc="-225" baseline="277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55" dirty="0">
                <a:solidFill>
                  <a:srgbClr val="FFFFFF"/>
                </a:solidFill>
                <a:latin typeface="Trebuchet MS"/>
                <a:cs typeface="Trebuchet MS"/>
              </a:rPr>
              <a:t>MÜFRE</a:t>
            </a:r>
            <a:r>
              <a:rPr sz="1000" spc="1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500" spc="-22" baseline="-2777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00" spc="-127" baseline="-2777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500" spc="112" baseline="-2777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00" spc="-225" baseline="-277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52" baseline="-555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500" spc="-52" baseline="-555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00" spc="-67" baseline="-555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500" spc="60" baseline="-5555" dirty="0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endParaRPr sz="1500" baseline="-5555">
              <a:latin typeface="Trebuchet MS"/>
              <a:cs typeface="Trebuchet MS"/>
            </a:endParaRPr>
          </a:p>
        </p:txBody>
      </p:sp>
      <p:sp>
        <p:nvSpPr>
          <p:cNvPr id="125" name="object 125"/>
          <p:cNvSpPr txBox="1"/>
          <p:nvPr/>
        </p:nvSpPr>
        <p:spPr>
          <a:xfrm rot="1500000">
            <a:off x="4910864" y="2253500"/>
            <a:ext cx="1470439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500" spc="60" baseline="2777" dirty="0">
                <a:solidFill>
                  <a:srgbClr val="FFFFFF"/>
                </a:solidFill>
                <a:latin typeface="Trebuchet MS"/>
                <a:cs typeface="Trebuchet MS"/>
              </a:rPr>
              <a:t>AKILLI</a:t>
            </a:r>
            <a:r>
              <a:rPr sz="1500" spc="-225" baseline="277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8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00" spc="40" dirty="0">
                <a:solidFill>
                  <a:srgbClr val="FFFFFF"/>
                </a:solidFill>
                <a:latin typeface="Trebuchet MS"/>
                <a:cs typeface="Trebuchet MS"/>
              </a:rPr>
              <a:t>AH</a:t>
            </a:r>
            <a:r>
              <a:rPr sz="1000" spc="-5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500" spc="-30" baseline="-2777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00" spc="-89" baseline="-2777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00" spc="112" baseline="-2777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00" spc="-225" baseline="-277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82" baseline="-2777" dirty="0">
                <a:solidFill>
                  <a:srgbClr val="FFFFFF"/>
                </a:solidFill>
                <a:latin typeface="Trebuchet MS"/>
                <a:cs typeface="Trebuchet MS"/>
              </a:rPr>
              <a:t>UYUM</a:t>
            </a:r>
            <a:r>
              <a:rPr sz="1500" spc="-15" baseline="-2777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500" spc="37" baseline="-555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endParaRPr sz="1500" baseline="-5555">
              <a:latin typeface="Trebuchet MS"/>
              <a:cs typeface="Trebuchet MS"/>
            </a:endParaRPr>
          </a:p>
        </p:txBody>
      </p:sp>
      <p:sp>
        <p:nvSpPr>
          <p:cNvPr id="126" name="object 126"/>
          <p:cNvSpPr txBox="1"/>
          <p:nvPr/>
        </p:nvSpPr>
        <p:spPr>
          <a:xfrm rot="1500000">
            <a:off x="5096552" y="1843678"/>
            <a:ext cx="1495746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500" spc="-127" baseline="2777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00" spc="110" dirty="0">
                <a:solidFill>
                  <a:srgbClr val="FFFFFF"/>
                </a:solidFill>
                <a:latin typeface="Trebuchet MS"/>
                <a:cs typeface="Trebuchet MS"/>
              </a:rPr>
              <a:t>AM</a:t>
            </a:r>
            <a:r>
              <a:rPr sz="1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45" dirty="0">
                <a:solidFill>
                  <a:srgbClr val="FFFFFF"/>
                </a:solidFill>
                <a:latin typeface="Trebuchet MS"/>
                <a:cs typeface="Trebuchet MS"/>
              </a:rPr>
              <a:t>HÜCRELEME</a:t>
            </a:r>
            <a:r>
              <a:rPr sz="1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44" baseline="-5555" dirty="0">
                <a:solidFill>
                  <a:srgbClr val="FFFFFF"/>
                </a:solidFill>
                <a:latin typeface="Trebuchet MS"/>
                <a:cs typeface="Trebuchet MS"/>
              </a:rPr>
              <a:t>Sİ</a:t>
            </a:r>
            <a:r>
              <a:rPr sz="1500" baseline="-555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500" spc="67" baseline="-5555" dirty="0">
                <a:solidFill>
                  <a:srgbClr val="FFFFFF"/>
                </a:solidFill>
                <a:latin typeface="Trebuchet MS"/>
                <a:cs typeface="Trebuchet MS"/>
              </a:rPr>
              <a:t>TEMİ</a:t>
            </a:r>
            <a:endParaRPr sz="1500" baseline="-5555">
              <a:latin typeface="Trebuchet MS"/>
              <a:cs typeface="Trebuchet MS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110199" y="190601"/>
            <a:ext cx="4598670" cy="2558415"/>
            <a:chOff x="110199" y="190601"/>
            <a:chExt cx="4598670" cy="2558415"/>
          </a:xfrm>
        </p:grpSpPr>
        <p:pic>
          <p:nvPicPr>
            <p:cNvPr id="128" name="object 1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2375" y="190601"/>
              <a:ext cx="4526276" cy="2529838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352037" y="360352"/>
              <a:ext cx="4135120" cy="2138680"/>
            </a:xfrm>
            <a:custGeom>
              <a:avLst/>
              <a:gdLst/>
              <a:ahLst/>
              <a:cxnLst/>
              <a:rect l="l" t="t" r="r" b="b"/>
              <a:pathLst>
                <a:path w="4135120" h="2138680">
                  <a:moveTo>
                    <a:pt x="3808806" y="0"/>
                  </a:moveTo>
                  <a:lnTo>
                    <a:pt x="62395" y="730377"/>
                  </a:lnTo>
                  <a:lnTo>
                    <a:pt x="12252" y="764125"/>
                  </a:lnTo>
                  <a:lnTo>
                    <a:pt x="0" y="824153"/>
                  </a:lnTo>
                  <a:lnTo>
                    <a:pt x="233857" y="2074570"/>
                  </a:lnTo>
                  <a:lnTo>
                    <a:pt x="245662" y="2103956"/>
                  </a:lnTo>
                  <a:lnTo>
                    <a:pt x="266912" y="2125762"/>
                  </a:lnTo>
                  <a:lnTo>
                    <a:pt x="294597" y="2137897"/>
                  </a:lnTo>
                  <a:lnTo>
                    <a:pt x="325704" y="2138273"/>
                  </a:lnTo>
                  <a:lnTo>
                    <a:pt x="4072115" y="1407896"/>
                  </a:lnTo>
                  <a:lnTo>
                    <a:pt x="4100899" y="1395846"/>
                  </a:lnTo>
                  <a:lnTo>
                    <a:pt x="4122258" y="1374147"/>
                  </a:lnTo>
                  <a:lnTo>
                    <a:pt x="4134144" y="1345879"/>
                  </a:lnTo>
                  <a:lnTo>
                    <a:pt x="4134510" y="1314119"/>
                  </a:lnTo>
                  <a:lnTo>
                    <a:pt x="3900652" y="63703"/>
                  </a:lnTo>
                  <a:lnTo>
                    <a:pt x="3888846" y="34316"/>
                  </a:lnTo>
                  <a:lnTo>
                    <a:pt x="3867592" y="12511"/>
                  </a:lnTo>
                  <a:lnTo>
                    <a:pt x="3839907" y="375"/>
                  </a:lnTo>
                  <a:lnTo>
                    <a:pt x="38088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199" y="703643"/>
              <a:ext cx="2093974" cy="204520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347959" y="862116"/>
              <a:ext cx="1696085" cy="1649095"/>
            </a:xfrm>
            <a:custGeom>
              <a:avLst/>
              <a:gdLst/>
              <a:ahLst/>
              <a:cxnLst/>
              <a:rect l="l" t="t" r="r" b="b"/>
              <a:pathLst>
                <a:path w="1696085" h="1649095">
                  <a:moveTo>
                    <a:pt x="1266070" y="0"/>
                  </a:moveTo>
                  <a:lnTo>
                    <a:pt x="40297" y="235290"/>
                  </a:lnTo>
                  <a:lnTo>
                    <a:pt x="543" y="271620"/>
                  </a:lnTo>
                  <a:lnTo>
                    <a:pt x="0" y="289939"/>
                  </a:lnTo>
                  <a:lnTo>
                    <a:pt x="254088" y="1648508"/>
                  </a:lnTo>
                  <a:lnTo>
                    <a:pt x="1557693" y="1394369"/>
                  </a:lnTo>
                  <a:lnTo>
                    <a:pt x="1441678" y="774063"/>
                  </a:lnTo>
                  <a:lnTo>
                    <a:pt x="1695615" y="462100"/>
                  </a:lnTo>
                  <a:lnTo>
                    <a:pt x="1344752" y="255826"/>
                  </a:lnTo>
                  <a:lnTo>
                    <a:pt x="1303604" y="35786"/>
                  </a:lnTo>
                  <a:lnTo>
                    <a:pt x="1296490" y="18963"/>
                  </a:lnTo>
                  <a:lnTo>
                    <a:pt x="1283366" y="6652"/>
                  </a:lnTo>
                  <a:lnTo>
                    <a:pt x="1266070" y="0"/>
                  </a:lnTo>
                  <a:close/>
                </a:path>
              </a:pathLst>
            </a:custGeom>
            <a:solidFill>
              <a:srgbClr val="F4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 rot="20940000">
            <a:off x="1982331" y="623854"/>
            <a:ext cx="209417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He</a:t>
            </a:r>
            <a:r>
              <a:rPr sz="900" spc="5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231F20"/>
                </a:solidFill>
                <a:latin typeface="Trebuchet MS"/>
                <a:cs typeface="Trebuchet MS"/>
              </a:rPr>
              <a:t>testtin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231F20"/>
                </a:solidFill>
                <a:latin typeface="Trebuchet MS"/>
                <a:cs typeface="Trebuchet MS"/>
              </a:rPr>
              <a:t>il</a:t>
            </a:r>
            <a:r>
              <a:rPr sz="900" spc="-60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22" baseline="3086" dirty="0">
                <a:solidFill>
                  <a:srgbClr val="231F20"/>
                </a:solidFill>
                <a:latin typeface="Trebuchet MS"/>
                <a:cs typeface="Trebuchet MS"/>
              </a:rPr>
              <a:t>sayfasının</a:t>
            </a:r>
            <a:r>
              <a:rPr sz="1350" spc="-44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7" baseline="3086" dirty="0">
                <a:solidFill>
                  <a:srgbClr val="231F20"/>
                </a:solidFill>
                <a:latin typeface="Trebuchet MS"/>
                <a:cs typeface="Trebuchet MS"/>
              </a:rPr>
              <a:t>üstünd</a:t>
            </a:r>
            <a:r>
              <a:rPr sz="1350" baseline="3086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1350" spc="-44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22" baseline="3086" dirty="0">
                <a:solidFill>
                  <a:srgbClr val="231F20"/>
                </a:solidFill>
                <a:latin typeface="Trebuchet MS"/>
                <a:cs typeface="Trebuchet MS"/>
              </a:rPr>
              <a:t>yer</a:t>
            </a:r>
            <a:r>
              <a:rPr sz="1350" spc="-44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15" baseline="6172" dirty="0">
                <a:solidFill>
                  <a:srgbClr val="231F20"/>
                </a:solidFill>
                <a:latin typeface="Trebuchet MS"/>
                <a:cs typeface="Trebuchet MS"/>
              </a:rPr>
              <a:t>alan</a:t>
            </a:r>
            <a:endParaRPr sz="1350" baseline="6172">
              <a:latin typeface="Trebuchet MS"/>
              <a:cs typeface="Trebuchet MS"/>
            </a:endParaRPr>
          </a:p>
        </p:txBody>
      </p:sp>
      <p:sp>
        <p:nvSpPr>
          <p:cNvPr id="133" name="object 133"/>
          <p:cNvSpPr txBox="1"/>
          <p:nvPr/>
        </p:nvSpPr>
        <p:spPr>
          <a:xfrm rot="20940000">
            <a:off x="2117037" y="758343"/>
            <a:ext cx="187863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231F20"/>
                </a:solidFill>
                <a:latin typeface="Trebuchet MS"/>
                <a:cs typeface="Trebuchet MS"/>
              </a:rPr>
              <a:t>karekodlar</a:t>
            </a:r>
            <a:r>
              <a:rPr sz="900" spc="-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Trebuchet MS"/>
                <a:cs typeface="Trebuchet MS"/>
              </a:rPr>
              <a:t>s</a:t>
            </a:r>
            <a:r>
              <a:rPr sz="1350" spc="-15" baseline="3086" dirty="0">
                <a:solidFill>
                  <a:srgbClr val="231F20"/>
                </a:solidFill>
                <a:latin typeface="Trebuchet MS"/>
                <a:cs typeface="Trebuchet MS"/>
              </a:rPr>
              <a:t>oruların</a:t>
            </a:r>
            <a:r>
              <a:rPr sz="1350" spc="-60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7" baseline="3086" dirty="0">
                <a:solidFill>
                  <a:srgbClr val="231F20"/>
                </a:solidFill>
                <a:latin typeface="Trebuchet MS"/>
                <a:cs typeface="Trebuchet MS"/>
              </a:rPr>
              <a:t>video</a:t>
            </a:r>
            <a:r>
              <a:rPr sz="1350" spc="-60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15" baseline="3086" dirty="0">
                <a:solidFill>
                  <a:srgbClr val="231F20"/>
                </a:solidFill>
                <a:latin typeface="Trebuchet MS"/>
                <a:cs typeface="Trebuchet MS"/>
              </a:rPr>
              <a:t>çözümüne</a:t>
            </a:r>
            <a:endParaRPr sz="1350" baseline="3086">
              <a:latin typeface="Trebuchet MS"/>
              <a:cs typeface="Trebuchet MS"/>
            </a:endParaRPr>
          </a:p>
        </p:txBody>
      </p:sp>
      <p:sp>
        <p:nvSpPr>
          <p:cNvPr id="134" name="object 134"/>
          <p:cNvSpPr txBox="1"/>
          <p:nvPr/>
        </p:nvSpPr>
        <p:spPr>
          <a:xfrm rot="20940000">
            <a:off x="2058333" y="892844"/>
            <a:ext cx="204979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ulaşılmasını</a:t>
            </a:r>
            <a:r>
              <a:rPr sz="900" spc="-3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7" baseline="3086" dirty="0">
                <a:solidFill>
                  <a:srgbClr val="231F20"/>
                </a:solidFill>
                <a:latin typeface="Trebuchet MS"/>
                <a:cs typeface="Trebuchet MS"/>
              </a:rPr>
              <a:t>sağlamaktadır.</a:t>
            </a:r>
            <a:r>
              <a:rPr sz="1350" spc="-52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22" baseline="3086" dirty="0">
                <a:solidFill>
                  <a:srgbClr val="231F20"/>
                </a:solidFill>
                <a:latin typeface="Trebuchet MS"/>
                <a:cs typeface="Trebuchet MS"/>
              </a:rPr>
              <a:t>Google</a:t>
            </a:r>
            <a:r>
              <a:rPr sz="1350" spc="-44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22" baseline="3086" dirty="0">
                <a:solidFill>
                  <a:srgbClr val="231F20"/>
                </a:solidFill>
                <a:latin typeface="Trebuchet MS"/>
                <a:cs typeface="Trebuchet MS"/>
              </a:rPr>
              <a:t>Play</a:t>
            </a:r>
            <a:endParaRPr sz="1350" baseline="3086">
              <a:latin typeface="Trebuchet MS"/>
              <a:cs typeface="Trebuchet MS"/>
            </a:endParaRPr>
          </a:p>
        </p:txBody>
      </p:sp>
      <p:sp>
        <p:nvSpPr>
          <p:cNvPr id="135" name="object 135"/>
          <p:cNvSpPr txBox="1"/>
          <p:nvPr/>
        </p:nvSpPr>
        <p:spPr>
          <a:xfrm rot="20940000">
            <a:off x="2061207" y="1078344"/>
            <a:ext cx="15871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10" dirty="0">
                <a:solidFill>
                  <a:srgbClr val="231F20"/>
                </a:solidFill>
                <a:latin typeface="Trebuchet MS"/>
                <a:cs typeface="Trebuchet MS"/>
              </a:rPr>
              <a:t>veya</a:t>
            </a:r>
            <a:r>
              <a:rPr sz="900" spc="-3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Appstore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7" baseline="3086" dirty="0">
                <a:solidFill>
                  <a:srgbClr val="231F20"/>
                </a:solidFill>
                <a:latin typeface="Trebuchet MS"/>
                <a:cs typeface="Trebuchet MS"/>
              </a:rPr>
              <a:t>mağazalarından</a:t>
            </a:r>
            <a:endParaRPr sz="1350" baseline="3086">
              <a:latin typeface="Trebuchet MS"/>
              <a:cs typeface="Trebuchet MS"/>
            </a:endParaRPr>
          </a:p>
        </p:txBody>
      </p:sp>
      <p:sp>
        <p:nvSpPr>
          <p:cNvPr id="136" name="object 136"/>
          <p:cNvSpPr txBox="1"/>
          <p:nvPr/>
        </p:nvSpPr>
        <p:spPr>
          <a:xfrm rot="20940000">
            <a:off x="3680943" y="866106"/>
            <a:ext cx="47188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75" dirty="0">
                <a:solidFill>
                  <a:srgbClr val="231F20"/>
                </a:solidFill>
                <a:latin typeface="Trebuchet MS"/>
                <a:cs typeface="Trebuchet MS"/>
              </a:rPr>
              <a:t>“dijitalim”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7" name="object 137"/>
          <p:cNvSpPr txBox="1"/>
          <p:nvPr/>
        </p:nvSpPr>
        <p:spPr>
          <a:xfrm rot="20940000">
            <a:off x="2213522" y="1161899"/>
            <a:ext cx="184631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test</a:t>
            </a:r>
            <a:r>
              <a:rPr sz="900" spc="-3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Trebuchet MS"/>
                <a:cs typeface="Trebuchet MS"/>
              </a:rPr>
              <a:t>uygulamasını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44" baseline="3086" dirty="0">
                <a:solidFill>
                  <a:srgbClr val="231F20"/>
                </a:solidFill>
                <a:latin typeface="Trebuchet MS"/>
                <a:cs typeface="Trebuchet MS"/>
              </a:rPr>
              <a:t>indirerek </a:t>
            </a:r>
            <a:r>
              <a:rPr sz="1350" spc="-7" baseline="3086" dirty="0">
                <a:solidFill>
                  <a:srgbClr val="231F20"/>
                </a:solidFill>
                <a:latin typeface="Trebuchet MS"/>
                <a:cs typeface="Trebuchet MS"/>
              </a:rPr>
              <a:t>soruların</a:t>
            </a:r>
            <a:endParaRPr sz="1350" baseline="3086">
              <a:latin typeface="Trebuchet MS"/>
              <a:cs typeface="Trebuchet MS"/>
            </a:endParaRPr>
          </a:p>
        </p:txBody>
      </p:sp>
      <p:sp>
        <p:nvSpPr>
          <p:cNvPr id="138" name="object 138"/>
          <p:cNvSpPr txBox="1"/>
          <p:nvPr/>
        </p:nvSpPr>
        <p:spPr>
          <a:xfrm rot="20940000">
            <a:off x="2281570" y="1296341"/>
            <a:ext cx="176456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5" dirty="0">
                <a:solidFill>
                  <a:srgbClr val="231F20"/>
                </a:solidFill>
                <a:latin typeface="Trebuchet MS"/>
                <a:cs typeface="Trebuchet MS"/>
              </a:rPr>
              <a:t>video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Trebuchet MS"/>
                <a:cs typeface="Trebuchet MS"/>
              </a:rPr>
              <a:t>çözümlerine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7" baseline="3086" dirty="0">
                <a:solidFill>
                  <a:srgbClr val="231F20"/>
                </a:solidFill>
                <a:latin typeface="Trebuchet MS"/>
                <a:cs typeface="Trebuchet MS"/>
              </a:rPr>
              <a:t>ve</a:t>
            </a:r>
            <a:r>
              <a:rPr sz="1350" spc="-37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7" baseline="3086" dirty="0">
                <a:solidFill>
                  <a:srgbClr val="231F20"/>
                </a:solidFill>
                <a:latin typeface="Trebuchet MS"/>
                <a:cs typeface="Trebuchet MS"/>
              </a:rPr>
              <a:t>sıralamanıza</a:t>
            </a:r>
            <a:endParaRPr sz="1350" baseline="3086">
              <a:latin typeface="Trebuchet MS"/>
              <a:cs typeface="Trebuchet MS"/>
            </a:endParaRPr>
          </a:p>
        </p:txBody>
      </p:sp>
      <p:sp>
        <p:nvSpPr>
          <p:cNvPr id="139" name="object 139"/>
          <p:cNvSpPr txBox="1"/>
          <p:nvPr/>
        </p:nvSpPr>
        <p:spPr>
          <a:xfrm rot="20940000">
            <a:off x="2498584" y="1430852"/>
            <a:ext cx="1383948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5" dirty="0">
                <a:solidFill>
                  <a:srgbClr val="231F20"/>
                </a:solidFill>
                <a:latin typeface="Trebuchet MS"/>
                <a:cs typeface="Trebuchet MS"/>
              </a:rPr>
              <a:t>ulaşab</a:t>
            </a:r>
            <a:r>
              <a:rPr sz="900" spc="-40" dirty="0">
                <a:solidFill>
                  <a:srgbClr val="231F20"/>
                </a:solidFill>
                <a:latin typeface="Trebuchet MS"/>
                <a:cs typeface="Trebuchet MS"/>
              </a:rPr>
              <a:t>ilirsiniz</a:t>
            </a:r>
            <a:r>
              <a:rPr sz="900" spc="-35" dirty="0">
                <a:solidFill>
                  <a:srgbClr val="231F20"/>
                </a:solidFill>
                <a:latin typeface="Trebuchet MS"/>
                <a:cs typeface="Trebuchet MS"/>
              </a:rPr>
              <a:t>.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15" baseline="3086" dirty="0">
                <a:solidFill>
                  <a:srgbClr val="231F20"/>
                </a:solidFill>
                <a:latin typeface="Trebuchet MS"/>
                <a:cs typeface="Trebuchet MS"/>
              </a:rPr>
              <a:t>Öğretmenler</a:t>
            </a:r>
            <a:endParaRPr sz="1350" baseline="3086">
              <a:latin typeface="Trebuchet MS"/>
              <a:cs typeface="Trebuchet MS"/>
            </a:endParaRPr>
          </a:p>
        </p:txBody>
      </p:sp>
      <p:sp>
        <p:nvSpPr>
          <p:cNvPr id="140" name="object 140"/>
          <p:cNvSpPr txBox="1"/>
          <p:nvPr/>
        </p:nvSpPr>
        <p:spPr>
          <a:xfrm rot="20940000">
            <a:off x="2202177" y="1565378"/>
            <a:ext cx="203014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75" dirty="0">
                <a:solidFill>
                  <a:srgbClr val="231F20"/>
                </a:solidFill>
                <a:latin typeface="Trebuchet MS"/>
                <a:cs typeface="Trebuchet MS"/>
              </a:rPr>
              <a:t>“dijitalim”</a:t>
            </a:r>
            <a:r>
              <a:rPr sz="900" spc="-1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uyg</a:t>
            </a:r>
            <a:r>
              <a:rPr sz="1350" baseline="3086" dirty="0">
                <a:solidFill>
                  <a:srgbClr val="231F20"/>
                </a:solidFill>
                <a:latin typeface="Trebuchet MS"/>
                <a:cs typeface="Trebuchet MS"/>
              </a:rPr>
              <a:t>ulamasıyla</a:t>
            </a:r>
            <a:r>
              <a:rPr sz="1350" spc="-22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52" baseline="3086" dirty="0">
                <a:solidFill>
                  <a:srgbClr val="231F20"/>
                </a:solidFill>
                <a:latin typeface="Trebuchet MS"/>
                <a:cs typeface="Trebuchet MS"/>
              </a:rPr>
              <a:t>testlerin</a:t>
            </a:r>
            <a:r>
              <a:rPr sz="1350" spc="-22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37" baseline="3086" dirty="0">
                <a:solidFill>
                  <a:srgbClr val="231F20"/>
                </a:solidFill>
                <a:latin typeface="Trebuchet MS"/>
                <a:cs typeface="Trebuchet MS"/>
              </a:rPr>
              <a:t>altında</a:t>
            </a:r>
            <a:endParaRPr sz="1350" baseline="3086">
              <a:latin typeface="Trebuchet MS"/>
              <a:cs typeface="Trebuchet MS"/>
            </a:endParaRPr>
          </a:p>
        </p:txBody>
      </p:sp>
      <p:sp>
        <p:nvSpPr>
          <p:cNvPr id="141" name="object 141"/>
          <p:cNvSpPr txBox="1"/>
          <p:nvPr/>
        </p:nvSpPr>
        <p:spPr>
          <a:xfrm rot="20940000">
            <a:off x="2438262" y="1699926"/>
            <a:ext cx="161187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yer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mobil </a:t>
            </a:r>
            <a:r>
              <a:rPr sz="1350" spc="-15" baseline="3086" dirty="0">
                <a:solidFill>
                  <a:srgbClr val="231F20"/>
                </a:solidFill>
                <a:latin typeface="Microsoft Sans Serif"/>
                <a:cs typeface="Microsoft Sans Serif"/>
              </a:rPr>
              <a:t>optikleri</a:t>
            </a:r>
            <a:r>
              <a:rPr sz="1350" baseline="3086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350" spc="-7" baseline="3086" dirty="0">
                <a:solidFill>
                  <a:srgbClr val="231F20"/>
                </a:solidFill>
                <a:latin typeface="Microsoft Sans Serif"/>
                <a:cs typeface="Microsoft Sans Serif"/>
              </a:rPr>
              <a:t>okutarak</a:t>
            </a:r>
            <a:endParaRPr sz="1350" baseline="3086">
              <a:latin typeface="Microsoft Sans Serif"/>
              <a:cs typeface="Microsoft Sans Serif"/>
            </a:endParaRPr>
          </a:p>
        </p:txBody>
      </p:sp>
      <p:sp>
        <p:nvSpPr>
          <p:cNvPr id="142" name="object 142"/>
          <p:cNvSpPr txBox="1"/>
          <p:nvPr/>
        </p:nvSpPr>
        <p:spPr>
          <a:xfrm rot="20940000">
            <a:off x="2312587" y="1831285"/>
            <a:ext cx="194836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35" dirty="0">
                <a:solidFill>
                  <a:srgbClr val="231F20"/>
                </a:solidFill>
                <a:latin typeface="Trebuchet MS"/>
                <a:cs typeface="Trebuchet MS"/>
              </a:rPr>
              <a:t>tüm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öğrencil</a:t>
            </a:r>
            <a:r>
              <a:rPr sz="1350" spc="-37" baseline="3086" dirty="0">
                <a:solidFill>
                  <a:srgbClr val="231F20"/>
                </a:solidFill>
                <a:latin typeface="Trebuchet MS"/>
                <a:cs typeface="Trebuchet MS"/>
              </a:rPr>
              <a:t>erinin</a:t>
            </a:r>
            <a:r>
              <a:rPr sz="1350" spc="-30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30" baseline="3086" dirty="0">
                <a:solidFill>
                  <a:srgbClr val="231F20"/>
                </a:solidFill>
                <a:latin typeface="Trebuchet MS"/>
                <a:cs typeface="Trebuchet MS"/>
              </a:rPr>
              <a:t>sonucuna</a:t>
            </a:r>
            <a:r>
              <a:rPr sz="1350" spc="-30" baseline="3086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-44" baseline="3086" dirty="0">
                <a:solidFill>
                  <a:srgbClr val="231F20"/>
                </a:solidFill>
                <a:latin typeface="Trebuchet MS"/>
                <a:cs typeface="Trebuchet MS"/>
              </a:rPr>
              <a:t>ulaşabilir.</a:t>
            </a:r>
            <a:endParaRPr sz="1350" baseline="3086">
              <a:latin typeface="Trebuchet MS"/>
              <a:cs typeface="Trebuchet MS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493588" y="1004218"/>
            <a:ext cx="1240790" cy="1365250"/>
            <a:chOff x="493588" y="1004218"/>
            <a:chExt cx="1240790" cy="1365250"/>
          </a:xfrm>
        </p:grpSpPr>
        <p:sp>
          <p:nvSpPr>
            <p:cNvPr id="144" name="object 144"/>
            <p:cNvSpPr/>
            <p:nvPr/>
          </p:nvSpPr>
          <p:spPr>
            <a:xfrm>
              <a:off x="499938" y="1010568"/>
              <a:ext cx="1228090" cy="1352550"/>
            </a:xfrm>
            <a:custGeom>
              <a:avLst/>
              <a:gdLst/>
              <a:ahLst/>
              <a:cxnLst/>
              <a:rect l="l" t="t" r="r" b="b"/>
              <a:pathLst>
                <a:path w="1228089" h="1352550">
                  <a:moveTo>
                    <a:pt x="1003490" y="0"/>
                  </a:moveTo>
                  <a:lnTo>
                    <a:pt x="0" y="194106"/>
                  </a:lnTo>
                  <a:lnTo>
                    <a:pt x="223977" y="1352054"/>
                  </a:lnTo>
                  <a:lnTo>
                    <a:pt x="1227480" y="1157947"/>
                  </a:lnTo>
                  <a:lnTo>
                    <a:pt x="1003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99938" y="1010568"/>
              <a:ext cx="1228090" cy="1352550"/>
            </a:xfrm>
            <a:custGeom>
              <a:avLst/>
              <a:gdLst/>
              <a:ahLst/>
              <a:cxnLst/>
              <a:rect l="l" t="t" r="r" b="b"/>
              <a:pathLst>
                <a:path w="1228089" h="1352550">
                  <a:moveTo>
                    <a:pt x="1227480" y="1157947"/>
                  </a:moveTo>
                  <a:lnTo>
                    <a:pt x="223977" y="1352054"/>
                  </a:lnTo>
                  <a:lnTo>
                    <a:pt x="0" y="194106"/>
                  </a:lnTo>
                  <a:lnTo>
                    <a:pt x="1003490" y="0"/>
                  </a:lnTo>
                  <a:lnTo>
                    <a:pt x="1227480" y="1157947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160" y="1278318"/>
              <a:ext cx="314629" cy="314629"/>
            </a:xfrm>
            <a:prstGeom prst="rect">
              <a:avLst/>
            </a:prstGeom>
          </p:spPr>
        </p:pic>
      </p:grpSp>
      <p:sp>
        <p:nvSpPr>
          <p:cNvPr id="147" name="object 147"/>
          <p:cNvSpPr txBox="1"/>
          <p:nvPr/>
        </p:nvSpPr>
        <p:spPr>
          <a:xfrm rot="21000000">
            <a:off x="815000" y="1574102"/>
            <a:ext cx="210418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"/>
              </a:lnSpc>
            </a:pP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A</a:t>
            </a:r>
            <a:r>
              <a:rPr sz="350" spc="75" dirty="0">
                <a:solidFill>
                  <a:srgbClr val="E95396"/>
                </a:solidFill>
                <a:latin typeface="Arial MT"/>
                <a:cs typeface="Arial MT"/>
              </a:rPr>
              <a:t> </a:t>
            </a: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B</a:t>
            </a:r>
            <a:r>
              <a:rPr sz="350" spc="70" dirty="0">
                <a:solidFill>
                  <a:srgbClr val="E95396"/>
                </a:solidFill>
                <a:latin typeface="Arial MT"/>
                <a:cs typeface="Arial MT"/>
              </a:rPr>
              <a:t> </a:t>
            </a: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C</a:t>
            </a:r>
            <a:r>
              <a:rPr sz="350" spc="65" dirty="0">
                <a:solidFill>
                  <a:srgbClr val="E95396"/>
                </a:solidFill>
                <a:latin typeface="Arial MT"/>
                <a:cs typeface="Arial MT"/>
              </a:rPr>
              <a:t> </a:t>
            </a: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D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48" name="object 148"/>
          <p:cNvSpPr txBox="1"/>
          <p:nvPr/>
        </p:nvSpPr>
        <p:spPr>
          <a:xfrm rot="21000000">
            <a:off x="1166691" y="1506074"/>
            <a:ext cx="210418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0"/>
              </a:lnSpc>
            </a:pP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A</a:t>
            </a:r>
            <a:r>
              <a:rPr sz="350" spc="75" dirty="0">
                <a:solidFill>
                  <a:srgbClr val="E95396"/>
                </a:solidFill>
                <a:latin typeface="Arial MT"/>
                <a:cs typeface="Arial MT"/>
              </a:rPr>
              <a:t> </a:t>
            </a: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B</a:t>
            </a:r>
            <a:r>
              <a:rPr sz="350" spc="70" dirty="0">
                <a:solidFill>
                  <a:srgbClr val="E95396"/>
                </a:solidFill>
                <a:latin typeface="Arial MT"/>
                <a:cs typeface="Arial MT"/>
              </a:rPr>
              <a:t> </a:t>
            </a: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C</a:t>
            </a:r>
            <a:r>
              <a:rPr sz="350" spc="65" dirty="0">
                <a:solidFill>
                  <a:srgbClr val="E95396"/>
                </a:solidFill>
                <a:latin typeface="Arial MT"/>
                <a:cs typeface="Arial MT"/>
              </a:rPr>
              <a:t> </a:t>
            </a:r>
            <a:r>
              <a:rPr sz="350" spc="10" dirty="0">
                <a:solidFill>
                  <a:srgbClr val="E95396"/>
                </a:solidFill>
                <a:latin typeface="Arial MT"/>
                <a:cs typeface="Arial MT"/>
              </a:rPr>
              <a:t>D</a:t>
            </a:r>
            <a:endParaRPr sz="350">
              <a:latin typeface="Arial MT"/>
              <a:cs typeface="Arial MT"/>
            </a:endParaRPr>
          </a:p>
        </p:txBody>
      </p:sp>
      <p:pic>
        <p:nvPicPr>
          <p:cNvPr id="149" name="object 14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51042" y="1117597"/>
            <a:ext cx="952972" cy="1147189"/>
          </a:xfrm>
          <a:prstGeom prst="rect">
            <a:avLst/>
          </a:prstGeom>
        </p:spPr>
      </p:pic>
      <p:sp>
        <p:nvSpPr>
          <p:cNvPr id="150" name="object 150"/>
          <p:cNvSpPr txBox="1"/>
          <p:nvPr/>
        </p:nvSpPr>
        <p:spPr>
          <a:xfrm rot="21000000">
            <a:off x="780988" y="1658295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 rot="21000000">
            <a:off x="791761" y="1713991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2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2" name="object 152"/>
          <p:cNvSpPr txBox="1"/>
          <p:nvPr/>
        </p:nvSpPr>
        <p:spPr>
          <a:xfrm rot="21000000">
            <a:off x="802532" y="1769674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3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 rot="21000000">
            <a:off x="813305" y="1825370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4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4" name="object 154"/>
          <p:cNvSpPr txBox="1"/>
          <p:nvPr/>
        </p:nvSpPr>
        <p:spPr>
          <a:xfrm rot="21000000">
            <a:off x="824079" y="1881066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5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5" name="object 155"/>
          <p:cNvSpPr txBox="1"/>
          <p:nvPr/>
        </p:nvSpPr>
        <p:spPr>
          <a:xfrm rot="21000000">
            <a:off x="834852" y="1936762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6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6" name="object 156"/>
          <p:cNvSpPr txBox="1"/>
          <p:nvPr/>
        </p:nvSpPr>
        <p:spPr>
          <a:xfrm rot="21000000">
            <a:off x="845626" y="1992458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7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7" name="object 157"/>
          <p:cNvSpPr txBox="1"/>
          <p:nvPr/>
        </p:nvSpPr>
        <p:spPr>
          <a:xfrm rot="21000000">
            <a:off x="856399" y="2048154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8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8" name="object 158"/>
          <p:cNvSpPr txBox="1"/>
          <p:nvPr/>
        </p:nvSpPr>
        <p:spPr>
          <a:xfrm rot="21000000">
            <a:off x="867172" y="2103849"/>
            <a:ext cx="38921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9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59" name="object 159"/>
          <p:cNvSpPr txBox="1"/>
          <p:nvPr/>
        </p:nvSpPr>
        <p:spPr>
          <a:xfrm rot="21000000">
            <a:off x="864044" y="2161193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10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 rot="21000000">
            <a:off x="1120917" y="1591513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11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 rot="21000000">
            <a:off x="1131690" y="1647209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12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 rot="21000000">
            <a:off x="1142461" y="1702893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13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 rot="21000000">
            <a:off x="1153235" y="1758589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14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4" name="object 164"/>
          <p:cNvSpPr txBox="1"/>
          <p:nvPr/>
        </p:nvSpPr>
        <p:spPr>
          <a:xfrm rot="21000000">
            <a:off x="1164008" y="1814285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15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5" name="object 165"/>
          <p:cNvSpPr txBox="1"/>
          <p:nvPr/>
        </p:nvSpPr>
        <p:spPr>
          <a:xfrm rot="21000000">
            <a:off x="1174782" y="1869981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16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6" name="object 166"/>
          <p:cNvSpPr txBox="1"/>
          <p:nvPr/>
        </p:nvSpPr>
        <p:spPr>
          <a:xfrm rot="21000000">
            <a:off x="1185555" y="1925677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17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7" name="object 167"/>
          <p:cNvSpPr txBox="1"/>
          <p:nvPr/>
        </p:nvSpPr>
        <p:spPr>
          <a:xfrm rot="21000000">
            <a:off x="1196328" y="1981371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18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8" name="object 168"/>
          <p:cNvSpPr txBox="1"/>
          <p:nvPr/>
        </p:nvSpPr>
        <p:spPr>
          <a:xfrm rot="21000000">
            <a:off x="1207102" y="2037067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19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169" name="object 169"/>
          <p:cNvSpPr txBox="1"/>
          <p:nvPr/>
        </p:nvSpPr>
        <p:spPr>
          <a:xfrm rot="21000000">
            <a:off x="1217873" y="2092752"/>
            <a:ext cx="49858" cy="34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0"/>
              </a:lnSpc>
            </a:pPr>
            <a:r>
              <a:rPr sz="250" spc="10" dirty="0">
                <a:solidFill>
                  <a:srgbClr val="E95396"/>
                </a:solidFill>
                <a:latin typeface="Calibri"/>
                <a:cs typeface="Calibri"/>
              </a:rPr>
              <a:t>20</a:t>
            </a:r>
            <a:endParaRPr sz="250">
              <a:latin typeface="Calibri"/>
              <a:cs typeface="Calibri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603459" y="1077049"/>
            <a:ext cx="1040130" cy="1228090"/>
            <a:chOff x="603459" y="1077049"/>
            <a:chExt cx="1040130" cy="1228090"/>
          </a:xfrm>
        </p:grpSpPr>
        <p:sp>
          <p:nvSpPr>
            <p:cNvPr id="171" name="object 171"/>
            <p:cNvSpPr/>
            <p:nvPr/>
          </p:nvSpPr>
          <p:spPr>
            <a:xfrm>
              <a:off x="603459" y="1229479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5" h="55244">
                  <a:moveTo>
                    <a:pt x="45847" y="0"/>
                  </a:moveTo>
                  <a:lnTo>
                    <a:pt x="0" y="8864"/>
                  </a:lnTo>
                  <a:lnTo>
                    <a:pt x="8864" y="54724"/>
                  </a:lnTo>
                  <a:lnTo>
                    <a:pt x="54724" y="45846"/>
                  </a:lnTo>
                  <a:lnTo>
                    <a:pt x="45847" y="0"/>
                  </a:lnTo>
                  <a:close/>
                </a:path>
              </a:pathLst>
            </a:custGeom>
            <a:solidFill>
              <a:srgbClr val="E408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800776" y="2249547"/>
              <a:ext cx="54610" cy="635"/>
            </a:xfrm>
            <a:custGeom>
              <a:avLst/>
              <a:gdLst/>
              <a:ahLst/>
              <a:cxnLst/>
              <a:rect l="l" t="t" r="r" b="b"/>
              <a:pathLst>
                <a:path w="54609" h="635">
                  <a:moveTo>
                    <a:pt x="0" y="546"/>
                  </a:moveTo>
                  <a:lnTo>
                    <a:pt x="54610" y="546"/>
                  </a:lnTo>
                  <a:lnTo>
                    <a:pt x="54610" y="0"/>
                  </a:lnTo>
                  <a:lnTo>
                    <a:pt x="0" y="0"/>
                  </a:lnTo>
                  <a:lnTo>
                    <a:pt x="0" y="546"/>
                  </a:lnTo>
                  <a:close/>
                </a:path>
              </a:pathLst>
            </a:custGeom>
            <a:solidFill>
              <a:srgbClr val="2A25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800874" y="1077048"/>
              <a:ext cx="843280" cy="1228090"/>
            </a:xfrm>
            <a:custGeom>
              <a:avLst/>
              <a:gdLst/>
              <a:ahLst/>
              <a:cxnLst/>
              <a:rect l="l" t="t" r="r" b="b"/>
              <a:pathLst>
                <a:path w="843280" h="1228089">
                  <a:moveTo>
                    <a:pt x="54711" y="1218907"/>
                  </a:moveTo>
                  <a:lnTo>
                    <a:pt x="45847" y="1173048"/>
                  </a:lnTo>
                  <a:lnTo>
                    <a:pt x="0" y="1181925"/>
                  </a:lnTo>
                  <a:lnTo>
                    <a:pt x="8864" y="1227772"/>
                  </a:lnTo>
                  <a:lnTo>
                    <a:pt x="54711" y="1218907"/>
                  </a:lnTo>
                  <a:close/>
                </a:path>
                <a:path w="843280" h="1228089">
                  <a:moveTo>
                    <a:pt x="645299" y="45859"/>
                  </a:moveTo>
                  <a:lnTo>
                    <a:pt x="636422" y="0"/>
                  </a:lnTo>
                  <a:lnTo>
                    <a:pt x="590575" y="8877"/>
                  </a:lnTo>
                  <a:lnTo>
                    <a:pt x="599440" y="54724"/>
                  </a:lnTo>
                  <a:lnTo>
                    <a:pt x="645299" y="45859"/>
                  </a:lnTo>
                  <a:close/>
                </a:path>
                <a:path w="843280" h="1228089">
                  <a:moveTo>
                    <a:pt x="842708" y="1066482"/>
                  </a:moveTo>
                  <a:lnTo>
                    <a:pt x="833843" y="1020622"/>
                  </a:lnTo>
                  <a:lnTo>
                    <a:pt x="787984" y="1029500"/>
                  </a:lnTo>
                  <a:lnTo>
                    <a:pt x="796861" y="1075347"/>
                  </a:lnTo>
                  <a:lnTo>
                    <a:pt x="842708" y="1066482"/>
                  </a:lnTo>
                  <a:close/>
                </a:path>
              </a:pathLst>
            </a:custGeom>
            <a:solidFill>
              <a:srgbClr val="E408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 rot="21000000">
            <a:off x="985052" y="1294988"/>
            <a:ext cx="214153" cy="19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"/>
              </a:lnSpc>
            </a:pPr>
            <a:r>
              <a:rPr sz="150" spc="15" dirty="0">
                <a:solidFill>
                  <a:srgbClr val="FFFFFF"/>
                </a:solidFill>
                <a:latin typeface="Trebuchet MS"/>
                <a:cs typeface="Trebuchet MS"/>
              </a:rPr>
              <a:t>ÖĞRENCİ</a:t>
            </a:r>
            <a:r>
              <a:rPr sz="15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" spc="20" dirty="0">
                <a:solidFill>
                  <a:srgbClr val="FFFFFF"/>
                </a:solidFill>
                <a:latin typeface="Trebuchet MS"/>
                <a:cs typeface="Trebuchet MS"/>
              </a:rPr>
              <a:t>ADI</a:t>
            </a:r>
            <a:r>
              <a:rPr sz="15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" spc="2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50" spc="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50" spc="-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0" spc="20" dirty="0">
                <a:solidFill>
                  <a:srgbClr val="FFFFFF"/>
                </a:solidFill>
                <a:latin typeface="Trebuchet MS"/>
                <a:cs typeface="Trebuchet MS"/>
              </a:rPr>
              <a:t>ADI</a:t>
            </a:r>
            <a:endParaRPr sz="150">
              <a:latin typeface="Trebuchet MS"/>
              <a:cs typeface="Trebuchet MS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4293246" y="9000647"/>
            <a:ext cx="3276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" dirty="0">
                <a:solidFill>
                  <a:srgbClr val="FFFFFF"/>
                </a:solidFill>
                <a:latin typeface="Comic Sans MS"/>
                <a:cs typeface="Comic Sans MS"/>
              </a:rPr>
              <a:t>149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112715" y="9000647"/>
            <a:ext cx="12636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omic Sans MS"/>
                <a:cs typeface="Comic Sans MS"/>
              </a:rPr>
              <a:t>6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5898615" y="8719146"/>
            <a:ext cx="12636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2903631" y="8706446"/>
            <a:ext cx="22732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" dirty="0">
                <a:solidFill>
                  <a:srgbClr val="FFFFFF"/>
                </a:solidFill>
                <a:latin typeface="Comic Sans MS"/>
                <a:cs typeface="Comic Sans MS"/>
              </a:rPr>
              <a:t>34</a:t>
            </a:r>
            <a:endParaRPr sz="1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2410" y="1740169"/>
            <a:ext cx="2686050" cy="2496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Copyright</a:t>
            </a:r>
            <a:r>
              <a:rPr sz="1000" b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©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9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kitabın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her</a:t>
            </a:r>
            <a:r>
              <a:rPr sz="9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hakkı yayınevine</a:t>
            </a:r>
            <a:r>
              <a:rPr sz="9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aittir.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Hangi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amaçla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olursa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olsun,</a:t>
            </a:r>
            <a:endParaRPr sz="1000">
              <a:latin typeface="Microsoft Sans Serif"/>
              <a:cs typeface="Microsoft Sans Serif"/>
            </a:endParaRPr>
          </a:p>
          <a:p>
            <a:pPr marL="12700" marR="406400">
              <a:lnSpc>
                <a:spcPct val="116700"/>
              </a:lnSpc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kitabın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tamamının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ya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kısmının,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kitabı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yayımlayan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yayınevinin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önceden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izni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olmaksızın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elektronik,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mekanik,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fotokopi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6700"/>
              </a:lnSpc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ya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herhangi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kayıt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sistemi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çoğaltılması,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yayımlanması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depolanması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yasaktır.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200719</a:t>
            </a:r>
            <a:r>
              <a:rPr sz="9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250" dirty="0">
                <a:solidFill>
                  <a:srgbClr val="231F20"/>
                </a:solidFill>
                <a:latin typeface="Microsoft Sans Serif"/>
                <a:cs typeface="Microsoft Sans Serif"/>
              </a:rPr>
              <a:t>–</a:t>
            </a:r>
            <a:r>
              <a:rPr sz="9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B2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b="1" spc="15" dirty="0">
                <a:solidFill>
                  <a:srgbClr val="231F20"/>
                </a:solidFill>
                <a:latin typeface="Arial"/>
                <a:cs typeface="Arial"/>
              </a:rPr>
              <a:t>ISBN:</a:t>
            </a:r>
            <a:r>
              <a:rPr sz="900" b="1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978-605-7585-18-9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33047" y="5066352"/>
            <a:ext cx="3592195" cy="242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Genel </a:t>
            </a:r>
            <a:r>
              <a:rPr sz="11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Yayın</a:t>
            </a:r>
            <a:r>
              <a:rPr sz="1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Yönetmeni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100" b="1" dirty="0">
                <a:solidFill>
                  <a:srgbClr val="231F20"/>
                </a:solidFill>
                <a:latin typeface="Arial"/>
                <a:cs typeface="Arial"/>
              </a:rPr>
              <a:t>Selim</a:t>
            </a:r>
            <a:r>
              <a:rPr sz="1100" b="1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Arial"/>
                <a:cs typeface="Arial"/>
              </a:rPr>
              <a:t>AKGÜL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Yazarlar</a:t>
            </a: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ct val="167800"/>
              </a:lnSpc>
              <a:spcBef>
                <a:spcPts val="15"/>
              </a:spcBef>
            </a:pP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Erdi Eray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MACAKOĞLU /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Dr.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Yılmaz YILDIZHAN </a:t>
            </a:r>
            <a:r>
              <a:rPr sz="115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Muhammed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Enes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231F20"/>
                </a:solidFill>
                <a:latin typeface="Arial"/>
                <a:cs typeface="Arial"/>
              </a:rPr>
              <a:t>ALBAYRAK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/</a:t>
            </a:r>
            <a:r>
              <a:rPr sz="115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Selçuk</a:t>
            </a:r>
            <a:r>
              <a:rPr sz="115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50" b="1" spc="-5" dirty="0">
                <a:solidFill>
                  <a:srgbClr val="231F20"/>
                </a:solidFill>
                <a:latin typeface="Arial"/>
                <a:cs typeface="Arial"/>
              </a:rPr>
              <a:t>YAKINOĞLU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Editör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100" b="1" dirty="0">
                <a:solidFill>
                  <a:srgbClr val="231F20"/>
                </a:solidFill>
                <a:latin typeface="Arial"/>
                <a:cs typeface="Arial"/>
              </a:rPr>
              <a:t>Osman</a:t>
            </a:r>
            <a:r>
              <a:rPr sz="1100" b="1" spc="-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Arial"/>
                <a:cs typeface="Arial"/>
              </a:rPr>
              <a:t>KULA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3047" y="8058553"/>
            <a:ext cx="1438275" cy="46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Dizgi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100" b="1" dirty="0">
                <a:solidFill>
                  <a:srgbClr val="231F20"/>
                </a:solidFill>
                <a:latin typeface="Arial"/>
                <a:cs typeface="Arial"/>
              </a:rPr>
              <a:t>Son</a:t>
            </a:r>
            <a:r>
              <a:rPr sz="1100" b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31F20"/>
                </a:solidFill>
                <a:latin typeface="Arial"/>
                <a:cs typeface="Arial"/>
              </a:rPr>
              <a:t>Viraj</a:t>
            </a:r>
            <a:r>
              <a:rPr sz="1100" b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Arial"/>
                <a:cs typeface="Arial"/>
              </a:rPr>
              <a:t>Dizgi</a:t>
            </a:r>
            <a:r>
              <a:rPr sz="1100" b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Arial"/>
                <a:cs typeface="Arial"/>
              </a:rPr>
              <a:t>Birimi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33047" y="9168153"/>
            <a:ext cx="708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Basım</a:t>
            </a:r>
            <a:r>
              <a:rPr sz="1100" spc="-5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Yeri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412" y="4929612"/>
            <a:ext cx="598775" cy="598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4039" y="5987186"/>
            <a:ext cx="597509" cy="5975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94874" y="8015301"/>
            <a:ext cx="567641" cy="6071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39033" y="6983732"/>
            <a:ext cx="562471" cy="66642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24298" y="8770992"/>
            <a:ext cx="2775585" cy="854075"/>
            <a:chOff x="724298" y="8770992"/>
            <a:chExt cx="2775585" cy="85407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00053" y="8867321"/>
              <a:ext cx="757283" cy="75728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4298" y="8775634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4298" y="8800996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4298" y="8827996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24298" y="4804335"/>
            <a:ext cx="2775585" cy="62230"/>
            <a:chOff x="724298" y="4804335"/>
            <a:chExt cx="2775585" cy="62230"/>
          </a:xfrm>
        </p:grpSpPr>
        <p:sp>
          <p:nvSpPr>
            <p:cNvPr id="16" name="object 16"/>
            <p:cNvSpPr/>
            <p:nvPr/>
          </p:nvSpPr>
          <p:spPr>
            <a:xfrm>
              <a:off x="724298" y="4808977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4298" y="4834339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4298" y="4861339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24298" y="5795999"/>
            <a:ext cx="2775585" cy="62230"/>
            <a:chOff x="724298" y="5795999"/>
            <a:chExt cx="2775585" cy="62230"/>
          </a:xfrm>
        </p:grpSpPr>
        <p:sp>
          <p:nvSpPr>
            <p:cNvPr id="20" name="object 20"/>
            <p:cNvSpPr/>
            <p:nvPr/>
          </p:nvSpPr>
          <p:spPr>
            <a:xfrm>
              <a:off x="724298" y="5800641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4298" y="5826002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4298" y="5853002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4298" y="5800641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4298" y="5826002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4298" y="5853002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24298" y="6787663"/>
            <a:ext cx="2775585" cy="62230"/>
            <a:chOff x="724298" y="6787663"/>
            <a:chExt cx="2775585" cy="62230"/>
          </a:xfrm>
        </p:grpSpPr>
        <p:sp>
          <p:nvSpPr>
            <p:cNvPr id="27" name="object 27"/>
            <p:cNvSpPr/>
            <p:nvPr/>
          </p:nvSpPr>
          <p:spPr>
            <a:xfrm>
              <a:off x="724298" y="6792305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4298" y="6817667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4298" y="6844667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24298" y="7779328"/>
            <a:ext cx="2775585" cy="62230"/>
            <a:chOff x="724298" y="7779328"/>
            <a:chExt cx="2775585" cy="62230"/>
          </a:xfrm>
        </p:grpSpPr>
        <p:sp>
          <p:nvSpPr>
            <p:cNvPr id="31" name="object 31"/>
            <p:cNvSpPr/>
            <p:nvPr/>
          </p:nvSpPr>
          <p:spPr>
            <a:xfrm>
              <a:off x="724298" y="7783970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24298" y="7809330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4298" y="7836330"/>
              <a:ext cx="2775585" cy="0"/>
            </a:xfrm>
            <a:custGeom>
              <a:avLst/>
              <a:gdLst/>
              <a:ahLst/>
              <a:cxnLst/>
              <a:rect l="l" t="t" r="r" b="b"/>
              <a:pathLst>
                <a:path w="2775585">
                  <a:moveTo>
                    <a:pt x="2775572" y="0"/>
                  </a:moveTo>
                  <a:lnTo>
                    <a:pt x="0" y="0"/>
                  </a:lnTo>
                </a:path>
              </a:pathLst>
            </a:custGeom>
            <a:ln w="928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95" y="10604"/>
            <a:ext cx="7902575" cy="10249535"/>
          </a:xfrm>
          <a:custGeom>
            <a:avLst/>
            <a:gdLst/>
            <a:ahLst/>
            <a:cxnLst/>
            <a:rect l="l" t="t" r="r" b="b"/>
            <a:pathLst>
              <a:path w="7902575" h="10249535">
                <a:moveTo>
                  <a:pt x="7901990" y="0"/>
                </a:moveTo>
                <a:lnTo>
                  <a:pt x="0" y="0"/>
                </a:lnTo>
                <a:lnTo>
                  <a:pt x="0" y="10249395"/>
                </a:lnTo>
                <a:lnTo>
                  <a:pt x="7901990" y="10249395"/>
                </a:lnTo>
                <a:lnTo>
                  <a:pt x="7901990" y="0"/>
                </a:lnTo>
                <a:close/>
              </a:path>
            </a:pathLst>
          </a:custGeom>
          <a:solidFill>
            <a:srgbClr val="F1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31299" y="3210759"/>
            <a:ext cx="5570220" cy="4682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algn="just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Sevgili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Öğrenciler,</a:t>
            </a:r>
            <a:endParaRPr sz="1000">
              <a:latin typeface="Microsoft Sans Serif"/>
              <a:cs typeface="Microsoft Sans Serif"/>
            </a:endParaRPr>
          </a:p>
          <a:p>
            <a:pPr marL="12700" marR="5715" indent="251460" algn="just">
              <a:lnSpc>
                <a:spcPct val="125000"/>
              </a:lnSpc>
              <a:spcBef>
                <a:spcPts val="565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Son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Viraj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Yayınları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olarak hedefi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yüksek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 öğrencilere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rehber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olmak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 onların başarı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sevi-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yesini yükseltmek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için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yola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çıktık.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Değişen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sınav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sistemiyle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birlikte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ortaya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çıkan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yeni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nesil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sorularla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kitaplarımızı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oluşturarak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sizleri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sınavlara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en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iyi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şekilde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hazırlamayı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istiyoruz.</a:t>
            </a:r>
            <a:endParaRPr sz="1000">
              <a:latin typeface="Microsoft Sans Serif"/>
              <a:cs typeface="Microsoft Sans Serif"/>
            </a:endParaRPr>
          </a:p>
          <a:p>
            <a:pPr marL="12700" marR="5080" indent="251460" algn="just">
              <a:lnSpc>
                <a:spcPct val="125000"/>
              </a:lnSpc>
              <a:spcBef>
                <a:spcPts val="565"/>
              </a:spcBef>
            </a:pP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Kitaplarımızı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hazırlarken Talim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Terbiye Kurulu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Başkanlığı tarafından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yayımlanan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öğretim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programlarındaki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kazanımları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esas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alıyoruz.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Soruları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kazanımlar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çerçevesinde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hazırlıyor, tüm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kazanımlara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kitaplarımızda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yer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veriyoruz.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Bunu yaparken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kazanım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dışına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asla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çıkmıyoruz.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Testleri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mantık,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muhakeme,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analiz,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sentez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gerektiren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sorularla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oluşturuyoruz.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Yeni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nesil olarak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adlandırılan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 tip sorularla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öğrencilerimizin analitik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düşünerek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bilgilerini günlük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hayata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aktarabilmelerini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amaç-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lıyoruz.</a:t>
            </a:r>
            <a:endParaRPr sz="1000">
              <a:latin typeface="Microsoft Sans Serif"/>
              <a:cs typeface="Microsoft Sans Serif"/>
            </a:endParaRPr>
          </a:p>
          <a:p>
            <a:pPr marL="12700" marR="5715" indent="251460" algn="just">
              <a:lnSpc>
                <a:spcPct val="125000"/>
              </a:lnSpc>
              <a:spcBef>
                <a:spcPts val="57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Bloom taksonomisine uygun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olarak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“tam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öğrenme” modeliyle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hazırladığımız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özet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konu anlatım,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uygulama,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kavrama,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analiz-sentez, ünite değerlendirme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testi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analiziyle oluşturduğumuz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“Drift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Se-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risi”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öğrencilerimizi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bilgi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düzeyinden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sentez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düzeyine</a:t>
            </a:r>
            <a:r>
              <a:rPr sz="1000" spc="2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çıkarıyor.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Kolaydan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zora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şeklinde hazırlanan </a:t>
            </a:r>
            <a:r>
              <a:rPr sz="1000" spc="-2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testler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sayesinde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başarı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basamaklarını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kolaylıkla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aşacağınızı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düşünüyoruz.</a:t>
            </a:r>
            <a:endParaRPr sz="1000">
              <a:latin typeface="Microsoft Sans Serif"/>
              <a:cs typeface="Microsoft Sans Serif"/>
            </a:endParaRPr>
          </a:p>
          <a:p>
            <a:pPr marL="12700" marR="5715" indent="251460" algn="just">
              <a:lnSpc>
                <a:spcPct val="125000"/>
              </a:lnSpc>
              <a:spcBef>
                <a:spcPts val="565"/>
              </a:spcBef>
            </a:pP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Ünite değerlendirme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testleri şeklinde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hazırladığımız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“OFF-ROAD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Serisi”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son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tekrarı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ya-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parak öğrencilerimizi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hedeflerine bir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adım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daha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yaklaştırıyoruz.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Deneme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sınavlarıyla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 sizleri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sınav </a:t>
            </a:r>
            <a:r>
              <a:rPr sz="1000" spc="-2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seviyesinden daha üst seviyelere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taşıyarak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sınavlarda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karşılaşacağınız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hiçbir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soru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karşısında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zor-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lanmadan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başarılı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sonuçlar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elde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edeceğinizi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düşünüyoruz.</a:t>
            </a:r>
            <a:endParaRPr sz="1000">
              <a:latin typeface="Microsoft Sans Serif"/>
              <a:cs typeface="Microsoft Sans Serif"/>
            </a:endParaRPr>
          </a:p>
          <a:p>
            <a:pPr marL="12700" marR="5715" indent="251460" algn="just">
              <a:lnSpc>
                <a:spcPct val="125000"/>
              </a:lnSpc>
              <a:spcBef>
                <a:spcPts val="57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Son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Viraj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Yayınları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çıktığınız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 yolculukta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hedefinize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ulaşmanızı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diliyor,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size bu yolda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reh-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berlik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yapmaktan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onur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duyuyoruz.</a:t>
            </a:r>
            <a:endParaRPr sz="1000">
              <a:latin typeface="Microsoft Sans Serif"/>
              <a:cs typeface="Microsoft Sans Serif"/>
            </a:endParaRPr>
          </a:p>
          <a:p>
            <a:pPr marL="4215130" marR="5080" indent="557530" algn="r">
              <a:lnSpc>
                <a:spcPct val="172200"/>
              </a:lnSpc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Selim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AKGÜL 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Genel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Yayın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Yönetmeni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98" y="576003"/>
            <a:ext cx="6868159" cy="1697989"/>
            <a:chOff x="25198" y="576003"/>
            <a:chExt cx="6868159" cy="1697989"/>
          </a:xfrm>
        </p:grpSpPr>
        <p:sp>
          <p:nvSpPr>
            <p:cNvPr id="5" name="object 5"/>
            <p:cNvSpPr/>
            <p:nvPr/>
          </p:nvSpPr>
          <p:spPr>
            <a:xfrm>
              <a:off x="52946" y="1475994"/>
              <a:ext cx="6840220" cy="764540"/>
            </a:xfrm>
            <a:custGeom>
              <a:avLst/>
              <a:gdLst/>
              <a:ahLst/>
              <a:cxnLst/>
              <a:rect l="l" t="t" r="r" b="b"/>
              <a:pathLst>
                <a:path w="6840220" h="764539">
                  <a:moveTo>
                    <a:pt x="6840004" y="0"/>
                  </a:moveTo>
                  <a:lnTo>
                    <a:pt x="0" y="0"/>
                  </a:lnTo>
                  <a:lnTo>
                    <a:pt x="0" y="764222"/>
                  </a:lnTo>
                  <a:lnTo>
                    <a:pt x="6840004" y="764222"/>
                  </a:lnTo>
                  <a:lnTo>
                    <a:pt x="6840004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98" y="576003"/>
              <a:ext cx="3147060" cy="1697989"/>
            </a:xfrm>
            <a:custGeom>
              <a:avLst/>
              <a:gdLst/>
              <a:ahLst/>
              <a:cxnLst/>
              <a:rect l="l" t="t" r="r" b="b"/>
              <a:pathLst>
                <a:path w="3147060" h="1697989">
                  <a:moveTo>
                    <a:pt x="3146666" y="0"/>
                  </a:moveTo>
                  <a:lnTo>
                    <a:pt x="0" y="685228"/>
                  </a:lnTo>
                  <a:lnTo>
                    <a:pt x="0" y="1697850"/>
                  </a:lnTo>
                  <a:lnTo>
                    <a:pt x="3013202" y="1041615"/>
                  </a:lnTo>
                  <a:lnTo>
                    <a:pt x="3146666" y="0"/>
                  </a:lnTo>
                  <a:close/>
                </a:path>
              </a:pathLst>
            </a:custGeom>
            <a:solidFill>
              <a:srgbClr val="44C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 rot="20880000">
            <a:off x="812138" y="1128509"/>
            <a:ext cx="1759426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00"/>
              </a:lnSpc>
            </a:pPr>
            <a:r>
              <a:rPr sz="5000" spc="-840" dirty="0">
                <a:solidFill>
                  <a:srgbClr val="FFFFFF"/>
                </a:solidFill>
                <a:latin typeface="Tahoma"/>
                <a:cs typeface="Tahoma"/>
              </a:rPr>
              <a:t>ÖN</a:t>
            </a:r>
            <a:r>
              <a:rPr sz="5000" spc="-9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000" spc="-67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5000" spc="-1015" dirty="0">
                <a:solidFill>
                  <a:srgbClr val="FFFFFF"/>
                </a:solidFill>
                <a:latin typeface="Tahoma"/>
                <a:cs typeface="Tahoma"/>
              </a:rPr>
              <a:t>Ö</a:t>
            </a:r>
            <a:r>
              <a:rPr sz="7500" spc="-892" baseline="1111" dirty="0">
                <a:solidFill>
                  <a:srgbClr val="FFFFFF"/>
                </a:solidFill>
                <a:latin typeface="Tahoma"/>
                <a:cs typeface="Tahoma"/>
              </a:rPr>
              <a:t>Z</a:t>
            </a:r>
            <a:endParaRPr sz="7500" baseline="1111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5504" y="2697429"/>
            <a:ext cx="1651635" cy="351790"/>
            <a:chOff x="1165504" y="2697429"/>
            <a:chExt cx="1651635" cy="3517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2470" y="2722436"/>
              <a:ext cx="884529" cy="3262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65504" y="2949435"/>
              <a:ext cx="1573530" cy="22860"/>
            </a:xfrm>
            <a:custGeom>
              <a:avLst/>
              <a:gdLst/>
              <a:ahLst/>
              <a:cxnLst/>
              <a:rect l="l" t="t" r="r" b="b"/>
              <a:pathLst>
                <a:path w="1573530" h="22860">
                  <a:moveTo>
                    <a:pt x="0" y="22504"/>
                  </a:moveTo>
                  <a:lnTo>
                    <a:pt x="1572907" y="22504"/>
                  </a:lnTo>
                  <a:lnTo>
                    <a:pt x="1572907" y="0"/>
                  </a:lnTo>
                  <a:lnTo>
                    <a:pt x="0" y="0"/>
                  </a:lnTo>
                  <a:lnTo>
                    <a:pt x="0" y="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5504" y="2697429"/>
              <a:ext cx="1573530" cy="252095"/>
            </a:xfrm>
            <a:custGeom>
              <a:avLst/>
              <a:gdLst/>
              <a:ahLst/>
              <a:cxnLst/>
              <a:rect l="l" t="t" r="r" b="b"/>
              <a:pathLst>
                <a:path w="1573530" h="252094">
                  <a:moveTo>
                    <a:pt x="1572907" y="0"/>
                  </a:moveTo>
                  <a:lnTo>
                    <a:pt x="0" y="0"/>
                  </a:lnTo>
                  <a:lnTo>
                    <a:pt x="0" y="252006"/>
                  </a:lnTo>
                  <a:lnTo>
                    <a:pt x="1572907" y="252006"/>
                  </a:lnTo>
                  <a:lnTo>
                    <a:pt x="1572907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52799" y="2727359"/>
            <a:ext cx="5740400" cy="154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z="1300" b="1" spc="110" dirty="0">
                <a:solidFill>
                  <a:srgbClr val="FFFFFF"/>
                </a:solidFill>
                <a:latin typeface="Verdana"/>
                <a:cs typeface="Verdana"/>
              </a:rPr>
              <a:t>5.</a:t>
            </a:r>
            <a:r>
              <a:rPr sz="1300" b="1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b="1" spc="-70" dirty="0">
                <a:solidFill>
                  <a:srgbClr val="FFFFFF"/>
                </a:solidFill>
                <a:latin typeface="Verdana"/>
                <a:cs typeface="Verdana"/>
              </a:rPr>
              <a:t>ÜNİTE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b="1" spc="75" dirty="0">
                <a:solidFill>
                  <a:srgbClr val="58595B"/>
                </a:solidFill>
                <a:latin typeface="Trebuchet MS"/>
                <a:cs typeface="Trebuchet MS"/>
              </a:rPr>
              <a:t>AÇILAR</a:t>
            </a:r>
            <a:r>
              <a:rPr sz="1000" b="1" spc="-18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1000" b="1" spc="10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1000" b="1" spc="-18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1000" b="1" spc="8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1000" b="1" spc="-18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1000" b="1" spc="50" dirty="0">
                <a:solidFill>
                  <a:srgbClr val="58595B"/>
                </a:solidFill>
                <a:latin typeface="Trebuchet MS"/>
                <a:cs typeface="Trebuchet MS"/>
              </a:rPr>
              <a:t>Ö</a:t>
            </a:r>
            <a:r>
              <a:rPr sz="1000" b="1" spc="10" dirty="0">
                <a:solidFill>
                  <a:srgbClr val="58595B"/>
                </a:solidFill>
                <a:latin typeface="Trebuchet MS"/>
                <a:cs typeface="Trebuchet MS"/>
              </a:rPr>
              <a:t>L</a:t>
            </a:r>
            <a:r>
              <a:rPr sz="1000" b="1" spc="95" dirty="0">
                <a:solidFill>
                  <a:srgbClr val="58595B"/>
                </a:solidFill>
                <a:latin typeface="Trebuchet MS"/>
                <a:cs typeface="Trebuchet MS"/>
              </a:rPr>
              <a:t>ÇME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  </a:t>
            </a:r>
            <a:r>
              <a:rPr sz="1000" spc="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......................................................................................................................................................7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1000" spc="3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Ölçüleri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.........................................................................................................................................13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1000" spc="15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Arazi</a:t>
            </a:r>
            <a:r>
              <a:rPr sz="1000" spc="1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Ölçüleri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...........................................................................................................................19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5.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Ünite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Değerlendirme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Testi................................................................................................................25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5.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Ünite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Değerlendirme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Testi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Analizi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....................................................................................................29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65504" y="5038547"/>
            <a:ext cx="1651635" cy="351790"/>
            <a:chOff x="1165504" y="5038547"/>
            <a:chExt cx="1651635" cy="35179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2470" y="5063553"/>
              <a:ext cx="884529" cy="3261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65504" y="5290553"/>
              <a:ext cx="1573530" cy="22860"/>
            </a:xfrm>
            <a:custGeom>
              <a:avLst/>
              <a:gdLst/>
              <a:ahLst/>
              <a:cxnLst/>
              <a:rect l="l" t="t" r="r" b="b"/>
              <a:pathLst>
                <a:path w="1573530" h="22860">
                  <a:moveTo>
                    <a:pt x="0" y="22491"/>
                  </a:moveTo>
                  <a:lnTo>
                    <a:pt x="1572907" y="22491"/>
                  </a:lnTo>
                  <a:lnTo>
                    <a:pt x="1572907" y="0"/>
                  </a:lnTo>
                  <a:lnTo>
                    <a:pt x="0" y="0"/>
                  </a:lnTo>
                  <a:lnTo>
                    <a:pt x="0" y="22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65504" y="5038547"/>
              <a:ext cx="1573530" cy="252095"/>
            </a:xfrm>
            <a:custGeom>
              <a:avLst/>
              <a:gdLst/>
              <a:ahLst/>
              <a:cxnLst/>
              <a:rect l="l" t="t" r="r" b="b"/>
              <a:pathLst>
                <a:path w="1573530" h="252095">
                  <a:moveTo>
                    <a:pt x="1572907" y="0"/>
                  </a:moveTo>
                  <a:lnTo>
                    <a:pt x="0" y="0"/>
                  </a:lnTo>
                  <a:lnTo>
                    <a:pt x="0" y="252006"/>
                  </a:lnTo>
                  <a:lnTo>
                    <a:pt x="1572907" y="252006"/>
                  </a:lnTo>
                  <a:lnTo>
                    <a:pt x="1572907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2799" y="5068472"/>
            <a:ext cx="5740400" cy="279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z="1300" b="1" spc="110" dirty="0">
                <a:solidFill>
                  <a:srgbClr val="FFFFFF"/>
                </a:solidFill>
                <a:latin typeface="Verdana"/>
                <a:cs typeface="Verdana"/>
              </a:rPr>
              <a:t>6.</a:t>
            </a:r>
            <a:r>
              <a:rPr sz="1300" b="1" spc="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b="1" spc="-70" dirty="0">
                <a:solidFill>
                  <a:srgbClr val="FFFFFF"/>
                </a:solidFill>
                <a:latin typeface="Verdana"/>
                <a:cs typeface="Verdana"/>
              </a:rPr>
              <a:t>ÜNİTE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35400"/>
              </a:lnSpc>
              <a:spcBef>
                <a:spcPts val="705"/>
              </a:spcBef>
            </a:pPr>
            <a:r>
              <a:rPr sz="1000" b="1" spc="85" dirty="0">
                <a:solidFill>
                  <a:srgbClr val="58595B"/>
                </a:solidFill>
                <a:latin typeface="Trebuchet MS"/>
                <a:cs typeface="Trebuchet MS"/>
              </a:rPr>
              <a:t>ÇEMBER </a:t>
            </a:r>
            <a:r>
              <a:rPr sz="1000" b="1" spc="10" dirty="0">
                <a:solidFill>
                  <a:srgbClr val="58595B"/>
                </a:solidFill>
                <a:latin typeface="Trebuchet MS"/>
                <a:cs typeface="Trebuchet MS"/>
              </a:rPr>
              <a:t>/ </a:t>
            </a:r>
            <a:r>
              <a:rPr sz="1000" b="1" spc="75" dirty="0">
                <a:solidFill>
                  <a:srgbClr val="58595B"/>
                </a:solidFill>
                <a:latin typeface="Trebuchet MS"/>
                <a:cs typeface="Trebuchet MS"/>
              </a:rPr>
              <a:t>GEOMETRİK </a:t>
            </a:r>
            <a:r>
              <a:rPr sz="1000" b="1" spc="80" dirty="0">
                <a:solidFill>
                  <a:srgbClr val="58595B"/>
                </a:solidFill>
                <a:latin typeface="Trebuchet MS"/>
                <a:cs typeface="Trebuchet MS"/>
              </a:rPr>
              <a:t>CİSİMLER </a:t>
            </a:r>
            <a:r>
              <a:rPr sz="1000" b="1" spc="10" dirty="0">
                <a:solidFill>
                  <a:srgbClr val="58595B"/>
                </a:solidFill>
                <a:latin typeface="Trebuchet MS"/>
                <a:cs typeface="Trebuchet MS"/>
              </a:rPr>
              <a:t>/ </a:t>
            </a:r>
            <a:r>
              <a:rPr sz="1000" b="1" spc="90" dirty="0">
                <a:solidFill>
                  <a:srgbClr val="58595B"/>
                </a:solidFill>
                <a:latin typeface="Trebuchet MS"/>
                <a:cs typeface="Trebuchet MS"/>
              </a:rPr>
              <a:t>SIVI </a:t>
            </a:r>
            <a:r>
              <a:rPr sz="1000" b="1" spc="70" dirty="0">
                <a:solidFill>
                  <a:srgbClr val="58595B"/>
                </a:solidFill>
                <a:latin typeface="Trebuchet MS"/>
                <a:cs typeface="Trebuchet MS"/>
              </a:rPr>
              <a:t>ÖLÇME </a:t>
            </a:r>
            <a:r>
              <a:rPr sz="1000" b="1" spc="7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Çember.................................................................................................................................................33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Geometrik</a:t>
            </a:r>
            <a:r>
              <a:rPr sz="1000" spc="1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Cisimler</a:t>
            </a:r>
            <a:r>
              <a:rPr sz="1000" spc="1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Hacim</a:t>
            </a:r>
            <a:r>
              <a:rPr sz="1000" spc="1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Ölçme....................................................................................................39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Sıvı </a:t>
            </a:r>
            <a:r>
              <a:rPr sz="1000" spc="1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Ölçme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............................................................................................................................................45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6.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Ünite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Değerlendirme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Testi................................................................................................................51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6.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Ünite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Değerlendirme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Testi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Analizi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....................................................................................................55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II.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Dönem</a:t>
            </a:r>
            <a:r>
              <a:rPr sz="1000" spc="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II.</a:t>
            </a:r>
            <a:r>
              <a:rPr sz="1000" spc="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Yazılı</a:t>
            </a:r>
            <a:r>
              <a:rPr sz="1000" spc="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Soruları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..................................................................................................................57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3.</a:t>
            </a:r>
            <a:r>
              <a:rPr sz="1000" spc="1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Fasikül</a:t>
            </a:r>
            <a:r>
              <a:rPr sz="1000" spc="16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Tarama</a:t>
            </a:r>
            <a:r>
              <a:rPr sz="1000" spc="16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Testi</a:t>
            </a:r>
            <a:r>
              <a:rPr sz="1000" spc="-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........................................................................................................................59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3.</a:t>
            </a:r>
            <a:r>
              <a:rPr sz="1000" spc="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Fasikül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Tarama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Testi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Analizi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............................................................................................................69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3.</a:t>
            </a:r>
            <a:r>
              <a:rPr sz="1000" spc="4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Deneme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............................................................................................................................................67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TIMSS</a:t>
            </a:r>
            <a:r>
              <a:rPr sz="1000" spc="2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-</a:t>
            </a:r>
            <a:r>
              <a:rPr sz="1000" spc="2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PISA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.......................................................................................................................................75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Ceva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p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Anahtar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ı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....................................................................................................................................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.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77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997" y="576003"/>
            <a:ext cx="6873240" cy="1697989"/>
            <a:chOff x="17997" y="576003"/>
            <a:chExt cx="6873240" cy="1697989"/>
          </a:xfrm>
        </p:grpSpPr>
        <p:sp>
          <p:nvSpPr>
            <p:cNvPr id="13" name="object 13"/>
            <p:cNvSpPr/>
            <p:nvPr/>
          </p:nvSpPr>
          <p:spPr>
            <a:xfrm>
              <a:off x="50850" y="1475994"/>
              <a:ext cx="6840220" cy="764540"/>
            </a:xfrm>
            <a:custGeom>
              <a:avLst/>
              <a:gdLst/>
              <a:ahLst/>
              <a:cxnLst/>
              <a:rect l="l" t="t" r="r" b="b"/>
              <a:pathLst>
                <a:path w="6840220" h="764539">
                  <a:moveTo>
                    <a:pt x="6840004" y="0"/>
                  </a:moveTo>
                  <a:lnTo>
                    <a:pt x="0" y="0"/>
                  </a:lnTo>
                  <a:lnTo>
                    <a:pt x="0" y="764222"/>
                  </a:lnTo>
                  <a:lnTo>
                    <a:pt x="6840004" y="764222"/>
                  </a:lnTo>
                  <a:lnTo>
                    <a:pt x="6840004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997" y="576003"/>
              <a:ext cx="3147060" cy="1697989"/>
            </a:xfrm>
            <a:custGeom>
              <a:avLst/>
              <a:gdLst/>
              <a:ahLst/>
              <a:cxnLst/>
              <a:rect l="l" t="t" r="r" b="b"/>
              <a:pathLst>
                <a:path w="3147060" h="1697989">
                  <a:moveTo>
                    <a:pt x="3146666" y="0"/>
                  </a:moveTo>
                  <a:lnTo>
                    <a:pt x="0" y="685228"/>
                  </a:lnTo>
                  <a:lnTo>
                    <a:pt x="0" y="1697850"/>
                  </a:lnTo>
                  <a:lnTo>
                    <a:pt x="3013202" y="1041615"/>
                  </a:lnTo>
                  <a:lnTo>
                    <a:pt x="3146666" y="0"/>
                  </a:lnTo>
                  <a:close/>
                </a:path>
              </a:pathLst>
            </a:custGeom>
            <a:solidFill>
              <a:srgbClr val="44C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 rot="20880000">
            <a:off x="616883" y="1102728"/>
            <a:ext cx="2367661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00"/>
              </a:lnSpc>
            </a:pPr>
            <a:r>
              <a:rPr sz="5000" spc="-440" dirty="0">
                <a:solidFill>
                  <a:srgbClr val="FFFFFF"/>
                </a:solidFill>
                <a:latin typeface="Tahoma"/>
                <a:cs typeface="Tahoma"/>
              </a:rPr>
              <a:t>İçindekiler</a:t>
            </a:r>
            <a:endParaRPr sz="5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36" y="697503"/>
            <a:ext cx="7816215" cy="2411730"/>
            <a:chOff x="62636" y="697503"/>
            <a:chExt cx="7816215" cy="2411730"/>
          </a:xfrm>
        </p:grpSpPr>
        <p:sp>
          <p:nvSpPr>
            <p:cNvPr id="3" name="object 3"/>
            <p:cNvSpPr/>
            <p:nvPr/>
          </p:nvSpPr>
          <p:spPr>
            <a:xfrm>
              <a:off x="62636" y="1533309"/>
              <a:ext cx="6667500" cy="733425"/>
            </a:xfrm>
            <a:custGeom>
              <a:avLst/>
              <a:gdLst/>
              <a:ahLst/>
              <a:cxnLst/>
              <a:rect l="l" t="t" r="r" b="b"/>
              <a:pathLst>
                <a:path w="6667500" h="733425">
                  <a:moveTo>
                    <a:pt x="6667043" y="0"/>
                  </a:moveTo>
                  <a:lnTo>
                    <a:pt x="0" y="0"/>
                  </a:lnTo>
                  <a:lnTo>
                    <a:pt x="0" y="458952"/>
                  </a:lnTo>
                  <a:lnTo>
                    <a:pt x="0" y="733425"/>
                  </a:lnTo>
                  <a:lnTo>
                    <a:pt x="6667043" y="733425"/>
                  </a:lnTo>
                  <a:lnTo>
                    <a:pt x="6667043" y="458952"/>
                  </a:lnTo>
                  <a:lnTo>
                    <a:pt x="6667043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55507" y="1992249"/>
              <a:ext cx="5622925" cy="1116965"/>
            </a:xfrm>
            <a:custGeom>
              <a:avLst/>
              <a:gdLst/>
              <a:ahLst/>
              <a:cxnLst/>
              <a:rect l="l" t="t" r="r" b="b"/>
              <a:pathLst>
                <a:path w="5622925" h="1116964">
                  <a:moveTo>
                    <a:pt x="5622810" y="0"/>
                  </a:moveTo>
                  <a:lnTo>
                    <a:pt x="0" y="0"/>
                  </a:lnTo>
                  <a:lnTo>
                    <a:pt x="0" y="1116647"/>
                  </a:lnTo>
                  <a:lnTo>
                    <a:pt x="5622810" y="1116647"/>
                  </a:lnTo>
                  <a:lnTo>
                    <a:pt x="5622810" y="0"/>
                  </a:lnTo>
                  <a:close/>
                </a:path>
              </a:pathLst>
            </a:custGeom>
            <a:solidFill>
              <a:srgbClr val="008D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636" y="697503"/>
              <a:ext cx="2867660" cy="1635760"/>
            </a:xfrm>
            <a:custGeom>
              <a:avLst/>
              <a:gdLst/>
              <a:ahLst/>
              <a:cxnLst/>
              <a:rect l="l" t="t" r="r" b="b"/>
              <a:pathLst>
                <a:path w="2867660" h="1635760">
                  <a:moveTo>
                    <a:pt x="2867596" y="0"/>
                  </a:moveTo>
                  <a:lnTo>
                    <a:pt x="0" y="622807"/>
                  </a:lnTo>
                  <a:lnTo>
                    <a:pt x="0" y="1635442"/>
                  </a:lnTo>
                  <a:lnTo>
                    <a:pt x="2734119" y="1041615"/>
                  </a:lnTo>
                  <a:lnTo>
                    <a:pt x="2867596" y="0"/>
                  </a:lnTo>
                  <a:close/>
                </a:path>
              </a:pathLst>
            </a:custGeom>
            <a:solidFill>
              <a:srgbClr val="44C8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000" y="3177946"/>
            <a:ext cx="7824470" cy="7082155"/>
            <a:chOff x="54000" y="3177946"/>
            <a:chExt cx="7824470" cy="7082155"/>
          </a:xfrm>
        </p:grpSpPr>
        <p:sp>
          <p:nvSpPr>
            <p:cNvPr id="7" name="object 7"/>
            <p:cNvSpPr/>
            <p:nvPr/>
          </p:nvSpPr>
          <p:spPr>
            <a:xfrm>
              <a:off x="63921" y="3177946"/>
              <a:ext cx="7814945" cy="7082155"/>
            </a:xfrm>
            <a:custGeom>
              <a:avLst/>
              <a:gdLst/>
              <a:ahLst/>
              <a:cxnLst/>
              <a:rect l="l" t="t" r="r" b="b"/>
              <a:pathLst>
                <a:path w="7814945" h="7082155">
                  <a:moveTo>
                    <a:pt x="0" y="148704"/>
                  </a:moveTo>
                  <a:lnTo>
                    <a:pt x="0" y="7082053"/>
                  </a:lnTo>
                  <a:lnTo>
                    <a:pt x="7814409" y="7082053"/>
                  </a:lnTo>
                  <a:lnTo>
                    <a:pt x="7814409" y="2013286"/>
                  </a:lnTo>
                  <a:lnTo>
                    <a:pt x="0" y="148704"/>
                  </a:lnTo>
                  <a:close/>
                </a:path>
                <a:path w="7814945" h="7082155">
                  <a:moveTo>
                    <a:pt x="0" y="0"/>
                  </a:moveTo>
                  <a:lnTo>
                    <a:pt x="0" y="65913"/>
                  </a:lnTo>
                  <a:lnTo>
                    <a:pt x="7814409" y="1929801"/>
                  </a:lnTo>
                  <a:lnTo>
                    <a:pt x="7814409" y="184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C3F4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19" y="3391040"/>
              <a:ext cx="7814411" cy="68689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7275" y="6988645"/>
              <a:ext cx="2866720" cy="43661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000" y="7304786"/>
              <a:ext cx="4767580" cy="27940"/>
            </a:xfrm>
            <a:custGeom>
              <a:avLst/>
              <a:gdLst/>
              <a:ahLst/>
              <a:cxnLst/>
              <a:rect l="l" t="t" r="r" b="b"/>
              <a:pathLst>
                <a:path w="4767580" h="27940">
                  <a:moveTo>
                    <a:pt x="0" y="27863"/>
                  </a:moveTo>
                  <a:lnTo>
                    <a:pt x="4767440" y="27863"/>
                  </a:lnTo>
                  <a:lnTo>
                    <a:pt x="4767440" y="0"/>
                  </a:lnTo>
                  <a:lnTo>
                    <a:pt x="0" y="0"/>
                  </a:lnTo>
                  <a:lnTo>
                    <a:pt x="0" y="27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000" y="6933552"/>
              <a:ext cx="4767580" cy="371475"/>
            </a:xfrm>
            <a:custGeom>
              <a:avLst/>
              <a:gdLst/>
              <a:ahLst/>
              <a:cxnLst/>
              <a:rect l="l" t="t" r="r" b="b"/>
              <a:pathLst>
                <a:path w="4767580" h="371475">
                  <a:moveTo>
                    <a:pt x="4767440" y="0"/>
                  </a:moveTo>
                  <a:lnTo>
                    <a:pt x="0" y="0"/>
                  </a:lnTo>
                  <a:lnTo>
                    <a:pt x="0" y="371233"/>
                  </a:lnTo>
                  <a:lnTo>
                    <a:pt x="4767440" y="371233"/>
                  </a:lnTo>
                  <a:lnTo>
                    <a:pt x="476744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7275" y="7561974"/>
              <a:ext cx="2866720" cy="4366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000" y="7878127"/>
              <a:ext cx="4767580" cy="27940"/>
            </a:xfrm>
            <a:custGeom>
              <a:avLst/>
              <a:gdLst/>
              <a:ahLst/>
              <a:cxnLst/>
              <a:rect l="l" t="t" r="r" b="b"/>
              <a:pathLst>
                <a:path w="4767580" h="27940">
                  <a:moveTo>
                    <a:pt x="0" y="27863"/>
                  </a:moveTo>
                  <a:lnTo>
                    <a:pt x="4767440" y="27863"/>
                  </a:lnTo>
                  <a:lnTo>
                    <a:pt x="4767440" y="0"/>
                  </a:lnTo>
                  <a:lnTo>
                    <a:pt x="0" y="0"/>
                  </a:lnTo>
                  <a:lnTo>
                    <a:pt x="0" y="27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000" y="7506894"/>
              <a:ext cx="4767580" cy="371475"/>
            </a:xfrm>
            <a:custGeom>
              <a:avLst/>
              <a:gdLst/>
              <a:ahLst/>
              <a:cxnLst/>
              <a:rect l="l" t="t" r="r" b="b"/>
              <a:pathLst>
                <a:path w="4767580" h="371475">
                  <a:moveTo>
                    <a:pt x="4767440" y="0"/>
                  </a:moveTo>
                  <a:lnTo>
                    <a:pt x="0" y="0"/>
                  </a:lnTo>
                  <a:lnTo>
                    <a:pt x="0" y="371233"/>
                  </a:lnTo>
                  <a:lnTo>
                    <a:pt x="4767440" y="371233"/>
                  </a:lnTo>
                  <a:lnTo>
                    <a:pt x="476744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7275" y="8135302"/>
              <a:ext cx="2866720" cy="4366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4000" y="8451456"/>
              <a:ext cx="4767580" cy="27940"/>
            </a:xfrm>
            <a:custGeom>
              <a:avLst/>
              <a:gdLst/>
              <a:ahLst/>
              <a:cxnLst/>
              <a:rect l="l" t="t" r="r" b="b"/>
              <a:pathLst>
                <a:path w="4767580" h="27940">
                  <a:moveTo>
                    <a:pt x="0" y="27863"/>
                  </a:moveTo>
                  <a:lnTo>
                    <a:pt x="4767440" y="27863"/>
                  </a:lnTo>
                  <a:lnTo>
                    <a:pt x="4767440" y="0"/>
                  </a:lnTo>
                  <a:lnTo>
                    <a:pt x="0" y="0"/>
                  </a:lnTo>
                  <a:lnTo>
                    <a:pt x="0" y="27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00" y="8080223"/>
              <a:ext cx="4767580" cy="371475"/>
            </a:xfrm>
            <a:custGeom>
              <a:avLst/>
              <a:gdLst/>
              <a:ahLst/>
              <a:cxnLst/>
              <a:rect l="l" t="t" r="r" b="b"/>
              <a:pathLst>
                <a:path w="4767580" h="371475">
                  <a:moveTo>
                    <a:pt x="4767440" y="0"/>
                  </a:moveTo>
                  <a:lnTo>
                    <a:pt x="0" y="0"/>
                  </a:lnTo>
                  <a:lnTo>
                    <a:pt x="0" y="371233"/>
                  </a:lnTo>
                  <a:lnTo>
                    <a:pt x="4767440" y="371233"/>
                  </a:lnTo>
                  <a:lnTo>
                    <a:pt x="476744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7275" y="8708644"/>
              <a:ext cx="2866720" cy="4366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000" y="9024797"/>
              <a:ext cx="4767580" cy="27940"/>
            </a:xfrm>
            <a:custGeom>
              <a:avLst/>
              <a:gdLst/>
              <a:ahLst/>
              <a:cxnLst/>
              <a:rect l="l" t="t" r="r" b="b"/>
              <a:pathLst>
                <a:path w="4767580" h="27940">
                  <a:moveTo>
                    <a:pt x="0" y="27851"/>
                  </a:moveTo>
                  <a:lnTo>
                    <a:pt x="4767440" y="27851"/>
                  </a:lnTo>
                  <a:lnTo>
                    <a:pt x="4767440" y="0"/>
                  </a:lnTo>
                  <a:lnTo>
                    <a:pt x="0" y="0"/>
                  </a:lnTo>
                  <a:lnTo>
                    <a:pt x="0" y="278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000" y="8653564"/>
              <a:ext cx="4767580" cy="371475"/>
            </a:xfrm>
            <a:custGeom>
              <a:avLst/>
              <a:gdLst/>
              <a:ahLst/>
              <a:cxnLst/>
              <a:rect l="l" t="t" r="r" b="b"/>
              <a:pathLst>
                <a:path w="4767580" h="371475">
                  <a:moveTo>
                    <a:pt x="4767440" y="0"/>
                  </a:moveTo>
                  <a:lnTo>
                    <a:pt x="0" y="0"/>
                  </a:lnTo>
                  <a:lnTo>
                    <a:pt x="0" y="371233"/>
                  </a:lnTo>
                  <a:lnTo>
                    <a:pt x="4767440" y="371233"/>
                  </a:lnTo>
                  <a:lnTo>
                    <a:pt x="476744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7275" y="9281972"/>
              <a:ext cx="2866720" cy="4366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000" y="9598126"/>
              <a:ext cx="4767580" cy="27940"/>
            </a:xfrm>
            <a:custGeom>
              <a:avLst/>
              <a:gdLst/>
              <a:ahLst/>
              <a:cxnLst/>
              <a:rect l="l" t="t" r="r" b="b"/>
              <a:pathLst>
                <a:path w="4767580" h="27940">
                  <a:moveTo>
                    <a:pt x="0" y="27863"/>
                  </a:moveTo>
                  <a:lnTo>
                    <a:pt x="4767440" y="27863"/>
                  </a:lnTo>
                  <a:lnTo>
                    <a:pt x="4767440" y="0"/>
                  </a:lnTo>
                  <a:lnTo>
                    <a:pt x="0" y="0"/>
                  </a:lnTo>
                  <a:lnTo>
                    <a:pt x="0" y="27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000" y="9226893"/>
              <a:ext cx="4767580" cy="371475"/>
            </a:xfrm>
            <a:custGeom>
              <a:avLst/>
              <a:gdLst/>
              <a:ahLst/>
              <a:cxnLst/>
              <a:rect l="l" t="t" r="r" b="b"/>
              <a:pathLst>
                <a:path w="4767580" h="371475">
                  <a:moveTo>
                    <a:pt x="4767440" y="0"/>
                  </a:moveTo>
                  <a:lnTo>
                    <a:pt x="0" y="0"/>
                  </a:lnTo>
                  <a:lnTo>
                    <a:pt x="0" y="371233"/>
                  </a:lnTo>
                  <a:lnTo>
                    <a:pt x="4767440" y="371233"/>
                  </a:lnTo>
                  <a:lnTo>
                    <a:pt x="476744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61300" y="7039559"/>
            <a:ext cx="2028189" cy="248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35" dirty="0">
                <a:solidFill>
                  <a:srgbClr val="FFFFFF"/>
                </a:solidFill>
                <a:latin typeface="Trebuchet MS"/>
                <a:cs typeface="Trebuchet MS"/>
              </a:rPr>
              <a:t>Açılar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Alan</a:t>
            </a:r>
            <a:r>
              <a:rPr sz="11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FFFFFF"/>
                </a:solidFill>
                <a:latin typeface="Trebuchet MS"/>
                <a:cs typeface="Trebuchet MS"/>
              </a:rPr>
              <a:t>Ölçme</a:t>
            </a:r>
            <a:endParaRPr sz="1100">
              <a:latin typeface="Trebuchet MS"/>
              <a:cs typeface="Trebuchet MS"/>
            </a:endParaRPr>
          </a:p>
          <a:p>
            <a:pPr marL="12700" marR="465455">
              <a:lnSpc>
                <a:spcPct val="342000"/>
              </a:lnSpc>
            </a:pPr>
            <a:r>
              <a:rPr sz="1100" b="1" spc="-10" dirty="0">
                <a:solidFill>
                  <a:srgbClr val="FFFFFF"/>
                </a:solidFill>
                <a:latin typeface="Trebuchet MS"/>
                <a:cs typeface="Trebuchet MS"/>
              </a:rPr>
              <a:t>Alan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FFFFFF"/>
                </a:solidFill>
                <a:latin typeface="Trebuchet MS"/>
                <a:cs typeface="Trebuchet MS"/>
              </a:rPr>
              <a:t>ve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Trebuchet MS"/>
                <a:cs typeface="Trebuchet MS"/>
              </a:rPr>
              <a:t>Arazi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Trebuchet MS"/>
                <a:cs typeface="Trebuchet MS"/>
              </a:rPr>
              <a:t>Ölçüleri  </a:t>
            </a:r>
            <a:r>
              <a:rPr sz="1100" b="1" spc="-70" dirty="0">
                <a:solidFill>
                  <a:srgbClr val="FFFFFF"/>
                </a:solidFill>
                <a:latin typeface="Trebuchet MS"/>
                <a:cs typeface="Trebuchet MS"/>
              </a:rPr>
              <a:t>Ünite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Trebuchet MS"/>
                <a:cs typeface="Trebuchet MS"/>
              </a:rPr>
              <a:t>Değerlendirme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95" dirty="0">
                <a:solidFill>
                  <a:srgbClr val="FFFFFF"/>
                </a:solidFill>
                <a:latin typeface="Trebuchet MS"/>
                <a:cs typeface="Trebuchet MS"/>
              </a:rPr>
              <a:t>Testi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b="1" spc="-70" dirty="0">
                <a:solidFill>
                  <a:srgbClr val="FFFFFF"/>
                </a:solidFill>
                <a:latin typeface="Trebuchet MS"/>
                <a:cs typeface="Trebuchet MS"/>
              </a:rPr>
              <a:t>Ünite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Trebuchet MS"/>
                <a:cs typeface="Trebuchet MS"/>
              </a:rPr>
              <a:t>Değerlendirme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95" dirty="0">
                <a:solidFill>
                  <a:srgbClr val="FFFFFF"/>
                </a:solidFill>
                <a:latin typeface="Trebuchet MS"/>
                <a:cs typeface="Trebuchet MS"/>
              </a:rPr>
              <a:t>Testi</a:t>
            </a:r>
            <a:r>
              <a:rPr sz="11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FFFFFF"/>
                </a:solidFill>
                <a:latin typeface="Trebuchet MS"/>
                <a:cs typeface="Trebuchet MS"/>
              </a:rPr>
              <a:t>Analizi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55507" y="2266734"/>
            <a:ext cx="5622925" cy="842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40080" algn="ctr">
              <a:lnSpc>
                <a:spcPts val="2475"/>
              </a:lnSpc>
            </a:pPr>
            <a:r>
              <a:rPr sz="4000" b="1" spc="-990" dirty="0">
                <a:solidFill>
                  <a:srgbClr val="FFFFFF"/>
                </a:solidFill>
                <a:latin typeface="Tahoma"/>
                <a:cs typeface="Tahoma"/>
              </a:rPr>
              <a:t>AÇILAR</a:t>
            </a:r>
            <a:endParaRPr sz="4000">
              <a:latin typeface="Tahoma"/>
              <a:cs typeface="Tahoma"/>
            </a:endParaRPr>
          </a:p>
          <a:p>
            <a:pPr marR="640080" algn="ctr">
              <a:lnSpc>
                <a:spcPts val="4155"/>
              </a:lnSpc>
            </a:pPr>
            <a:r>
              <a:rPr sz="4000" b="1" spc="-990" dirty="0">
                <a:solidFill>
                  <a:srgbClr val="FFFFFF"/>
                </a:solidFill>
                <a:latin typeface="Tahoma"/>
                <a:cs typeface="Tahoma"/>
              </a:rPr>
              <a:t>ALAN</a:t>
            </a:r>
            <a:r>
              <a:rPr sz="4000" b="1" spc="-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spc="-1050" dirty="0">
                <a:solidFill>
                  <a:srgbClr val="FFFFFF"/>
                </a:solidFill>
                <a:latin typeface="Tahoma"/>
                <a:cs typeface="Tahoma"/>
              </a:rPr>
              <a:t>ÖLÇME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 rot="20880000">
            <a:off x="248773" y="1178874"/>
            <a:ext cx="1492618" cy="1016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r>
              <a:rPr sz="8000" spc="-965" dirty="0">
                <a:solidFill>
                  <a:srgbClr val="FFFFFF"/>
                </a:solidFill>
                <a:latin typeface="Tahoma"/>
                <a:cs typeface="Tahoma"/>
              </a:rPr>
              <a:t>5.</a:t>
            </a:r>
            <a:endParaRPr sz="8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 rot="20880000">
            <a:off x="1382358" y="1425467"/>
            <a:ext cx="1425702" cy="45720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0"/>
              </a:spcBef>
            </a:pPr>
            <a:r>
              <a:rPr sz="3600" b="1" i="1" spc="-20" dirty="0">
                <a:solidFill>
                  <a:srgbClr val="FFFFFF"/>
                </a:solidFill>
                <a:latin typeface="Sitka Display"/>
                <a:cs typeface="Sitka Display"/>
              </a:rPr>
              <a:t>ÜNİTE</a:t>
            </a:r>
            <a:endParaRPr sz="3600">
              <a:latin typeface="Sitka Display"/>
              <a:cs typeface="Sitka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72235" cy="10242550"/>
            <a:chOff x="0" y="0"/>
            <a:chExt cx="1372235" cy="102425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332865" cy="10242550"/>
            </a:xfrm>
            <a:custGeom>
              <a:avLst/>
              <a:gdLst/>
              <a:ahLst/>
              <a:cxnLst/>
              <a:rect l="l" t="t" r="r" b="b"/>
              <a:pathLst>
                <a:path w="1332865" h="10242550">
                  <a:moveTo>
                    <a:pt x="1332699" y="0"/>
                  </a:moveTo>
                  <a:lnTo>
                    <a:pt x="0" y="0"/>
                  </a:lnTo>
                  <a:lnTo>
                    <a:pt x="0" y="10242003"/>
                  </a:lnTo>
                  <a:lnTo>
                    <a:pt x="1332699" y="10242003"/>
                  </a:lnTo>
                  <a:lnTo>
                    <a:pt x="1332699" y="0"/>
                  </a:lnTo>
                  <a:close/>
                </a:path>
              </a:pathLst>
            </a:custGeom>
            <a:solidFill>
              <a:srgbClr val="6364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9117" y="2433713"/>
              <a:ext cx="662940" cy="6990715"/>
            </a:xfrm>
            <a:custGeom>
              <a:avLst/>
              <a:gdLst/>
              <a:ahLst/>
              <a:cxnLst/>
              <a:rect l="l" t="t" r="r" b="b"/>
              <a:pathLst>
                <a:path w="662940" h="6990715">
                  <a:moveTo>
                    <a:pt x="662940" y="0"/>
                  </a:moveTo>
                  <a:lnTo>
                    <a:pt x="0" y="0"/>
                  </a:lnTo>
                  <a:lnTo>
                    <a:pt x="0" y="6990588"/>
                  </a:lnTo>
                  <a:lnTo>
                    <a:pt x="662940" y="6990588"/>
                  </a:lnTo>
                  <a:lnTo>
                    <a:pt x="662940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7802" y="2522396"/>
              <a:ext cx="484505" cy="6811009"/>
            </a:xfrm>
            <a:custGeom>
              <a:avLst/>
              <a:gdLst/>
              <a:ahLst/>
              <a:cxnLst/>
              <a:rect l="l" t="t" r="r" b="b"/>
              <a:pathLst>
                <a:path w="484505" h="6811009">
                  <a:moveTo>
                    <a:pt x="331698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6658203"/>
                  </a:lnTo>
                  <a:lnTo>
                    <a:pt x="2381" y="6746309"/>
                  </a:lnTo>
                  <a:lnTo>
                    <a:pt x="19050" y="6791553"/>
                  </a:lnTo>
                  <a:lnTo>
                    <a:pt x="64293" y="6808222"/>
                  </a:lnTo>
                  <a:lnTo>
                    <a:pt x="152400" y="6810603"/>
                  </a:lnTo>
                  <a:lnTo>
                    <a:pt x="331698" y="6810603"/>
                  </a:lnTo>
                  <a:lnTo>
                    <a:pt x="419804" y="6808222"/>
                  </a:lnTo>
                  <a:lnTo>
                    <a:pt x="465048" y="6791553"/>
                  </a:lnTo>
                  <a:lnTo>
                    <a:pt x="481717" y="6746309"/>
                  </a:lnTo>
                  <a:lnTo>
                    <a:pt x="484098" y="6658203"/>
                  </a:lnTo>
                  <a:lnTo>
                    <a:pt x="484098" y="152400"/>
                  </a:lnTo>
                  <a:lnTo>
                    <a:pt x="481717" y="64293"/>
                  </a:lnTo>
                  <a:lnTo>
                    <a:pt x="465048" y="19050"/>
                  </a:lnTo>
                  <a:lnTo>
                    <a:pt x="419804" y="2381"/>
                  </a:lnTo>
                  <a:lnTo>
                    <a:pt x="331698" y="0"/>
                  </a:lnTo>
                  <a:close/>
                </a:path>
              </a:pathLst>
            </a:custGeom>
            <a:solidFill>
              <a:srgbClr val="008D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7048" y="5209390"/>
            <a:ext cx="284480" cy="1419860"/>
          </a:xfrm>
          <a:prstGeom prst="rect">
            <a:avLst/>
          </a:prstGeom>
        </p:spPr>
        <p:txBody>
          <a:bodyPr vert="vert270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160" dirty="0">
                <a:solidFill>
                  <a:srgbClr val="FFFFFF"/>
                </a:solidFill>
                <a:latin typeface="Tahoma"/>
                <a:cs typeface="Tahoma"/>
              </a:rPr>
              <a:t>KAZANIM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600" b="1" spc="-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15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1600" b="1" spc="-3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5102" y="2509696"/>
            <a:ext cx="5610225" cy="6836409"/>
            <a:chOff x="785102" y="2509696"/>
            <a:chExt cx="5610225" cy="6836409"/>
          </a:xfrm>
        </p:grpSpPr>
        <p:sp>
          <p:nvSpPr>
            <p:cNvPr id="8" name="object 8"/>
            <p:cNvSpPr/>
            <p:nvPr/>
          </p:nvSpPr>
          <p:spPr>
            <a:xfrm>
              <a:off x="797802" y="2522396"/>
              <a:ext cx="484505" cy="6811009"/>
            </a:xfrm>
            <a:custGeom>
              <a:avLst/>
              <a:gdLst/>
              <a:ahLst/>
              <a:cxnLst/>
              <a:rect l="l" t="t" r="r" b="b"/>
              <a:pathLst>
                <a:path w="484505" h="6811009">
                  <a:moveTo>
                    <a:pt x="0" y="6658203"/>
                  </a:moveTo>
                  <a:lnTo>
                    <a:pt x="2381" y="6746309"/>
                  </a:lnTo>
                  <a:lnTo>
                    <a:pt x="19050" y="6791553"/>
                  </a:lnTo>
                  <a:lnTo>
                    <a:pt x="64293" y="6808222"/>
                  </a:lnTo>
                  <a:lnTo>
                    <a:pt x="152400" y="6810603"/>
                  </a:lnTo>
                  <a:lnTo>
                    <a:pt x="331698" y="6810603"/>
                  </a:lnTo>
                  <a:lnTo>
                    <a:pt x="419804" y="6808222"/>
                  </a:lnTo>
                  <a:lnTo>
                    <a:pt x="465048" y="6791553"/>
                  </a:lnTo>
                  <a:lnTo>
                    <a:pt x="481717" y="6746309"/>
                  </a:lnTo>
                  <a:lnTo>
                    <a:pt x="484098" y="6658203"/>
                  </a:lnTo>
                  <a:lnTo>
                    <a:pt x="484098" y="152400"/>
                  </a:lnTo>
                  <a:lnTo>
                    <a:pt x="481717" y="64293"/>
                  </a:lnTo>
                  <a:lnTo>
                    <a:pt x="465048" y="19050"/>
                  </a:lnTo>
                  <a:lnTo>
                    <a:pt x="419804" y="2381"/>
                  </a:lnTo>
                  <a:lnTo>
                    <a:pt x="331698" y="0"/>
                  </a:ln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665820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17299" y="2509700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5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400"/>
                  </a:lnTo>
                  <a:lnTo>
                    <a:pt x="4675524" y="64293"/>
                  </a:lnTo>
                  <a:lnTo>
                    <a:pt x="4658855" y="19050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0014" y="2535059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10">
                  <a:moveTo>
                    <a:pt x="4636008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4636008" y="676655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15999" y="2611046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10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400"/>
                  </a:lnTo>
                  <a:lnTo>
                    <a:pt x="4478115" y="64293"/>
                  </a:lnTo>
                  <a:lnTo>
                    <a:pt x="4461446" y="19050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11299" y="2646446"/>
            <a:ext cx="4279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69900">
              <a:lnSpc>
                <a:spcPct val="125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6.3.1.1.</a:t>
            </a:r>
            <a:r>
              <a:rPr sz="900" b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Açıyı,</a:t>
            </a:r>
            <a:r>
              <a:rPr sz="1000" spc="7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başlangıç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noktaları</a:t>
            </a:r>
            <a:r>
              <a:rPr sz="1000" spc="7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aynı</a:t>
            </a:r>
            <a:r>
              <a:rPr sz="1000" spc="7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iki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ışının</a:t>
            </a:r>
            <a:r>
              <a:rPr sz="1000" spc="7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oluşturduğunu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bilir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sembolle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gösterir.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42501" y="2796428"/>
            <a:ext cx="5153025" cy="1322070"/>
            <a:chOff x="1242501" y="2796428"/>
            <a:chExt cx="5153025" cy="1322070"/>
          </a:xfrm>
        </p:grpSpPr>
        <p:sp>
          <p:nvSpPr>
            <p:cNvPr id="14" name="object 14"/>
            <p:cNvSpPr/>
            <p:nvPr/>
          </p:nvSpPr>
          <p:spPr>
            <a:xfrm>
              <a:off x="1305406" y="2845300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937" y="2796428"/>
              <a:ext cx="97739" cy="977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2501" y="2796428"/>
              <a:ext cx="97739" cy="977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17299" y="3400700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5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400"/>
                  </a:lnTo>
                  <a:lnTo>
                    <a:pt x="4675524" y="64293"/>
                  </a:lnTo>
                  <a:lnTo>
                    <a:pt x="4658855" y="19050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40014" y="3426053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10">
                  <a:moveTo>
                    <a:pt x="4636008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4636008" y="676655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15999" y="3502046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10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400"/>
                  </a:lnTo>
                  <a:lnTo>
                    <a:pt x="4478115" y="64293"/>
                  </a:lnTo>
                  <a:lnTo>
                    <a:pt x="4461446" y="19050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11299" y="3670796"/>
            <a:ext cx="18783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6.3.1.2.</a:t>
            </a:r>
            <a:r>
              <a:rPr sz="900" b="1" spc="43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açıya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eş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çizer.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42501" y="3687428"/>
            <a:ext cx="5153025" cy="1322070"/>
            <a:chOff x="1242501" y="3687428"/>
            <a:chExt cx="5153025" cy="1322070"/>
          </a:xfrm>
        </p:grpSpPr>
        <p:sp>
          <p:nvSpPr>
            <p:cNvPr id="22" name="object 22"/>
            <p:cNvSpPr/>
            <p:nvPr/>
          </p:nvSpPr>
          <p:spPr>
            <a:xfrm>
              <a:off x="1305406" y="3736300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937" y="3687428"/>
              <a:ext cx="97739" cy="977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2501" y="3687428"/>
              <a:ext cx="97739" cy="9773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717299" y="4291701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5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400"/>
                  </a:lnTo>
                  <a:lnTo>
                    <a:pt x="4675524" y="64293"/>
                  </a:lnTo>
                  <a:lnTo>
                    <a:pt x="4658855" y="19050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40014" y="4317060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10">
                  <a:moveTo>
                    <a:pt x="4636008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4636008" y="676655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15999" y="4393047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10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400"/>
                  </a:lnTo>
                  <a:lnTo>
                    <a:pt x="4478115" y="64293"/>
                  </a:lnTo>
                  <a:lnTo>
                    <a:pt x="4461446" y="19050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911299" y="4428447"/>
            <a:ext cx="4279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69900">
              <a:lnSpc>
                <a:spcPct val="125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6.3.1.3.</a:t>
            </a:r>
            <a:r>
              <a:rPr sz="900" b="1" spc="2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Komşu,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tümler,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bütünler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ters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açıların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özelliklerini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keşfeder;</a:t>
            </a:r>
            <a:r>
              <a:rPr sz="1000" spc="11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ilgili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problemleri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çözer.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242501" y="4578427"/>
            <a:ext cx="5153025" cy="1322070"/>
            <a:chOff x="1242501" y="4578427"/>
            <a:chExt cx="5153025" cy="1322070"/>
          </a:xfrm>
        </p:grpSpPr>
        <p:sp>
          <p:nvSpPr>
            <p:cNvPr id="30" name="object 30"/>
            <p:cNvSpPr/>
            <p:nvPr/>
          </p:nvSpPr>
          <p:spPr>
            <a:xfrm>
              <a:off x="1305406" y="4627300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8937" y="4578427"/>
              <a:ext cx="97739" cy="977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501" y="4578427"/>
              <a:ext cx="97739" cy="9773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17299" y="5182700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5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400"/>
                  </a:lnTo>
                  <a:lnTo>
                    <a:pt x="4675524" y="64293"/>
                  </a:lnTo>
                  <a:lnTo>
                    <a:pt x="4658855" y="19050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40014" y="5208054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10">
                  <a:moveTo>
                    <a:pt x="4636008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4636008" y="676656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5999" y="5284046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10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400"/>
                  </a:lnTo>
                  <a:lnTo>
                    <a:pt x="4478115" y="64293"/>
                  </a:lnTo>
                  <a:lnTo>
                    <a:pt x="4461446" y="19050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911299" y="5452796"/>
            <a:ext cx="371982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6.3.2.1.</a:t>
            </a:r>
            <a:r>
              <a:rPr sz="900" b="1" spc="4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Üçgenin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bağıntısını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oluşturur,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ilgili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problemleri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çözer.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242501" y="5469428"/>
            <a:ext cx="5153025" cy="1322070"/>
            <a:chOff x="1242501" y="5469428"/>
            <a:chExt cx="5153025" cy="1322070"/>
          </a:xfrm>
        </p:grpSpPr>
        <p:sp>
          <p:nvSpPr>
            <p:cNvPr id="38" name="object 38"/>
            <p:cNvSpPr/>
            <p:nvPr/>
          </p:nvSpPr>
          <p:spPr>
            <a:xfrm>
              <a:off x="1305406" y="5518300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8937" y="5469428"/>
              <a:ext cx="97739" cy="977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501" y="5469428"/>
              <a:ext cx="97739" cy="9773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17299" y="6073700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4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400"/>
                  </a:lnTo>
                  <a:lnTo>
                    <a:pt x="4675524" y="64293"/>
                  </a:lnTo>
                  <a:lnTo>
                    <a:pt x="4658855" y="19050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40014" y="6099061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09">
                  <a:moveTo>
                    <a:pt x="4636008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4636008" y="676656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815999" y="6175046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09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400"/>
                  </a:lnTo>
                  <a:lnTo>
                    <a:pt x="4478115" y="64293"/>
                  </a:lnTo>
                  <a:lnTo>
                    <a:pt x="4461446" y="19050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911299" y="6343796"/>
            <a:ext cx="40728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6.3.2.2.</a:t>
            </a:r>
            <a:r>
              <a:rPr sz="900" b="1" spc="4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Paralelkenarın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bağıntısını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oluşturur,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ilgili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problemleri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çözer.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42501" y="6360428"/>
            <a:ext cx="5153025" cy="1322070"/>
            <a:chOff x="1242501" y="6360428"/>
            <a:chExt cx="5153025" cy="1322070"/>
          </a:xfrm>
        </p:grpSpPr>
        <p:sp>
          <p:nvSpPr>
            <p:cNvPr id="46" name="object 46"/>
            <p:cNvSpPr/>
            <p:nvPr/>
          </p:nvSpPr>
          <p:spPr>
            <a:xfrm>
              <a:off x="1305406" y="6409300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8937" y="6360428"/>
              <a:ext cx="97739" cy="9773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501" y="6360428"/>
              <a:ext cx="97739" cy="9773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717299" y="6964700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4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400"/>
                  </a:lnTo>
                  <a:lnTo>
                    <a:pt x="4675524" y="64293"/>
                  </a:lnTo>
                  <a:lnTo>
                    <a:pt x="4658855" y="19050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740014" y="6990055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09">
                  <a:moveTo>
                    <a:pt x="4636008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4636008" y="676656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15999" y="7066046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09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49"/>
                  </a:lnTo>
                  <a:lnTo>
                    <a:pt x="2381" y="64293"/>
                  </a:lnTo>
                  <a:lnTo>
                    <a:pt x="0" y="152399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399"/>
                  </a:lnTo>
                  <a:lnTo>
                    <a:pt x="4478115" y="64293"/>
                  </a:lnTo>
                  <a:lnTo>
                    <a:pt x="4461446" y="19049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911299" y="7101446"/>
            <a:ext cx="4279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69900">
              <a:lnSpc>
                <a:spcPct val="125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6.3.2.3.</a:t>
            </a:r>
            <a:r>
              <a:rPr sz="900" b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ölçme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birimlerini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tanır,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m²–km²,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icrosoft Sans Serif"/>
                <a:cs typeface="Microsoft Sans Serif"/>
              </a:rPr>
              <a:t>m²–cm²–mm²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birimlerini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birbiri-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ne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dönüştürür.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242501" y="7251428"/>
            <a:ext cx="5153025" cy="1322070"/>
            <a:chOff x="1242501" y="7251428"/>
            <a:chExt cx="5153025" cy="1322070"/>
          </a:xfrm>
        </p:grpSpPr>
        <p:sp>
          <p:nvSpPr>
            <p:cNvPr id="54" name="object 54"/>
            <p:cNvSpPr/>
            <p:nvPr/>
          </p:nvSpPr>
          <p:spPr>
            <a:xfrm>
              <a:off x="1305406" y="7300300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8937" y="7251428"/>
              <a:ext cx="97739" cy="9773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501" y="7251428"/>
              <a:ext cx="97739" cy="9773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717299" y="7855701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4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49"/>
                  </a:lnTo>
                  <a:lnTo>
                    <a:pt x="2381" y="64293"/>
                  </a:lnTo>
                  <a:lnTo>
                    <a:pt x="0" y="152399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399"/>
                  </a:lnTo>
                  <a:lnTo>
                    <a:pt x="4675524" y="64293"/>
                  </a:lnTo>
                  <a:lnTo>
                    <a:pt x="4658855" y="19049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40014" y="7881061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09">
                  <a:moveTo>
                    <a:pt x="4636008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4636008" y="676655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815999" y="7957045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09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400"/>
                  </a:lnTo>
                  <a:lnTo>
                    <a:pt x="4478115" y="64293"/>
                  </a:lnTo>
                  <a:lnTo>
                    <a:pt x="4461446" y="19050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911299" y="7992447"/>
            <a:ext cx="4279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69900">
              <a:lnSpc>
                <a:spcPct val="125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6.3.2.4.</a:t>
            </a:r>
            <a:r>
              <a:rPr sz="900" b="1" spc="2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Arazi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ölçme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birimlerini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tanır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ve standart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ölçme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birimleriyle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ilişki-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lendirir.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242501" y="8142428"/>
            <a:ext cx="5153025" cy="1322070"/>
            <a:chOff x="1242501" y="8142428"/>
            <a:chExt cx="5153025" cy="1322070"/>
          </a:xfrm>
        </p:grpSpPr>
        <p:sp>
          <p:nvSpPr>
            <p:cNvPr id="62" name="object 62"/>
            <p:cNvSpPr/>
            <p:nvPr/>
          </p:nvSpPr>
          <p:spPr>
            <a:xfrm>
              <a:off x="1305406" y="8191300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8937" y="8142428"/>
              <a:ext cx="97739" cy="9773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501" y="8142428"/>
              <a:ext cx="97739" cy="9773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717299" y="8746699"/>
              <a:ext cx="4678045" cy="718185"/>
            </a:xfrm>
            <a:custGeom>
              <a:avLst/>
              <a:gdLst/>
              <a:ahLst/>
              <a:cxnLst/>
              <a:rect l="l" t="t" r="r" b="b"/>
              <a:pathLst>
                <a:path w="4678045" h="718184">
                  <a:moveTo>
                    <a:pt x="4525505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565200"/>
                  </a:lnTo>
                  <a:lnTo>
                    <a:pt x="2381" y="653307"/>
                  </a:lnTo>
                  <a:lnTo>
                    <a:pt x="19050" y="698550"/>
                  </a:lnTo>
                  <a:lnTo>
                    <a:pt x="64293" y="715219"/>
                  </a:lnTo>
                  <a:lnTo>
                    <a:pt x="152400" y="717600"/>
                  </a:lnTo>
                  <a:lnTo>
                    <a:pt x="4525505" y="717600"/>
                  </a:lnTo>
                  <a:lnTo>
                    <a:pt x="4613611" y="715219"/>
                  </a:lnTo>
                  <a:lnTo>
                    <a:pt x="4658855" y="698550"/>
                  </a:lnTo>
                  <a:lnTo>
                    <a:pt x="4675524" y="653307"/>
                  </a:lnTo>
                  <a:lnTo>
                    <a:pt x="4677905" y="565200"/>
                  </a:lnTo>
                  <a:lnTo>
                    <a:pt x="4677905" y="152400"/>
                  </a:lnTo>
                  <a:lnTo>
                    <a:pt x="4675524" y="64293"/>
                  </a:lnTo>
                  <a:lnTo>
                    <a:pt x="4658855" y="19050"/>
                  </a:lnTo>
                  <a:lnTo>
                    <a:pt x="4613611" y="2381"/>
                  </a:lnTo>
                  <a:lnTo>
                    <a:pt x="4525505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40014" y="8772055"/>
              <a:ext cx="4636135" cy="676910"/>
            </a:xfrm>
            <a:custGeom>
              <a:avLst/>
              <a:gdLst/>
              <a:ahLst/>
              <a:cxnLst/>
              <a:rect l="l" t="t" r="r" b="b"/>
              <a:pathLst>
                <a:path w="4636135" h="676909">
                  <a:moveTo>
                    <a:pt x="4636008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4636008" y="676656"/>
                  </a:lnTo>
                  <a:lnTo>
                    <a:pt x="4636008" y="0"/>
                  </a:lnTo>
                  <a:close/>
                </a:path>
              </a:pathLst>
            </a:custGeom>
            <a:solidFill>
              <a:srgbClr val="231F20">
                <a:alpha val="7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815999" y="8848045"/>
              <a:ext cx="4480560" cy="524510"/>
            </a:xfrm>
            <a:custGeom>
              <a:avLst/>
              <a:gdLst/>
              <a:ahLst/>
              <a:cxnLst/>
              <a:rect l="l" t="t" r="r" b="b"/>
              <a:pathLst>
                <a:path w="4480560" h="524509">
                  <a:moveTo>
                    <a:pt x="4328096" y="0"/>
                  </a:moveTo>
                  <a:lnTo>
                    <a:pt x="152400" y="0"/>
                  </a:lnTo>
                  <a:lnTo>
                    <a:pt x="64293" y="2381"/>
                  </a:lnTo>
                  <a:lnTo>
                    <a:pt x="19050" y="19050"/>
                  </a:lnTo>
                  <a:lnTo>
                    <a:pt x="2381" y="64293"/>
                  </a:lnTo>
                  <a:lnTo>
                    <a:pt x="0" y="152400"/>
                  </a:lnTo>
                  <a:lnTo>
                    <a:pt x="0" y="372046"/>
                  </a:lnTo>
                  <a:lnTo>
                    <a:pt x="2381" y="460152"/>
                  </a:lnTo>
                  <a:lnTo>
                    <a:pt x="19050" y="505396"/>
                  </a:lnTo>
                  <a:lnTo>
                    <a:pt x="64293" y="522065"/>
                  </a:lnTo>
                  <a:lnTo>
                    <a:pt x="152400" y="524446"/>
                  </a:lnTo>
                  <a:lnTo>
                    <a:pt x="4328096" y="524446"/>
                  </a:lnTo>
                  <a:lnTo>
                    <a:pt x="4416202" y="522065"/>
                  </a:lnTo>
                  <a:lnTo>
                    <a:pt x="4461446" y="505396"/>
                  </a:lnTo>
                  <a:lnTo>
                    <a:pt x="4478115" y="460152"/>
                  </a:lnTo>
                  <a:lnTo>
                    <a:pt x="4480496" y="372046"/>
                  </a:lnTo>
                  <a:lnTo>
                    <a:pt x="4480496" y="152400"/>
                  </a:lnTo>
                  <a:lnTo>
                    <a:pt x="4478115" y="64293"/>
                  </a:lnTo>
                  <a:lnTo>
                    <a:pt x="4461446" y="19050"/>
                  </a:lnTo>
                  <a:lnTo>
                    <a:pt x="4416202" y="2381"/>
                  </a:lnTo>
                  <a:lnTo>
                    <a:pt x="4328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911299" y="9016796"/>
            <a:ext cx="22028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6.3.2.5.</a:t>
            </a:r>
            <a:r>
              <a:rPr sz="900" b="1" spc="43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Alan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ilgili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problemleri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çözer.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242501" y="9033427"/>
            <a:ext cx="514350" cy="97790"/>
            <a:chOff x="1242501" y="9033427"/>
            <a:chExt cx="514350" cy="97790"/>
          </a:xfrm>
        </p:grpSpPr>
        <p:sp>
          <p:nvSpPr>
            <p:cNvPr id="70" name="object 70"/>
            <p:cNvSpPr/>
            <p:nvPr/>
          </p:nvSpPr>
          <p:spPr>
            <a:xfrm>
              <a:off x="1305406" y="9082299"/>
              <a:ext cx="416559" cy="0"/>
            </a:xfrm>
            <a:custGeom>
              <a:avLst/>
              <a:gdLst/>
              <a:ahLst/>
              <a:cxnLst/>
              <a:rect l="l" t="t" r="r" b="b"/>
              <a:pathLst>
                <a:path w="416560">
                  <a:moveTo>
                    <a:pt x="416432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859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8937" y="9033427"/>
              <a:ext cx="97739" cy="9773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501" y="9033427"/>
              <a:ext cx="97739" cy="977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2513" y="9857137"/>
            <a:ext cx="829944" cy="0"/>
          </a:xfrm>
          <a:custGeom>
            <a:avLst/>
            <a:gdLst/>
            <a:ahLst/>
            <a:cxnLst/>
            <a:rect l="l" t="t" r="r" b="b"/>
            <a:pathLst>
              <a:path w="829945">
                <a:moveTo>
                  <a:pt x="0" y="0"/>
                </a:moveTo>
                <a:lnTo>
                  <a:pt x="82955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79813" y="9722712"/>
            <a:ext cx="7283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18075" y="312760"/>
            <a:ext cx="1340485" cy="728980"/>
            <a:chOff x="6118075" y="312760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6121250" y="315935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5" h="722630">
                  <a:moveTo>
                    <a:pt x="0" y="90614"/>
                  </a:moveTo>
                  <a:lnTo>
                    <a:pt x="87807" y="587400"/>
                  </a:lnTo>
                  <a:lnTo>
                    <a:pt x="1117688" y="722566"/>
                  </a:lnTo>
                  <a:lnTo>
                    <a:pt x="1231201" y="0"/>
                  </a:lnTo>
                  <a:lnTo>
                    <a:pt x="0" y="90614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9738" y="327572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0" y="0"/>
                  </a:moveTo>
                  <a:lnTo>
                    <a:pt x="93141" y="659942"/>
                  </a:lnTo>
                  <a:lnTo>
                    <a:pt x="1141641" y="659942"/>
                  </a:lnTo>
                  <a:lnTo>
                    <a:pt x="1215739" y="139104"/>
                  </a:lnTo>
                  <a:lnTo>
                    <a:pt x="1229461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C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41475" y="327572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109156" y="0"/>
                  </a:moveTo>
                  <a:lnTo>
                    <a:pt x="0" y="694702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91260" y="736734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4" h="218440">
                  <a:moveTo>
                    <a:pt x="1067206" y="0"/>
                  </a:moveTo>
                  <a:lnTo>
                    <a:pt x="0" y="24485"/>
                  </a:lnTo>
                  <a:lnTo>
                    <a:pt x="95618" y="198246"/>
                  </a:lnTo>
                  <a:lnTo>
                    <a:pt x="980846" y="217817"/>
                  </a:lnTo>
                  <a:lnTo>
                    <a:pt x="1067206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63169" y="910434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79" h="95884">
                  <a:moveTo>
                    <a:pt x="0" y="0"/>
                  </a:moveTo>
                  <a:lnTo>
                    <a:pt x="728421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174819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172089" y="0"/>
                </a:moveTo>
                <a:lnTo>
                  <a:pt x="0" y="702002"/>
                </a:lnTo>
                <a:lnTo>
                  <a:pt x="206088" y="702002"/>
                </a:lnTo>
                <a:lnTo>
                  <a:pt x="379861" y="119240"/>
                </a:lnTo>
                <a:lnTo>
                  <a:pt x="172089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58264" y="9677550"/>
            <a:ext cx="21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b="1" spc="-82" baseline="-11904" dirty="0">
                <a:solidFill>
                  <a:srgbClr val="797A7D"/>
                </a:solidFill>
                <a:latin typeface="Trebuchet MS"/>
                <a:cs typeface="Trebuchet MS"/>
              </a:rPr>
              <a:t>.</a:t>
            </a:r>
            <a:r>
              <a:rPr sz="1050" b="1" spc="-37" baseline="-11904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441" y="9637093"/>
            <a:ext cx="616270" cy="18796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78760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99036" y="267261"/>
            <a:ext cx="46037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>
              <a:lnSpc>
                <a:spcPts val="3525"/>
              </a:lnSpc>
              <a:spcBef>
                <a:spcPts val="100"/>
              </a:spcBef>
            </a:pPr>
            <a:r>
              <a:rPr sz="3000" spc="-320" dirty="0">
                <a:solidFill>
                  <a:srgbClr val="FFFFFF"/>
                </a:solidFill>
                <a:latin typeface="Tahoma"/>
                <a:cs typeface="Tahoma"/>
              </a:rPr>
              <a:t>1.</a:t>
            </a:r>
            <a:endParaRPr sz="3000">
              <a:latin typeface="Tahoma"/>
              <a:cs typeface="Tahoma"/>
            </a:endParaRPr>
          </a:p>
          <a:p>
            <a:pPr marL="12700">
              <a:lnSpc>
                <a:spcPts val="1725"/>
              </a:lnSpc>
            </a:pPr>
            <a:r>
              <a:rPr sz="1500" b="1" spc="-13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500" b="1" spc="-114" dirty="0">
                <a:solidFill>
                  <a:srgbClr val="FFFFFF"/>
                </a:solidFill>
                <a:latin typeface="Tahoma"/>
                <a:cs typeface="Tahoma"/>
              </a:rPr>
              <a:t>onu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9300" y="7084154"/>
            <a:ext cx="6716395" cy="431800"/>
            <a:chOff x="519300" y="7084154"/>
            <a:chExt cx="6716395" cy="431800"/>
          </a:xfrm>
        </p:grpSpPr>
        <p:sp>
          <p:nvSpPr>
            <p:cNvPr id="16" name="object 16"/>
            <p:cNvSpPr/>
            <p:nvPr/>
          </p:nvSpPr>
          <p:spPr>
            <a:xfrm>
              <a:off x="525650" y="7509600"/>
              <a:ext cx="6703695" cy="0"/>
            </a:xfrm>
            <a:custGeom>
              <a:avLst/>
              <a:gdLst/>
              <a:ahLst/>
              <a:cxnLst/>
              <a:rect l="l" t="t" r="r" b="b"/>
              <a:pathLst>
                <a:path w="6703695">
                  <a:moveTo>
                    <a:pt x="0" y="0"/>
                  </a:moveTo>
                  <a:lnTo>
                    <a:pt x="6703199" y="0"/>
                  </a:lnTo>
                </a:path>
              </a:pathLst>
            </a:custGeom>
            <a:ln w="12700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7520" y="708859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20578" y="708859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66683" y="7234181"/>
            <a:ext cx="483870" cy="25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19"/>
              </a:lnSpc>
              <a:spcBef>
                <a:spcPts val="100"/>
              </a:spcBef>
            </a:pPr>
            <a:r>
              <a:rPr sz="1200" i="1" spc="-37" baseline="6944" dirty="0">
                <a:solidFill>
                  <a:srgbClr val="F15A29"/>
                </a:solidFill>
                <a:latin typeface="Trebuchet MS"/>
                <a:cs typeface="Trebuchet MS"/>
              </a:rPr>
              <a:t>DÜ</a:t>
            </a:r>
            <a:r>
              <a:rPr sz="1200" i="1" spc="-419" baseline="6944" dirty="0">
                <a:solidFill>
                  <a:srgbClr val="F15A29"/>
                </a:solidFill>
                <a:latin typeface="Trebuchet MS"/>
                <a:cs typeface="Trebuchet MS"/>
              </a:rPr>
              <a:t>S</a:t>
            </a:r>
            <a:r>
              <a:rPr sz="800" i="1" spc="-105" dirty="0">
                <a:solidFill>
                  <a:srgbClr val="F15A29"/>
                </a:solidFill>
                <a:latin typeface="Trebuchet MS"/>
                <a:cs typeface="Trebuchet MS"/>
              </a:rPr>
              <a:t>,</a:t>
            </a:r>
            <a:r>
              <a:rPr sz="800" i="1" spc="-25" dirty="0">
                <a:solidFill>
                  <a:srgbClr val="F15A29"/>
                </a:solidFill>
                <a:latin typeface="Trebuchet MS"/>
                <a:cs typeface="Trebuchet MS"/>
              </a:rPr>
              <a:t> </a:t>
            </a:r>
            <a:r>
              <a:rPr sz="1200" i="1" spc="22" baseline="6944" dirty="0">
                <a:solidFill>
                  <a:srgbClr val="F15A29"/>
                </a:solidFill>
                <a:latin typeface="Trebuchet MS"/>
                <a:cs typeface="Trebuchet MS"/>
              </a:rPr>
              <a:t>ün,</a:t>
            </a:r>
            <a:endParaRPr sz="1200" baseline="6944">
              <a:latin typeface="Trebuchet MS"/>
              <a:cs typeface="Trebuchet MS"/>
            </a:endParaRPr>
          </a:p>
          <a:p>
            <a:pPr marL="12700">
              <a:lnSpc>
                <a:spcPts val="919"/>
              </a:lnSpc>
            </a:pPr>
            <a:r>
              <a:rPr sz="800" i="1" spc="95" dirty="0">
                <a:solidFill>
                  <a:srgbClr val="F15A29"/>
                </a:solidFill>
                <a:latin typeface="Trebuchet MS"/>
                <a:cs typeface="Trebuchet MS"/>
              </a:rPr>
              <a:t>yorumla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4649" y="7120350"/>
            <a:ext cx="328930" cy="346710"/>
            <a:chOff x="534649" y="7120350"/>
            <a:chExt cx="328930" cy="346710"/>
          </a:xfrm>
        </p:grpSpPr>
        <p:sp>
          <p:nvSpPr>
            <p:cNvPr id="21" name="object 21"/>
            <p:cNvSpPr/>
            <p:nvPr/>
          </p:nvSpPr>
          <p:spPr>
            <a:xfrm>
              <a:off x="699846" y="7301154"/>
              <a:ext cx="28575" cy="96520"/>
            </a:xfrm>
            <a:custGeom>
              <a:avLst/>
              <a:gdLst/>
              <a:ahLst/>
              <a:cxnLst/>
              <a:rect l="l" t="t" r="r" b="b"/>
              <a:pathLst>
                <a:path w="28575" h="96520">
                  <a:moveTo>
                    <a:pt x="28067" y="85801"/>
                  </a:moveTo>
                  <a:lnTo>
                    <a:pt x="22059" y="21386"/>
                  </a:lnTo>
                  <a:lnTo>
                    <a:pt x="23329" y="22352"/>
                  </a:lnTo>
                  <a:lnTo>
                    <a:pt x="26301" y="18580"/>
                  </a:lnTo>
                  <a:lnTo>
                    <a:pt x="26733" y="18034"/>
                  </a:lnTo>
                  <a:lnTo>
                    <a:pt x="24866" y="5410"/>
                  </a:lnTo>
                  <a:lnTo>
                    <a:pt x="18084" y="0"/>
                  </a:lnTo>
                  <a:lnTo>
                    <a:pt x="7581" y="4673"/>
                  </a:lnTo>
                  <a:lnTo>
                    <a:pt x="5473" y="9042"/>
                  </a:lnTo>
                  <a:lnTo>
                    <a:pt x="8077" y="21920"/>
                  </a:lnTo>
                  <a:lnTo>
                    <a:pt x="9067" y="21374"/>
                  </a:lnTo>
                  <a:lnTo>
                    <a:pt x="0" y="85585"/>
                  </a:lnTo>
                  <a:lnTo>
                    <a:pt x="14833" y="96202"/>
                  </a:lnTo>
                  <a:lnTo>
                    <a:pt x="28067" y="85801"/>
                  </a:lnTo>
                  <a:close/>
                </a:path>
              </a:pathLst>
            </a:custGeom>
            <a:solidFill>
              <a:srgbClr val="EC2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591" y="7171296"/>
              <a:ext cx="196850" cy="139700"/>
            </a:xfrm>
            <a:custGeom>
              <a:avLst/>
              <a:gdLst/>
              <a:ahLst/>
              <a:cxnLst/>
              <a:rect l="l" t="t" r="r" b="b"/>
              <a:pathLst>
                <a:path w="196850" h="139700">
                  <a:moveTo>
                    <a:pt x="65417" y="130289"/>
                  </a:moveTo>
                  <a:lnTo>
                    <a:pt x="35496" y="89446"/>
                  </a:lnTo>
                  <a:lnTo>
                    <a:pt x="19392" y="86474"/>
                  </a:lnTo>
                  <a:lnTo>
                    <a:pt x="17132" y="86474"/>
                  </a:lnTo>
                  <a:lnTo>
                    <a:pt x="14833" y="86639"/>
                  </a:lnTo>
                  <a:lnTo>
                    <a:pt x="8115" y="87655"/>
                  </a:lnTo>
                  <a:lnTo>
                    <a:pt x="3911" y="88963"/>
                  </a:lnTo>
                  <a:lnTo>
                    <a:pt x="0" y="90792"/>
                  </a:lnTo>
                  <a:lnTo>
                    <a:pt x="12725" y="100114"/>
                  </a:lnTo>
                  <a:lnTo>
                    <a:pt x="16116" y="99517"/>
                  </a:lnTo>
                  <a:lnTo>
                    <a:pt x="19392" y="99390"/>
                  </a:lnTo>
                  <a:lnTo>
                    <a:pt x="51943" y="127482"/>
                  </a:lnTo>
                  <a:lnTo>
                    <a:pt x="52082" y="128866"/>
                  </a:lnTo>
                  <a:lnTo>
                    <a:pt x="62458" y="136474"/>
                  </a:lnTo>
                  <a:lnTo>
                    <a:pt x="63766" y="138036"/>
                  </a:lnTo>
                  <a:lnTo>
                    <a:pt x="64655" y="139573"/>
                  </a:lnTo>
                  <a:lnTo>
                    <a:pt x="65379" y="135001"/>
                  </a:lnTo>
                  <a:lnTo>
                    <a:pt x="65417" y="130289"/>
                  </a:lnTo>
                  <a:close/>
                </a:path>
                <a:path w="196850" h="139700">
                  <a:moveTo>
                    <a:pt x="129451" y="39230"/>
                  </a:moveTo>
                  <a:lnTo>
                    <a:pt x="127863" y="34315"/>
                  </a:lnTo>
                  <a:lnTo>
                    <a:pt x="122770" y="18440"/>
                  </a:lnTo>
                  <a:lnTo>
                    <a:pt x="117830" y="15621"/>
                  </a:lnTo>
                  <a:lnTo>
                    <a:pt x="108000" y="18783"/>
                  </a:lnTo>
                  <a:lnTo>
                    <a:pt x="105613" y="23952"/>
                  </a:lnTo>
                  <a:lnTo>
                    <a:pt x="112293" y="44742"/>
                  </a:lnTo>
                  <a:lnTo>
                    <a:pt x="117221" y="47548"/>
                  </a:lnTo>
                  <a:lnTo>
                    <a:pt x="127076" y="44386"/>
                  </a:lnTo>
                  <a:lnTo>
                    <a:pt x="129451" y="39230"/>
                  </a:lnTo>
                  <a:close/>
                </a:path>
                <a:path w="196850" h="139700">
                  <a:moveTo>
                    <a:pt x="196646" y="23596"/>
                  </a:moveTo>
                  <a:lnTo>
                    <a:pt x="191541" y="7721"/>
                  </a:lnTo>
                  <a:lnTo>
                    <a:pt x="189966" y="2794"/>
                  </a:lnTo>
                  <a:lnTo>
                    <a:pt x="185026" y="0"/>
                  </a:lnTo>
                  <a:lnTo>
                    <a:pt x="175196" y="3162"/>
                  </a:lnTo>
                  <a:lnTo>
                    <a:pt x="172808" y="8305"/>
                  </a:lnTo>
                  <a:lnTo>
                    <a:pt x="179501" y="29108"/>
                  </a:lnTo>
                  <a:lnTo>
                    <a:pt x="184416" y="31902"/>
                  </a:lnTo>
                  <a:lnTo>
                    <a:pt x="194271" y="28740"/>
                  </a:lnTo>
                  <a:lnTo>
                    <a:pt x="196646" y="2359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6104" y="7340105"/>
              <a:ext cx="140970" cy="113664"/>
            </a:xfrm>
            <a:custGeom>
              <a:avLst/>
              <a:gdLst/>
              <a:ahLst/>
              <a:cxnLst/>
              <a:rect l="l" t="t" r="r" b="b"/>
              <a:pathLst>
                <a:path w="140969" h="113665">
                  <a:moveTo>
                    <a:pt x="140614" y="0"/>
                  </a:moveTo>
                  <a:lnTo>
                    <a:pt x="51231" y="431"/>
                  </a:lnTo>
                  <a:lnTo>
                    <a:pt x="0" y="112560"/>
                  </a:lnTo>
                  <a:lnTo>
                    <a:pt x="89407" y="113322"/>
                  </a:lnTo>
                  <a:lnTo>
                    <a:pt x="100990" y="87706"/>
                  </a:lnTo>
                  <a:lnTo>
                    <a:pt x="95415" y="84366"/>
                  </a:lnTo>
                  <a:lnTo>
                    <a:pt x="90982" y="79362"/>
                  </a:lnTo>
                  <a:lnTo>
                    <a:pt x="88366" y="73088"/>
                  </a:lnTo>
                  <a:lnTo>
                    <a:pt x="85946" y="63647"/>
                  </a:lnTo>
                  <a:lnTo>
                    <a:pt x="86271" y="53865"/>
                  </a:lnTo>
                  <a:lnTo>
                    <a:pt x="111659" y="23655"/>
                  </a:lnTo>
                  <a:lnTo>
                    <a:pt x="118236" y="22860"/>
                  </a:lnTo>
                  <a:lnTo>
                    <a:pt x="122021" y="22860"/>
                  </a:lnTo>
                  <a:lnTo>
                    <a:pt x="125768" y="23647"/>
                  </a:lnTo>
                  <a:lnTo>
                    <a:pt x="129286" y="25082"/>
                  </a:lnTo>
                  <a:lnTo>
                    <a:pt x="140614" y="0"/>
                  </a:lnTo>
                  <a:close/>
                </a:path>
              </a:pathLst>
            </a:custGeom>
            <a:solidFill>
              <a:srgbClr val="769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4649" y="7255001"/>
              <a:ext cx="43815" cy="41275"/>
            </a:xfrm>
            <a:custGeom>
              <a:avLst/>
              <a:gdLst/>
              <a:ahLst/>
              <a:cxnLst/>
              <a:rect l="l" t="t" r="r" b="b"/>
              <a:pathLst>
                <a:path w="43815" h="41275">
                  <a:moveTo>
                    <a:pt x="12611" y="0"/>
                  </a:moveTo>
                  <a:lnTo>
                    <a:pt x="4038" y="11938"/>
                  </a:lnTo>
                  <a:lnTo>
                    <a:pt x="0" y="17272"/>
                  </a:lnTo>
                  <a:lnTo>
                    <a:pt x="1142" y="25120"/>
                  </a:lnTo>
                  <a:lnTo>
                    <a:pt x="3759" y="27419"/>
                  </a:lnTo>
                  <a:lnTo>
                    <a:pt x="18135" y="37973"/>
                  </a:lnTo>
                  <a:lnTo>
                    <a:pt x="21869" y="40716"/>
                  </a:lnTo>
                  <a:lnTo>
                    <a:pt x="20015" y="38404"/>
                  </a:lnTo>
                  <a:lnTo>
                    <a:pt x="19761" y="35115"/>
                  </a:lnTo>
                  <a:lnTo>
                    <a:pt x="25679" y="25869"/>
                  </a:lnTo>
                  <a:lnTo>
                    <a:pt x="29921" y="19050"/>
                  </a:lnTo>
                  <a:lnTo>
                    <a:pt x="37909" y="14808"/>
                  </a:lnTo>
                  <a:lnTo>
                    <a:pt x="41262" y="15786"/>
                  </a:lnTo>
                  <a:lnTo>
                    <a:pt x="43599" y="17081"/>
                  </a:lnTo>
                  <a:lnTo>
                    <a:pt x="22986" y="1968"/>
                  </a:lnTo>
                  <a:lnTo>
                    <a:pt x="21297" y="1257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FC3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4415" y="7269806"/>
              <a:ext cx="76200" cy="62865"/>
            </a:xfrm>
            <a:custGeom>
              <a:avLst/>
              <a:gdLst/>
              <a:ahLst/>
              <a:cxnLst/>
              <a:rect l="l" t="t" r="r" b="b"/>
              <a:pathLst>
                <a:path w="76200" h="62865">
                  <a:moveTo>
                    <a:pt x="18135" y="0"/>
                  </a:moveTo>
                  <a:lnTo>
                    <a:pt x="10147" y="4241"/>
                  </a:lnTo>
                  <a:lnTo>
                    <a:pt x="0" y="20320"/>
                  </a:lnTo>
                  <a:lnTo>
                    <a:pt x="254" y="23596"/>
                  </a:lnTo>
                  <a:lnTo>
                    <a:pt x="2908" y="26835"/>
                  </a:lnTo>
                  <a:lnTo>
                    <a:pt x="51371" y="62407"/>
                  </a:lnTo>
                  <a:lnTo>
                    <a:pt x="50939" y="61366"/>
                  </a:lnTo>
                  <a:lnTo>
                    <a:pt x="49555" y="56883"/>
                  </a:lnTo>
                  <a:lnTo>
                    <a:pt x="51816" y="47752"/>
                  </a:lnTo>
                  <a:lnTo>
                    <a:pt x="60502" y="37604"/>
                  </a:lnTo>
                  <a:lnTo>
                    <a:pt x="63995" y="37871"/>
                  </a:lnTo>
                  <a:lnTo>
                    <a:pt x="70827" y="36779"/>
                  </a:lnTo>
                  <a:lnTo>
                    <a:pt x="72136" y="37477"/>
                  </a:lnTo>
                  <a:lnTo>
                    <a:pt x="73799" y="40005"/>
                  </a:lnTo>
                  <a:lnTo>
                    <a:pt x="76047" y="44018"/>
                  </a:lnTo>
                  <a:lnTo>
                    <a:pt x="75399" y="42062"/>
                  </a:lnTo>
                  <a:lnTo>
                    <a:pt x="73939" y="39522"/>
                  </a:lnTo>
                  <a:lnTo>
                    <a:pt x="72631" y="37960"/>
                  </a:lnTo>
                  <a:lnTo>
                    <a:pt x="70650" y="36512"/>
                  </a:lnTo>
                  <a:lnTo>
                    <a:pt x="23825" y="2286"/>
                  </a:lnTo>
                  <a:lnTo>
                    <a:pt x="21501" y="977"/>
                  </a:lnTo>
                  <a:lnTo>
                    <a:pt x="18135" y="0"/>
                  </a:lnTo>
                  <a:close/>
                </a:path>
              </a:pathLst>
            </a:custGeom>
            <a:solidFill>
              <a:srgbClr val="CF26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3971" y="7306591"/>
              <a:ext cx="31115" cy="31750"/>
            </a:xfrm>
            <a:custGeom>
              <a:avLst/>
              <a:gdLst/>
              <a:ahLst/>
              <a:cxnLst/>
              <a:rect l="l" t="t" r="r" b="b"/>
              <a:pathLst>
                <a:path w="31115" h="31750">
                  <a:moveTo>
                    <a:pt x="21272" y="0"/>
                  </a:moveTo>
                  <a:lnTo>
                    <a:pt x="14439" y="1092"/>
                  </a:lnTo>
                  <a:lnTo>
                    <a:pt x="10947" y="825"/>
                  </a:lnTo>
                  <a:lnTo>
                    <a:pt x="2260" y="10960"/>
                  </a:lnTo>
                  <a:lnTo>
                    <a:pt x="0" y="20091"/>
                  </a:lnTo>
                  <a:lnTo>
                    <a:pt x="1511" y="24993"/>
                  </a:lnTo>
                  <a:lnTo>
                    <a:pt x="2578" y="27050"/>
                  </a:lnTo>
                  <a:lnTo>
                    <a:pt x="3759" y="27444"/>
                  </a:lnTo>
                  <a:lnTo>
                    <a:pt x="20091" y="31749"/>
                  </a:lnTo>
                  <a:lnTo>
                    <a:pt x="19215" y="24828"/>
                  </a:lnTo>
                  <a:lnTo>
                    <a:pt x="24764" y="17691"/>
                  </a:lnTo>
                  <a:lnTo>
                    <a:pt x="30746" y="14795"/>
                  </a:lnTo>
                  <a:lnTo>
                    <a:pt x="24244" y="3225"/>
                  </a:lnTo>
                  <a:lnTo>
                    <a:pt x="22580" y="698"/>
                  </a:lnTo>
                  <a:lnTo>
                    <a:pt x="21272" y="0"/>
                  </a:lnTo>
                  <a:close/>
                </a:path>
              </a:pathLst>
            </a:custGeom>
            <a:solidFill>
              <a:srgbClr val="BA7D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8138" y="7120350"/>
              <a:ext cx="325755" cy="346710"/>
            </a:xfrm>
            <a:custGeom>
              <a:avLst/>
              <a:gdLst/>
              <a:ahLst/>
              <a:cxnLst/>
              <a:rect l="l" t="t" r="r" b="b"/>
              <a:pathLst>
                <a:path w="325755" h="346709">
                  <a:moveTo>
                    <a:pt x="139730" y="293458"/>
                  </a:moveTo>
                  <a:lnTo>
                    <a:pt x="126354" y="293458"/>
                  </a:lnTo>
                  <a:lnTo>
                    <a:pt x="125600" y="300922"/>
                  </a:lnTo>
                  <a:lnTo>
                    <a:pt x="124966" y="307955"/>
                  </a:lnTo>
                  <a:lnTo>
                    <a:pt x="124400" y="315308"/>
                  </a:lnTo>
                  <a:lnTo>
                    <a:pt x="123750" y="325958"/>
                  </a:lnTo>
                  <a:lnTo>
                    <a:pt x="126049" y="328841"/>
                  </a:lnTo>
                  <a:lnTo>
                    <a:pt x="140260" y="331292"/>
                  </a:lnTo>
                  <a:lnTo>
                    <a:pt x="153595" y="332663"/>
                  </a:lnTo>
                  <a:lnTo>
                    <a:pt x="151157" y="337997"/>
                  </a:lnTo>
                  <a:lnTo>
                    <a:pt x="151322" y="340321"/>
                  </a:lnTo>
                  <a:lnTo>
                    <a:pt x="153672" y="344017"/>
                  </a:lnTo>
                  <a:lnTo>
                    <a:pt x="155704" y="345287"/>
                  </a:lnTo>
                  <a:lnTo>
                    <a:pt x="261482" y="346341"/>
                  </a:lnTo>
                  <a:lnTo>
                    <a:pt x="264073" y="346341"/>
                  </a:lnTo>
                  <a:lnTo>
                    <a:pt x="266371" y="344690"/>
                  </a:lnTo>
                  <a:lnTo>
                    <a:pt x="271610" y="333070"/>
                  </a:lnTo>
                  <a:lnTo>
                    <a:pt x="257367" y="333070"/>
                  </a:lnTo>
                  <a:lnTo>
                    <a:pt x="167959" y="332320"/>
                  </a:lnTo>
                  <a:lnTo>
                    <a:pt x="173489" y="320217"/>
                  </a:lnTo>
                  <a:lnTo>
                    <a:pt x="159298" y="320217"/>
                  </a:lnTo>
                  <a:lnTo>
                    <a:pt x="150890" y="319455"/>
                  </a:lnTo>
                  <a:lnTo>
                    <a:pt x="143118" y="318477"/>
                  </a:lnTo>
                  <a:lnTo>
                    <a:pt x="137187" y="317601"/>
                  </a:lnTo>
                  <a:lnTo>
                    <a:pt x="139730" y="293458"/>
                  </a:lnTo>
                  <a:close/>
                </a:path>
                <a:path w="325755" h="346709">
                  <a:moveTo>
                    <a:pt x="289993" y="242608"/>
                  </a:moveTo>
                  <a:lnTo>
                    <a:pt x="286209" y="242608"/>
                  </a:lnTo>
                  <a:lnTo>
                    <a:pt x="279622" y="243408"/>
                  </a:lnTo>
                  <a:lnTo>
                    <a:pt x="254235" y="273613"/>
                  </a:lnTo>
                  <a:lnTo>
                    <a:pt x="253910" y="283395"/>
                  </a:lnTo>
                  <a:lnTo>
                    <a:pt x="256326" y="292836"/>
                  </a:lnTo>
                  <a:lnTo>
                    <a:pt x="258942" y="299110"/>
                  </a:lnTo>
                  <a:lnTo>
                    <a:pt x="263387" y="304126"/>
                  </a:lnTo>
                  <a:lnTo>
                    <a:pt x="268949" y="307466"/>
                  </a:lnTo>
                  <a:lnTo>
                    <a:pt x="257367" y="333070"/>
                  </a:lnTo>
                  <a:lnTo>
                    <a:pt x="271610" y="333070"/>
                  </a:lnTo>
                  <a:lnTo>
                    <a:pt x="281218" y="311759"/>
                  </a:lnTo>
                  <a:lnTo>
                    <a:pt x="286370" y="311759"/>
                  </a:lnTo>
                  <a:lnTo>
                    <a:pt x="297793" y="309123"/>
                  </a:lnTo>
                  <a:lnTo>
                    <a:pt x="307099" y="300885"/>
                  </a:lnTo>
                  <a:lnTo>
                    <a:pt x="307925" y="299046"/>
                  </a:lnTo>
                  <a:lnTo>
                    <a:pt x="284659" y="299046"/>
                  </a:lnTo>
                  <a:lnTo>
                    <a:pt x="283821" y="298996"/>
                  </a:lnTo>
                  <a:lnTo>
                    <a:pt x="276214" y="298094"/>
                  </a:lnTo>
                  <a:lnTo>
                    <a:pt x="270842" y="294081"/>
                  </a:lnTo>
                  <a:lnTo>
                    <a:pt x="268251" y="287870"/>
                  </a:lnTo>
                  <a:lnTo>
                    <a:pt x="266746" y="281770"/>
                  </a:lnTo>
                  <a:lnTo>
                    <a:pt x="267071" y="275355"/>
                  </a:lnTo>
                  <a:lnTo>
                    <a:pt x="269171" y="268911"/>
                  </a:lnTo>
                  <a:lnTo>
                    <a:pt x="272988" y="262724"/>
                  </a:lnTo>
                  <a:lnTo>
                    <a:pt x="276658" y="258025"/>
                  </a:lnTo>
                  <a:lnTo>
                    <a:pt x="281230" y="255536"/>
                  </a:lnTo>
                  <a:lnTo>
                    <a:pt x="310961" y="255536"/>
                  </a:lnTo>
                  <a:lnTo>
                    <a:pt x="308040" y="252361"/>
                  </a:lnTo>
                  <a:lnTo>
                    <a:pt x="311436" y="244843"/>
                  </a:lnTo>
                  <a:lnTo>
                    <a:pt x="297245" y="244843"/>
                  </a:lnTo>
                  <a:lnTo>
                    <a:pt x="293726" y="243405"/>
                  </a:lnTo>
                  <a:lnTo>
                    <a:pt x="289993" y="242608"/>
                  </a:lnTo>
                  <a:close/>
                </a:path>
                <a:path w="325755" h="346709">
                  <a:moveTo>
                    <a:pt x="210218" y="12915"/>
                  </a:moveTo>
                  <a:lnTo>
                    <a:pt x="168861" y="12915"/>
                  </a:lnTo>
                  <a:lnTo>
                    <a:pt x="196620" y="19096"/>
                  </a:lnTo>
                  <a:lnTo>
                    <a:pt x="220612" y="35836"/>
                  </a:lnTo>
                  <a:lnTo>
                    <a:pt x="238114" y="60428"/>
                  </a:lnTo>
                  <a:lnTo>
                    <a:pt x="246407" y="90169"/>
                  </a:lnTo>
                  <a:lnTo>
                    <a:pt x="244694" y="114498"/>
                  </a:lnTo>
                  <a:lnTo>
                    <a:pt x="235877" y="134546"/>
                  </a:lnTo>
                  <a:lnTo>
                    <a:pt x="221495" y="150295"/>
                  </a:lnTo>
                  <a:lnTo>
                    <a:pt x="203087" y="161721"/>
                  </a:lnTo>
                  <a:lnTo>
                    <a:pt x="200992" y="167182"/>
                  </a:lnTo>
                  <a:lnTo>
                    <a:pt x="224601" y="207238"/>
                  </a:lnTo>
                  <a:lnTo>
                    <a:pt x="212485" y="207289"/>
                  </a:lnTo>
                  <a:lnTo>
                    <a:pt x="210199" y="208762"/>
                  </a:lnTo>
                  <a:lnTo>
                    <a:pt x="159298" y="320217"/>
                  </a:lnTo>
                  <a:lnTo>
                    <a:pt x="173489" y="320217"/>
                  </a:lnTo>
                  <a:lnTo>
                    <a:pt x="219191" y="220192"/>
                  </a:lnTo>
                  <a:lnTo>
                    <a:pt x="322769" y="219748"/>
                  </a:lnTo>
                  <a:lnTo>
                    <a:pt x="325414" y="213893"/>
                  </a:lnTo>
                  <a:lnTo>
                    <a:pt x="325236" y="211569"/>
                  </a:lnTo>
                  <a:lnTo>
                    <a:pt x="322848" y="207886"/>
                  </a:lnTo>
                  <a:lnTo>
                    <a:pt x="321477" y="207149"/>
                  </a:lnTo>
                  <a:lnTo>
                    <a:pt x="241390" y="207149"/>
                  </a:lnTo>
                  <a:lnTo>
                    <a:pt x="232666" y="196705"/>
                  </a:lnTo>
                  <a:lnTo>
                    <a:pt x="224704" y="187012"/>
                  </a:lnTo>
                  <a:lnTo>
                    <a:pt x="217850" y="178555"/>
                  </a:lnTo>
                  <a:lnTo>
                    <a:pt x="212447" y="171818"/>
                  </a:lnTo>
                  <a:lnTo>
                    <a:pt x="233742" y="157123"/>
                  </a:lnTo>
                  <a:lnTo>
                    <a:pt x="249096" y="137923"/>
                  </a:lnTo>
                  <a:lnTo>
                    <a:pt x="257835" y="114973"/>
                  </a:lnTo>
                  <a:lnTo>
                    <a:pt x="259285" y="89026"/>
                  </a:lnTo>
                  <a:lnTo>
                    <a:pt x="249717" y="54403"/>
                  </a:lnTo>
                  <a:lnTo>
                    <a:pt x="229503" y="26101"/>
                  </a:lnTo>
                  <a:lnTo>
                    <a:pt x="210218" y="12915"/>
                  </a:lnTo>
                  <a:close/>
                </a:path>
                <a:path w="325755" h="346709">
                  <a:moveTo>
                    <a:pt x="286370" y="311759"/>
                  </a:moveTo>
                  <a:lnTo>
                    <a:pt x="281218" y="311759"/>
                  </a:lnTo>
                  <a:lnTo>
                    <a:pt x="282818" y="311911"/>
                  </a:lnTo>
                  <a:lnTo>
                    <a:pt x="284151" y="311975"/>
                  </a:lnTo>
                  <a:lnTo>
                    <a:pt x="285434" y="311975"/>
                  </a:lnTo>
                  <a:lnTo>
                    <a:pt x="286370" y="311759"/>
                  </a:lnTo>
                  <a:close/>
                </a:path>
                <a:path w="325755" h="346709">
                  <a:moveTo>
                    <a:pt x="3900" y="164744"/>
                  </a:moveTo>
                  <a:lnTo>
                    <a:pt x="1728" y="170692"/>
                  </a:lnTo>
                  <a:lnTo>
                    <a:pt x="381" y="176945"/>
                  </a:lnTo>
                  <a:lnTo>
                    <a:pt x="80" y="181241"/>
                  </a:lnTo>
                  <a:lnTo>
                    <a:pt x="0" y="184387"/>
                  </a:lnTo>
                  <a:lnTo>
                    <a:pt x="396" y="189589"/>
                  </a:lnTo>
                  <a:lnTo>
                    <a:pt x="31866" y="226936"/>
                  </a:lnTo>
                  <a:lnTo>
                    <a:pt x="34857" y="245245"/>
                  </a:lnTo>
                  <a:lnTo>
                    <a:pt x="47175" y="282321"/>
                  </a:lnTo>
                  <a:lnTo>
                    <a:pt x="77177" y="309441"/>
                  </a:lnTo>
                  <a:lnTo>
                    <a:pt x="84736" y="310260"/>
                  </a:lnTo>
                  <a:lnTo>
                    <a:pt x="97807" y="309248"/>
                  </a:lnTo>
                  <a:lnTo>
                    <a:pt x="108707" y="306160"/>
                  </a:lnTo>
                  <a:lnTo>
                    <a:pt x="118067" y="300885"/>
                  </a:lnTo>
                  <a:lnTo>
                    <a:pt x="122017" y="297345"/>
                  </a:lnTo>
                  <a:lnTo>
                    <a:pt x="78068" y="297345"/>
                  </a:lnTo>
                  <a:lnTo>
                    <a:pt x="72201" y="294462"/>
                  </a:lnTo>
                  <a:lnTo>
                    <a:pt x="48196" y="245818"/>
                  </a:lnTo>
                  <a:lnTo>
                    <a:pt x="45252" y="229844"/>
                  </a:lnTo>
                  <a:lnTo>
                    <a:pt x="44196" y="224650"/>
                  </a:lnTo>
                  <a:lnTo>
                    <a:pt x="44266" y="217995"/>
                  </a:lnTo>
                  <a:lnTo>
                    <a:pt x="44350" y="215607"/>
                  </a:lnTo>
                  <a:lnTo>
                    <a:pt x="39410" y="215607"/>
                  </a:lnTo>
                  <a:lnTo>
                    <a:pt x="12397" y="182752"/>
                  </a:lnTo>
                  <a:lnTo>
                    <a:pt x="12981" y="177469"/>
                  </a:lnTo>
                  <a:lnTo>
                    <a:pt x="14645" y="172618"/>
                  </a:lnTo>
                  <a:lnTo>
                    <a:pt x="3900" y="164744"/>
                  </a:lnTo>
                  <a:close/>
                </a:path>
                <a:path w="325755" h="346709">
                  <a:moveTo>
                    <a:pt x="310961" y="255536"/>
                  </a:moveTo>
                  <a:lnTo>
                    <a:pt x="290501" y="255536"/>
                  </a:lnTo>
                  <a:lnTo>
                    <a:pt x="294959" y="257441"/>
                  </a:lnTo>
                  <a:lnTo>
                    <a:pt x="300839" y="263385"/>
                  </a:lnTo>
                  <a:lnTo>
                    <a:pt x="302300" y="266712"/>
                  </a:lnTo>
                  <a:lnTo>
                    <a:pt x="302265" y="270154"/>
                  </a:lnTo>
                  <a:lnTo>
                    <a:pt x="301704" y="278231"/>
                  </a:lnTo>
                  <a:lnTo>
                    <a:pt x="299432" y="287736"/>
                  </a:lnTo>
                  <a:lnTo>
                    <a:pt x="299373" y="287870"/>
                  </a:lnTo>
                  <a:lnTo>
                    <a:pt x="294348" y="295737"/>
                  </a:lnTo>
                  <a:lnTo>
                    <a:pt x="285434" y="299046"/>
                  </a:lnTo>
                  <a:lnTo>
                    <a:pt x="307925" y="299046"/>
                  </a:lnTo>
                  <a:lnTo>
                    <a:pt x="313011" y="287736"/>
                  </a:lnTo>
                  <a:lnTo>
                    <a:pt x="315190" y="270154"/>
                  </a:lnTo>
                  <a:lnTo>
                    <a:pt x="315266" y="263715"/>
                  </a:lnTo>
                  <a:lnTo>
                    <a:pt x="312714" y="257441"/>
                  </a:lnTo>
                  <a:lnTo>
                    <a:pt x="310961" y="255536"/>
                  </a:lnTo>
                  <a:close/>
                </a:path>
                <a:path w="325755" h="346709">
                  <a:moveTo>
                    <a:pt x="142076" y="213144"/>
                  </a:moveTo>
                  <a:lnTo>
                    <a:pt x="129567" y="267639"/>
                  </a:lnTo>
                  <a:lnTo>
                    <a:pt x="119580" y="281646"/>
                  </a:lnTo>
                  <a:lnTo>
                    <a:pt x="109904" y="290817"/>
                  </a:lnTo>
                  <a:lnTo>
                    <a:pt x="98852" y="295825"/>
                  </a:lnTo>
                  <a:lnTo>
                    <a:pt x="84736" y="297345"/>
                  </a:lnTo>
                  <a:lnTo>
                    <a:pt x="122017" y="297345"/>
                  </a:lnTo>
                  <a:lnTo>
                    <a:pt x="126354" y="293458"/>
                  </a:lnTo>
                  <a:lnTo>
                    <a:pt x="139730" y="293458"/>
                  </a:lnTo>
                  <a:lnTo>
                    <a:pt x="139803" y="292772"/>
                  </a:lnTo>
                  <a:lnTo>
                    <a:pt x="144456" y="259994"/>
                  </a:lnTo>
                  <a:lnTo>
                    <a:pt x="148672" y="232905"/>
                  </a:lnTo>
                  <a:lnTo>
                    <a:pt x="150546" y="221427"/>
                  </a:lnTo>
                  <a:lnTo>
                    <a:pt x="151271" y="218058"/>
                  </a:lnTo>
                  <a:lnTo>
                    <a:pt x="149036" y="214617"/>
                  </a:lnTo>
                  <a:lnTo>
                    <a:pt x="142076" y="213144"/>
                  </a:lnTo>
                  <a:close/>
                </a:path>
                <a:path w="325755" h="346709">
                  <a:moveTo>
                    <a:pt x="72379" y="214414"/>
                  </a:moveTo>
                  <a:lnTo>
                    <a:pt x="73398" y="220192"/>
                  </a:lnTo>
                  <a:lnTo>
                    <a:pt x="74500" y="224650"/>
                  </a:lnTo>
                  <a:lnTo>
                    <a:pt x="82856" y="257009"/>
                  </a:lnTo>
                  <a:lnTo>
                    <a:pt x="84266" y="258622"/>
                  </a:lnTo>
                  <a:lnTo>
                    <a:pt x="88038" y="260159"/>
                  </a:lnTo>
                  <a:lnTo>
                    <a:pt x="90184" y="259994"/>
                  </a:lnTo>
                  <a:lnTo>
                    <a:pt x="109582" y="241998"/>
                  </a:lnTo>
                  <a:lnTo>
                    <a:pt x="92318" y="241998"/>
                  </a:lnTo>
                  <a:lnTo>
                    <a:pt x="86095" y="218046"/>
                  </a:lnTo>
                  <a:lnTo>
                    <a:pt x="100691" y="218046"/>
                  </a:lnTo>
                  <a:lnTo>
                    <a:pt x="85917" y="217995"/>
                  </a:lnTo>
                  <a:lnTo>
                    <a:pt x="72379" y="214414"/>
                  </a:lnTo>
                  <a:close/>
                </a:path>
                <a:path w="325755" h="346709">
                  <a:moveTo>
                    <a:pt x="322769" y="219748"/>
                  </a:moveTo>
                  <a:lnTo>
                    <a:pt x="308586" y="219748"/>
                  </a:lnTo>
                  <a:lnTo>
                    <a:pt x="297245" y="244843"/>
                  </a:lnTo>
                  <a:lnTo>
                    <a:pt x="311436" y="244843"/>
                  </a:lnTo>
                  <a:lnTo>
                    <a:pt x="322769" y="219748"/>
                  </a:lnTo>
                  <a:close/>
                </a:path>
                <a:path w="325755" h="346709">
                  <a:moveTo>
                    <a:pt x="168861" y="0"/>
                  </a:moveTo>
                  <a:lnTo>
                    <a:pt x="164009" y="0"/>
                  </a:lnTo>
                  <a:lnTo>
                    <a:pt x="159107" y="444"/>
                  </a:lnTo>
                  <a:lnTo>
                    <a:pt x="122688" y="13338"/>
                  </a:lnTo>
                  <a:lnTo>
                    <a:pt x="78221" y="67915"/>
                  </a:lnTo>
                  <a:lnTo>
                    <a:pt x="73852" y="106845"/>
                  </a:lnTo>
                  <a:lnTo>
                    <a:pt x="80831" y="135328"/>
                  </a:lnTo>
                  <a:lnTo>
                    <a:pt x="94810" y="157045"/>
                  </a:lnTo>
                  <a:lnTo>
                    <a:pt x="113900" y="172260"/>
                  </a:lnTo>
                  <a:lnTo>
                    <a:pt x="136209" y="181241"/>
                  </a:lnTo>
                  <a:lnTo>
                    <a:pt x="128492" y="190333"/>
                  </a:lnTo>
                  <a:lnTo>
                    <a:pt x="120626" y="201040"/>
                  </a:lnTo>
                  <a:lnTo>
                    <a:pt x="113471" y="211874"/>
                  </a:lnTo>
                  <a:lnTo>
                    <a:pt x="107532" y="221818"/>
                  </a:lnTo>
                  <a:lnTo>
                    <a:pt x="102198" y="231292"/>
                  </a:lnTo>
                  <a:lnTo>
                    <a:pt x="96572" y="237845"/>
                  </a:lnTo>
                  <a:lnTo>
                    <a:pt x="92318" y="241998"/>
                  </a:lnTo>
                  <a:lnTo>
                    <a:pt x="109582" y="241998"/>
                  </a:lnTo>
                  <a:lnTo>
                    <a:pt x="118785" y="228155"/>
                  </a:lnTo>
                  <a:lnTo>
                    <a:pt x="128160" y="212871"/>
                  </a:lnTo>
                  <a:lnTo>
                    <a:pt x="137668" y="199551"/>
                  </a:lnTo>
                  <a:lnTo>
                    <a:pt x="146040" y="189589"/>
                  </a:lnTo>
                  <a:lnTo>
                    <a:pt x="152008" y="184378"/>
                  </a:lnTo>
                  <a:lnTo>
                    <a:pt x="154624" y="180289"/>
                  </a:lnTo>
                  <a:lnTo>
                    <a:pt x="155907" y="175120"/>
                  </a:lnTo>
                  <a:lnTo>
                    <a:pt x="150687" y="170802"/>
                  </a:lnTo>
                  <a:lnTo>
                    <a:pt x="129023" y="165379"/>
                  </a:lnTo>
                  <a:lnTo>
                    <a:pt x="109302" y="153362"/>
                  </a:lnTo>
                  <a:lnTo>
                    <a:pt x="94285" y="133786"/>
                  </a:lnTo>
                  <a:lnTo>
                    <a:pt x="86730" y="105689"/>
                  </a:lnTo>
                  <a:lnTo>
                    <a:pt x="90663" y="72126"/>
                  </a:lnTo>
                  <a:lnTo>
                    <a:pt x="129524" y="24498"/>
                  </a:lnTo>
                  <a:lnTo>
                    <a:pt x="164797" y="12915"/>
                  </a:lnTo>
                  <a:lnTo>
                    <a:pt x="210218" y="12915"/>
                  </a:lnTo>
                  <a:lnTo>
                    <a:pt x="201574" y="7006"/>
                  </a:lnTo>
                  <a:lnTo>
                    <a:pt x="168861" y="0"/>
                  </a:lnTo>
                  <a:close/>
                </a:path>
                <a:path w="325755" h="346709">
                  <a:moveTo>
                    <a:pt x="100691" y="218046"/>
                  </a:moveTo>
                  <a:lnTo>
                    <a:pt x="86095" y="218046"/>
                  </a:lnTo>
                  <a:lnTo>
                    <a:pt x="94261" y="220192"/>
                  </a:lnTo>
                  <a:lnTo>
                    <a:pt x="97055" y="220598"/>
                  </a:lnTo>
                  <a:lnTo>
                    <a:pt x="99658" y="219506"/>
                  </a:lnTo>
                  <a:lnTo>
                    <a:pt x="100691" y="218046"/>
                  </a:lnTo>
                  <a:close/>
                </a:path>
                <a:path w="325755" h="346709">
                  <a:moveTo>
                    <a:pt x="96572" y="201040"/>
                  </a:moveTo>
                  <a:lnTo>
                    <a:pt x="90603" y="203923"/>
                  </a:lnTo>
                  <a:lnTo>
                    <a:pt x="85041" y="211073"/>
                  </a:lnTo>
                  <a:lnTo>
                    <a:pt x="85917" y="217995"/>
                  </a:lnTo>
                  <a:lnTo>
                    <a:pt x="100727" y="217995"/>
                  </a:lnTo>
                  <a:lnTo>
                    <a:pt x="102846" y="214998"/>
                  </a:lnTo>
                  <a:lnTo>
                    <a:pt x="102807" y="211718"/>
                  </a:lnTo>
                  <a:lnTo>
                    <a:pt x="101322" y="209473"/>
                  </a:lnTo>
                  <a:lnTo>
                    <a:pt x="96572" y="201040"/>
                  </a:lnTo>
                  <a:close/>
                </a:path>
                <a:path w="325755" h="346709">
                  <a:moveTo>
                    <a:pt x="320791" y="206781"/>
                  </a:moveTo>
                  <a:lnTo>
                    <a:pt x="241390" y="207149"/>
                  </a:lnTo>
                  <a:lnTo>
                    <a:pt x="321477" y="207149"/>
                  </a:lnTo>
                  <a:lnTo>
                    <a:pt x="320791" y="20678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468649" y="7195607"/>
            <a:ext cx="396938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A.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Aşağıda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9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açıların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sembolle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gösterimini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üç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farklı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şekilde</a:t>
            </a:r>
            <a:r>
              <a:rPr sz="9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yazınız.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77433" y="851620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17581" y="7851244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43325" y="7836156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P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44788" y="759864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90738" y="8280118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19427" y="7645410"/>
            <a:ext cx="114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1732" y="7818003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1525" y="8471113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5379" y="7679686"/>
            <a:ext cx="95250" cy="113664"/>
            <a:chOff x="615379" y="7679686"/>
            <a:chExt cx="95250" cy="113664"/>
          </a:xfrm>
        </p:grpSpPr>
        <p:sp>
          <p:nvSpPr>
            <p:cNvPr id="38" name="object 38"/>
            <p:cNvSpPr/>
            <p:nvPr/>
          </p:nvSpPr>
          <p:spPr>
            <a:xfrm>
              <a:off x="618554" y="7682861"/>
              <a:ext cx="31750" cy="107314"/>
            </a:xfrm>
            <a:custGeom>
              <a:avLst/>
              <a:gdLst/>
              <a:ahLst/>
              <a:cxnLst/>
              <a:rect l="l" t="t" r="r" b="b"/>
              <a:pathLst>
                <a:path w="31750" h="107315">
                  <a:moveTo>
                    <a:pt x="9017" y="76200"/>
                  </a:moveTo>
                  <a:lnTo>
                    <a:pt x="9271" y="94216"/>
                  </a:lnTo>
                  <a:lnTo>
                    <a:pt x="10001" y="103266"/>
                  </a:lnTo>
                  <a:lnTo>
                    <a:pt x="11160" y="106435"/>
                  </a:lnTo>
                  <a:lnTo>
                    <a:pt x="12700" y="106807"/>
                  </a:lnTo>
                  <a:lnTo>
                    <a:pt x="19304" y="106807"/>
                  </a:lnTo>
                  <a:lnTo>
                    <a:pt x="31750" y="105537"/>
                  </a:lnTo>
                  <a:lnTo>
                    <a:pt x="31750" y="103378"/>
                  </a:lnTo>
                  <a:lnTo>
                    <a:pt x="31095" y="87044"/>
                  </a:lnTo>
                  <a:lnTo>
                    <a:pt x="29654" y="71485"/>
                  </a:lnTo>
                  <a:lnTo>
                    <a:pt x="28213" y="56854"/>
                  </a:lnTo>
                  <a:lnTo>
                    <a:pt x="27559" y="43307"/>
                  </a:lnTo>
                  <a:lnTo>
                    <a:pt x="28114" y="29100"/>
                  </a:lnTo>
                  <a:lnTo>
                    <a:pt x="29337" y="17478"/>
                  </a:lnTo>
                  <a:lnTo>
                    <a:pt x="30559" y="9213"/>
                  </a:lnTo>
                  <a:lnTo>
                    <a:pt x="31115" y="5080"/>
                  </a:lnTo>
                  <a:lnTo>
                    <a:pt x="31115" y="1524"/>
                  </a:lnTo>
                  <a:lnTo>
                    <a:pt x="26035" y="0"/>
                  </a:lnTo>
                  <a:lnTo>
                    <a:pt x="23368" y="0"/>
                  </a:lnTo>
                  <a:lnTo>
                    <a:pt x="14091" y="1456"/>
                  </a:lnTo>
                  <a:lnTo>
                    <a:pt x="6683" y="4889"/>
                  </a:lnTo>
                  <a:lnTo>
                    <a:pt x="1776" y="8893"/>
                  </a:lnTo>
                  <a:lnTo>
                    <a:pt x="0" y="12065"/>
                  </a:lnTo>
                  <a:lnTo>
                    <a:pt x="0" y="16383"/>
                  </a:lnTo>
                  <a:lnTo>
                    <a:pt x="10414" y="15748"/>
                  </a:lnTo>
                  <a:lnTo>
                    <a:pt x="10414" y="26670"/>
                  </a:lnTo>
                  <a:lnTo>
                    <a:pt x="10195" y="37873"/>
                  </a:lnTo>
                  <a:lnTo>
                    <a:pt x="9715" y="49720"/>
                  </a:lnTo>
                  <a:lnTo>
                    <a:pt x="9235" y="62424"/>
                  </a:lnTo>
                  <a:lnTo>
                    <a:pt x="9017" y="76200"/>
                  </a:lnTo>
                  <a:close/>
                </a:path>
              </a:pathLst>
            </a:custGeom>
            <a:ln w="6350">
              <a:solidFill>
                <a:srgbClr val="EF5B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8623" y="7761728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40">
                  <a:moveTo>
                    <a:pt x="14096" y="27939"/>
                  </a:moveTo>
                  <a:lnTo>
                    <a:pt x="21970" y="27939"/>
                  </a:lnTo>
                  <a:lnTo>
                    <a:pt x="28447" y="21843"/>
                  </a:lnTo>
                  <a:lnTo>
                    <a:pt x="28447" y="13969"/>
                  </a:lnTo>
                  <a:lnTo>
                    <a:pt x="28447" y="6095"/>
                  </a:lnTo>
                  <a:lnTo>
                    <a:pt x="21970" y="0"/>
                  </a:lnTo>
                  <a:lnTo>
                    <a:pt x="13969" y="0"/>
                  </a:lnTo>
                  <a:lnTo>
                    <a:pt x="6349" y="0"/>
                  </a:lnTo>
                  <a:lnTo>
                    <a:pt x="0" y="6222"/>
                  </a:lnTo>
                  <a:lnTo>
                    <a:pt x="0" y="13842"/>
                  </a:lnTo>
                  <a:lnTo>
                    <a:pt x="0" y="21589"/>
                  </a:lnTo>
                  <a:lnTo>
                    <a:pt x="6222" y="27939"/>
                  </a:lnTo>
                  <a:lnTo>
                    <a:pt x="14096" y="27939"/>
                  </a:lnTo>
                  <a:close/>
                </a:path>
              </a:pathLst>
            </a:custGeom>
            <a:ln w="6350">
              <a:solidFill>
                <a:srgbClr val="EF5B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6240" y="7679686"/>
            <a:ext cx="106804" cy="11315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78467" y="7677030"/>
            <a:ext cx="106804" cy="11214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62676" y="7677919"/>
            <a:ext cx="109980" cy="111251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848399" y="7777329"/>
            <a:ext cx="946150" cy="778510"/>
            <a:chOff x="848399" y="7777329"/>
            <a:chExt cx="946150" cy="778510"/>
          </a:xfrm>
        </p:grpSpPr>
        <p:sp>
          <p:nvSpPr>
            <p:cNvPr id="44" name="object 44"/>
            <p:cNvSpPr/>
            <p:nvPr/>
          </p:nvSpPr>
          <p:spPr>
            <a:xfrm>
              <a:off x="1036313" y="8511706"/>
              <a:ext cx="718820" cy="0"/>
            </a:xfrm>
            <a:custGeom>
              <a:avLst/>
              <a:gdLst/>
              <a:ahLst/>
              <a:cxnLst/>
              <a:rect l="l" t="t" r="r" b="b"/>
              <a:pathLst>
                <a:path w="718819">
                  <a:moveTo>
                    <a:pt x="0" y="0"/>
                  </a:moveTo>
                  <a:lnTo>
                    <a:pt x="718388" y="0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35998" y="8487048"/>
              <a:ext cx="59055" cy="49530"/>
            </a:xfrm>
            <a:custGeom>
              <a:avLst/>
              <a:gdLst/>
              <a:ahLst/>
              <a:cxnLst/>
              <a:rect l="l" t="t" r="r" b="b"/>
              <a:pathLst>
                <a:path w="59055" h="49529">
                  <a:moveTo>
                    <a:pt x="0" y="0"/>
                  </a:moveTo>
                  <a:lnTo>
                    <a:pt x="10477" y="24663"/>
                  </a:lnTo>
                  <a:lnTo>
                    <a:pt x="0" y="49314"/>
                  </a:lnTo>
                  <a:lnTo>
                    <a:pt x="58445" y="24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67962" y="7815962"/>
              <a:ext cx="168910" cy="695960"/>
            </a:xfrm>
            <a:custGeom>
              <a:avLst/>
              <a:gdLst/>
              <a:ahLst/>
              <a:cxnLst/>
              <a:rect l="l" t="t" r="r" b="b"/>
              <a:pathLst>
                <a:path w="168909" h="695959">
                  <a:moveTo>
                    <a:pt x="168351" y="695744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48399" y="7777329"/>
              <a:ext cx="48260" cy="62865"/>
            </a:xfrm>
            <a:custGeom>
              <a:avLst/>
              <a:gdLst/>
              <a:ahLst/>
              <a:cxnLst/>
              <a:rect l="l" t="t" r="r" b="b"/>
              <a:pathLst>
                <a:path w="48259" h="62865">
                  <a:moveTo>
                    <a:pt x="10210" y="0"/>
                  </a:moveTo>
                  <a:lnTo>
                    <a:pt x="0" y="62611"/>
                  </a:lnTo>
                  <a:lnTo>
                    <a:pt x="21501" y="46634"/>
                  </a:lnTo>
                  <a:lnTo>
                    <a:pt x="47929" y="51015"/>
                  </a:lnTo>
                  <a:lnTo>
                    <a:pt x="10210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58608" y="7901884"/>
              <a:ext cx="64769" cy="17780"/>
            </a:xfrm>
            <a:custGeom>
              <a:avLst/>
              <a:gdLst/>
              <a:ahLst/>
              <a:cxnLst/>
              <a:rect l="l" t="t" r="r" b="b"/>
              <a:pathLst>
                <a:path w="64769" h="17779">
                  <a:moveTo>
                    <a:pt x="64719" y="0"/>
                  </a:moveTo>
                  <a:lnTo>
                    <a:pt x="0" y="17741"/>
                  </a:lnTo>
                </a:path>
              </a:pathLst>
            </a:custGeom>
            <a:ln w="95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08862" y="8483786"/>
              <a:ext cx="635" cy="67310"/>
            </a:xfrm>
            <a:custGeom>
              <a:avLst/>
              <a:gdLst/>
              <a:ahLst/>
              <a:cxnLst/>
              <a:rect l="l" t="t" r="r" b="b"/>
              <a:pathLst>
                <a:path w="634" h="67309">
                  <a:moveTo>
                    <a:pt x="120" y="-4756"/>
                  </a:moveTo>
                  <a:lnTo>
                    <a:pt x="120" y="71875"/>
                  </a:lnTo>
                </a:path>
              </a:pathLst>
            </a:custGeom>
            <a:ln w="975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4011740" y="7762695"/>
            <a:ext cx="637540" cy="779780"/>
            <a:chOff x="4011740" y="7762695"/>
            <a:chExt cx="637540" cy="779780"/>
          </a:xfrm>
        </p:grpSpPr>
        <p:sp>
          <p:nvSpPr>
            <p:cNvPr id="51" name="object 51"/>
            <p:cNvSpPr/>
            <p:nvPr/>
          </p:nvSpPr>
          <p:spPr>
            <a:xfrm>
              <a:off x="4027920" y="7818462"/>
              <a:ext cx="320675" cy="718820"/>
            </a:xfrm>
            <a:custGeom>
              <a:avLst/>
              <a:gdLst/>
              <a:ahLst/>
              <a:cxnLst/>
              <a:rect l="l" t="t" r="r" b="b"/>
              <a:pathLst>
                <a:path w="320675" h="718820">
                  <a:moveTo>
                    <a:pt x="320586" y="718718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11740" y="7782165"/>
              <a:ext cx="46355" cy="63500"/>
            </a:xfrm>
            <a:custGeom>
              <a:avLst/>
              <a:gdLst/>
              <a:ahLst/>
              <a:cxnLst/>
              <a:rect l="l" t="t" r="r" b="b"/>
              <a:pathLst>
                <a:path w="46354" h="63500">
                  <a:moveTo>
                    <a:pt x="0" y="0"/>
                  </a:moveTo>
                  <a:lnTo>
                    <a:pt x="1282" y="63411"/>
                  </a:lnTo>
                  <a:lnTo>
                    <a:pt x="19532" y="43815"/>
                  </a:lnTo>
                  <a:lnTo>
                    <a:pt x="46316" y="43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351186" y="7799802"/>
              <a:ext cx="281940" cy="735330"/>
            </a:xfrm>
            <a:custGeom>
              <a:avLst/>
              <a:gdLst/>
              <a:ahLst/>
              <a:cxnLst/>
              <a:rect l="l" t="t" r="r" b="b"/>
              <a:pathLst>
                <a:path w="281939" h="735329">
                  <a:moveTo>
                    <a:pt x="0" y="734910"/>
                  </a:moveTo>
                  <a:lnTo>
                    <a:pt x="281520" y="0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03001" y="7762695"/>
              <a:ext cx="46355" cy="63500"/>
            </a:xfrm>
            <a:custGeom>
              <a:avLst/>
              <a:gdLst/>
              <a:ahLst/>
              <a:cxnLst/>
              <a:rect l="l" t="t" r="r" b="b"/>
              <a:pathLst>
                <a:path w="46354" h="63500">
                  <a:moveTo>
                    <a:pt x="43929" y="0"/>
                  </a:moveTo>
                  <a:lnTo>
                    <a:pt x="0" y="45758"/>
                  </a:lnTo>
                  <a:lnTo>
                    <a:pt x="26771" y="44792"/>
                  </a:lnTo>
                  <a:lnTo>
                    <a:pt x="46037" y="63398"/>
                  </a:lnTo>
                  <a:lnTo>
                    <a:pt x="43929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33787" y="7874822"/>
              <a:ext cx="592455" cy="33020"/>
            </a:xfrm>
            <a:custGeom>
              <a:avLst/>
              <a:gdLst/>
              <a:ahLst/>
              <a:cxnLst/>
              <a:rect l="l" t="t" r="r" b="b"/>
              <a:pathLst>
                <a:path w="592454" h="33020">
                  <a:moveTo>
                    <a:pt x="58737" y="0"/>
                  </a:moveTo>
                  <a:lnTo>
                    <a:pt x="0" y="32435"/>
                  </a:lnTo>
                </a:path>
                <a:path w="592454" h="33020">
                  <a:moveTo>
                    <a:pt x="592455" y="27216"/>
                  </a:moveTo>
                  <a:lnTo>
                    <a:pt x="529082" y="5219"/>
                  </a:lnTo>
                </a:path>
              </a:pathLst>
            </a:custGeom>
            <a:ln w="95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79326" y="8475701"/>
            <a:ext cx="337185" cy="4140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47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R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P</a:t>
            </a:r>
            <a:r>
              <a:rPr sz="1500" spc="-375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11648" y="8489884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L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31840" y="8456393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18695" y="7822515"/>
            <a:ext cx="95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Z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413655" y="7775494"/>
            <a:ext cx="1021080" cy="754380"/>
            <a:chOff x="5413655" y="7775494"/>
            <a:chExt cx="1021080" cy="754380"/>
          </a:xfrm>
        </p:grpSpPr>
        <p:sp>
          <p:nvSpPr>
            <p:cNvPr id="61" name="object 61"/>
            <p:cNvSpPr/>
            <p:nvPr/>
          </p:nvSpPr>
          <p:spPr>
            <a:xfrm>
              <a:off x="5453405" y="8485388"/>
              <a:ext cx="718820" cy="0"/>
            </a:xfrm>
            <a:custGeom>
              <a:avLst/>
              <a:gdLst/>
              <a:ahLst/>
              <a:cxnLst/>
              <a:rect l="l" t="t" r="r" b="b"/>
              <a:pathLst>
                <a:path w="718820">
                  <a:moveTo>
                    <a:pt x="718388" y="0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13655" y="8460734"/>
              <a:ext cx="59055" cy="49530"/>
            </a:xfrm>
            <a:custGeom>
              <a:avLst/>
              <a:gdLst/>
              <a:ahLst/>
              <a:cxnLst/>
              <a:rect l="l" t="t" r="r" b="b"/>
              <a:pathLst>
                <a:path w="59054" h="49529">
                  <a:moveTo>
                    <a:pt x="58458" y="0"/>
                  </a:moveTo>
                  <a:lnTo>
                    <a:pt x="0" y="24650"/>
                  </a:lnTo>
                  <a:lnTo>
                    <a:pt x="58458" y="49314"/>
                  </a:lnTo>
                  <a:lnTo>
                    <a:pt x="47980" y="24650"/>
                  </a:lnTo>
                  <a:lnTo>
                    <a:pt x="58458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71793" y="7812838"/>
              <a:ext cx="245745" cy="675640"/>
            </a:xfrm>
            <a:custGeom>
              <a:avLst/>
              <a:gdLst/>
              <a:ahLst/>
              <a:cxnLst/>
              <a:rect l="l" t="t" r="r" b="b"/>
              <a:pathLst>
                <a:path w="245745" h="675640">
                  <a:moveTo>
                    <a:pt x="0" y="675055"/>
                  </a:moveTo>
                  <a:lnTo>
                    <a:pt x="245681" y="0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87922" y="7775494"/>
              <a:ext cx="46355" cy="63500"/>
            </a:xfrm>
            <a:custGeom>
              <a:avLst/>
              <a:gdLst/>
              <a:ahLst/>
              <a:cxnLst/>
              <a:rect l="l" t="t" r="r" b="b"/>
              <a:pathLst>
                <a:path w="46354" h="63500">
                  <a:moveTo>
                    <a:pt x="43154" y="0"/>
                  </a:moveTo>
                  <a:lnTo>
                    <a:pt x="0" y="46481"/>
                  </a:lnTo>
                  <a:lnTo>
                    <a:pt x="26758" y="45072"/>
                  </a:lnTo>
                  <a:lnTo>
                    <a:pt x="46342" y="63347"/>
                  </a:lnTo>
                  <a:lnTo>
                    <a:pt x="43154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543017" y="8457472"/>
              <a:ext cx="635" cy="67310"/>
            </a:xfrm>
            <a:custGeom>
              <a:avLst/>
              <a:gdLst/>
              <a:ahLst/>
              <a:cxnLst/>
              <a:rect l="l" t="t" r="r" b="b"/>
              <a:pathLst>
                <a:path w="635" h="67309">
                  <a:moveTo>
                    <a:pt x="133" y="-4756"/>
                  </a:moveTo>
                  <a:lnTo>
                    <a:pt x="133" y="71875"/>
                  </a:lnTo>
                </a:path>
              </a:pathLst>
            </a:custGeom>
            <a:ln w="977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58726" y="7881134"/>
              <a:ext cx="64135" cy="20320"/>
            </a:xfrm>
            <a:custGeom>
              <a:avLst/>
              <a:gdLst/>
              <a:ahLst/>
              <a:cxnLst/>
              <a:rect l="l" t="t" r="r" b="b"/>
              <a:pathLst>
                <a:path w="64135" h="20320">
                  <a:moveTo>
                    <a:pt x="64109" y="19824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2487645" y="7741311"/>
            <a:ext cx="796925" cy="789305"/>
            <a:chOff x="2487645" y="7741311"/>
            <a:chExt cx="796925" cy="789305"/>
          </a:xfrm>
        </p:grpSpPr>
        <p:sp>
          <p:nvSpPr>
            <p:cNvPr id="68" name="object 68"/>
            <p:cNvSpPr/>
            <p:nvPr/>
          </p:nvSpPr>
          <p:spPr>
            <a:xfrm>
              <a:off x="2525954" y="7773977"/>
              <a:ext cx="718820" cy="0"/>
            </a:xfrm>
            <a:custGeom>
              <a:avLst/>
              <a:gdLst/>
              <a:ahLst/>
              <a:cxnLst/>
              <a:rect l="l" t="t" r="r" b="b"/>
              <a:pathLst>
                <a:path w="718819">
                  <a:moveTo>
                    <a:pt x="0" y="0"/>
                  </a:moveTo>
                  <a:lnTo>
                    <a:pt x="718388" y="0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25636" y="7749320"/>
              <a:ext cx="59055" cy="49530"/>
            </a:xfrm>
            <a:custGeom>
              <a:avLst/>
              <a:gdLst/>
              <a:ahLst/>
              <a:cxnLst/>
              <a:rect l="l" t="t" r="r" b="b"/>
              <a:pathLst>
                <a:path w="59054" h="49529">
                  <a:moveTo>
                    <a:pt x="0" y="0"/>
                  </a:moveTo>
                  <a:lnTo>
                    <a:pt x="10477" y="24663"/>
                  </a:lnTo>
                  <a:lnTo>
                    <a:pt x="0" y="49314"/>
                  </a:lnTo>
                  <a:lnTo>
                    <a:pt x="58458" y="24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525954" y="7772446"/>
              <a:ext cx="0" cy="718820"/>
            </a:xfrm>
            <a:custGeom>
              <a:avLst/>
              <a:gdLst/>
              <a:ahLst/>
              <a:cxnLst/>
              <a:rect l="l" t="t" r="r" b="b"/>
              <a:pathLst>
                <a:path h="718820">
                  <a:moveTo>
                    <a:pt x="0" y="0"/>
                  </a:moveTo>
                  <a:lnTo>
                    <a:pt x="0" y="718375"/>
                  </a:lnTo>
                </a:path>
              </a:pathLst>
            </a:custGeom>
            <a:ln w="9512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501304" y="8472124"/>
              <a:ext cx="49530" cy="59055"/>
            </a:xfrm>
            <a:custGeom>
              <a:avLst/>
              <a:gdLst/>
              <a:ahLst/>
              <a:cxnLst/>
              <a:rect l="l" t="t" r="r" b="b"/>
              <a:pathLst>
                <a:path w="49530" h="59054">
                  <a:moveTo>
                    <a:pt x="49314" y="0"/>
                  </a:moveTo>
                  <a:lnTo>
                    <a:pt x="24650" y="10477"/>
                  </a:lnTo>
                  <a:lnTo>
                    <a:pt x="0" y="0"/>
                  </a:lnTo>
                  <a:lnTo>
                    <a:pt x="24650" y="58445"/>
                  </a:lnTo>
                  <a:lnTo>
                    <a:pt x="49314" y="0"/>
                  </a:lnTo>
                  <a:close/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87645" y="7741311"/>
              <a:ext cx="611505" cy="633095"/>
            </a:xfrm>
            <a:custGeom>
              <a:avLst/>
              <a:gdLst/>
              <a:ahLst/>
              <a:cxnLst/>
              <a:rect l="l" t="t" r="r" b="b"/>
              <a:pathLst>
                <a:path w="611505" h="633095">
                  <a:moveTo>
                    <a:pt x="610977" y="0"/>
                  </a:moveTo>
                  <a:lnTo>
                    <a:pt x="610977" y="76619"/>
                  </a:lnTo>
                </a:path>
                <a:path w="611505" h="633095">
                  <a:moveTo>
                    <a:pt x="0" y="632796"/>
                  </a:moveTo>
                  <a:lnTo>
                    <a:pt x="76606" y="632796"/>
                  </a:lnTo>
                </a:path>
              </a:pathLst>
            </a:custGeom>
            <a:ln w="976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1127555" y="8711876"/>
            <a:ext cx="3448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M</a:t>
            </a:r>
            <a:r>
              <a:rPr sz="1500" spc="-375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NL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98992" y="9063704"/>
            <a:ext cx="16891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00" spc="-345" dirty="0">
                <a:solidFill>
                  <a:srgbClr val="00AEEF"/>
                </a:solidFill>
                <a:latin typeface="Verdana"/>
                <a:cs typeface="Verdana"/>
              </a:rPr>
              <a:t>X</a:t>
            </a:r>
            <a:r>
              <a:rPr sz="1500" spc="-517" baseline="-13888" dirty="0">
                <a:solidFill>
                  <a:srgbClr val="00AEEF"/>
                </a:solidFill>
                <a:latin typeface="Arial MT"/>
                <a:cs typeface="Arial MT"/>
              </a:rPr>
              <a:t>N</a:t>
            </a:r>
            <a:endParaRPr sz="1500" baseline="-13888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27555" y="8912282"/>
            <a:ext cx="3448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245" dirty="0">
                <a:solidFill>
                  <a:srgbClr val="00AEEF"/>
                </a:solidFill>
                <a:latin typeface="Arial MT"/>
                <a:cs typeface="Arial MT"/>
              </a:rPr>
              <a:t>L</a:t>
            </a:r>
            <a:r>
              <a:rPr sz="1500" spc="-367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45" dirty="0">
                <a:solidFill>
                  <a:srgbClr val="00AEEF"/>
                </a:solidFill>
                <a:latin typeface="Arial MT"/>
                <a:cs typeface="Arial MT"/>
              </a:rPr>
              <a:t>NM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31909" y="8711876"/>
            <a:ext cx="3587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D</a:t>
            </a:r>
            <a:r>
              <a:rPr sz="1500" spc="-375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OC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703347" y="9064403"/>
            <a:ext cx="175895" cy="180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000" spc="-345" dirty="0">
                <a:solidFill>
                  <a:srgbClr val="00AEEF"/>
                </a:solidFill>
                <a:latin typeface="Verdana"/>
                <a:cs typeface="Verdana"/>
              </a:rPr>
              <a:t>X</a:t>
            </a:r>
            <a:r>
              <a:rPr sz="1500" spc="-517" baseline="-16666" dirty="0">
                <a:solidFill>
                  <a:srgbClr val="00AEEF"/>
                </a:solidFill>
                <a:latin typeface="Arial MT"/>
                <a:cs typeface="Arial MT"/>
              </a:rPr>
              <a:t>O</a:t>
            </a:r>
            <a:endParaRPr sz="1500" baseline="-16666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631909" y="8912294"/>
            <a:ext cx="3587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C</a:t>
            </a:r>
            <a:r>
              <a:rPr sz="1500" spc="-375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OD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250763" y="9063704"/>
            <a:ext cx="16891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00" spc="-345" dirty="0">
                <a:solidFill>
                  <a:srgbClr val="00AEEF"/>
                </a:solidFill>
                <a:latin typeface="Verdana"/>
                <a:cs typeface="Verdana"/>
              </a:rPr>
              <a:t>X</a:t>
            </a:r>
            <a:r>
              <a:rPr sz="1500" spc="-517" baseline="-13888" dirty="0">
                <a:solidFill>
                  <a:srgbClr val="00AEEF"/>
                </a:solidFill>
                <a:latin typeface="Arial MT"/>
                <a:cs typeface="Arial MT"/>
              </a:rPr>
              <a:t>R</a:t>
            </a:r>
            <a:endParaRPr sz="1500" baseline="-13888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179326" y="8912294"/>
            <a:ext cx="3371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S</a:t>
            </a:r>
            <a:r>
              <a:rPr sz="1500" spc="-375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RP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831516" y="8711876"/>
            <a:ext cx="3092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L</a:t>
            </a:r>
            <a:r>
              <a:rPr sz="1500" spc="-375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YZ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902153" y="9063704"/>
            <a:ext cx="16256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00" spc="-315" dirty="0">
                <a:solidFill>
                  <a:srgbClr val="00AEEF"/>
                </a:solidFill>
                <a:latin typeface="Microsoft Himalaya"/>
                <a:cs typeface="Microsoft Himalaya"/>
              </a:rPr>
              <a:t>W</a:t>
            </a:r>
            <a:r>
              <a:rPr sz="1500" spc="-472" baseline="-13888" dirty="0">
                <a:solidFill>
                  <a:srgbClr val="00AEEF"/>
                </a:solidFill>
                <a:latin typeface="Arial MT"/>
                <a:cs typeface="Arial MT"/>
              </a:rPr>
              <a:t>Y</a:t>
            </a:r>
            <a:endParaRPr sz="1500" baseline="-13888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831516" y="8912294"/>
            <a:ext cx="3092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Z</a:t>
            </a:r>
            <a:r>
              <a:rPr sz="1500" spc="-375" baseline="30555" dirty="0">
                <a:solidFill>
                  <a:srgbClr val="00AEEF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00AEEF"/>
                </a:solidFill>
                <a:latin typeface="Arial MT"/>
                <a:cs typeface="Arial MT"/>
              </a:rPr>
              <a:t>YL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621244" y="1671086"/>
            <a:ext cx="4578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[BA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15" dirty="0">
                <a:solidFill>
                  <a:srgbClr val="231F20"/>
                </a:solidFill>
                <a:latin typeface="Trebuchet MS"/>
                <a:cs typeface="Trebuchet MS"/>
              </a:rPr>
              <a:t>ışı</a:t>
            </a:r>
            <a:r>
              <a:rPr sz="900" spc="20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r>
              <a:rPr sz="900" spc="-10" dirty="0">
                <a:solidFill>
                  <a:srgbClr val="231F20"/>
                </a:solidFill>
                <a:latin typeface="Trebuchet MS"/>
                <a:cs typeface="Trebuchet MS"/>
              </a:rPr>
              <a:t>ı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618044" y="2355171"/>
            <a:ext cx="4641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0" dirty="0">
                <a:solidFill>
                  <a:srgbClr val="231F20"/>
                </a:solidFill>
                <a:latin typeface="Trebuchet MS"/>
                <a:cs typeface="Trebuchet MS"/>
              </a:rPr>
              <a:t>[BC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20" dirty="0">
                <a:solidFill>
                  <a:srgbClr val="231F20"/>
                </a:solidFill>
                <a:latin typeface="Trebuchet MS"/>
                <a:cs typeface="Trebuchet MS"/>
              </a:rPr>
              <a:t>ışın</a:t>
            </a:r>
            <a:r>
              <a:rPr sz="900" spc="-10" dirty="0">
                <a:solidFill>
                  <a:srgbClr val="231F20"/>
                </a:solidFill>
                <a:latin typeface="Trebuchet MS"/>
                <a:cs typeface="Trebuchet MS"/>
              </a:rPr>
              <a:t>ı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106888" y="1750301"/>
            <a:ext cx="41275" cy="774065"/>
          </a:xfrm>
          <a:custGeom>
            <a:avLst/>
            <a:gdLst/>
            <a:ahLst/>
            <a:cxnLst/>
            <a:rect l="l" t="t" r="r" b="b"/>
            <a:pathLst>
              <a:path w="41275" h="774064">
                <a:moveTo>
                  <a:pt x="40703" y="418287"/>
                </a:moveTo>
                <a:lnTo>
                  <a:pt x="31178" y="415226"/>
                </a:lnTo>
                <a:lnTo>
                  <a:pt x="26162" y="409841"/>
                </a:lnTo>
                <a:lnTo>
                  <a:pt x="24193" y="403263"/>
                </a:lnTo>
                <a:lnTo>
                  <a:pt x="23863" y="396659"/>
                </a:lnTo>
                <a:lnTo>
                  <a:pt x="23863" y="376809"/>
                </a:lnTo>
                <a:lnTo>
                  <a:pt x="23876" y="310769"/>
                </a:lnTo>
                <a:lnTo>
                  <a:pt x="23876" y="27051"/>
                </a:lnTo>
                <a:lnTo>
                  <a:pt x="23863" y="24980"/>
                </a:lnTo>
                <a:lnTo>
                  <a:pt x="22136" y="12877"/>
                </a:lnTo>
                <a:lnTo>
                  <a:pt x="17259" y="5410"/>
                </a:lnTo>
                <a:lnTo>
                  <a:pt x="9728" y="1473"/>
                </a:lnTo>
                <a:lnTo>
                  <a:pt x="0" y="0"/>
                </a:lnTo>
                <a:lnTo>
                  <a:pt x="0" y="3035"/>
                </a:lnTo>
                <a:lnTo>
                  <a:pt x="8839" y="5702"/>
                </a:lnTo>
                <a:lnTo>
                  <a:pt x="13830" y="10528"/>
                </a:lnTo>
                <a:lnTo>
                  <a:pt x="16052" y="17386"/>
                </a:lnTo>
                <a:lnTo>
                  <a:pt x="16548" y="26098"/>
                </a:lnTo>
                <a:lnTo>
                  <a:pt x="16548" y="46494"/>
                </a:lnTo>
                <a:lnTo>
                  <a:pt x="16560" y="46494"/>
                </a:lnTo>
                <a:lnTo>
                  <a:pt x="16560" y="356755"/>
                </a:lnTo>
                <a:lnTo>
                  <a:pt x="16548" y="396265"/>
                </a:lnTo>
                <a:lnTo>
                  <a:pt x="17792" y="406654"/>
                </a:lnTo>
                <a:lnTo>
                  <a:pt x="21717" y="413651"/>
                </a:lnTo>
                <a:lnTo>
                  <a:pt x="28587" y="418058"/>
                </a:lnTo>
                <a:lnTo>
                  <a:pt x="38684" y="420636"/>
                </a:lnTo>
                <a:lnTo>
                  <a:pt x="29616" y="422833"/>
                </a:lnTo>
                <a:lnTo>
                  <a:pt x="22631" y="426847"/>
                </a:lnTo>
                <a:lnTo>
                  <a:pt x="18135" y="433882"/>
                </a:lnTo>
                <a:lnTo>
                  <a:pt x="16548" y="445109"/>
                </a:lnTo>
                <a:lnTo>
                  <a:pt x="16548" y="485317"/>
                </a:lnTo>
                <a:lnTo>
                  <a:pt x="16560" y="531990"/>
                </a:lnTo>
                <a:lnTo>
                  <a:pt x="16560" y="729386"/>
                </a:lnTo>
                <a:lnTo>
                  <a:pt x="16548" y="747864"/>
                </a:lnTo>
                <a:lnTo>
                  <a:pt x="15963" y="757008"/>
                </a:lnTo>
                <a:lnTo>
                  <a:pt x="13601" y="763879"/>
                </a:lnTo>
                <a:lnTo>
                  <a:pt x="8585" y="768515"/>
                </a:lnTo>
                <a:lnTo>
                  <a:pt x="0" y="770915"/>
                </a:lnTo>
                <a:lnTo>
                  <a:pt x="0" y="773963"/>
                </a:lnTo>
                <a:lnTo>
                  <a:pt x="9728" y="772477"/>
                </a:lnTo>
                <a:lnTo>
                  <a:pt x="17259" y="768553"/>
                </a:lnTo>
                <a:lnTo>
                  <a:pt x="22136" y="761085"/>
                </a:lnTo>
                <a:lnTo>
                  <a:pt x="23761" y="749668"/>
                </a:lnTo>
                <a:lnTo>
                  <a:pt x="23876" y="749668"/>
                </a:lnTo>
                <a:lnTo>
                  <a:pt x="23876" y="465963"/>
                </a:lnTo>
                <a:lnTo>
                  <a:pt x="23863" y="444690"/>
                </a:lnTo>
                <a:lnTo>
                  <a:pt x="24193" y="438086"/>
                </a:lnTo>
                <a:lnTo>
                  <a:pt x="26162" y="431520"/>
                </a:lnTo>
                <a:lnTo>
                  <a:pt x="31178" y="426123"/>
                </a:lnTo>
                <a:lnTo>
                  <a:pt x="40703" y="423062"/>
                </a:lnTo>
                <a:lnTo>
                  <a:pt x="40703" y="41828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768583" y="1944782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768583" y="2468618"/>
            <a:ext cx="7029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7060" algn="l"/>
              </a:tabLst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	</a:t>
            </a: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257849" y="1976431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930326" y="1571582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927177" y="2402997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381155" y="1644274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548030" y="1666023"/>
            <a:ext cx="4591685" cy="1244600"/>
            <a:chOff x="548030" y="1666023"/>
            <a:chExt cx="4591685" cy="1244600"/>
          </a:xfrm>
        </p:grpSpPr>
        <p:sp>
          <p:nvSpPr>
            <p:cNvPr id="94" name="object 94"/>
            <p:cNvSpPr/>
            <p:nvPr/>
          </p:nvSpPr>
          <p:spPr>
            <a:xfrm>
              <a:off x="2836579" y="1763357"/>
              <a:ext cx="725805" cy="375285"/>
            </a:xfrm>
            <a:custGeom>
              <a:avLst/>
              <a:gdLst/>
              <a:ahLst/>
              <a:cxnLst/>
              <a:rect l="l" t="t" r="r" b="b"/>
              <a:pathLst>
                <a:path w="725804" h="375285">
                  <a:moveTo>
                    <a:pt x="0" y="374764"/>
                  </a:moveTo>
                  <a:lnTo>
                    <a:pt x="725398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535329" y="1745949"/>
              <a:ext cx="60325" cy="46990"/>
            </a:xfrm>
            <a:custGeom>
              <a:avLst/>
              <a:gdLst/>
              <a:ahLst/>
              <a:cxnLst/>
              <a:rect l="l" t="t" r="r" b="b"/>
              <a:pathLst>
                <a:path w="60325" h="46989">
                  <a:moveTo>
                    <a:pt x="60324" y="0"/>
                  </a:moveTo>
                  <a:lnTo>
                    <a:pt x="0" y="4698"/>
                  </a:lnTo>
                  <a:lnTo>
                    <a:pt x="19672" y="21005"/>
                  </a:lnTo>
                  <a:lnTo>
                    <a:pt x="21589" y="46481"/>
                  </a:lnTo>
                  <a:lnTo>
                    <a:pt x="60324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819414" y="1714595"/>
              <a:ext cx="2198370" cy="458470"/>
            </a:xfrm>
            <a:custGeom>
              <a:avLst/>
              <a:gdLst/>
              <a:ahLst/>
              <a:cxnLst/>
              <a:rect l="l" t="t" r="r" b="b"/>
              <a:pathLst>
                <a:path w="2198370" h="458469">
                  <a:moveTo>
                    <a:pt x="0" y="388848"/>
                  </a:moveTo>
                  <a:lnTo>
                    <a:pt x="34328" y="458228"/>
                  </a:lnTo>
                </a:path>
                <a:path w="2198370" h="458469">
                  <a:moveTo>
                    <a:pt x="612521" y="74904"/>
                  </a:moveTo>
                  <a:lnTo>
                    <a:pt x="646861" y="144297"/>
                  </a:lnTo>
                </a:path>
                <a:path w="2198370" h="458469">
                  <a:moveTo>
                    <a:pt x="2175891" y="0"/>
                  </a:moveTo>
                  <a:lnTo>
                    <a:pt x="2197912" y="44551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379697" y="1683103"/>
              <a:ext cx="730885" cy="377825"/>
            </a:xfrm>
            <a:custGeom>
              <a:avLst/>
              <a:gdLst/>
              <a:ahLst/>
              <a:cxnLst/>
              <a:rect l="l" t="t" r="r" b="b"/>
              <a:pathLst>
                <a:path w="730885" h="377825">
                  <a:moveTo>
                    <a:pt x="0" y="377304"/>
                  </a:moveTo>
                  <a:lnTo>
                    <a:pt x="730288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083348" y="1666023"/>
              <a:ext cx="56515" cy="46355"/>
            </a:xfrm>
            <a:custGeom>
              <a:avLst/>
              <a:gdLst/>
              <a:ahLst/>
              <a:cxnLst/>
              <a:rect l="l" t="t" r="r" b="b"/>
              <a:pathLst>
                <a:path w="56514" h="46355">
                  <a:moveTo>
                    <a:pt x="56074" y="0"/>
                  </a:moveTo>
                  <a:lnTo>
                    <a:pt x="0" y="4368"/>
                  </a:lnTo>
                  <a:lnTo>
                    <a:pt x="19659" y="20675"/>
                  </a:lnTo>
                  <a:lnTo>
                    <a:pt x="21577" y="46151"/>
                  </a:lnTo>
                  <a:lnTo>
                    <a:pt x="56074" y="4755"/>
                  </a:lnTo>
                  <a:lnTo>
                    <a:pt x="56074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005947" y="2343626"/>
              <a:ext cx="22860" cy="44450"/>
            </a:xfrm>
            <a:custGeom>
              <a:avLst/>
              <a:gdLst/>
              <a:ahLst/>
              <a:cxnLst/>
              <a:rect l="l" t="t" r="r" b="b"/>
              <a:pathLst>
                <a:path w="22860" h="44450">
                  <a:moveTo>
                    <a:pt x="22796" y="0"/>
                  </a:moveTo>
                  <a:lnTo>
                    <a:pt x="0" y="44157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379692" y="2060407"/>
              <a:ext cx="730250" cy="348615"/>
            </a:xfrm>
            <a:custGeom>
              <a:avLst/>
              <a:gdLst/>
              <a:ahLst/>
              <a:cxnLst/>
              <a:rect l="l" t="t" r="r" b="b"/>
              <a:pathLst>
                <a:path w="730250" h="348614">
                  <a:moveTo>
                    <a:pt x="0" y="0"/>
                  </a:moveTo>
                  <a:lnTo>
                    <a:pt x="729754" y="348373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083222" y="2379877"/>
              <a:ext cx="56515" cy="45085"/>
            </a:xfrm>
            <a:custGeom>
              <a:avLst/>
              <a:gdLst/>
              <a:ahLst/>
              <a:cxnLst/>
              <a:rect l="l" t="t" r="r" b="b"/>
              <a:pathLst>
                <a:path w="56514" h="45085">
                  <a:moveTo>
                    <a:pt x="20269" y="0"/>
                  </a:moveTo>
                  <a:lnTo>
                    <a:pt x="19151" y="25526"/>
                  </a:lnTo>
                  <a:lnTo>
                    <a:pt x="0" y="42443"/>
                  </a:lnTo>
                  <a:lnTo>
                    <a:pt x="56201" y="45041"/>
                  </a:lnTo>
                  <a:lnTo>
                    <a:pt x="56201" y="40464"/>
                  </a:lnTo>
                  <a:lnTo>
                    <a:pt x="2026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819414" y="2448058"/>
              <a:ext cx="730885" cy="0"/>
            </a:xfrm>
            <a:custGeom>
              <a:avLst/>
              <a:gdLst/>
              <a:ahLst/>
              <a:cxnLst/>
              <a:rect l="l" t="t" r="r" b="b"/>
              <a:pathLst>
                <a:path w="730885">
                  <a:moveTo>
                    <a:pt x="0" y="0"/>
                  </a:moveTo>
                  <a:lnTo>
                    <a:pt x="730592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532170" y="2424542"/>
              <a:ext cx="55880" cy="47625"/>
            </a:xfrm>
            <a:custGeom>
              <a:avLst/>
              <a:gdLst/>
              <a:ahLst/>
              <a:cxnLst/>
              <a:rect l="l" t="t" r="r" b="b"/>
              <a:pathLst>
                <a:path w="55879" h="47625">
                  <a:moveTo>
                    <a:pt x="0" y="0"/>
                  </a:moveTo>
                  <a:lnTo>
                    <a:pt x="9994" y="23520"/>
                  </a:lnTo>
                  <a:lnTo>
                    <a:pt x="0" y="47028"/>
                  </a:lnTo>
                  <a:lnTo>
                    <a:pt x="55740" y="23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819414" y="2413924"/>
              <a:ext cx="598170" cy="68580"/>
            </a:xfrm>
            <a:custGeom>
              <a:avLst/>
              <a:gdLst/>
              <a:ahLst/>
              <a:cxnLst/>
              <a:rect l="l" t="t" r="r" b="b"/>
              <a:pathLst>
                <a:path w="598170" h="68580">
                  <a:moveTo>
                    <a:pt x="0" y="0"/>
                  </a:moveTo>
                  <a:lnTo>
                    <a:pt x="0" y="68262"/>
                  </a:lnTo>
                </a:path>
                <a:path w="598170" h="68580">
                  <a:moveTo>
                    <a:pt x="597916" y="0"/>
                  </a:moveTo>
                  <a:lnTo>
                    <a:pt x="597916" y="68262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030" y="2831806"/>
              <a:ext cx="120662" cy="78371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2368999" y="2990607"/>
            <a:ext cx="5473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3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7" name="object 10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8030" y="3349406"/>
            <a:ext cx="120662" cy="78371"/>
          </a:xfrm>
          <a:prstGeom prst="rect">
            <a:avLst/>
          </a:prstGeom>
        </p:spPr>
      </p:pic>
      <p:sp>
        <p:nvSpPr>
          <p:cNvPr id="108" name="object 108"/>
          <p:cNvSpPr txBox="1"/>
          <p:nvPr/>
        </p:nvSpPr>
        <p:spPr>
          <a:xfrm>
            <a:off x="536600" y="2775416"/>
            <a:ext cx="53587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0" dirty="0">
                <a:solidFill>
                  <a:srgbClr val="C7EAFB"/>
                </a:solidFill>
                <a:latin typeface="Segoe UI Symbol"/>
                <a:cs typeface="Segoe UI Symbol"/>
              </a:rPr>
              <a:t>➥</a:t>
            </a:r>
            <a:r>
              <a:rPr sz="1000" spc="25" dirty="0">
                <a:solidFill>
                  <a:srgbClr val="C7EAFB"/>
                </a:solidFill>
                <a:latin typeface="Segoe UI Symbol"/>
                <a:cs typeface="Segoe UI Symbol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gösterildiği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gibi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başlangıç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noktaları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aynı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ışının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oluşturduğu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şekle</a:t>
            </a:r>
            <a:r>
              <a:rPr sz="10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E24493"/>
                </a:solidFill>
                <a:latin typeface="Microsoft Sans Serif"/>
                <a:cs typeface="Microsoft Sans Serif"/>
              </a:rPr>
              <a:t>açı</a:t>
            </a:r>
            <a:r>
              <a:rPr sz="1000" spc="2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denir.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192405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Yukarıdaki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açıyı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sembollerle</a:t>
            </a:r>
            <a:r>
              <a:rPr sz="1000" spc="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ABC,</a:t>
            </a:r>
            <a:r>
              <a:rPr sz="1000" spc="-17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CBA</a:t>
            </a:r>
            <a:r>
              <a:rPr sz="1000" spc="4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veya</a:t>
            </a:r>
            <a:r>
              <a:rPr sz="1000" spc="5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B</a:t>
            </a:r>
            <a:r>
              <a:rPr sz="1000" spc="4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biçiminde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gösteririz.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000" spc="-70" dirty="0">
                <a:solidFill>
                  <a:srgbClr val="C7EAFB"/>
                </a:solidFill>
                <a:latin typeface="Segoe UI Symbol"/>
                <a:cs typeface="Segoe UI Symbol"/>
              </a:rPr>
              <a:t>➥</a:t>
            </a:r>
            <a:r>
              <a:rPr sz="1000" spc="30" dirty="0">
                <a:solidFill>
                  <a:srgbClr val="C7EAFB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Yukarıdaki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kenarları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arasındaki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açıklığın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sayısal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değerine</a:t>
            </a:r>
            <a:r>
              <a:rPr sz="10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E24493"/>
                </a:solidFill>
                <a:latin typeface="Microsoft Sans Serif"/>
                <a:cs typeface="Microsoft Sans Serif"/>
              </a:rPr>
              <a:t>açının</a:t>
            </a:r>
            <a:r>
              <a:rPr sz="1000" spc="2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E24493"/>
                </a:solidFill>
                <a:latin typeface="Microsoft Sans Serif"/>
                <a:cs typeface="Microsoft Sans Serif"/>
              </a:rPr>
              <a:t>ölçüsü</a:t>
            </a:r>
            <a:r>
              <a:rPr sz="1000" spc="2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denir.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m</a:t>
            </a:r>
            <a:r>
              <a:rPr sz="900" spc="18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ABC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656686" y="3242219"/>
            <a:ext cx="217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2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950380" y="3293016"/>
            <a:ext cx="1042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şeklinde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gösterilir.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71199" y="3722654"/>
            <a:ext cx="13633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445" algn="just">
              <a:lnSpc>
                <a:spcPct val="116700"/>
              </a:lnSpc>
              <a:spcBef>
                <a:spcPts val="100"/>
              </a:spcBef>
            </a:pPr>
            <a:r>
              <a:rPr sz="1000" spc="-4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802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OB  </a:t>
            </a:r>
            <a:r>
              <a:rPr sz="100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ile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  </a:t>
            </a:r>
            <a:r>
              <a:rPr sz="100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420" dirty="0">
                <a:solidFill>
                  <a:srgbClr val="231F20"/>
                </a:solidFill>
                <a:latin typeface="Arial MT"/>
                <a:cs typeface="Arial MT"/>
              </a:rPr>
              <a:t>B</a:t>
            </a:r>
            <a:r>
              <a:rPr sz="1500" spc="-839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r>
              <a:rPr sz="100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E24493"/>
                </a:solidFill>
                <a:latin typeface="Microsoft Sans Serif"/>
                <a:cs typeface="Microsoft Sans Serif"/>
              </a:rPr>
              <a:t>komşu 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Çünkü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birer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kenarları</a:t>
            </a:r>
            <a:r>
              <a:rPr sz="1000" spc="-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(</a:t>
            </a:r>
            <a:r>
              <a:rPr sz="1000" spc="-10" dirty="0">
                <a:solidFill>
                  <a:srgbClr val="231F20"/>
                </a:solidFill>
                <a:latin typeface="Arial MT"/>
                <a:cs typeface="Arial MT"/>
              </a:rPr>
              <a:t>[OB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)</a:t>
            </a:r>
            <a:r>
              <a:rPr sz="1000" spc="-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ortaktır.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71199" y="4577855"/>
            <a:ext cx="13633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445" algn="just">
              <a:lnSpc>
                <a:spcPct val="116700"/>
              </a:lnSpc>
              <a:spcBef>
                <a:spcPts val="100"/>
              </a:spcBef>
            </a:pP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375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OB</a:t>
            </a:r>
            <a:r>
              <a:rPr sz="1000" spc="-24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ile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245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r>
              <a:rPr sz="1500" spc="-367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245" dirty="0">
                <a:solidFill>
                  <a:srgbClr val="231F20"/>
                </a:solidFill>
                <a:latin typeface="Arial MT"/>
                <a:cs typeface="Arial MT"/>
              </a:rPr>
              <a:t>DE</a:t>
            </a:r>
            <a:r>
              <a:rPr sz="1000" spc="-24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E24493"/>
                </a:solidFill>
                <a:latin typeface="Microsoft Sans Serif"/>
                <a:cs typeface="Microsoft Sans Serif"/>
              </a:rPr>
              <a:t>tümler </a:t>
            </a:r>
            <a:r>
              <a:rPr sz="100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Çünkü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ölçüleri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toplamı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90°’dir.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71199" y="5708255"/>
            <a:ext cx="1363345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445" algn="just">
              <a:lnSpc>
                <a:spcPct val="116700"/>
              </a:lnSpc>
              <a:spcBef>
                <a:spcPts val="100"/>
              </a:spcBef>
            </a:pPr>
            <a:r>
              <a:rPr sz="1000" spc="-4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802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OB  </a:t>
            </a:r>
            <a:r>
              <a:rPr sz="100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ile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  </a:t>
            </a:r>
            <a:r>
              <a:rPr sz="100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420" dirty="0">
                <a:solidFill>
                  <a:srgbClr val="231F20"/>
                </a:solidFill>
                <a:latin typeface="Arial MT"/>
                <a:cs typeface="Arial MT"/>
              </a:rPr>
              <a:t>B</a:t>
            </a:r>
            <a:r>
              <a:rPr sz="1500" spc="-839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r>
              <a:rPr sz="1000" spc="-1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E24493"/>
                </a:solidFill>
                <a:latin typeface="Microsoft Sans Serif"/>
                <a:cs typeface="Microsoft Sans Serif"/>
              </a:rPr>
              <a:t>komşu  </a:t>
            </a:r>
            <a:r>
              <a:rPr sz="1000" spc="-5" dirty="0">
                <a:solidFill>
                  <a:srgbClr val="E24493"/>
                </a:solidFill>
                <a:latin typeface="Microsoft Sans Serif"/>
                <a:cs typeface="Microsoft Sans Serif"/>
              </a:rPr>
              <a:t>tümler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Çünkü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hem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hem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komşu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111999" y="3722654"/>
            <a:ext cx="1402715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 indent="4445" algn="just">
              <a:lnSpc>
                <a:spcPct val="116700"/>
              </a:lnSpc>
              <a:spcBef>
                <a:spcPts val="100"/>
              </a:spcBef>
            </a:pP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375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OB</a:t>
            </a:r>
            <a:r>
              <a:rPr sz="1000" spc="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ile</a:t>
            </a:r>
            <a:r>
              <a:rPr sz="1000" spc="26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245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r>
              <a:rPr sz="1500" spc="-367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245" dirty="0">
                <a:solidFill>
                  <a:srgbClr val="231F20"/>
                </a:solidFill>
                <a:latin typeface="Arial MT"/>
                <a:cs typeface="Arial MT"/>
              </a:rPr>
              <a:t>DE</a:t>
            </a:r>
            <a:r>
              <a:rPr sz="1000" spc="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E24493"/>
                </a:solidFill>
                <a:latin typeface="Microsoft Sans Serif"/>
                <a:cs typeface="Microsoft Sans Serif"/>
              </a:rPr>
              <a:t>bütün- </a:t>
            </a:r>
            <a:r>
              <a:rPr sz="100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E24493"/>
                </a:solidFill>
                <a:latin typeface="Microsoft Sans Serif"/>
                <a:cs typeface="Microsoft Sans Serif"/>
              </a:rPr>
              <a:t>ler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Çünkü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ölçüleri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toplamı</a:t>
            </a:r>
            <a:r>
              <a:rPr sz="1000" spc="2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180°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124699" y="5005455"/>
            <a:ext cx="137731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445">
              <a:lnSpc>
                <a:spcPct val="116700"/>
              </a:lnSpc>
              <a:spcBef>
                <a:spcPts val="100"/>
              </a:spcBef>
            </a:pPr>
            <a:r>
              <a:rPr sz="1000" spc="-4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802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OB  </a:t>
            </a:r>
            <a:r>
              <a:rPr sz="1000" spc="-5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ile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  </a:t>
            </a:r>
            <a:r>
              <a:rPr sz="1000" spc="-2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42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839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r>
              <a:rPr sz="1000" spc="10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E24493"/>
                </a:solidFill>
                <a:latin typeface="Microsoft Sans Serif"/>
                <a:cs typeface="Microsoft Sans Serif"/>
              </a:rPr>
              <a:t>komşu  </a:t>
            </a:r>
            <a:r>
              <a:rPr sz="1000" spc="-10" dirty="0">
                <a:solidFill>
                  <a:srgbClr val="E24493"/>
                </a:solidFill>
                <a:latin typeface="Microsoft Sans Serif"/>
                <a:cs typeface="Microsoft Sans Serif"/>
              </a:rPr>
              <a:t>bütünler</a:t>
            </a:r>
            <a:r>
              <a:rPr sz="1000" spc="1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Çün-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150099" y="5386447"/>
            <a:ext cx="2332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kü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hem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bütünler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hem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komşu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17" name="object 1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81529" y="6174238"/>
            <a:ext cx="120662" cy="78371"/>
          </a:xfrm>
          <a:prstGeom prst="rect">
            <a:avLst/>
          </a:prstGeom>
        </p:spPr>
      </p:pic>
      <p:sp>
        <p:nvSpPr>
          <p:cNvPr id="118" name="object 118"/>
          <p:cNvSpPr txBox="1"/>
          <p:nvPr/>
        </p:nvSpPr>
        <p:spPr>
          <a:xfrm>
            <a:off x="3970099" y="6092448"/>
            <a:ext cx="291719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16700"/>
              </a:lnSpc>
              <a:spcBef>
                <a:spcPts val="100"/>
              </a:spcBef>
            </a:pPr>
            <a:r>
              <a:rPr sz="1000" spc="-70" dirty="0">
                <a:solidFill>
                  <a:srgbClr val="C7EAFB"/>
                </a:solidFill>
                <a:latin typeface="Segoe UI Symbol"/>
                <a:cs typeface="Segoe UI Symbol"/>
              </a:rPr>
              <a:t>➥</a:t>
            </a:r>
            <a:r>
              <a:rPr sz="1000" spc="-65" dirty="0">
                <a:solidFill>
                  <a:srgbClr val="C7EAFB"/>
                </a:solidFill>
                <a:latin typeface="Segoe UI Symbol"/>
                <a:cs typeface="Segoe UI Symbol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Birbirini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kesen 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iki doğrunun oluşturduğu açılardan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karşılıklı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olanlarına </a:t>
            </a:r>
            <a:r>
              <a:rPr sz="1000" spc="-10" dirty="0">
                <a:solidFill>
                  <a:srgbClr val="E24493"/>
                </a:solidFill>
                <a:latin typeface="Microsoft Sans Serif"/>
                <a:cs typeface="Microsoft Sans Serif"/>
              </a:rPr>
              <a:t>ters açılar </a:t>
            </a:r>
            <a:r>
              <a:rPr sz="10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denir.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591078" y="4051470"/>
            <a:ext cx="114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104916" y="3694052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3210462" y="3964478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149424" y="427309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2716108" y="3795578"/>
            <a:ext cx="670560" cy="524510"/>
            <a:chOff x="2716108" y="3795578"/>
            <a:chExt cx="670560" cy="524510"/>
          </a:xfrm>
        </p:grpSpPr>
        <p:sp>
          <p:nvSpPr>
            <p:cNvPr id="124" name="object 124"/>
            <p:cNvSpPr/>
            <p:nvPr/>
          </p:nvSpPr>
          <p:spPr>
            <a:xfrm>
              <a:off x="2719283" y="4141332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524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347323" y="4124873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6985" y="16459"/>
                  </a:lnTo>
                  <a:lnTo>
                    <a:pt x="0" y="32918"/>
                  </a:lnTo>
                  <a:lnTo>
                    <a:pt x="39014" y="1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719283" y="3809558"/>
              <a:ext cx="535940" cy="332105"/>
            </a:xfrm>
            <a:custGeom>
              <a:avLst/>
              <a:gdLst/>
              <a:ahLst/>
              <a:cxnLst/>
              <a:rect l="l" t="t" r="r" b="b"/>
              <a:pathLst>
                <a:path w="535939" h="332104">
                  <a:moveTo>
                    <a:pt x="0" y="331774"/>
                  </a:moveTo>
                  <a:lnTo>
                    <a:pt x="535368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235356" y="3795578"/>
              <a:ext cx="41910" cy="34925"/>
            </a:xfrm>
            <a:custGeom>
              <a:avLst/>
              <a:gdLst/>
              <a:ahLst/>
              <a:cxnLst/>
              <a:rect l="l" t="t" r="r" b="b"/>
              <a:pathLst>
                <a:path w="41910" h="34925">
                  <a:moveTo>
                    <a:pt x="41846" y="0"/>
                  </a:moveTo>
                  <a:lnTo>
                    <a:pt x="0" y="6553"/>
                  </a:lnTo>
                  <a:lnTo>
                    <a:pt x="14617" y="16865"/>
                  </a:lnTo>
                  <a:lnTo>
                    <a:pt x="17348" y="34544"/>
                  </a:lnTo>
                  <a:lnTo>
                    <a:pt x="41846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719283" y="4141332"/>
              <a:ext cx="590550" cy="166370"/>
            </a:xfrm>
            <a:custGeom>
              <a:avLst/>
              <a:gdLst/>
              <a:ahLst/>
              <a:cxnLst/>
              <a:rect l="l" t="t" r="r" b="b"/>
              <a:pathLst>
                <a:path w="590550" h="166370">
                  <a:moveTo>
                    <a:pt x="0" y="0"/>
                  </a:moveTo>
                  <a:lnTo>
                    <a:pt x="590346" y="166027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293150" y="4288132"/>
              <a:ext cx="42545" cy="31750"/>
            </a:xfrm>
            <a:custGeom>
              <a:avLst/>
              <a:gdLst/>
              <a:ahLst/>
              <a:cxnLst/>
              <a:rect l="l" t="t" r="r" b="b"/>
              <a:pathLst>
                <a:path w="42545" h="31750">
                  <a:moveTo>
                    <a:pt x="8915" y="0"/>
                  </a:moveTo>
                  <a:lnTo>
                    <a:pt x="11188" y="17741"/>
                  </a:lnTo>
                  <a:lnTo>
                    <a:pt x="0" y="31699"/>
                  </a:lnTo>
                  <a:lnTo>
                    <a:pt x="42024" y="26415"/>
                  </a:lnTo>
                  <a:lnTo>
                    <a:pt x="8915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170241" y="3844831"/>
              <a:ext cx="91440" cy="450215"/>
            </a:xfrm>
            <a:custGeom>
              <a:avLst/>
              <a:gdLst/>
              <a:ahLst/>
              <a:cxnLst/>
              <a:rect l="l" t="t" r="r" b="b"/>
              <a:pathLst>
                <a:path w="91439" h="450214">
                  <a:moveTo>
                    <a:pt x="91033" y="281470"/>
                  </a:moveTo>
                  <a:lnTo>
                    <a:pt x="91033" y="311531"/>
                  </a:lnTo>
                </a:path>
                <a:path w="91439" h="450214">
                  <a:moveTo>
                    <a:pt x="0" y="0"/>
                  </a:moveTo>
                  <a:lnTo>
                    <a:pt x="13792" y="26720"/>
                  </a:lnTo>
                </a:path>
                <a:path w="91439" h="450214">
                  <a:moveTo>
                    <a:pt x="56502" y="424345"/>
                  </a:moveTo>
                  <a:lnTo>
                    <a:pt x="47396" y="450189"/>
                  </a:lnTo>
                </a:path>
              </a:pathLst>
            </a:custGeom>
            <a:ln w="45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2726090" y="528451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496919" y="5271828"/>
            <a:ext cx="114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990580" y="4749820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338281" y="5333893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4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490518" y="4686841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2911599" y="5183474"/>
            <a:ext cx="198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60</a:t>
            </a:r>
            <a:r>
              <a:rPr sz="900" spc="-114" dirty="0">
                <a:solidFill>
                  <a:srgbClr val="231F20"/>
                </a:solidFill>
                <a:latin typeface="Trebuchet MS"/>
                <a:cs typeface="Trebuchet MS"/>
              </a:rPr>
              <a:t>°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780954" y="4734847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8" name="object 138"/>
          <p:cNvSpPr txBox="1"/>
          <p:nvPr/>
        </p:nvSpPr>
        <p:spPr>
          <a:xfrm rot="17460000">
            <a:off x="2584159" y="5027549"/>
            <a:ext cx="20870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20" dirty="0">
                <a:solidFill>
                  <a:srgbClr val="231F20"/>
                </a:solidFill>
                <a:latin typeface="Trebuchet MS"/>
                <a:cs typeface="Trebuchet MS"/>
              </a:rPr>
              <a:t>30°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2597928" y="4679395"/>
            <a:ext cx="903605" cy="685800"/>
            <a:chOff x="2597928" y="4679395"/>
            <a:chExt cx="903605" cy="685800"/>
          </a:xfrm>
        </p:grpSpPr>
        <p:sp>
          <p:nvSpPr>
            <p:cNvPr id="140" name="object 140"/>
            <p:cNvSpPr/>
            <p:nvPr/>
          </p:nvSpPr>
          <p:spPr>
            <a:xfrm>
              <a:off x="2834083" y="5347605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524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462137" y="5331144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6997" y="16459"/>
                  </a:lnTo>
                  <a:lnTo>
                    <a:pt x="0" y="32918"/>
                  </a:lnTo>
                  <a:lnTo>
                    <a:pt x="39014" y="1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831304" y="4792907"/>
              <a:ext cx="320675" cy="554990"/>
            </a:xfrm>
            <a:custGeom>
              <a:avLst/>
              <a:gdLst/>
              <a:ahLst/>
              <a:cxnLst/>
              <a:rect l="l" t="t" r="r" b="b"/>
              <a:pathLst>
                <a:path w="320675" h="554989">
                  <a:moveTo>
                    <a:pt x="0" y="554697"/>
                  </a:moveTo>
                  <a:lnTo>
                    <a:pt x="32025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131071" y="4769924"/>
              <a:ext cx="34290" cy="42545"/>
            </a:xfrm>
            <a:custGeom>
              <a:avLst/>
              <a:gdLst/>
              <a:ahLst/>
              <a:cxnLst/>
              <a:rect l="l" t="t" r="r" b="b"/>
              <a:pathLst>
                <a:path w="34289" h="42545">
                  <a:moveTo>
                    <a:pt x="33756" y="0"/>
                  </a:moveTo>
                  <a:lnTo>
                    <a:pt x="0" y="25565"/>
                  </a:lnTo>
                  <a:lnTo>
                    <a:pt x="17741" y="27736"/>
                  </a:lnTo>
                  <a:lnTo>
                    <a:pt x="28498" y="42024"/>
                  </a:lnTo>
                  <a:lnTo>
                    <a:pt x="33756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618927" y="4792907"/>
              <a:ext cx="320675" cy="554990"/>
            </a:xfrm>
            <a:custGeom>
              <a:avLst/>
              <a:gdLst/>
              <a:ahLst/>
              <a:cxnLst/>
              <a:rect l="l" t="t" r="r" b="b"/>
              <a:pathLst>
                <a:path w="320675" h="554989">
                  <a:moveTo>
                    <a:pt x="0" y="554697"/>
                  </a:moveTo>
                  <a:lnTo>
                    <a:pt x="32025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918687" y="4769924"/>
              <a:ext cx="34290" cy="42545"/>
            </a:xfrm>
            <a:custGeom>
              <a:avLst/>
              <a:gdLst/>
              <a:ahLst/>
              <a:cxnLst/>
              <a:rect l="l" t="t" r="r" b="b"/>
              <a:pathLst>
                <a:path w="34289" h="42545">
                  <a:moveTo>
                    <a:pt x="33769" y="0"/>
                  </a:moveTo>
                  <a:lnTo>
                    <a:pt x="0" y="25565"/>
                  </a:lnTo>
                  <a:lnTo>
                    <a:pt x="17754" y="27736"/>
                  </a:lnTo>
                  <a:lnTo>
                    <a:pt x="28511" y="42024"/>
                  </a:lnTo>
                  <a:lnTo>
                    <a:pt x="3376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617762" y="4705928"/>
              <a:ext cx="0" cy="640715"/>
            </a:xfrm>
            <a:custGeom>
              <a:avLst/>
              <a:gdLst/>
              <a:ahLst/>
              <a:cxnLst/>
              <a:rect l="l" t="t" r="r" b="b"/>
              <a:pathLst>
                <a:path h="640714">
                  <a:moveTo>
                    <a:pt x="0" y="640511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601301" y="4679395"/>
              <a:ext cx="33020" cy="39370"/>
            </a:xfrm>
            <a:custGeom>
              <a:avLst/>
              <a:gdLst/>
              <a:ahLst/>
              <a:cxnLst/>
              <a:rect l="l" t="t" r="r" b="b"/>
              <a:pathLst>
                <a:path w="33019" h="39370">
                  <a:moveTo>
                    <a:pt x="16459" y="0"/>
                  </a:moveTo>
                  <a:lnTo>
                    <a:pt x="0" y="39014"/>
                  </a:lnTo>
                  <a:lnTo>
                    <a:pt x="16459" y="32029"/>
                  </a:lnTo>
                  <a:lnTo>
                    <a:pt x="32918" y="39014"/>
                  </a:lnTo>
                  <a:lnTo>
                    <a:pt x="1645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600468" y="4791465"/>
              <a:ext cx="787400" cy="571500"/>
            </a:xfrm>
            <a:custGeom>
              <a:avLst/>
              <a:gdLst/>
              <a:ahLst/>
              <a:cxnLst/>
              <a:rect l="l" t="t" r="r" b="b"/>
              <a:pathLst>
                <a:path w="787400" h="571500">
                  <a:moveTo>
                    <a:pt x="787082" y="541108"/>
                  </a:moveTo>
                  <a:lnTo>
                    <a:pt x="787082" y="571169"/>
                  </a:lnTo>
                </a:path>
                <a:path w="787400" h="571500">
                  <a:moveTo>
                    <a:pt x="30060" y="0"/>
                  </a:moveTo>
                  <a:lnTo>
                    <a:pt x="0" y="0"/>
                  </a:lnTo>
                </a:path>
                <a:path w="787400" h="571500">
                  <a:moveTo>
                    <a:pt x="495109" y="70345"/>
                  </a:moveTo>
                  <a:lnTo>
                    <a:pt x="521182" y="85343"/>
                  </a:lnTo>
                </a:path>
                <a:path w="787400" h="571500">
                  <a:moveTo>
                    <a:pt x="284492" y="62826"/>
                  </a:moveTo>
                  <a:lnTo>
                    <a:pt x="310565" y="77825"/>
                  </a:lnTo>
                </a:path>
              </a:pathLst>
            </a:custGeom>
            <a:ln w="45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17764" y="5224403"/>
              <a:ext cx="292100" cy="123189"/>
            </a:xfrm>
            <a:custGeom>
              <a:avLst/>
              <a:gdLst/>
              <a:ahLst/>
              <a:cxnLst/>
              <a:rect l="l" t="t" r="r" b="b"/>
              <a:pathLst>
                <a:path w="292100" h="123189">
                  <a:moveTo>
                    <a:pt x="291426" y="122805"/>
                  </a:moveTo>
                  <a:lnTo>
                    <a:pt x="291712" y="102466"/>
                  </a:lnTo>
                  <a:lnTo>
                    <a:pt x="284433" y="84243"/>
                  </a:lnTo>
                  <a:lnTo>
                    <a:pt x="270847" y="70089"/>
                  </a:lnTo>
                  <a:lnTo>
                    <a:pt x="252209" y="61959"/>
                  </a:lnTo>
                </a:path>
                <a:path w="292100" h="123189">
                  <a:moveTo>
                    <a:pt x="60147" y="24354"/>
                  </a:moveTo>
                  <a:lnTo>
                    <a:pt x="48459" y="11140"/>
                  </a:lnTo>
                  <a:lnTo>
                    <a:pt x="33569" y="2909"/>
                  </a:lnTo>
                  <a:lnTo>
                    <a:pt x="16931" y="0"/>
                  </a:lnTo>
                  <a:lnTo>
                    <a:pt x="0" y="275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>
            <a:off x="2594099" y="6305405"/>
            <a:ext cx="114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3217720" y="6375242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2719759" y="5781797"/>
            <a:ext cx="6375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2593870" y="5720189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2700124" y="4151519"/>
            <a:ext cx="3471545" cy="2251710"/>
            <a:chOff x="2700124" y="4151519"/>
            <a:chExt cx="3471545" cy="2251710"/>
          </a:xfrm>
        </p:grpSpPr>
        <p:sp>
          <p:nvSpPr>
            <p:cNvPr id="155" name="object 155"/>
            <p:cNvSpPr/>
            <p:nvPr/>
          </p:nvSpPr>
          <p:spPr>
            <a:xfrm>
              <a:off x="2716584" y="6385176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524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344638" y="6368716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6997" y="16459"/>
                  </a:lnTo>
                  <a:lnTo>
                    <a:pt x="0" y="32918"/>
                  </a:lnTo>
                  <a:lnTo>
                    <a:pt x="39014" y="1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716584" y="5855450"/>
              <a:ext cx="536575" cy="531495"/>
            </a:xfrm>
            <a:custGeom>
              <a:avLst/>
              <a:gdLst/>
              <a:ahLst/>
              <a:cxnLst/>
              <a:rect l="l" t="t" r="r" b="b"/>
              <a:pathLst>
                <a:path w="536575" h="531495">
                  <a:moveTo>
                    <a:pt x="0" y="531164"/>
                  </a:moveTo>
                  <a:lnTo>
                    <a:pt x="536206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232339" y="5836769"/>
              <a:ext cx="39370" cy="39370"/>
            </a:xfrm>
            <a:custGeom>
              <a:avLst/>
              <a:gdLst/>
              <a:ahLst/>
              <a:cxnLst/>
              <a:rect l="l" t="t" r="r" b="b"/>
              <a:pathLst>
                <a:path w="39370" h="39370">
                  <a:moveTo>
                    <a:pt x="39293" y="0"/>
                  </a:moveTo>
                  <a:lnTo>
                    <a:pt x="0" y="15773"/>
                  </a:lnTo>
                  <a:lnTo>
                    <a:pt x="16535" y="22542"/>
                  </a:lnTo>
                  <a:lnTo>
                    <a:pt x="23164" y="39154"/>
                  </a:lnTo>
                  <a:lnTo>
                    <a:pt x="3929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716584" y="5746078"/>
              <a:ext cx="0" cy="640715"/>
            </a:xfrm>
            <a:custGeom>
              <a:avLst/>
              <a:gdLst/>
              <a:ahLst/>
              <a:cxnLst/>
              <a:rect l="l" t="t" r="r" b="b"/>
              <a:pathLst>
                <a:path h="640714">
                  <a:moveTo>
                    <a:pt x="0" y="64053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700124" y="5719545"/>
              <a:ext cx="33020" cy="39370"/>
            </a:xfrm>
            <a:custGeom>
              <a:avLst/>
              <a:gdLst/>
              <a:ahLst/>
              <a:cxnLst/>
              <a:rect l="l" t="t" r="r" b="b"/>
              <a:pathLst>
                <a:path w="33019" h="39370">
                  <a:moveTo>
                    <a:pt x="16459" y="0"/>
                  </a:moveTo>
                  <a:lnTo>
                    <a:pt x="0" y="39014"/>
                  </a:lnTo>
                  <a:lnTo>
                    <a:pt x="16459" y="32029"/>
                  </a:lnTo>
                  <a:lnTo>
                    <a:pt x="32918" y="39014"/>
                  </a:lnTo>
                  <a:lnTo>
                    <a:pt x="1645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702996" y="5818760"/>
              <a:ext cx="567055" cy="581660"/>
            </a:xfrm>
            <a:custGeom>
              <a:avLst/>
              <a:gdLst/>
              <a:ahLst/>
              <a:cxnLst/>
              <a:rect l="l" t="t" r="r" b="b"/>
              <a:pathLst>
                <a:path w="567054" h="581660">
                  <a:moveTo>
                    <a:pt x="567055" y="551383"/>
                  </a:moveTo>
                  <a:lnTo>
                    <a:pt x="567055" y="581444"/>
                  </a:lnTo>
                </a:path>
                <a:path w="567054" h="581660">
                  <a:moveTo>
                    <a:pt x="468007" y="102247"/>
                  </a:moveTo>
                  <a:lnTo>
                    <a:pt x="490016" y="122732"/>
                  </a:lnTo>
                </a:path>
                <a:path w="567054" h="581660">
                  <a:moveTo>
                    <a:pt x="0" y="0"/>
                  </a:moveTo>
                  <a:lnTo>
                    <a:pt x="30060" y="0"/>
                  </a:lnTo>
                </a:path>
              </a:pathLst>
            </a:custGeom>
            <a:ln w="454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4120" y="6322140"/>
              <a:ext cx="66941" cy="66941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5729189" y="4177081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>
                  <a:moveTo>
                    <a:pt x="0" y="0"/>
                  </a:moveTo>
                  <a:lnTo>
                    <a:pt x="43911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702653" y="4160632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39014" y="0"/>
                  </a:moveTo>
                  <a:lnTo>
                    <a:pt x="0" y="16446"/>
                  </a:lnTo>
                  <a:lnTo>
                    <a:pt x="39014" y="32918"/>
                  </a:lnTo>
                  <a:lnTo>
                    <a:pt x="32016" y="16446"/>
                  </a:lnTo>
                  <a:lnTo>
                    <a:pt x="39014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821339" y="4154694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h="45085">
                  <a:moveTo>
                    <a:pt x="0" y="0"/>
                  </a:moveTo>
                  <a:lnTo>
                    <a:pt x="0" y="447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5770539" y="4188361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6014246" y="3720754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5905361" y="4027692"/>
            <a:ext cx="1987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60</a:t>
            </a:r>
            <a:r>
              <a:rPr sz="900" spc="-114" dirty="0">
                <a:solidFill>
                  <a:srgbClr val="231F20"/>
                </a:solidFill>
                <a:latin typeface="Trebuchet MS"/>
                <a:cs typeface="Trebuchet MS"/>
              </a:rPr>
              <a:t>°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5942240" y="3785498"/>
            <a:ext cx="894080" cy="417195"/>
            <a:chOff x="5942240" y="3785498"/>
            <a:chExt cx="894080" cy="417195"/>
          </a:xfrm>
        </p:grpSpPr>
        <p:sp>
          <p:nvSpPr>
            <p:cNvPr id="170" name="object 170"/>
            <p:cNvSpPr/>
            <p:nvPr/>
          </p:nvSpPr>
          <p:spPr>
            <a:xfrm>
              <a:off x="5955506" y="3808488"/>
              <a:ext cx="213360" cy="368935"/>
            </a:xfrm>
            <a:custGeom>
              <a:avLst/>
              <a:gdLst/>
              <a:ahLst/>
              <a:cxnLst/>
              <a:rect l="l" t="t" r="r" b="b"/>
              <a:pathLst>
                <a:path w="213360" h="368935">
                  <a:moveTo>
                    <a:pt x="212801" y="368592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942240" y="3785498"/>
              <a:ext cx="34290" cy="42545"/>
            </a:xfrm>
            <a:custGeom>
              <a:avLst/>
              <a:gdLst/>
              <a:ahLst/>
              <a:cxnLst/>
              <a:rect l="l" t="t" r="r" b="b"/>
              <a:pathLst>
                <a:path w="34289" h="42545">
                  <a:moveTo>
                    <a:pt x="0" y="0"/>
                  </a:moveTo>
                  <a:lnTo>
                    <a:pt x="5257" y="42024"/>
                  </a:lnTo>
                  <a:lnTo>
                    <a:pt x="16002" y="27736"/>
                  </a:lnTo>
                  <a:lnTo>
                    <a:pt x="33756" y="255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5968607" y="3847750"/>
              <a:ext cx="169545" cy="331470"/>
            </a:xfrm>
            <a:custGeom>
              <a:avLst/>
              <a:gdLst/>
              <a:ahLst/>
              <a:cxnLst/>
              <a:rect l="l" t="t" r="r" b="b"/>
              <a:pathLst>
                <a:path w="169545" h="331470">
                  <a:moveTo>
                    <a:pt x="168960" y="276923"/>
                  </a:moveTo>
                  <a:lnTo>
                    <a:pt x="156011" y="286556"/>
                  </a:lnTo>
                  <a:lnTo>
                    <a:pt x="145984" y="299186"/>
                  </a:lnTo>
                  <a:lnTo>
                    <a:pt x="139508" y="314188"/>
                  </a:lnTo>
                  <a:lnTo>
                    <a:pt x="137210" y="330936"/>
                  </a:lnTo>
                </a:path>
                <a:path w="169545" h="331470">
                  <a:moveTo>
                    <a:pt x="38023" y="0"/>
                  </a:moveTo>
                  <a:lnTo>
                    <a:pt x="0" y="2367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6370143" y="4177080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20">
                  <a:moveTo>
                    <a:pt x="0" y="0"/>
                  </a:moveTo>
                  <a:lnTo>
                    <a:pt x="43914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6796783" y="4160631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6997" y="16446"/>
                  </a:lnTo>
                  <a:lnTo>
                    <a:pt x="0" y="32918"/>
                  </a:lnTo>
                  <a:lnTo>
                    <a:pt x="39014" y="16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717855" y="4154694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h="45085">
                  <a:moveTo>
                    <a:pt x="0" y="0"/>
                  </a:moveTo>
                  <a:lnTo>
                    <a:pt x="0" y="447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6667030" y="4177248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4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6213716" y="3732621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6113476" y="4146564"/>
            <a:ext cx="336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r>
              <a:rPr sz="900" spc="35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142" baseline="-15432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1350" baseline="-15432">
              <a:latin typeface="Trebuchet MS"/>
              <a:cs typeface="Trebuchet MS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6342875" y="3976309"/>
            <a:ext cx="262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231F20"/>
                </a:solidFill>
                <a:latin typeface="Trebuchet MS"/>
                <a:cs typeface="Trebuchet MS"/>
              </a:rPr>
              <a:t>120°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5803560" y="3785498"/>
            <a:ext cx="931544" cy="1313180"/>
            <a:chOff x="5803560" y="3785498"/>
            <a:chExt cx="931544" cy="1313180"/>
          </a:xfrm>
        </p:grpSpPr>
        <p:sp>
          <p:nvSpPr>
            <p:cNvPr id="181" name="object 181"/>
            <p:cNvSpPr/>
            <p:nvPr/>
          </p:nvSpPr>
          <p:spPr>
            <a:xfrm>
              <a:off x="6157316" y="3808488"/>
              <a:ext cx="213360" cy="368935"/>
            </a:xfrm>
            <a:custGeom>
              <a:avLst/>
              <a:gdLst/>
              <a:ahLst/>
              <a:cxnLst/>
              <a:rect l="l" t="t" r="r" b="b"/>
              <a:pathLst>
                <a:path w="213360" h="368935">
                  <a:moveTo>
                    <a:pt x="212826" y="368592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6144050" y="3785498"/>
              <a:ext cx="34290" cy="42545"/>
            </a:xfrm>
            <a:custGeom>
              <a:avLst/>
              <a:gdLst/>
              <a:ahLst/>
              <a:cxnLst/>
              <a:rect l="l" t="t" r="r" b="b"/>
              <a:pathLst>
                <a:path w="34289" h="42545">
                  <a:moveTo>
                    <a:pt x="0" y="0"/>
                  </a:moveTo>
                  <a:lnTo>
                    <a:pt x="5257" y="42024"/>
                  </a:lnTo>
                  <a:lnTo>
                    <a:pt x="16027" y="27736"/>
                  </a:lnTo>
                  <a:lnTo>
                    <a:pt x="33756" y="255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170441" y="3847755"/>
              <a:ext cx="250190" cy="331470"/>
            </a:xfrm>
            <a:custGeom>
              <a:avLst/>
              <a:gdLst/>
              <a:ahLst/>
              <a:cxnLst/>
              <a:rect l="l" t="t" r="r" b="b"/>
              <a:pathLst>
                <a:path w="250189" h="331470">
                  <a:moveTo>
                    <a:pt x="249732" y="330936"/>
                  </a:moveTo>
                  <a:lnTo>
                    <a:pt x="245800" y="311466"/>
                  </a:lnTo>
                  <a:lnTo>
                    <a:pt x="235078" y="295565"/>
                  </a:lnTo>
                  <a:lnTo>
                    <a:pt x="219177" y="284843"/>
                  </a:lnTo>
                  <a:lnTo>
                    <a:pt x="199707" y="280911"/>
                  </a:lnTo>
                  <a:lnTo>
                    <a:pt x="190868" y="280911"/>
                  </a:lnTo>
                  <a:lnTo>
                    <a:pt x="182587" y="283209"/>
                  </a:lnTo>
                  <a:lnTo>
                    <a:pt x="175374" y="287223"/>
                  </a:lnTo>
                </a:path>
                <a:path w="250189" h="331470">
                  <a:moveTo>
                    <a:pt x="38023" y="0"/>
                  </a:moveTo>
                  <a:lnTo>
                    <a:pt x="0" y="2367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5830092" y="5072899"/>
              <a:ext cx="878840" cy="0"/>
            </a:xfrm>
            <a:custGeom>
              <a:avLst/>
              <a:gdLst/>
              <a:ahLst/>
              <a:cxnLst/>
              <a:rect l="l" t="t" r="r" b="b"/>
              <a:pathLst>
                <a:path w="878840">
                  <a:moveTo>
                    <a:pt x="0" y="0"/>
                  </a:moveTo>
                  <a:lnTo>
                    <a:pt x="87825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803560" y="5056439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39014" y="0"/>
                  </a:moveTo>
                  <a:lnTo>
                    <a:pt x="0" y="16459"/>
                  </a:lnTo>
                  <a:lnTo>
                    <a:pt x="39014" y="32918"/>
                  </a:lnTo>
                  <a:lnTo>
                    <a:pt x="32029" y="16459"/>
                  </a:lnTo>
                  <a:lnTo>
                    <a:pt x="39014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6695875" y="5056439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6997" y="16459"/>
                  </a:lnTo>
                  <a:lnTo>
                    <a:pt x="0" y="32918"/>
                  </a:lnTo>
                  <a:lnTo>
                    <a:pt x="39014" y="1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5922244" y="5050500"/>
              <a:ext cx="694690" cy="45085"/>
            </a:xfrm>
            <a:custGeom>
              <a:avLst/>
              <a:gdLst/>
              <a:ahLst/>
              <a:cxnLst/>
              <a:rect l="l" t="t" r="r" b="b"/>
              <a:pathLst>
                <a:path w="694690" h="45085">
                  <a:moveTo>
                    <a:pt x="694677" y="0"/>
                  </a:moveTo>
                  <a:lnTo>
                    <a:pt x="694677" y="44780"/>
                  </a:lnTo>
                </a:path>
                <a:path w="694690" h="45085">
                  <a:moveTo>
                    <a:pt x="0" y="0"/>
                  </a:moveTo>
                  <a:lnTo>
                    <a:pt x="0" y="4478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8" name="object 188"/>
          <p:cNvSpPr txBox="1"/>
          <p:nvPr/>
        </p:nvSpPr>
        <p:spPr>
          <a:xfrm>
            <a:off x="6118921" y="4628403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5871454" y="5071474"/>
            <a:ext cx="7994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060" algn="l"/>
                <a:tab pos="703580" algn="l"/>
              </a:tabLst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	O	</a:t>
            </a: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5980937" y="4884824"/>
            <a:ext cx="5613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30" baseline="-18518" dirty="0">
                <a:solidFill>
                  <a:srgbClr val="231F20"/>
                </a:solidFill>
                <a:latin typeface="Trebuchet MS"/>
                <a:cs typeface="Trebuchet MS"/>
              </a:rPr>
              <a:t>60°</a:t>
            </a:r>
            <a:r>
              <a:rPr sz="1350" spc="397" baseline="-18518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Trebuchet MS"/>
                <a:cs typeface="Trebuchet MS"/>
              </a:rPr>
              <a:t>120°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347303" y="1081194"/>
            <a:ext cx="7033259" cy="5542915"/>
            <a:chOff x="347303" y="1081194"/>
            <a:chExt cx="7033259" cy="5542915"/>
          </a:xfrm>
        </p:grpSpPr>
        <p:sp>
          <p:nvSpPr>
            <p:cNvPr id="192" name="object 192"/>
            <p:cNvSpPr/>
            <p:nvPr/>
          </p:nvSpPr>
          <p:spPr>
            <a:xfrm>
              <a:off x="6062101" y="4714137"/>
              <a:ext cx="207645" cy="358775"/>
            </a:xfrm>
            <a:custGeom>
              <a:avLst/>
              <a:gdLst/>
              <a:ahLst/>
              <a:cxnLst/>
              <a:rect l="l" t="t" r="r" b="b"/>
              <a:pathLst>
                <a:path w="207645" h="358775">
                  <a:moveTo>
                    <a:pt x="207111" y="358762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6043142" y="4681316"/>
              <a:ext cx="48260" cy="60325"/>
            </a:xfrm>
            <a:custGeom>
              <a:avLst/>
              <a:gdLst/>
              <a:ahLst/>
              <a:cxnLst/>
              <a:rect l="l" t="t" r="r" b="b"/>
              <a:pathLst>
                <a:path w="48260" h="60325">
                  <a:moveTo>
                    <a:pt x="0" y="0"/>
                  </a:moveTo>
                  <a:lnTo>
                    <a:pt x="7505" y="60032"/>
                  </a:lnTo>
                  <a:lnTo>
                    <a:pt x="22872" y="39611"/>
                  </a:lnTo>
                  <a:lnTo>
                    <a:pt x="48234" y="365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6069511" y="4743575"/>
              <a:ext cx="250190" cy="331470"/>
            </a:xfrm>
            <a:custGeom>
              <a:avLst/>
              <a:gdLst/>
              <a:ahLst/>
              <a:cxnLst/>
              <a:rect l="l" t="t" r="r" b="b"/>
              <a:pathLst>
                <a:path w="250189" h="331470">
                  <a:moveTo>
                    <a:pt x="249732" y="330936"/>
                  </a:moveTo>
                  <a:lnTo>
                    <a:pt x="245800" y="311461"/>
                  </a:lnTo>
                  <a:lnTo>
                    <a:pt x="235078" y="295560"/>
                  </a:lnTo>
                  <a:lnTo>
                    <a:pt x="219177" y="284841"/>
                  </a:lnTo>
                  <a:lnTo>
                    <a:pt x="199707" y="280911"/>
                  </a:lnTo>
                  <a:lnTo>
                    <a:pt x="180245" y="284841"/>
                  </a:lnTo>
                  <a:lnTo>
                    <a:pt x="164347" y="295560"/>
                  </a:lnTo>
                  <a:lnTo>
                    <a:pt x="153626" y="311461"/>
                  </a:lnTo>
                  <a:lnTo>
                    <a:pt x="149694" y="330936"/>
                  </a:lnTo>
                </a:path>
                <a:path w="250189" h="331470">
                  <a:moveTo>
                    <a:pt x="38023" y="0"/>
                  </a:moveTo>
                  <a:lnTo>
                    <a:pt x="0" y="2366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86243" y="1165466"/>
              <a:ext cx="6974840" cy="5440045"/>
            </a:xfrm>
            <a:custGeom>
              <a:avLst/>
              <a:gdLst/>
              <a:ahLst/>
              <a:cxnLst/>
              <a:rect l="l" t="t" r="r" b="b"/>
              <a:pathLst>
                <a:path w="6974840" h="5440045">
                  <a:moveTo>
                    <a:pt x="252006" y="0"/>
                  </a:moveTo>
                  <a:lnTo>
                    <a:pt x="106315" y="3937"/>
                  </a:lnTo>
                  <a:lnTo>
                    <a:pt x="31500" y="31500"/>
                  </a:lnTo>
                  <a:lnTo>
                    <a:pt x="3937" y="106315"/>
                  </a:lnTo>
                  <a:lnTo>
                    <a:pt x="0" y="252006"/>
                  </a:lnTo>
                  <a:lnTo>
                    <a:pt x="0" y="5439486"/>
                  </a:lnTo>
                  <a:lnTo>
                    <a:pt x="6974700" y="5439486"/>
                  </a:lnTo>
                  <a:lnTo>
                    <a:pt x="6974700" y="252006"/>
                  </a:lnTo>
                  <a:lnTo>
                    <a:pt x="6970762" y="106315"/>
                  </a:lnTo>
                  <a:lnTo>
                    <a:pt x="6943201" y="31500"/>
                  </a:lnTo>
                  <a:lnTo>
                    <a:pt x="6868390" y="3937"/>
                  </a:lnTo>
                  <a:lnTo>
                    <a:pt x="6722706" y="0"/>
                  </a:lnTo>
                  <a:lnTo>
                    <a:pt x="252006" y="0"/>
                  </a:lnTo>
                  <a:close/>
                </a:path>
              </a:pathLst>
            </a:custGeom>
            <a:ln w="38100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415049" y="1159060"/>
              <a:ext cx="6572884" cy="255270"/>
            </a:xfrm>
            <a:custGeom>
              <a:avLst/>
              <a:gdLst/>
              <a:ahLst/>
              <a:cxnLst/>
              <a:rect l="l" t="t" r="r" b="b"/>
              <a:pathLst>
                <a:path w="6572884" h="255269">
                  <a:moveTo>
                    <a:pt x="0" y="255193"/>
                  </a:moveTo>
                  <a:lnTo>
                    <a:pt x="4186" y="209324"/>
                  </a:lnTo>
                  <a:lnTo>
                    <a:pt x="16257" y="166151"/>
                  </a:lnTo>
                  <a:lnTo>
                    <a:pt x="35478" y="126396"/>
                  </a:lnTo>
                  <a:lnTo>
                    <a:pt x="61115" y="90778"/>
                  </a:lnTo>
                  <a:lnTo>
                    <a:pt x="92435" y="60020"/>
                  </a:lnTo>
                  <a:lnTo>
                    <a:pt x="128702" y="34843"/>
                  </a:lnTo>
                  <a:lnTo>
                    <a:pt x="169184" y="15966"/>
                  </a:lnTo>
                  <a:lnTo>
                    <a:pt x="213146" y="4111"/>
                  </a:lnTo>
                  <a:lnTo>
                    <a:pt x="259854" y="0"/>
                  </a:lnTo>
                  <a:lnTo>
                    <a:pt x="6572554" y="0"/>
                  </a:lnTo>
                </a:path>
              </a:pathLst>
            </a:custGeom>
            <a:ln w="38100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91753" y="1153451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5" h="300355">
                  <a:moveTo>
                    <a:pt x="299897" y="0"/>
                  </a:moveTo>
                  <a:lnTo>
                    <a:pt x="251251" y="3925"/>
                  </a:lnTo>
                  <a:lnTo>
                    <a:pt x="205105" y="15291"/>
                  </a:lnTo>
                  <a:lnTo>
                    <a:pt x="162075" y="33478"/>
                  </a:lnTo>
                  <a:lnTo>
                    <a:pt x="122780" y="57869"/>
                  </a:lnTo>
                  <a:lnTo>
                    <a:pt x="87836" y="87847"/>
                  </a:lnTo>
                  <a:lnTo>
                    <a:pt x="57861" y="122793"/>
                  </a:lnTo>
                  <a:lnTo>
                    <a:pt x="33473" y="162091"/>
                  </a:lnTo>
                  <a:lnTo>
                    <a:pt x="15288" y="205121"/>
                  </a:lnTo>
                  <a:lnTo>
                    <a:pt x="3925" y="251267"/>
                  </a:lnTo>
                  <a:lnTo>
                    <a:pt x="0" y="299910"/>
                  </a:lnTo>
                </a:path>
              </a:pathLst>
            </a:custGeom>
            <a:ln w="88900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75606" y="1081194"/>
              <a:ext cx="1296670" cy="269240"/>
            </a:xfrm>
            <a:custGeom>
              <a:avLst/>
              <a:gdLst/>
              <a:ahLst/>
              <a:cxnLst/>
              <a:rect l="l" t="t" r="r" b="b"/>
              <a:pathLst>
                <a:path w="1296670" h="269240">
                  <a:moveTo>
                    <a:pt x="1115364" y="0"/>
                  </a:moveTo>
                  <a:lnTo>
                    <a:pt x="40678" y="0"/>
                  </a:lnTo>
                  <a:lnTo>
                    <a:pt x="24881" y="2776"/>
                  </a:lnTo>
                  <a:lnTo>
                    <a:pt x="11947" y="10336"/>
                  </a:lnTo>
                  <a:lnTo>
                    <a:pt x="3209" y="21522"/>
                  </a:lnTo>
                  <a:lnTo>
                    <a:pt x="0" y="35179"/>
                  </a:lnTo>
                  <a:lnTo>
                    <a:pt x="0" y="233565"/>
                  </a:lnTo>
                  <a:lnTo>
                    <a:pt x="3209" y="247220"/>
                  </a:lnTo>
                  <a:lnTo>
                    <a:pt x="11947" y="258402"/>
                  </a:lnTo>
                  <a:lnTo>
                    <a:pt x="24881" y="265957"/>
                  </a:lnTo>
                  <a:lnTo>
                    <a:pt x="40678" y="268732"/>
                  </a:lnTo>
                  <a:lnTo>
                    <a:pt x="1115364" y="268732"/>
                  </a:lnTo>
                  <a:lnTo>
                    <a:pt x="1170546" y="253606"/>
                  </a:lnTo>
                  <a:lnTo>
                    <a:pt x="1284389" y="159067"/>
                  </a:lnTo>
                  <a:lnTo>
                    <a:pt x="1296323" y="134351"/>
                  </a:lnTo>
                  <a:lnTo>
                    <a:pt x="1293340" y="121178"/>
                  </a:lnTo>
                  <a:lnTo>
                    <a:pt x="1184998" y="24726"/>
                  </a:lnTo>
                  <a:lnTo>
                    <a:pt x="1133447" y="1950"/>
                  </a:lnTo>
                  <a:lnTo>
                    <a:pt x="1115364" y="0"/>
                  </a:lnTo>
                  <a:close/>
                </a:path>
              </a:pathLst>
            </a:custGeom>
            <a:solidFill>
              <a:srgbClr val="FAA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9" name="object 199"/>
          <p:cNvSpPr txBox="1"/>
          <p:nvPr/>
        </p:nvSpPr>
        <p:spPr>
          <a:xfrm>
            <a:off x="871209" y="1060099"/>
            <a:ext cx="104266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65" dirty="0">
                <a:solidFill>
                  <a:srgbClr val="FFFFFF"/>
                </a:solidFill>
                <a:latin typeface="Verdana"/>
                <a:cs typeface="Verdana"/>
              </a:rPr>
              <a:t>Bilgi</a:t>
            </a:r>
            <a:r>
              <a:rPr sz="16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75" dirty="0">
                <a:solidFill>
                  <a:srgbClr val="FFFFFF"/>
                </a:solidFill>
                <a:latin typeface="Verdana"/>
                <a:cs typeface="Verdana"/>
              </a:rPr>
              <a:t>Hazinem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0" name="object 200"/>
          <p:cNvSpPr/>
          <p:nvPr/>
        </p:nvSpPr>
        <p:spPr>
          <a:xfrm>
            <a:off x="7072849" y="1164620"/>
            <a:ext cx="300355" cy="300355"/>
          </a:xfrm>
          <a:custGeom>
            <a:avLst/>
            <a:gdLst/>
            <a:ahLst/>
            <a:cxnLst/>
            <a:rect l="l" t="t" r="r" b="b"/>
            <a:pathLst>
              <a:path w="300354" h="300355">
                <a:moveTo>
                  <a:pt x="299910" y="299897"/>
                </a:moveTo>
                <a:lnTo>
                  <a:pt x="295984" y="251251"/>
                </a:lnTo>
                <a:lnTo>
                  <a:pt x="284619" y="205105"/>
                </a:lnTo>
                <a:lnTo>
                  <a:pt x="266432" y="162075"/>
                </a:lnTo>
                <a:lnTo>
                  <a:pt x="242040" y="122780"/>
                </a:lnTo>
                <a:lnTo>
                  <a:pt x="212063" y="87836"/>
                </a:lnTo>
                <a:lnTo>
                  <a:pt x="177116" y="57861"/>
                </a:lnTo>
                <a:lnTo>
                  <a:pt x="137819" y="33473"/>
                </a:lnTo>
                <a:lnTo>
                  <a:pt x="94789" y="15288"/>
                </a:lnTo>
                <a:lnTo>
                  <a:pt x="48643" y="3925"/>
                </a:lnTo>
                <a:lnTo>
                  <a:pt x="0" y="0"/>
                </a:lnTo>
              </a:path>
            </a:pathLst>
          </a:custGeom>
          <a:ln w="88900">
            <a:solidFill>
              <a:srgbClr val="A7A9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 txBox="1"/>
          <p:nvPr/>
        </p:nvSpPr>
        <p:spPr>
          <a:xfrm>
            <a:off x="5762467" y="466500"/>
            <a:ext cx="320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Açılar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74358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1256" y="9857137"/>
            <a:ext cx="934719" cy="0"/>
          </a:xfrm>
          <a:custGeom>
            <a:avLst/>
            <a:gdLst/>
            <a:ahLst/>
            <a:cxnLst/>
            <a:rect l="l" t="t" r="r" b="b"/>
            <a:pathLst>
              <a:path w="934719">
                <a:moveTo>
                  <a:pt x="0" y="0"/>
                </a:moveTo>
                <a:lnTo>
                  <a:pt x="93449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7153" y="9722712"/>
            <a:ext cx="7296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7998" y="297521"/>
            <a:ext cx="1340485" cy="728980"/>
            <a:chOff x="467998" y="297521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574027" y="300696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4" h="722630">
                  <a:moveTo>
                    <a:pt x="1231201" y="90614"/>
                  </a:moveTo>
                  <a:lnTo>
                    <a:pt x="1143393" y="587400"/>
                  </a:lnTo>
                  <a:lnTo>
                    <a:pt x="113525" y="722566"/>
                  </a:lnTo>
                  <a:lnTo>
                    <a:pt x="0" y="0"/>
                  </a:lnTo>
                  <a:lnTo>
                    <a:pt x="1231201" y="90614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7277" y="312331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1229461" y="0"/>
                  </a:moveTo>
                  <a:lnTo>
                    <a:pt x="0" y="38163"/>
                  </a:lnTo>
                  <a:lnTo>
                    <a:pt x="13721" y="139104"/>
                  </a:lnTo>
                  <a:lnTo>
                    <a:pt x="87820" y="659942"/>
                  </a:lnTo>
                  <a:lnTo>
                    <a:pt x="1136319" y="659942"/>
                  </a:lnTo>
                  <a:lnTo>
                    <a:pt x="1229461" y="0"/>
                  </a:lnTo>
                  <a:close/>
                </a:path>
              </a:pathLst>
            </a:custGeom>
            <a:solidFill>
              <a:srgbClr val="20C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5853" y="312332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0" y="0"/>
                  </a:moveTo>
                  <a:lnTo>
                    <a:pt x="109143" y="69470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7998" y="721494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5" h="218440">
                  <a:moveTo>
                    <a:pt x="0" y="0"/>
                  </a:moveTo>
                  <a:lnTo>
                    <a:pt x="86372" y="217817"/>
                  </a:lnTo>
                  <a:lnTo>
                    <a:pt x="971613" y="198246"/>
                  </a:lnTo>
                  <a:lnTo>
                    <a:pt x="1067219" y="24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887" y="895192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80" h="95884">
                  <a:moveTo>
                    <a:pt x="728421" y="0"/>
                  </a:moveTo>
                  <a:lnTo>
                    <a:pt x="0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55617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207772" y="0"/>
                </a:moveTo>
                <a:lnTo>
                  <a:pt x="0" y="119240"/>
                </a:lnTo>
                <a:lnTo>
                  <a:pt x="173773" y="702002"/>
                </a:lnTo>
                <a:lnTo>
                  <a:pt x="379861" y="702002"/>
                </a:lnTo>
                <a:lnTo>
                  <a:pt x="207772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6340" y="9637093"/>
            <a:ext cx="616270" cy="1879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941659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458" y="679998"/>
            <a:ext cx="8699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14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500" b="1" spc="-12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500" b="1" spc="-114" dirty="0">
                <a:solidFill>
                  <a:srgbClr val="FFFFFF"/>
                </a:solidFill>
                <a:latin typeface="Tahoma"/>
                <a:cs typeface="Tahoma"/>
              </a:rPr>
              <a:t>gulama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67" y="9677550"/>
            <a:ext cx="92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8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7999" y="466500"/>
            <a:ext cx="320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Açılar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49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7244" y="267258"/>
            <a:ext cx="2679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20" dirty="0">
                <a:solidFill>
                  <a:srgbClr val="FFFFFF"/>
                </a:solidFill>
                <a:latin typeface="Tahoma"/>
                <a:cs typeface="Tahoma"/>
              </a:rPr>
              <a:t>1.</a:t>
            </a:r>
            <a:endParaRPr sz="3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24699" y="1120248"/>
            <a:ext cx="25400" cy="396240"/>
            <a:chOff x="1424699" y="1120248"/>
            <a:chExt cx="25400" cy="396240"/>
          </a:xfrm>
        </p:grpSpPr>
        <p:sp>
          <p:nvSpPr>
            <p:cNvPr id="19" name="object 19"/>
            <p:cNvSpPr/>
            <p:nvPr/>
          </p:nvSpPr>
          <p:spPr>
            <a:xfrm>
              <a:off x="1445870" y="1120248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28929" y="1120248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1299" y="1396380"/>
            <a:ext cx="67290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  <a:tab pos="6715759" algn="l"/>
              </a:tabLst>
            </a:pPr>
            <a:r>
              <a:rPr sz="800" i="1" u="sng" spc="-30" dirty="0">
                <a:solidFill>
                  <a:srgbClr val="F15A29"/>
                </a:solidFill>
                <a:uFill>
                  <a:solidFill>
                    <a:srgbClr val="F15A29"/>
                  </a:solidFill>
                </a:uFill>
                <a:latin typeface="Trebuchet MS"/>
                <a:cs typeface="Trebuchet MS"/>
              </a:rPr>
              <a:t> 	</a:t>
            </a:r>
            <a:r>
              <a:rPr sz="800" i="1" u="sng" spc="55" dirty="0">
                <a:solidFill>
                  <a:srgbClr val="F15A29"/>
                </a:solidFill>
                <a:uFill>
                  <a:solidFill>
                    <a:srgbClr val="F15A29"/>
                  </a:solidFill>
                </a:uFill>
                <a:latin typeface="Trebuchet MS"/>
                <a:cs typeface="Trebuchet MS"/>
              </a:rPr>
              <a:t>bul	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6317" y="1283198"/>
            <a:ext cx="3695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37" baseline="3472" dirty="0">
                <a:solidFill>
                  <a:srgbClr val="F15A29"/>
                </a:solidFill>
                <a:latin typeface="Trebuchet MS"/>
                <a:cs typeface="Trebuchet MS"/>
              </a:rPr>
              <a:t>DÜ</a:t>
            </a:r>
            <a:r>
              <a:rPr sz="1200" i="1" spc="-427" baseline="3472" dirty="0">
                <a:solidFill>
                  <a:srgbClr val="F15A29"/>
                </a:solidFill>
                <a:latin typeface="Trebuchet MS"/>
                <a:cs typeface="Trebuchet MS"/>
              </a:rPr>
              <a:t>S</a:t>
            </a:r>
            <a:r>
              <a:rPr sz="800" i="1" spc="-105" dirty="0">
                <a:solidFill>
                  <a:srgbClr val="F15A29"/>
                </a:solidFill>
                <a:latin typeface="Trebuchet MS"/>
                <a:cs typeface="Trebuchet MS"/>
              </a:rPr>
              <a:t>,</a:t>
            </a:r>
            <a:r>
              <a:rPr sz="800" i="1" spc="-25" dirty="0">
                <a:solidFill>
                  <a:srgbClr val="F15A29"/>
                </a:solidFill>
                <a:latin typeface="Trebuchet MS"/>
                <a:cs typeface="Trebuchet MS"/>
              </a:rPr>
              <a:t> </a:t>
            </a:r>
            <a:r>
              <a:rPr sz="1200" i="1" spc="22" baseline="3472" dirty="0">
                <a:solidFill>
                  <a:srgbClr val="F15A29"/>
                </a:solidFill>
                <a:latin typeface="Trebuchet MS"/>
                <a:cs typeface="Trebuchet MS"/>
              </a:rPr>
              <a:t>ün,</a:t>
            </a:r>
            <a:endParaRPr sz="1200" baseline="3472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4911" y="1087166"/>
            <a:ext cx="443865" cy="429895"/>
            <a:chOff x="564911" y="1087166"/>
            <a:chExt cx="443865" cy="429895"/>
          </a:xfrm>
        </p:grpSpPr>
        <p:sp>
          <p:nvSpPr>
            <p:cNvPr id="24" name="object 24"/>
            <p:cNvSpPr/>
            <p:nvPr/>
          </p:nvSpPr>
          <p:spPr>
            <a:xfrm>
              <a:off x="564908" y="1140713"/>
              <a:ext cx="304800" cy="375920"/>
            </a:xfrm>
            <a:custGeom>
              <a:avLst/>
              <a:gdLst/>
              <a:ahLst/>
              <a:cxnLst/>
              <a:rect l="l" t="t" r="r" b="b"/>
              <a:pathLst>
                <a:path w="304800" h="375919">
                  <a:moveTo>
                    <a:pt x="217487" y="94208"/>
                  </a:moveTo>
                  <a:lnTo>
                    <a:pt x="214604" y="87769"/>
                  </a:lnTo>
                  <a:lnTo>
                    <a:pt x="202425" y="83731"/>
                  </a:lnTo>
                  <a:lnTo>
                    <a:pt x="196253" y="87160"/>
                  </a:lnTo>
                  <a:lnTo>
                    <a:pt x="187718" y="112877"/>
                  </a:lnTo>
                  <a:lnTo>
                    <a:pt x="190601" y="119303"/>
                  </a:lnTo>
                  <a:lnTo>
                    <a:pt x="196710" y="121335"/>
                  </a:lnTo>
                  <a:lnTo>
                    <a:pt x="202780" y="123342"/>
                  </a:lnTo>
                  <a:lnTo>
                    <a:pt x="208940" y="119926"/>
                  </a:lnTo>
                  <a:lnTo>
                    <a:pt x="217487" y="94208"/>
                  </a:lnTo>
                  <a:close/>
                </a:path>
                <a:path w="304800" h="375919">
                  <a:moveTo>
                    <a:pt x="280403" y="115354"/>
                  </a:moveTo>
                  <a:lnTo>
                    <a:pt x="278358" y="109042"/>
                  </a:lnTo>
                  <a:lnTo>
                    <a:pt x="268312" y="105714"/>
                  </a:lnTo>
                  <a:lnTo>
                    <a:pt x="262890" y="109537"/>
                  </a:lnTo>
                  <a:lnTo>
                    <a:pt x="254114" y="135966"/>
                  </a:lnTo>
                  <a:lnTo>
                    <a:pt x="256171" y="142252"/>
                  </a:lnTo>
                  <a:lnTo>
                    <a:pt x="261200" y="143929"/>
                  </a:lnTo>
                  <a:lnTo>
                    <a:pt x="266217" y="145592"/>
                  </a:lnTo>
                  <a:lnTo>
                    <a:pt x="271627" y="141782"/>
                  </a:lnTo>
                  <a:lnTo>
                    <a:pt x="280403" y="115354"/>
                  </a:lnTo>
                  <a:close/>
                </a:path>
                <a:path w="304800" h="375919">
                  <a:moveTo>
                    <a:pt x="304215" y="110490"/>
                  </a:moveTo>
                  <a:lnTo>
                    <a:pt x="294208" y="64770"/>
                  </a:lnTo>
                  <a:lnTo>
                    <a:pt x="271500" y="30480"/>
                  </a:lnTo>
                  <a:lnTo>
                    <a:pt x="252831" y="17780"/>
                  </a:lnTo>
                  <a:lnTo>
                    <a:pt x="237909" y="7620"/>
                  </a:lnTo>
                  <a:lnTo>
                    <a:pt x="195249" y="0"/>
                  </a:lnTo>
                  <a:lnTo>
                    <a:pt x="177126" y="1270"/>
                  </a:lnTo>
                  <a:lnTo>
                    <a:pt x="159600" y="6350"/>
                  </a:lnTo>
                  <a:lnTo>
                    <a:pt x="142900" y="12700"/>
                  </a:lnTo>
                  <a:lnTo>
                    <a:pt x="131724" y="19050"/>
                  </a:lnTo>
                  <a:lnTo>
                    <a:pt x="182943" y="19050"/>
                  </a:lnTo>
                  <a:lnTo>
                    <a:pt x="195249" y="17780"/>
                  </a:lnTo>
                  <a:lnTo>
                    <a:pt x="235953" y="26670"/>
                  </a:lnTo>
                  <a:lnTo>
                    <a:pt x="263867" y="48260"/>
                  </a:lnTo>
                  <a:lnTo>
                    <a:pt x="280416" y="78740"/>
                  </a:lnTo>
                  <a:lnTo>
                    <a:pt x="286994" y="111760"/>
                  </a:lnTo>
                  <a:lnTo>
                    <a:pt x="286435" y="132080"/>
                  </a:lnTo>
                  <a:lnTo>
                    <a:pt x="274739" y="168910"/>
                  </a:lnTo>
                  <a:lnTo>
                    <a:pt x="237680" y="201930"/>
                  </a:lnTo>
                  <a:lnTo>
                    <a:pt x="205447" y="208280"/>
                  </a:lnTo>
                  <a:lnTo>
                    <a:pt x="201180" y="208280"/>
                  </a:lnTo>
                  <a:lnTo>
                    <a:pt x="196799" y="207010"/>
                  </a:lnTo>
                  <a:lnTo>
                    <a:pt x="190677" y="207010"/>
                  </a:lnTo>
                  <a:lnTo>
                    <a:pt x="188950" y="205740"/>
                  </a:lnTo>
                  <a:lnTo>
                    <a:pt x="184950" y="204470"/>
                  </a:lnTo>
                  <a:lnTo>
                    <a:pt x="182626" y="205740"/>
                  </a:lnTo>
                  <a:lnTo>
                    <a:pt x="175450" y="236220"/>
                  </a:lnTo>
                  <a:lnTo>
                    <a:pt x="176758" y="252730"/>
                  </a:lnTo>
                  <a:lnTo>
                    <a:pt x="190093" y="295910"/>
                  </a:lnTo>
                  <a:lnTo>
                    <a:pt x="203644" y="325120"/>
                  </a:lnTo>
                  <a:lnTo>
                    <a:pt x="210413" y="342900"/>
                  </a:lnTo>
                  <a:lnTo>
                    <a:pt x="168224" y="359410"/>
                  </a:lnTo>
                  <a:lnTo>
                    <a:pt x="156146" y="359410"/>
                  </a:lnTo>
                  <a:lnTo>
                    <a:pt x="143789" y="356870"/>
                  </a:lnTo>
                  <a:lnTo>
                    <a:pt x="131165" y="355600"/>
                  </a:lnTo>
                  <a:lnTo>
                    <a:pt x="118325" y="351790"/>
                  </a:lnTo>
                  <a:lnTo>
                    <a:pt x="114846" y="340360"/>
                  </a:lnTo>
                  <a:lnTo>
                    <a:pt x="111709" y="321310"/>
                  </a:lnTo>
                  <a:lnTo>
                    <a:pt x="111290" y="297180"/>
                  </a:lnTo>
                  <a:lnTo>
                    <a:pt x="116001" y="270510"/>
                  </a:lnTo>
                  <a:lnTo>
                    <a:pt x="135432" y="270510"/>
                  </a:lnTo>
                  <a:lnTo>
                    <a:pt x="147116" y="269240"/>
                  </a:lnTo>
                  <a:lnTo>
                    <a:pt x="150583" y="265430"/>
                  </a:lnTo>
                  <a:lnTo>
                    <a:pt x="149669" y="255270"/>
                  </a:lnTo>
                  <a:lnTo>
                    <a:pt x="145415" y="252730"/>
                  </a:lnTo>
                  <a:lnTo>
                    <a:pt x="111747" y="252730"/>
                  </a:lnTo>
                  <a:lnTo>
                    <a:pt x="85636" y="248920"/>
                  </a:lnTo>
                  <a:lnTo>
                    <a:pt x="44348" y="228600"/>
                  </a:lnTo>
                  <a:lnTo>
                    <a:pt x="19456" y="185420"/>
                  </a:lnTo>
                  <a:lnTo>
                    <a:pt x="17233" y="166370"/>
                  </a:lnTo>
                  <a:lnTo>
                    <a:pt x="19469" y="129540"/>
                  </a:lnTo>
                  <a:lnTo>
                    <a:pt x="42760" y="71120"/>
                  </a:lnTo>
                  <a:lnTo>
                    <a:pt x="84137" y="41910"/>
                  </a:lnTo>
                  <a:lnTo>
                    <a:pt x="104952" y="36830"/>
                  </a:lnTo>
                  <a:lnTo>
                    <a:pt x="123698" y="38100"/>
                  </a:lnTo>
                  <a:lnTo>
                    <a:pt x="139293" y="46990"/>
                  </a:lnTo>
                  <a:lnTo>
                    <a:pt x="141833" y="48260"/>
                  </a:lnTo>
                  <a:lnTo>
                    <a:pt x="142633" y="50800"/>
                  </a:lnTo>
                  <a:lnTo>
                    <a:pt x="142227" y="53340"/>
                  </a:lnTo>
                  <a:lnTo>
                    <a:pt x="138125" y="55880"/>
                  </a:lnTo>
                  <a:lnTo>
                    <a:pt x="133350" y="58420"/>
                  </a:lnTo>
                  <a:lnTo>
                    <a:pt x="115481" y="53340"/>
                  </a:lnTo>
                  <a:lnTo>
                    <a:pt x="98983" y="54610"/>
                  </a:lnTo>
                  <a:lnTo>
                    <a:pt x="86652" y="58420"/>
                  </a:lnTo>
                  <a:lnTo>
                    <a:pt x="81318" y="62230"/>
                  </a:lnTo>
                  <a:lnTo>
                    <a:pt x="77901" y="63500"/>
                  </a:lnTo>
                  <a:lnTo>
                    <a:pt x="76390" y="68580"/>
                  </a:lnTo>
                  <a:lnTo>
                    <a:pt x="78892" y="76200"/>
                  </a:lnTo>
                  <a:lnTo>
                    <a:pt x="82600" y="77470"/>
                  </a:lnTo>
                  <a:lnTo>
                    <a:pt x="93624" y="77470"/>
                  </a:lnTo>
                  <a:lnTo>
                    <a:pt x="100888" y="78740"/>
                  </a:lnTo>
                  <a:lnTo>
                    <a:pt x="107569" y="81280"/>
                  </a:lnTo>
                  <a:lnTo>
                    <a:pt x="112877" y="86360"/>
                  </a:lnTo>
                  <a:lnTo>
                    <a:pt x="115684" y="91440"/>
                  </a:lnTo>
                  <a:lnTo>
                    <a:pt x="116890" y="97790"/>
                  </a:lnTo>
                  <a:lnTo>
                    <a:pt x="116484" y="104140"/>
                  </a:lnTo>
                  <a:lnTo>
                    <a:pt x="89077" y="133350"/>
                  </a:lnTo>
                  <a:lnTo>
                    <a:pt x="77901" y="132080"/>
                  </a:lnTo>
                  <a:lnTo>
                    <a:pt x="68059" y="128270"/>
                  </a:lnTo>
                  <a:lnTo>
                    <a:pt x="61277" y="124460"/>
                  </a:lnTo>
                  <a:lnTo>
                    <a:pt x="59105" y="123190"/>
                  </a:lnTo>
                  <a:lnTo>
                    <a:pt x="56464" y="123190"/>
                  </a:lnTo>
                  <a:lnTo>
                    <a:pt x="44297" y="153670"/>
                  </a:lnTo>
                  <a:lnTo>
                    <a:pt x="46164" y="173990"/>
                  </a:lnTo>
                  <a:lnTo>
                    <a:pt x="57315" y="198120"/>
                  </a:lnTo>
                  <a:lnTo>
                    <a:pt x="73240" y="213360"/>
                  </a:lnTo>
                  <a:lnTo>
                    <a:pt x="89954" y="219710"/>
                  </a:lnTo>
                  <a:lnTo>
                    <a:pt x="106591" y="220980"/>
                  </a:lnTo>
                  <a:lnTo>
                    <a:pt x="122275" y="219710"/>
                  </a:lnTo>
                  <a:lnTo>
                    <a:pt x="129374" y="218440"/>
                  </a:lnTo>
                  <a:lnTo>
                    <a:pt x="142214" y="218440"/>
                  </a:lnTo>
                  <a:lnTo>
                    <a:pt x="147561" y="219710"/>
                  </a:lnTo>
                  <a:lnTo>
                    <a:pt x="149301" y="219710"/>
                  </a:lnTo>
                  <a:lnTo>
                    <a:pt x="149263" y="220980"/>
                  </a:lnTo>
                  <a:lnTo>
                    <a:pt x="149453" y="219710"/>
                  </a:lnTo>
                  <a:lnTo>
                    <a:pt x="153377" y="220980"/>
                  </a:lnTo>
                  <a:lnTo>
                    <a:pt x="157276" y="218440"/>
                  </a:lnTo>
                  <a:lnTo>
                    <a:pt x="160693" y="210820"/>
                  </a:lnTo>
                  <a:lnTo>
                    <a:pt x="155536" y="203200"/>
                  </a:lnTo>
                  <a:lnTo>
                    <a:pt x="151244" y="196850"/>
                  </a:lnTo>
                  <a:lnTo>
                    <a:pt x="147789" y="195580"/>
                  </a:lnTo>
                  <a:lnTo>
                    <a:pt x="129959" y="186690"/>
                  </a:lnTo>
                  <a:lnTo>
                    <a:pt x="122148" y="181229"/>
                  </a:lnTo>
                  <a:lnTo>
                    <a:pt x="122148" y="201930"/>
                  </a:lnTo>
                  <a:lnTo>
                    <a:pt x="120218" y="201930"/>
                  </a:lnTo>
                  <a:lnTo>
                    <a:pt x="106667" y="203200"/>
                  </a:lnTo>
                  <a:lnTo>
                    <a:pt x="94005" y="203200"/>
                  </a:lnTo>
                  <a:lnTo>
                    <a:pt x="64731" y="176530"/>
                  </a:lnTo>
                  <a:lnTo>
                    <a:pt x="61468" y="153670"/>
                  </a:lnTo>
                  <a:lnTo>
                    <a:pt x="62509" y="144780"/>
                  </a:lnTo>
                  <a:lnTo>
                    <a:pt x="66713" y="146050"/>
                  </a:lnTo>
                  <a:lnTo>
                    <a:pt x="71945" y="148590"/>
                  </a:lnTo>
                  <a:lnTo>
                    <a:pt x="77685" y="149860"/>
                  </a:lnTo>
                  <a:lnTo>
                    <a:pt x="84340" y="165100"/>
                  </a:lnTo>
                  <a:lnTo>
                    <a:pt x="94018" y="179070"/>
                  </a:lnTo>
                  <a:lnTo>
                    <a:pt x="106629" y="191770"/>
                  </a:lnTo>
                  <a:lnTo>
                    <a:pt x="122148" y="201930"/>
                  </a:lnTo>
                  <a:lnTo>
                    <a:pt x="122148" y="181229"/>
                  </a:lnTo>
                  <a:lnTo>
                    <a:pt x="115443" y="176530"/>
                  </a:lnTo>
                  <a:lnTo>
                    <a:pt x="104241" y="163830"/>
                  </a:lnTo>
                  <a:lnTo>
                    <a:pt x="96367" y="149860"/>
                  </a:lnTo>
                  <a:lnTo>
                    <a:pt x="102819" y="149860"/>
                  </a:lnTo>
                  <a:lnTo>
                    <a:pt x="105956" y="148590"/>
                  </a:lnTo>
                  <a:lnTo>
                    <a:pt x="112191" y="144780"/>
                  </a:lnTo>
                  <a:lnTo>
                    <a:pt x="114274" y="143510"/>
                  </a:lnTo>
                  <a:lnTo>
                    <a:pt x="121234" y="137160"/>
                  </a:lnTo>
                  <a:lnTo>
                    <a:pt x="123621" y="133350"/>
                  </a:lnTo>
                  <a:lnTo>
                    <a:pt x="126796" y="128270"/>
                  </a:lnTo>
                  <a:lnTo>
                    <a:pt x="130962" y="118110"/>
                  </a:lnTo>
                  <a:lnTo>
                    <a:pt x="133985" y="102870"/>
                  </a:lnTo>
                  <a:lnTo>
                    <a:pt x="133451" y="91440"/>
                  </a:lnTo>
                  <a:lnTo>
                    <a:pt x="130505" y="81280"/>
                  </a:lnTo>
                  <a:lnTo>
                    <a:pt x="126441" y="75145"/>
                  </a:lnTo>
                  <a:lnTo>
                    <a:pt x="129463" y="77470"/>
                  </a:lnTo>
                  <a:lnTo>
                    <a:pt x="132676" y="77470"/>
                  </a:lnTo>
                  <a:lnTo>
                    <a:pt x="135547" y="76200"/>
                  </a:lnTo>
                  <a:lnTo>
                    <a:pt x="140487" y="74930"/>
                  </a:lnTo>
                  <a:lnTo>
                    <a:pt x="142379" y="73660"/>
                  </a:lnTo>
                  <a:lnTo>
                    <a:pt x="148031" y="69850"/>
                  </a:lnTo>
                  <a:lnTo>
                    <a:pt x="155333" y="63500"/>
                  </a:lnTo>
                  <a:lnTo>
                    <a:pt x="157441" y="58420"/>
                  </a:lnTo>
                  <a:lnTo>
                    <a:pt x="159562" y="53340"/>
                  </a:lnTo>
                  <a:lnTo>
                    <a:pt x="160401" y="48260"/>
                  </a:lnTo>
                  <a:lnTo>
                    <a:pt x="159473" y="40640"/>
                  </a:lnTo>
                  <a:lnTo>
                    <a:pt x="154317" y="36830"/>
                  </a:lnTo>
                  <a:lnTo>
                    <a:pt x="149161" y="33020"/>
                  </a:lnTo>
                  <a:lnTo>
                    <a:pt x="146710" y="30480"/>
                  </a:lnTo>
                  <a:lnTo>
                    <a:pt x="158483" y="25400"/>
                  </a:lnTo>
                  <a:lnTo>
                    <a:pt x="170624" y="21590"/>
                  </a:lnTo>
                  <a:lnTo>
                    <a:pt x="127254" y="21590"/>
                  </a:lnTo>
                  <a:lnTo>
                    <a:pt x="91579" y="21590"/>
                  </a:lnTo>
                  <a:lnTo>
                    <a:pt x="72390" y="27940"/>
                  </a:lnTo>
                  <a:lnTo>
                    <a:pt x="32918" y="55880"/>
                  </a:lnTo>
                  <a:lnTo>
                    <a:pt x="3479" y="120650"/>
                  </a:lnTo>
                  <a:lnTo>
                    <a:pt x="0" y="166370"/>
                  </a:lnTo>
                  <a:lnTo>
                    <a:pt x="2679" y="189230"/>
                  </a:lnTo>
                  <a:lnTo>
                    <a:pt x="19189" y="227330"/>
                  </a:lnTo>
                  <a:lnTo>
                    <a:pt x="62153" y="260350"/>
                  </a:lnTo>
                  <a:lnTo>
                    <a:pt x="98463" y="269240"/>
                  </a:lnTo>
                  <a:lnTo>
                    <a:pt x="93738" y="304800"/>
                  </a:lnTo>
                  <a:lnTo>
                    <a:pt x="100787" y="353060"/>
                  </a:lnTo>
                  <a:lnTo>
                    <a:pt x="139268" y="374650"/>
                  </a:lnTo>
                  <a:lnTo>
                    <a:pt x="153911" y="375920"/>
                  </a:lnTo>
                  <a:lnTo>
                    <a:pt x="168224" y="375920"/>
                  </a:lnTo>
                  <a:lnTo>
                    <a:pt x="192303" y="374650"/>
                  </a:lnTo>
                  <a:lnTo>
                    <a:pt x="210108" y="370840"/>
                  </a:lnTo>
                  <a:lnTo>
                    <a:pt x="221297" y="365760"/>
                  </a:lnTo>
                  <a:lnTo>
                    <a:pt x="225526" y="364490"/>
                  </a:lnTo>
                  <a:lnTo>
                    <a:pt x="226377" y="363220"/>
                  </a:lnTo>
                  <a:lnTo>
                    <a:pt x="227088" y="363220"/>
                  </a:lnTo>
                  <a:lnTo>
                    <a:pt x="227698" y="361950"/>
                  </a:lnTo>
                  <a:lnTo>
                    <a:pt x="243979" y="361950"/>
                  </a:lnTo>
                  <a:lnTo>
                    <a:pt x="253847" y="359410"/>
                  </a:lnTo>
                  <a:lnTo>
                    <a:pt x="261188" y="358140"/>
                  </a:lnTo>
                  <a:lnTo>
                    <a:pt x="264350" y="356870"/>
                  </a:lnTo>
                  <a:lnTo>
                    <a:pt x="266623" y="355600"/>
                  </a:lnTo>
                  <a:lnTo>
                    <a:pt x="268452" y="354330"/>
                  </a:lnTo>
                  <a:lnTo>
                    <a:pt x="270294" y="349250"/>
                  </a:lnTo>
                  <a:lnTo>
                    <a:pt x="270230" y="346710"/>
                  </a:lnTo>
                  <a:lnTo>
                    <a:pt x="269709" y="345440"/>
                  </a:lnTo>
                  <a:lnTo>
                    <a:pt x="269189" y="344170"/>
                  </a:lnTo>
                  <a:lnTo>
                    <a:pt x="264795" y="336550"/>
                  </a:lnTo>
                  <a:lnTo>
                    <a:pt x="259207" y="326390"/>
                  </a:lnTo>
                  <a:lnTo>
                    <a:pt x="252653" y="316230"/>
                  </a:lnTo>
                  <a:lnTo>
                    <a:pt x="248805" y="310400"/>
                  </a:lnTo>
                  <a:lnTo>
                    <a:pt x="248805" y="342900"/>
                  </a:lnTo>
                  <a:lnTo>
                    <a:pt x="244106" y="344170"/>
                  </a:lnTo>
                  <a:lnTo>
                    <a:pt x="238366" y="345440"/>
                  </a:lnTo>
                  <a:lnTo>
                    <a:pt x="228511" y="345440"/>
                  </a:lnTo>
                  <a:lnTo>
                    <a:pt x="226212" y="336550"/>
                  </a:lnTo>
                  <a:lnTo>
                    <a:pt x="222999" y="327660"/>
                  </a:lnTo>
                  <a:lnTo>
                    <a:pt x="219075" y="318770"/>
                  </a:lnTo>
                  <a:lnTo>
                    <a:pt x="210439" y="299720"/>
                  </a:lnTo>
                  <a:lnTo>
                    <a:pt x="206070" y="289560"/>
                  </a:lnTo>
                  <a:lnTo>
                    <a:pt x="194221" y="252730"/>
                  </a:lnTo>
                  <a:lnTo>
                    <a:pt x="195135" y="255270"/>
                  </a:lnTo>
                  <a:lnTo>
                    <a:pt x="196075" y="256540"/>
                  </a:lnTo>
                  <a:lnTo>
                    <a:pt x="197027" y="259080"/>
                  </a:lnTo>
                  <a:lnTo>
                    <a:pt x="204698" y="273050"/>
                  </a:lnTo>
                  <a:lnTo>
                    <a:pt x="213220" y="287020"/>
                  </a:lnTo>
                  <a:lnTo>
                    <a:pt x="235877" y="322580"/>
                  </a:lnTo>
                  <a:lnTo>
                    <a:pt x="240588" y="330200"/>
                  </a:lnTo>
                  <a:lnTo>
                    <a:pt x="244944" y="336550"/>
                  </a:lnTo>
                  <a:lnTo>
                    <a:pt x="248805" y="342900"/>
                  </a:lnTo>
                  <a:lnTo>
                    <a:pt x="248805" y="310400"/>
                  </a:lnTo>
                  <a:lnTo>
                    <a:pt x="228079" y="278130"/>
                  </a:lnTo>
                  <a:lnTo>
                    <a:pt x="212458" y="250190"/>
                  </a:lnTo>
                  <a:lnTo>
                    <a:pt x="206743" y="241300"/>
                  </a:lnTo>
                  <a:lnTo>
                    <a:pt x="201383" y="233680"/>
                  </a:lnTo>
                  <a:lnTo>
                    <a:pt x="196761" y="228600"/>
                  </a:lnTo>
                  <a:lnTo>
                    <a:pt x="193268" y="224790"/>
                  </a:lnTo>
                  <a:lnTo>
                    <a:pt x="197396" y="224790"/>
                  </a:lnTo>
                  <a:lnTo>
                    <a:pt x="201447" y="226060"/>
                  </a:lnTo>
                  <a:lnTo>
                    <a:pt x="205447" y="226060"/>
                  </a:lnTo>
                  <a:lnTo>
                    <a:pt x="215557" y="224790"/>
                  </a:lnTo>
                  <a:lnTo>
                    <a:pt x="225666" y="223520"/>
                  </a:lnTo>
                  <a:lnTo>
                    <a:pt x="261607" y="208280"/>
                  </a:lnTo>
                  <a:lnTo>
                    <a:pt x="289458" y="177800"/>
                  </a:lnTo>
                  <a:lnTo>
                    <a:pt x="303504" y="134620"/>
                  </a:lnTo>
                  <a:lnTo>
                    <a:pt x="304215" y="11049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144" y="1087166"/>
              <a:ext cx="138129" cy="11957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476999" y="1227256"/>
            <a:ext cx="536702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B.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Aşağıdaki komşu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tümler,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komşu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bütünler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ve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ters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açılarda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verilmeyen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açıların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ölçülerin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bulunuz.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95612" y="3317711"/>
            <a:ext cx="1088390" cy="323850"/>
            <a:chOff x="4395612" y="3317711"/>
            <a:chExt cx="1088390" cy="323850"/>
          </a:xfrm>
        </p:grpSpPr>
        <p:sp>
          <p:nvSpPr>
            <p:cNvPr id="28" name="object 28"/>
            <p:cNvSpPr/>
            <p:nvPr/>
          </p:nvSpPr>
          <p:spPr>
            <a:xfrm>
              <a:off x="4395612" y="3624873"/>
              <a:ext cx="1058545" cy="0"/>
            </a:xfrm>
            <a:custGeom>
              <a:avLst/>
              <a:gdLst/>
              <a:ahLst/>
              <a:cxnLst/>
              <a:rect l="l" t="t" r="r" b="b"/>
              <a:pathLst>
                <a:path w="1058545">
                  <a:moveTo>
                    <a:pt x="105841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22156" y="3624874"/>
              <a:ext cx="1005840" cy="0"/>
            </a:xfrm>
            <a:custGeom>
              <a:avLst/>
              <a:gdLst/>
              <a:ahLst/>
              <a:cxnLst/>
              <a:rect l="l" t="t" r="r" b="b"/>
              <a:pathLst>
                <a:path w="1005839">
                  <a:moveTo>
                    <a:pt x="0" y="0"/>
                  </a:moveTo>
                  <a:lnTo>
                    <a:pt x="1005344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95609" y="3608425"/>
              <a:ext cx="1058545" cy="33020"/>
            </a:xfrm>
            <a:custGeom>
              <a:avLst/>
              <a:gdLst/>
              <a:ahLst/>
              <a:cxnLst/>
              <a:rect l="l" t="t" r="r" b="b"/>
              <a:pathLst>
                <a:path w="1058545" h="33020">
                  <a:moveTo>
                    <a:pt x="39027" y="0"/>
                  </a:moveTo>
                  <a:lnTo>
                    <a:pt x="0" y="16459"/>
                  </a:lnTo>
                  <a:lnTo>
                    <a:pt x="39027" y="32905"/>
                  </a:lnTo>
                  <a:lnTo>
                    <a:pt x="32029" y="16459"/>
                  </a:lnTo>
                  <a:lnTo>
                    <a:pt x="39027" y="0"/>
                  </a:lnTo>
                  <a:close/>
                </a:path>
                <a:path w="1058545" h="33020">
                  <a:moveTo>
                    <a:pt x="1058418" y="16459"/>
                  </a:moveTo>
                  <a:lnTo>
                    <a:pt x="1019403" y="0"/>
                  </a:lnTo>
                  <a:lnTo>
                    <a:pt x="1026401" y="16459"/>
                  </a:lnTo>
                  <a:lnTo>
                    <a:pt x="1019403" y="32905"/>
                  </a:lnTo>
                  <a:lnTo>
                    <a:pt x="1058418" y="16459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16592" y="3585377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6375" y="0"/>
                  </a:moveTo>
                  <a:lnTo>
                    <a:pt x="1828" y="0"/>
                  </a:lnTo>
                  <a:lnTo>
                    <a:pt x="0" y="1866"/>
                  </a:lnTo>
                  <a:lnTo>
                    <a:pt x="0" y="6400"/>
                  </a:lnTo>
                  <a:lnTo>
                    <a:pt x="1828" y="8242"/>
                  </a:lnTo>
                  <a:lnTo>
                    <a:pt x="6375" y="8242"/>
                  </a:lnTo>
                  <a:lnTo>
                    <a:pt x="8229" y="6400"/>
                  </a:lnTo>
                  <a:lnTo>
                    <a:pt x="8229" y="4114"/>
                  </a:lnTo>
                  <a:lnTo>
                    <a:pt x="8229" y="1866"/>
                  </a:lnTo>
                  <a:lnTo>
                    <a:pt x="637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16592" y="3585377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229" y="4114"/>
                  </a:moveTo>
                  <a:lnTo>
                    <a:pt x="8229" y="6400"/>
                  </a:lnTo>
                  <a:lnTo>
                    <a:pt x="6375" y="8242"/>
                  </a:lnTo>
                  <a:lnTo>
                    <a:pt x="4114" y="8242"/>
                  </a:lnTo>
                  <a:lnTo>
                    <a:pt x="1828" y="8242"/>
                  </a:lnTo>
                  <a:lnTo>
                    <a:pt x="0" y="6400"/>
                  </a:lnTo>
                  <a:lnTo>
                    <a:pt x="0" y="4114"/>
                  </a:lnTo>
                  <a:lnTo>
                    <a:pt x="0" y="1866"/>
                  </a:lnTo>
                  <a:lnTo>
                    <a:pt x="1828" y="0"/>
                  </a:lnTo>
                  <a:lnTo>
                    <a:pt x="4114" y="0"/>
                  </a:lnTo>
                  <a:lnTo>
                    <a:pt x="6375" y="0"/>
                  </a:lnTo>
                  <a:lnTo>
                    <a:pt x="8229" y="1866"/>
                  </a:lnTo>
                  <a:lnTo>
                    <a:pt x="8229" y="4114"/>
                  </a:lnTo>
                  <a:close/>
                </a:path>
              </a:pathLst>
            </a:custGeom>
            <a:ln w="49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52597" y="3607209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6375" y="0"/>
                  </a:moveTo>
                  <a:lnTo>
                    <a:pt x="1828" y="0"/>
                  </a:lnTo>
                  <a:lnTo>
                    <a:pt x="0" y="1828"/>
                  </a:lnTo>
                  <a:lnTo>
                    <a:pt x="0" y="6375"/>
                  </a:lnTo>
                  <a:lnTo>
                    <a:pt x="1828" y="8229"/>
                  </a:lnTo>
                  <a:lnTo>
                    <a:pt x="6375" y="8229"/>
                  </a:lnTo>
                  <a:lnTo>
                    <a:pt x="8229" y="6375"/>
                  </a:lnTo>
                  <a:lnTo>
                    <a:pt x="8229" y="4114"/>
                  </a:lnTo>
                  <a:lnTo>
                    <a:pt x="8229" y="1828"/>
                  </a:lnTo>
                  <a:lnTo>
                    <a:pt x="637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52597" y="3607209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229" y="4114"/>
                  </a:moveTo>
                  <a:lnTo>
                    <a:pt x="8229" y="6375"/>
                  </a:lnTo>
                  <a:lnTo>
                    <a:pt x="6375" y="8229"/>
                  </a:lnTo>
                  <a:lnTo>
                    <a:pt x="4114" y="8229"/>
                  </a:lnTo>
                  <a:lnTo>
                    <a:pt x="1828" y="8229"/>
                  </a:lnTo>
                  <a:lnTo>
                    <a:pt x="0" y="6375"/>
                  </a:lnTo>
                  <a:lnTo>
                    <a:pt x="0" y="4114"/>
                  </a:lnTo>
                  <a:lnTo>
                    <a:pt x="0" y="1828"/>
                  </a:lnTo>
                  <a:lnTo>
                    <a:pt x="1828" y="0"/>
                  </a:lnTo>
                  <a:lnTo>
                    <a:pt x="4114" y="0"/>
                  </a:lnTo>
                  <a:lnTo>
                    <a:pt x="6375" y="0"/>
                  </a:lnTo>
                  <a:lnTo>
                    <a:pt x="8229" y="1828"/>
                  </a:lnTo>
                  <a:lnTo>
                    <a:pt x="8229" y="4114"/>
                  </a:lnTo>
                  <a:close/>
                </a:path>
              </a:pathLst>
            </a:custGeom>
            <a:ln w="49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76321" y="3607209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6400" y="0"/>
                  </a:moveTo>
                  <a:lnTo>
                    <a:pt x="1854" y="0"/>
                  </a:lnTo>
                  <a:lnTo>
                    <a:pt x="0" y="1828"/>
                  </a:lnTo>
                  <a:lnTo>
                    <a:pt x="0" y="6375"/>
                  </a:lnTo>
                  <a:lnTo>
                    <a:pt x="1854" y="8229"/>
                  </a:lnTo>
                  <a:lnTo>
                    <a:pt x="6400" y="8229"/>
                  </a:lnTo>
                  <a:lnTo>
                    <a:pt x="8229" y="6375"/>
                  </a:lnTo>
                  <a:lnTo>
                    <a:pt x="8229" y="4114"/>
                  </a:lnTo>
                  <a:lnTo>
                    <a:pt x="8229" y="1828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76321" y="3607209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229" y="4114"/>
                  </a:moveTo>
                  <a:lnTo>
                    <a:pt x="8229" y="6375"/>
                  </a:lnTo>
                  <a:lnTo>
                    <a:pt x="6400" y="8229"/>
                  </a:lnTo>
                  <a:lnTo>
                    <a:pt x="4114" y="8229"/>
                  </a:lnTo>
                  <a:lnTo>
                    <a:pt x="1854" y="8229"/>
                  </a:lnTo>
                  <a:lnTo>
                    <a:pt x="0" y="6375"/>
                  </a:lnTo>
                  <a:lnTo>
                    <a:pt x="0" y="4114"/>
                  </a:lnTo>
                  <a:lnTo>
                    <a:pt x="0" y="1828"/>
                  </a:lnTo>
                  <a:lnTo>
                    <a:pt x="1854" y="0"/>
                  </a:lnTo>
                  <a:lnTo>
                    <a:pt x="4114" y="0"/>
                  </a:lnTo>
                  <a:lnTo>
                    <a:pt x="6400" y="0"/>
                  </a:lnTo>
                  <a:lnTo>
                    <a:pt x="8229" y="1828"/>
                  </a:lnTo>
                  <a:lnTo>
                    <a:pt x="8229" y="4114"/>
                  </a:lnTo>
                  <a:close/>
                </a:path>
              </a:pathLst>
            </a:custGeom>
            <a:ln w="49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20161" y="3317712"/>
              <a:ext cx="563880" cy="307340"/>
            </a:xfrm>
            <a:custGeom>
              <a:avLst/>
              <a:gdLst/>
              <a:ahLst/>
              <a:cxnLst/>
              <a:rect l="l" t="t" r="r" b="b"/>
              <a:pathLst>
                <a:path w="563879" h="307339">
                  <a:moveTo>
                    <a:pt x="563435" y="0"/>
                  </a:moveTo>
                  <a:lnTo>
                    <a:pt x="0" y="3071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20161" y="3330412"/>
              <a:ext cx="540385" cy="294640"/>
            </a:xfrm>
            <a:custGeom>
              <a:avLst/>
              <a:gdLst/>
              <a:ahLst/>
              <a:cxnLst/>
              <a:rect l="l" t="t" r="r" b="b"/>
              <a:pathLst>
                <a:path w="540385" h="294639">
                  <a:moveTo>
                    <a:pt x="0" y="294462"/>
                  </a:moveTo>
                  <a:lnTo>
                    <a:pt x="540143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1471" y="3317711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5" h="33654">
                  <a:moveTo>
                    <a:pt x="42125" y="0"/>
                  </a:moveTo>
                  <a:lnTo>
                    <a:pt x="0" y="4216"/>
                  </a:lnTo>
                  <a:lnTo>
                    <a:pt x="14008" y="15328"/>
                  </a:lnTo>
                  <a:lnTo>
                    <a:pt x="15748" y="33121"/>
                  </a:lnTo>
                  <a:lnTo>
                    <a:pt x="42125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791977" y="1785248"/>
            <a:ext cx="86360" cy="102870"/>
            <a:chOff x="791977" y="1785248"/>
            <a:chExt cx="86360" cy="102870"/>
          </a:xfrm>
        </p:grpSpPr>
        <p:sp>
          <p:nvSpPr>
            <p:cNvPr id="41" name="object 41"/>
            <p:cNvSpPr/>
            <p:nvPr/>
          </p:nvSpPr>
          <p:spPr>
            <a:xfrm>
              <a:off x="795152" y="1788423"/>
              <a:ext cx="28575" cy="96520"/>
            </a:xfrm>
            <a:custGeom>
              <a:avLst/>
              <a:gdLst/>
              <a:ahLst/>
              <a:cxnLst/>
              <a:rect l="l" t="t" r="r" b="b"/>
              <a:pathLst>
                <a:path w="28575" h="96519">
                  <a:moveTo>
                    <a:pt x="8115" y="68579"/>
                  </a:moveTo>
                  <a:lnTo>
                    <a:pt x="8343" y="84794"/>
                  </a:lnTo>
                  <a:lnTo>
                    <a:pt x="9001" y="92940"/>
                  </a:lnTo>
                  <a:lnTo>
                    <a:pt x="10044" y="95792"/>
                  </a:lnTo>
                  <a:lnTo>
                    <a:pt x="11430" y="96126"/>
                  </a:lnTo>
                  <a:lnTo>
                    <a:pt x="17373" y="96126"/>
                  </a:lnTo>
                  <a:lnTo>
                    <a:pt x="28575" y="94983"/>
                  </a:lnTo>
                  <a:lnTo>
                    <a:pt x="28575" y="93040"/>
                  </a:lnTo>
                  <a:lnTo>
                    <a:pt x="27985" y="78340"/>
                  </a:lnTo>
                  <a:lnTo>
                    <a:pt x="26689" y="64336"/>
                  </a:lnTo>
                  <a:lnTo>
                    <a:pt x="25392" y="51168"/>
                  </a:lnTo>
                  <a:lnTo>
                    <a:pt x="24803" y="38976"/>
                  </a:lnTo>
                  <a:lnTo>
                    <a:pt x="25303" y="26190"/>
                  </a:lnTo>
                  <a:lnTo>
                    <a:pt x="26403" y="15730"/>
                  </a:lnTo>
                  <a:lnTo>
                    <a:pt x="27503" y="8292"/>
                  </a:lnTo>
                  <a:lnTo>
                    <a:pt x="28003" y="4571"/>
                  </a:lnTo>
                  <a:lnTo>
                    <a:pt x="28003" y="1371"/>
                  </a:lnTo>
                  <a:lnTo>
                    <a:pt x="23431" y="0"/>
                  </a:lnTo>
                  <a:lnTo>
                    <a:pt x="21031" y="0"/>
                  </a:lnTo>
                  <a:lnTo>
                    <a:pt x="9029" y="0"/>
                  </a:lnTo>
                  <a:lnTo>
                    <a:pt x="0" y="8115"/>
                  </a:lnTo>
                  <a:lnTo>
                    <a:pt x="0" y="10858"/>
                  </a:lnTo>
                  <a:lnTo>
                    <a:pt x="0" y="14744"/>
                  </a:lnTo>
                  <a:lnTo>
                    <a:pt x="9372" y="14173"/>
                  </a:lnTo>
                  <a:lnTo>
                    <a:pt x="9372" y="24002"/>
                  </a:lnTo>
                  <a:lnTo>
                    <a:pt x="9176" y="34086"/>
                  </a:lnTo>
                  <a:lnTo>
                    <a:pt x="8743" y="44748"/>
                  </a:lnTo>
                  <a:lnTo>
                    <a:pt x="8311" y="56182"/>
                  </a:lnTo>
                  <a:lnTo>
                    <a:pt x="8115" y="68579"/>
                  </a:lnTo>
                  <a:close/>
                </a:path>
              </a:pathLst>
            </a:custGeom>
            <a:ln w="6350">
              <a:solidFill>
                <a:srgbClr val="EF5B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9214" y="1859403"/>
              <a:ext cx="26034" cy="25400"/>
            </a:xfrm>
            <a:custGeom>
              <a:avLst/>
              <a:gdLst/>
              <a:ahLst/>
              <a:cxnLst/>
              <a:rect l="l" t="t" r="r" b="b"/>
              <a:pathLst>
                <a:path w="26034" h="25400">
                  <a:moveTo>
                    <a:pt x="12687" y="25146"/>
                  </a:moveTo>
                  <a:lnTo>
                    <a:pt x="19773" y="25146"/>
                  </a:lnTo>
                  <a:lnTo>
                    <a:pt x="25603" y="19659"/>
                  </a:lnTo>
                  <a:lnTo>
                    <a:pt x="25603" y="12573"/>
                  </a:lnTo>
                  <a:lnTo>
                    <a:pt x="25603" y="5486"/>
                  </a:lnTo>
                  <a:lnTo>
                    <a:pt x="19773" y="0"/>
                  </a:lnTo>
                  <a:lnTo>
                    <a:pt x="12572" y="0"/>
                  </a:lnTo>
                  <a:lnTo>
                    <a:pt x="5714" y="0"/>
                  </a:lnTo>
                  <a:lnTo>
                    <a:pt x="0" y="5600"/>
                  </a:lnTo>
                  <a:lnTo>
                    <a:pt x="0" y="12458"/>
                  </a:lnTo>
                  <a:lnTo>
                    <a:pt x="0" y="19431"/>
                  </a:lnTo>
                  <a:lnTo>
                    <a:pt x="5600" y="25146"/>
                  </a:lnTo>
                  <a:lnTo>
                    <a:pt x="12687" y="25146"/>
                  </a:lnTo>
                  <a:close/>
                </a:path>
              </a:pathLst>
            </a:custGeom>
            <a:ln w="6350">
              <a:solidFill>
                <a:srgbClr val="EF5B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09905" y="1785248"/>
            <a:ext cx="96758" cy="10247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9451" y="1795936"/>
            <a:ext cx="96760" cy="10156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375" y="2951134"/>
            <a:ext cx="99617" cy="100761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906792" y="1943401"/>
            <a:ext cx="1058545" cy="534035"/>
            <a:chOff x="906792" y="1943401"/>
            <a:chExt cx="1058545" cy="534035"/>
          </a:xfrm>
        </p:grpSpPr>
        <p:sp>
          <p:nvSpPr>
            <p:cNvPr id="47" name="object 47"/>
            <p:cNvSpPr/>
            <p:nvPr/>
          </p:nvSpPr>
          <p:spPr>
            <a:xfrm>
              <a:off x="1372453" y="1943401"/>
              <a:ext cx="321310" cy="517525"/>
            </a:xfrm>
            <a:custGeom>
              <a:avLst/>
              <a:gdLst/>
              <a:ahLst/>
              <a:cxnLst/>
              <a:rect l="l" t="t" r="r" b="b"/>
              <a:pathLst>
                <a:path w="321310" h="517525">
                  <a:moveTo>
                    <a:pt x="320776" y="0"/>
                  </a:moveTo>
                  <a:lnTo>
                    <a:pt x="0" y="51729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72453" y="1965956"/>
              <a:ext cx="307340" cy="495300"/>
            </a:xfrm>
            <a:custGeom>
              <a:avLst/>
              <a:gdLst/>
              <a:ahLst/>
              <a:cxnLst/>
              <a:rect l="l" t="t" r="r" b="b"/>
              <a:pathLst>
                <a:path w="307339" h="495300">
                  <a:moveTo>
                    <a:pt x="0" y="494741"/>
                  </a:moveTo>
                  <a:lnTo>
                    <a:pt x="306793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58675" y="1943407"/>
              <a:ext cx="34925" cy="41910"/>
            </a:xfrm>
            <a:custGeom>
              <a:avLst/>
              <a:gdLst/>
              <a:ahLst/>
              <a:cxnLst/>
              <a:rect l="l" t="t" r="r" b="b"/>
              <a:pathLst>
                <a:path w="34925" h="41910">
                  <a:moveTo>
                    <a:pt x="34556" y="0"/>
                  </a:moveTo>
                  <a:lnTo>
                    <a:pt x="0" y="24485"/>
                  </a:lnTo>
                  <a:lnTo>
                    <a:pt x="17665" y="27216"/>
                  </a:lnTo>
                  <a:lnTo>
                    <a:pt x="27978" y="41833"/>
                  </a:lnTo>
                  <a:lnTo>
                    <a:pt x="34556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06795" y="2460697"/>
              <a:ext cx="1058545" cy="0"/>
            </a:xfrm>
            <a:custGeom>
              <a:avLst/>
              <a:gdLst/>
              <a:ahLst/>
              <a:cxnLst/>
              <a:rect l="l" t="t" r="r" b="b"/>
              <a:pathLst>
                <a:path w="1058545">
                  <a:moveTo>
                    <a:pt x="105841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33330" y="2460697"/>
              <a:ext cx="1005840" cy="0"/>
            </a:xfrm>
            <a:custGeom>
              <a:avLst/>
              <a:gdLst/>
              <a:ahLst/>
              <a:cxnLst/>
              <a:rect l="l" t="t" r="r" b="b"/>
              <a:pathLst>
                <a:path w="1005839">
                  <a:moveTo>
                    <a:pt x="0" y="0"/>
                  </a:moveTo>
                  <a:lnTo>
                    <a:pt x="1005344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06792" y="2444241"/>
              <a:ext cx="1058545" cy="33020"/>
            </a:xfrm>
            <a:custGeom>
              <a:avLst/>
              <a:gdLst/>
              <a:ahLst/>
              <a:cxnLst/>
              <a:rect l="l" t="t" r="r" b="b"/>
              <a:pathLst>
                <a:path w="1058545" h="33019">
                  <a:moveTo>
                    <a:pt x="39027" y="0"/>
                  </a:moveTo>
                  <a:lnTo>
                    <a:pt x="0" y="16459"/>
                  </a:lnTo>
                  <a:lnTo>
                    <a:pt x="39027" y="32918"/>
                  </a:lnTo>
                  <a:lnTo>
                    <a:pt x="32029" y="16459"/>
                  </a:lnTo>
                  <a:lnTo>
                    <a:pt x="39027" y="0"/>
                  </a:lnTo>
                  <a:close/>
                </a:path>
                <a:path w="1058545" h="33019">
                  <a:moveTo>
                    <a:pt x="1058405" y="16459"/>
                  </a:moveTo>
                  <a:lnTo>
                    <a:pt x="1019390" y="0"/>
                  </a:lnTo>
                  <a:lnTo>
                    <a:pt x="1026388" y="16459"/>
                  </a:lnTo>
                  <a:lnTo>
                    <a:pt x="1019390" y="32918"/>
                  </a:lnTo>
                  <a:lnTo>
                    <a:pt x="1058405" y="16459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142593" y="2276485"/>
            <a:ext cx="262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105°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69148" y="2312604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5" name="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0642" y="2372974"/>
            <a:ext cx="152677" cy="93179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4872118" y="3383738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96325" y="3489123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83459" y="3489123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11762" y="2083704"/>
            <a:ext cx="199390" cy="43243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37°</a:t>
            </a:r>
            <a:endParaRPr sz="900">
              <a:latin typeface="Arial MT"/>
              <a:cs typeface="Arial MT"/>
            </a:endParaRPr>
          </a:p>
          <a:p>
            <a:pPr marL="71755">
              <a:lnSpc>
                <a:spcPct val="100000"/>
              </a:lnSpc>
              <a:spcBef>
                <a:spcPts val="52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887832" y="1829483"/>
            <a:ext cx="683895" cy="682625"/>
            <a:chOff x="2887832" y="1829483"/>
            <a:chExt cx="683895" cy="682625"/>
          </a:xfrm>
        </p:grpSpPr>
        <p:sp>
          <p:nvSpPr>
            <p:cNvPr id="61" name="object 61"/>
            <p:cNvSpPr/>
            <p:nvPr/>
          </p:nvSpPr>
          <p:spPr>
            <a:xfrm>
              <a:off x="2904291" y="2495113"/>
              <a:ext cx="667385" cy="0"/>
            </a:xfrm>
            <a:custGeom>
              <a:avLst/>
              <a:gdLst/>
              <a:ahLst/>
              <a:cxnLst/>
              <a:rect l="l" t="t" r="r" b="b"/>
              <a:pathLst>
                <a:path w="667385">
                  <a:moveTo>
                    <a:pt x="66706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904291" y="2495113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524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532344" y="2478654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19">
                  <a:moveTo>
                    <a:pt x="0" y="0"/>
                  </a:moveTo>
                  <a:lnTo>
                    <a:pt x="6985" y="16459"/>
                  </a:lnTo>
                  <a:lnTo>
                    <a:pt x="0" y="32918"/>
                  </a:lnTo>
                  <a:lnTo>
                    <a:pt x="39014" y="1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904291" y="1829486"/>
              <a:ext cx="0" cy="667385"/>
            </a:xfrm>
            <a:custGeom>
              <a:avLst/>
              <a:gdLst/>
              <a:ahLst/>
              <a:cxnLst/>
              <a:rect l="l" t="t" r="r" b="b"/>
              <a:pathLst>
                <a:path h="667385">
                  <a:moveTo>
                    <a:pt x="0" y="0"/>
                  </a:moveTo>
                  <a:lnTo>
                    <a:pt x="0" y="66705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904291" y="1856016"/>
              <a:ext cx="0" cy="640715"/>
            </a:xfrm>
            <a:custGeom>
              <a:avLst/>
              <a:gdLst/>
              <a:ahLst/>
              <a:cxnLst/>
              <a:rect l="l" t="t" r="r" b="b"/>
              <a:pathLst>
                <a:path h="640714">
                  <a:moveTo>
                    <a:pt x="0" y="64052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887832" y="1829483"/>
              <a:ext cx="33020" cy="39370"/>
            </a:xfrm>
            <a:custGeom>
              <a:avLst/>
              <a:gdLst/>
              <a:ahLst/>
              <a:cxnLst/>
              <a:rect l="l" t="t" r="r" b="b"/>
              <a:pathLst>
                <a:path w="33019" h="39369">
                  <a:moveTo>
                    <a:pt x="16459" y="0"/>
                  </a:moveTo>
                  <a:lnTo>
                    <a:pt x="0" y="39014"/>
                  </a:lnTo>
                  <a:lnTo>
                    <a:pt x="16459" y="32029"/>
                  </a:lnTo>
                  <a:lnTo>
                    <a:pt x="32905" y="39014"/>
                  </a:lnTo>
                  <a:lnTo>
                    <a:pt x="16459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900988" y="1956223"/>
              <a:ext cx="426720" cy="537845"/>
            </a:xfrm>
            <a:custGeom>
              <a:avLst/>
              <a:gdLst/>
              <a:ahLst/>
              <a:cxnLst/>
              <a:rect l="l" t="t" r="r" b="b"/>
              <a:pathLst>
                <a:path w="426720" h="537844">
                  <a:moveTo>
                    <a:pt x="426364" y="0"/>
                  </a:moveTo>
                  <a:lnTo>
                    <a:pt x="0" y="53752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900988" y="1977000"/>
              <a:ext cx="410209" cy="516890"/>
            </a:xfrm>
            <a:custGeom>
              <a:avLst/>
              <a:gdLst/>
              <a:ahLst/>
              <a:cxnLst/>
              <a:rect l="l" t="t" r="r" b="b"/>
              <a:pathLst>
                <a:path w="410210" h="516889">
                  <a:moveTo>
                    <a:pt x="0" y="516750"/>
                  </a:moveTo>
                  <a:lnTo>
                    <a:pt x="409867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290206" y="1956225"/>
              <a:ext cx="37465" cy="41275"/>
            </a:xfrm>
            <a:custGeom>
              <a:avLst/>
              <a:gdLst/>
              <a:ahLst/>
              <a:cxnLst/>
              <a:rect l="l" t="t" r="r" b="b"/>
              <a:pathLst>
                <a:path w="37464" h="41275">
                  <a:moveTo>
                    <a:pt x="37147" y="0"/>
                  </a:moveTo>
                  <a:lnTo>
                    <a:pt x="0" y="20332"/>
                  </a:lnTo>
                  <a:lnTo>
                    <a:pt x="17246" y="25082"/>
                  </a:lnTo>
                  <a:lnTo>
                    <a:pt x="25793" y="40792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904291" y="1829486"/>
              <a:ext cx="0" cy="667385"/>
            </a:xfrm>
            <a:custGeom>
              <a:avLst/>
              <a:gdLst/>
              <a:ahLst/>
              <a:cxnLst/>
              <a:rect l="l" t="t" r="r" b="b"/>
              <a:pathLst>
                <a:path h="667385">
                  <a:moveTo>
                    <a:pt x="0" y="0"/>
                  </a:moveTo>
                  <a:lnTo>
                    <a:pt x="0" y="66705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904291" y="1856016"/>
              <a:ext cx="0" cy="640715"/>
            </a:xfrm>
            <a:custGeom>
              <a:avLst/>
              <a:gdLst/>
              <a:ahLst/>
              <a:cxnLst/>
              <a:rect l="l" t="t" r="r" b="b"/>
              <a:pathLst>
                <a:path h="640714">
                  <a:moveTo>
                    <a:pt x="0" y="64052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887832" y="1829483"/>
              <a:ext cx="33020" cy="39370"/>
            </a:xfrm>
            <a:custGeom>
              <a:avLst/>
              <a:gdLst/>
              <a:ahLst/>
              <a:cxnLst/>
              <a:rect l="l" t="t" r="r" b="b"/>
              <a:pathLst>
                <a:path w="33019" h="39369">
                  <a:moveTo>
                    <a:pt x="16459" y="0"/>
                  </a:moveTo>
                  <a:lnTo>
                    <a:pt x="0" y="39014"/>
                  </a:lnTo>
                  <a:lnTo>
                    <a:pt x="16459" y="32029"/>
                  </a:lnTo>
                  <a:lnTo>
                    <a:pt x="32905" y="39014"/>
                  </a:lnTo>
                  <a:lnTo>
                    <a:pt x="16459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52068" y="2020687"/>
              <a:ext cx="22225" cy="20955"/>
            </a:xfrm>
            <a:custGeom>
              <a:avLst/>
              <a:gdLst/>
              <a:ahLst/>
              <a:cxnLst/>
              <a:rect l="l" t="t" r="r" b="b"/>
              <a:pathLst>
                <a:path w="22225" h="20955">
                  <a:moveTo>
                    <a:pt x="0" y="0"/>
                  </a:moveTo>
                  <a:lnTo>
                    <a:pt x="22009" y="20485"/>
                  </a:lnTo>
                </a:path>
              </a:pathLst>
            </a:custGeom>
            <a:ln w="4546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1828" y="2432076"/>
              <a:ext cx="66928" cy="66928"/>
            </a:xfrm>
            <a:prstGeom prst="rect">
              <a:avLst/>
            </a:prstGeom>
          </p:spPr>
        </p:pic>
      </p:grpSp>
      <p:pic>
        <p:nvPicPr>
          <p:cNvPr id="75" name="object 7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05918" y="2941707"/>
            <a:ext cx="96644" cy="10076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17965" y="2939993"/>
            <a:ext cx="98245" cy="102477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2604355" y="3083294"/>
            <a:ext cx="1058545" cy="1007744"/>
            <a:chOff x="2604355" y="3083294"/>
            <a:chExt cx="1058545" cy="1007744"/>
          </a:xfrm>
        </p:grpSpPr>
        <p:sp>
          <p:nvSpPr>
            <p:cNvPr id="78" name="object 78"/>
            <p:cNvSpPr/>
            <p:nvPr/>
          </p:nvSpPr>
          <p:spPr>
            <a:xfrm>
              <a:off x="2884581" y="3188819"/>
              <a:ext cx="554355" cy="780415"/>
            </a:xfrm>
            <a:custGeom>
              <a:avLst/>
              <a:gdLst/>
              <a:ahLst/>
              <a:cxnLst/>
              <a:rect l="l" t="t" r="r" b="b"/>
              <a:pathLst>
                <a:path w="554354" h="780414">
                  <a:moveTo>
                    <a:pt x="554202" y="0"/>
                  </a:moveTo>
                  <a:lnTo>
                    <a:pt x="0" y="77989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899947" y="3210447"/>
              <a:ext cx="523875" cy="737235"/>
            </a:xfrm>
            <a:custGeom>
              <a:avLst/>
              <a:gdLst/>
              <a:ahLst/>
              <a:cxnLst/>
              <a:rect l="l" t="t" r="r" b="b"/>
              <a:pathLst>
                <a:path w="523875" h="737235">
                  <a:moveTo>
                    <a:pt x="0" y="736638"/>
                  </a:moveTo>
                  <a:lnTo>
                    <a:pt x="523468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884576" y="3188830"/>
              <a:ext cx="554355" cy="780415"/>
            </a:xfrm>
            <a:custGeom>
              <a:avLst/>
              <a:gdLst/>
              <a:ahLst/>
              <a:cxnLst/>
              <a:rect l="l" t="t" r="r" b="b"/>
              <a:pathLst>
                <a:path w="554354" h="780414">
                  <a:moveTo>
                    <a:pt x="36017" y="757618"/>
                  </a:moveTo>
                  <a:lnTo>
                    <a:pt x="18554" y="753783"/>
                  </a:lnTo>
                  <a:lnTo>
                    <a:pt x="9169" y="738543"/>
                  </a:lnTo>
                  <a:lnTo>
                    <a:pt x="0" y="779894"/>
                  </a:lnTo>
                  <a:lnTo>
                    <a:pt x="36017" y="757618"/>
                  </a:lnTo>
                  <a:close/>
                </a:path>
                <a:path w="554354" h="780414">
                  <a:moveTo>
                    <a:pt x="554202" y="0"/>
                  </a:moveTo>
                  <a:lnTo>
                    <a:pt x="518185" y="22275"/>
                  </a:lnTo>
                  <a:lnTo>
                    <a:pt x="535660" y="26111"/>
                  </a:lnTo>
                  <a:lnTo>
                    <a:pt x="545020" y="41338"/>
                  </a:lnTo>
                  <a:lnTo>
                    <a:pt x="554202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30886" y="3615438"/>
              <a:ext cx="1005840" cy="0"/>
            </a:xfrm>
            <a:custGeom>
              <a:avLst/>
              <a:gdLst/>
              <a:ahLst/>
              <a:cxnLst/>
              <a:rect l="l" t="t" r="r" b="b"/>
              <a:pathLst>
                <a:path w="1005839">
                  <a:moveTo>
                    <a:pt x="0" y="0"/>
                  </a:moveTo>
                  <a:lnTo>
                    <a:pt x="1005344" y="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04350" y="3598989"/>
              <a:ext cx="1058545" cy="33020"/>
            </a:xfrm>
            <a:custGeom>
              <a:avLst/>
              <a:gdLst/>
              <a:ahLst/>
              <a:cxnLst/>
              <a:rect l="l" t="t" r="r" b="b"/>
              <a:pathLst>
                <a:path w="1058545" h="33020">
                  <a:moveTo>
                    <a:pt x="39027" y="0"/>
                  </a:moveTo>
                  <a:lnTo>
                    <a:pt x="0" y="16459"/>
                  </a:lnTo>
                  <a:lnTo>
                    <a:pt x="39027" y="32918"/>
                  </a:lnTo>
                  <a:lnTo>
                    <a:pt x="32029" y="16459"/>
                  </a:lnTo>
                  <a:lnTo>
                    <a:pt x="39027" y="0"/>
                  </a:lnTo>
                  <a:close/>
                </a:path>
                <a:path w="1058545" h="33020">
                  <a:moveTo>
                    <a:pt x="1058418" y="16459"/>
                  </a:moveTo>
                  <a:lnTo>
                    <a:pt x="1019390" y="0"/>
                  </a:lnTo>
                  <a:lnTo>
                    <a:pt x="1026388" y="16459"/>
                  </a:lnTo>
                  <a:lnTo>
                    <a:pt x="1019390" y="32918"/>
                  </a:lnTo>
                  <a:lnTo>
                    <a:pt x="1058418" y="1645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136498" y="3109837"/>
              <a:ext cx="0" cy="955040"/>
            </a:xfrm>
            <a:custGeom>
              <a:avLst/>
              <a:gdLst/>
              <a:ahLst/>
              <a:cxnLst/>
              <a:rect l="l" t="t" r="r" b="b"/>
              <a:pathLst>
                <a:path h="955039">
                  <a:moveTo>
                    <a:pt x="0" y="0"/>
                  </a:moveTo>
                  <a:lnTo>
                    <a:pt x="0" y="954544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120021" y="3083306"/>
              <a:ext cx="33020" cy="1007744"/>
            </a:xfrm>
            <a:custGeom>
              <a:avLst/>
              <a:gdLst/>
              <a:ahLst/>
              <a:cxnLst/>
              <a:rect l="l" t="t" r="r" b="b"/>
              <a:pathLst>
                <a:path w="33019" h="1007745">
                  <a:moveTo>
                    <a:pt x="32931" y="968603"/>
                  </a:moveTo>
                  <a:lnTo>
                    <a:pt x="16471" y="975588"/>
                  </a:lnTo>
                  <a:lnTo>
                    <a:pt x="0" y="968603"/>
                  </a:lnTo>
                  <a:lnTo>
                    <a:pt x="16471" y="1007630"/>
                  </a:lnTo>
                  <a:lnTo>
                    <a:pt x="32931" y="968603"/>
                  </a:lnTo>
                  <a:close/>
                </a:path>
                <a:path w="33019" h="1007745">
                  <a:moveTo>
                    <a:pt x="32931" y="39027"/>
                  </a:moveTo>
                  <a:lnTo>
                    <a:pt x="16471" y="0"/>
                  </a:lnTo>
                  <a:lnTo>
                    <a:pt x="0" y="39027"/>
                  </a:lnTo>
                  <a:lnTo>
                    <a:pt x="16471" y="32029"/>
                  </a:lnTo>
                  <a:lnTo>
                    <a:pt x="32931" y="3902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 rot="17700000">
            <a:off x="3102684" y="3354728"/>
            <a:ext cx="2081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35°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31125" y="3551710"/>
            <a:ext cx="66916" cy="66916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4414993" y="1908651"/>
            <a:ext cx="1082040" cy="704215"/>
            <a:chOff x="4414993" y="1908651"/>
            <a:chExt cx="1082040" cy="704215"/>
          </a:xfrm>
        </p:grpSpPr>
        <p:sp>
          <p:nvSpPr>
            <p:cNvPr id="88" name="object 88"/>
            <p:cNvSpPr/>
            <p:nvPr/>
          </p:nvSpPr>
          <p:spPr>
            <a:xfrm>
              <a:off x="4957488" y="1908654"/>
              <a:ext cx="539115" cy="353060"/>
            </a:xfrm>
            <a:custGeom>
              <a:avLst/>
              <a:gdLst/>
              <a:ahLst/>
              <a:cxnLst/>
              <a:rect l="l" t="t" r="r" b="b"/>
              <a:pathLst>
                <a:path w="539114" h="353060">
                  <a:moveTo>
                    <a:pt x="539038" y="0"/>
                  </a:moveTo>
                  <a:lnTo>
                    <a:pt x="0" y="35281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957488" y="1923182"/>
              <a:ext cx="516890" cy="338455"/>
            </a:xfrm>
            <a:custGeom>
              <a:avLst/>
              <a:gdLst/>
              <a:ahLst/>
              <a:cxnLst/>
              <a:rect l="l" t="t" r="r" b="b"/>
              <a:pathLst>
                <a:path w="516889" h="338455">
                  <a:moveTo>
                    <a:pt x="0" y="338289"/>
                  </a:moveTo>
                  <a:lnTo>
                    <a:pt x="516839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454858" y="1908651"/>
              <a:ext cx="41910" cy="35560"/>
            </a:xfrm>
            <a:custGeom>
              <a:avLst/>
              <a:gdLst/>
              <a:ahLst/>
              <a:cxnLst/>
              <a:rect l="l" t="t" r="r" b="b"/>
              <a:pathLst>
                <a:path w="41910" h="35560">
                  <a:moveTo>
                    <a:pt x="41668" y="0"/>
                  </a:moveTo>
                  <a:lnTo>
                    <a:pt x="0" y="7594"/>
                  </a:lnTo>
                  <a:lnTo>
                    <a:pt x="14858" y="17538"/>
                  </a:lnTo>
                  <a:lnTo>
                    <a:pt x="18021" y="35140"/>
                  </a:lnTo>
                  <a:lnTo>
                    <a:pt x="41668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414994" y="1923754"/>
              <a:ext cx="542925" cy="337820"/>
            </a:xfrm>
            <a:custGeom>
              <a:avLst/>
              <a:gdLst/>
              <a:ahLst/>
              <a:cxnLst/>
              <a:rect l="l" t="t" r="r" b="b"/>
              <a:pathLst>
                <a:path w="542925" h="337819">
                  <a:moveTo>
                    <a:pt x="0" y="0"/>
                  </a:moveTo>
                  <a:lnTo>
                    <a:pt x="542493" y="33771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437512" y="1937787"/>
              <a:ext cx="520065" cy="323850"/>
            </a:xfrm>
            <a:custGeom>
              <a:avLst/>
              <a:gdLst/>
              <a:ahLst/>
              <a:cxnLst/>
              <a:rect l="l" t="t" r="r" b="b"/>
              <a:pathLst>
                <a:path w="520064" h="323850">
                  <a:moveTo>
                    <a:pt x="519976" y="32368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414993" y="1923761"/>
              <a:ext cx="41910" cy="34925"/>
            </a:xfrm>
            <a:custGeom>
              <a:avLst/>
              <a:gdLst/>
              <a:ahLst/>
              <a:cxnLst/>
              <a:rect l="l" t="t" r="r" b="b"/>
              <a:pathLst>
                <a:path w="41910" h="34925">
                  <a:moveTo>
                    <a:pt x="0" y="0"/>
                  </a:moveTo>
                  <a:lnTo>
                    <a:pt x="24422" y="34594"/>
                  </a:lnTo>
                  <a:lnTo>
                    <a:pt x="27178" y="16929"/>
                  </a:lnTo>
                  <a:lnTo>
                    <a:pt x="41821" y="6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414993" y="2259960"/>
              <a:ext cx="539115" cy="353060"/>
            </a:xfrm>
            <a:custGeom>
              <a:avLst/>
              <a:gdLst/>
              <a:ahLst/>
              <a:cxnLst/>
              <a:rect l="l" t="t" r="r" b="b"/>
              <a:pathLst>
                <a:path w="539114" h="353060">
                  <a:moveTo>
                    <a:pt x="539026" y="0"/>
                  </a:moveTo>
                  <a:lnTo>
                    <a:pt x="0" y="352818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437193" y="2259960"/>
              <a:ext cx="516890" cy="338455"/>
            </a:xfrm>
            <a:custGeom>
              <a:avLst/>
              <a:gdLst/>
              <a:ahLst/>
              <a:cxnLst/>
              <a:rect l="l" t="t" r="r" b="b"/>
              <a:pathLst>
                <a:path w="516889" h="338455">
                  <a:moveTo>
                    <a:pt x="516826" y="0"/>
                  </a:moveTo>
                  <a:lnTo>
                    <a:pt x="0" y="338289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414994" y="2577632"/>
              <a:ext cx="41910" cy="35560"/>
            </a:xfrm>
            <a:custGeom>
              <a:avLst/>
              <a:gdLst/>
              <a:ahLst/>
              <a:cxnLst/>
              <a:rect l="l" t="t" r="r" b="b"/>
              <a:pathLst>
                <a:path w="41910" h="35560">
                  <a:moveTo>
                    <a:pt x="23622" y="0"/>
                  </a:moveTo>
                  <a:lnTo>
                    <a:pt x="0" y="35140"/>
                  </a:lnTo>
                  <a:lnTo>
                    <a:pt x="41656" y="27546"/>
                  </a:lnTo>
                  <a:lnTo>
                    <a:pt x="26784" y="17602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954019" y="2259960"/>
              <a:ext cx="542925" cy="337820"/>
            </a:xfrm>
            <a:custGeom>
              <a:avLst/>
              <a:gdLst/>
              <a:ahLst/>
              <a:cxnLst/>
              <a:rect l="l" t="t" r="r" b="b"/>
              <a:pathLst>
                <a:path w="542925" h="337819">
                  <a:moveTo>
                    <a:pt x="0" y="0"/>
                  </a:moveTo>
                  <a:lnTo>
                    <a:pt x="542505" y="337705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954019" y="2259960"/>
              <a:ext cx="520065" cy="323850"/>
            </a:xfrm>
            <a:custGeom>
              <a:avLst/>
              <a:gdLst/>
              <a:ahLst/>
              <a:cxnLst/>
              <a:rect l="l" t="t" r="r" b="b"/>
              <a:pathLst>
                <a:path w="520064" h="323850">
                  <a:moveTo>
                    <a:pt x="0" y="0"/>
                  </a:moveTo>
                  <a:lnTo>
                    <a:pt x="519963" y="323684"/>
                  </a:lnTo>
                </a:path>
              </a:pathLst>
            </a:custGeom>
            <a:ln w="6349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454693" y="2563081"/>
              <a:ext cx="41910" cy="34925"/>
            </a:xfrm>
            <a:custGeom>
              <a:avLst/>
              <a:gdLst/>
              <a:ahLst/>
              <a:cxnLst/>
              <a:rect l="l" t="t" r="r" b="b"/>
              <a:pathLst>
                <a:path w="41910" h="34925">
                  <a:moveTo>
                    <a:pt x="17399" y="0"/>
                  </a:moveTo>
                  <a:lnTo>
                    <a:pt x="14643" y="17665"/>
                  </a:lnTo>
                  <a:lnTo>
                    <a:pt x="0" y="27940"/>
                  </a:lnTo>
                  <a:lnTo>
                    <a:pt x="41833" y="34582"/>
                  </a:lnTo>
                  <a:lnTo>
                    <a:pt x="17399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4823122" y="2025512"/>
            <a:ext cx="262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115°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732025" y="217901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084183" y="217901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917190" y="232177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964489" y="3594393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4841832" y="2202457"/>
            <a:ext cx="220345" cy="116839"/>
          </a:xfrm>
          <a:custGeom>
            <a:avLst/>
            <a:gdLst/>
            <a:ahLst/>
            <a:cxnLst/>
            <a:rect l="l" t="t" r="r" b="b"/>
            <a:pathLst>
              <a:path w="220345" h="116839">
                <a:moveTo>
                  <a:pt x="169287" y="24015"/>
                </a:moveTo>
                <a:lnTo>
                  <a:pt x="144192" y="7342"/>
                </a:lnTo>
                <a:lnTo>
                  <a:pt x="115658" y="1787"/>
                </a:lnTo>
                <a:lnTo>
                  <a:pt x="87120" y="7352"/>
                </a:lnTo>
                <a:lnTo>
                  <a:pt x="62010" y="24041"/>
                </a:lnTo>
              </a:path>
              <a:path w="220345" h="116839">
                <a:moveTo>
                  <a:pt x="202828" y="113436"/>
                </a:moveTo>
                <a:lnTo>
                  <a:pt x="216994" y="86832"/>
                </a:lnTo>
                <a:lnTo>
                  <a:pt x="219763" y="57892"/>
                </a:lnTo>
                <a:lnTo>
                  <a:pt x="211465" y="30029"/>
                </a:lnTo>
                <a:lnTo>
                  <a:pt x="192427" y="6654"/>
                </a:lnTo>
              </a:path>
              <a:path w="220345" h="116839">
                <a:moveTo>
                  <a:pt x="16938" y="0"/>
                </a:moveTo>
                <a:lnTo>
                  <a:pt x="2767" y="26589"/>
                </a:lnTo>
                <a:lnTo>
                  <a:pt x="0" y="55522"/>
                </a:lnTo>
                <a:lnTo>
                  <a:pt x="8305" y="83387"/>
                </a:lnTo>
                <a:lnTo>
                  <a:pt x="27352" y="106768"/>
                </a:lnTo>
              </a:path>
              <a:path w="220345" h="116839">
                <a:moveTo>
                  <a:pt x="66379" y="90119"/>
                </a:moveTo>
                <a:lnTo>
                  <a:pt x="90031" y="108794"/>
                </a:lnTo>
                <a:lnTo>
                  <a:pt x="118017" y="116665"/>
                </a:lnTo>
                <a:lnTo>
                  <a:pt x="146918" y="113454"/>
                </a:lnTo>
                <a:lnTo>
                  <a:pt x="173313" y="98882"/>
                </a:lnTo>
              </a:path>
            </a:pathLst>
          </a:custGeom>
          <a:ln w="7061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061596" y="3616162"/>
            <a:ext cx="27305" cy="61594"/>
          </a:xfrm>
          <a:custGeom>
            <a:avLst/>
            <a:gdLst/>
            <a:ahLst/>
            <a:cxnLst/>
            <a:rect l="l" t="t" r="r" b="b"/>
            <a:pathLst>
              <a:path w="27305" h="61595">
                <a:moveTo>
                  <a:pt x="4150" y="0"/>
                </a:moveTo>
                <a:lnTo>
                  <a:pt x="0" y="17928"/>
                </a:lnTo>
                <a:lnTo>
                  <a:pt x="2943" y="35429"/>
                </a:lnTo>
                <a:lnTo>
                  <a:pt x="12240" y="50545"/>
                </a:lnTo>
                <a:lnTo>
                  <a:pt x="27149" y="61315"/>
                </a:lnTo>
              </a:path>
            </a:pathLst>
          </a:custGeom>
          <a:ln w="431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1109715" y="3336406"/>
            <a:ext cx="19050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  <a:p>
            <a:pPr marL="112395">
              <a:lnSpc>
                <a:spcPts val="990"/>
              </a:lnSpc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1075960" y="2949806"/>
            <a:ext cx="683895" cy="682625"/>
            <a:chOff x="1075960" y="2949806"/>
            <a:chExt cx="683895" cy="682625"/>
          </a:xfrm>
        </p:grpSpPr>
        <p:sp>
          <p:nvSpPr>
            <p:cNvPr id="109" name="object 109"/>
            <p:cNvSpPr/>
            <p:nvPr/>
          </p:nvSpPr>
          <p:spPr>
            <a:xfrm>
              <a:off x="1092419" y="2949806"/>
              <a:ext cx="0" cy="667385"/>
            </a:xfrm>
            <a:custGeom>
              <a:avLst/>
              <a:gdLst/>
              <a:ahLst/>
              <a:cxnLst/>
              <a:rect l="l" t="t" r="r" b="b"/>
              <a:pathLst>
                <a:path h="667385">
                  <a:moveTo>
                    <a:pt x="0" y="0"/>
                  </a:moveTo>
                  <a:lnTo>
                    <a:pt x="0" y="66708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92419" y="2976349"/>
              <a:ext cx="0" cy="640715"/>
            </a:xfrm>
            <a:custGeom>
              <a:avLst/>
              <a:gdLst/>
              <a:ahLst/>
              <a:cxnLst/>
              <a:rect l="l" t="t" r="r" b="b"/>
              <a:pathLst>
                <a:path h="640714">
                  <a:moveTo>
                    <a:pt x="0" y="64053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75960" y="2949806"/>
              <a:ext cx="33020" cy="39370"/>
            </a:xfrm>
            <a:custGeom>
              <a:avLst/>
              <a:gdLst/>
              <a:ahLst/>
              <a:cxnLst/>
              <a:rect l="l" t="t" r="r" b="b"/>
              <a:pathLst>
                <a:path w="33019" h="39369">
                  <a:moveTo>
                    <a:pt x="16459" y="0"/>
                  </a:moveTo>
                  <a:lnTo>
                    <a:pt x="0" y="39027"/>
                  </a:lnTo>
                  <a:lnTo>
                    <a:pt x="16459" y="32029"/>
                  </a:lnTo>
                  <a:lnTo>
                    <a:pt x="32918" y="39027"/>
                  </a:lnTo>
                  <a:lnTo>
                    <a:pt x="16459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92419" y="3111921"/>
              <a:ext cx="444500" cy="503555"/>
            </a:xfrm>
            <a:custGeom>
              <a:avLst/>
              <a:gdLst/>
              <a:ahLst/>
              <a:cxnLst/>
              <a:rect l="l" t="t" r="r" b="b"/>
              <a:pathLst>
                <a:path w="444500" h="503554">
                  <a:moveTo>
                    <a:pt x="444233" y="0"/>
                  </a:moveTo>
                  <a:lnTo>
                    <a:pt x="0" y="5035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92419" y="3131822"/>
              <a:ext cx="426720" cy="483870"/>
            </a:xfrm>
            <a:custGeom>
              <a:avLst/>
              <a:gdLst/>
              <a:ahLst/>
              <a:cxnLst/>
              <a:rect l="l" t="t" r="r" b="b"/>
              <a:pathLst>
                <a:path w="426719" h="483870">
                  <a:moveTo>
                    <a:pt x="0" y="483616"/>
                  </a:moveTo>
                  <a:lnTo>
                    <a:pt x="426681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498497" y="3111921"/>
              <a:ext cx="38735" cy="40640"/>
            </a:xfrm>
            <a:custGeom>
              <a:avLst/>
              <a:gdLst/>
              <a:ahLst/>
              <a:cxnLst/>
              <a:rect l="l" t="t" r="r" b="b"/>
              <a:pathLst>
                <a:path w="38734" h="40639">
                  <a:moveTo>
                    <a:pt x="38150" y="0"/>
                  </a:moveTo>
                  <a:lnTo>
                    <a:pt x="0" y="18364"/>
                  </a:lnTo>
                  <a:lnTo>
                    <a:pt x="16967" y="24015"/>
                  </a:lnTo>
                  <a:lnTo>
                    <a:pt x="24688" y="40144"/>
                  </a:lnTo>
                  <a:lnTo>
                    <a:pt x="38150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092419" y="2949806"/>
              <a:ext cx="0" cy="667385"/>
            </a:xfrm>
            <a:custGeom>
              <a:avLst/>
              <a:gdLst/>
              <a:ahLst/>
              <a:cxnLst/>
              <a:rect l="l" t="t" r="r" b="b"/>
              <a:pathLst>
                <a:path h="667385">
                  <a:moveTo>
                    <a:pt x="0" y="0"/>
                  </a:moveTo>
                  <a:lnTo>
                    <a:pt x="0" y="66708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092419" y="2976349"/>
              <a:ext cx="0" cy="640715"/>
            </a:xfrm>
            <a:custGeom>
              <a:avLst/>
              <a:gdLst/>
              <a:ahLst/>
              <a:cxnLst/>
              <a:rect l="l" t="t" r="r" b="b"/>
              <a:pathLst>
                <a:path h="640714">
                  <a:moveTo>
                    <a:pt x="0" y="64053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075960" y="2949806"/>
              <a:ext cx="33020" cy="39370"/>
            </a:xfrm>
            <a:custGeom>
              <a:avLst/>
              <a:gdLst/>
              <a:ahLst/>
              <a:cxnLst/>
              <a:rect l="l" t="t" r="r" b="b"/>
              <a:pathLst>
                <a:path w="33019" h="39369">
                  <a:moveTo>
                    <a:pt x="16459" y="0"/>
                  </a:moveTo>
                  <a:lnTo>
                    <a:pt x="0" y="39027"/>
                  </a:lnTo>
                  <a:lnTo>
                    <a:pt x="16459" y="32029"/>
                  </a:lnTo>
                  <a:lnTo>
                    <a:pt x="32918" y="39027"/>
                  </a:lnTo>
                  <a:lnTo>
                    <a:pt x="16459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9955" y="3552407"/>
              <a:ext cx="66941" cy="66941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1092419" y="3615438"/>
              <a:ext cx="667385" cy="0"/>
            </a:xfrm>
            <a:custGeom>
              <a:avLst/>
              <a:gdLst/>
              <a:ahLst/>
              <a:cxnLst/>
              <a:rect l="l" t="t" r="r" b="b"/>
              <a:pathLst>
                <a:path w="667385">
                  <a:moveTo>
                    <a:pt x="667067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92419" y="3615438"/>
              <a:ext cx="640715" cy="0"/>
            </a:xfrm>
            <a:custGeom>
              <a:avLst/>
              <a:gdLst/>
              <a:ahLst/>
              <a:cxnLst/>
              <a:rect l="l" t="t" r="r" b="b"/>
              <a:pathLst>
                <a:path w="640714">
                  <a:moveTo>
                    <a:pt x="0" y="0"/>
                  </a:moveTo>
                  <a:lnTo>
                    <a:pt x="640537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720470" y="3598979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69" h="33020">
                  <a:moveTo>
                    <a:pt x="0" y="0"/>
                  </a:moveTo>
                  <a:lnTo>
                    <a:pt x="6997" y="16459"/>
                  </a:lnTo>
                  <a:lnTo>
                    <a:pt x="0" y="32918"/>
                  </a:lnTo>
                  <a:lnTo>
                    <a:pt x="39027" y="16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9244" y="3470594"/>
              <a:ext cx="148767" cy="148767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4395613" y="3300515"/>
            <a:ext cx="618490" cy="327660"/>
            <a:chOff x="4395613" y="3300515"/>
            <a:chExt cx="618490" cy="327660"/>
          </a:xfrm>
        </p:grpSpPr>
        <p:sp>
          <p:nvSpPr>
            <p:cNvPr id="124" name="object 124"/>
            <p:cNvSpPr/>
            <p:nvPr/>
          </p:nvSpPr>
          <p:spPr>
            <a:xfrm>
              <a:off x="4395613" y="3300516"/>
              <a:ext cx="525145" cy="324485"/>
            </a:xfrm>
            <a:custGeom>
              <a:avLst/>
              <a:gdLst/>
              <a:ahLst/>
              <a:cxnLst/>
              <a:rect l="l" t="t" r="r" b="b"/>
              <a:pathLst>
                <a:path w="525145" h="324485">
                  <a:moveTo>
                    <a:pt x="0" y="0"/>
                  </a:moveTo>
                  <a:lnTo>
                    <a:pt x="524548" y="324357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418194" y="3314474"/>
              <a:ext cx="502284" cy="310515"/>
            </a:xfrm>
            <a:custGeom>
              <a:avLst/>
              <a:gdLst/>
              <a:ahLst/>
              <a:cxnLst/>
              <a:rect l="l" t="t" r="r" b="b"/>
              <a:pathLst>
                <a:path w="502285" h="310514">
                  <a:moveTo>
                    <a:pt x="501967" y="31040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395614" y="3300515"/>
              <a:ext cx="41910" cy="34925"/>
            </a:xfrm>
            <a:custGeom>
              <a:avLst/>
              <a:gdLst/>
              <a:ahLst/>
              <a:cxnLst/>
              <a:rect l="l" t="t" r="r" b="b"/>
              <a:pathLst>
                <a:path w="41910" h="34925">
                  <a:moveTo>
                    <a:pt x="0" y="0"/>
                  </a:moveTo>
                  <a:lnTo>
                    <a:pt x="24536" y="34518"/>
                  </a:lnTo>
                  <a:lnTo>
                    <a:pt x="27254" y="16852"/>
                  </a:lnTo>
                  <a:lnTo>
                    <a:pt x="41846" y="6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26524" y="3563850"/>
              <a:ext cx="187274" cy="64261"/>
            </a:xfrm>
            <a:prstGeom prst="rect">
              <a:avLst/>
            </a:prstGeom>
          </p:spPr>
        </p:pic>
      </p:grpSp>
      <p:grpSp>
        <p:nvGrpSpPr>
          <p:cNvPr id="128" name="object 128"/>
          <p:cNvGrpSpPr/>
          <p:nvPr/>
        </p:nvGrpSpPr>
        <p:grpSpPr>
          <a:xfrm>
            <a:off x="527649" y="4692285"/>
            <a:ext cx="6716395" cy="431800"/>
            <a:chOff x="527649" y="4692285"/>
            <a:chExt cx="6716395" cy="431800"/>
          </a:xfrm>
        </p:grpSpPr>
        <p:sp>
          <p:nvSpPr>
            <p:cNvPr id="129" name="object 129"/>
            <p:cNvSpPr/>
            <p:nvPr/>
          </p:nvSpPr>
          <p:spPr>
            <a:xfrm>
              <a:off x="533999" y="5117730"/>
              <a:ext cx="6703695" cy="0"/>
            </a:xfrm>
            <a:custGeom>
              <a:avLst/>
              <a:gdLst/>
              <a:ahLst/>
              <a:cxnLst/>
              <a:rect l="l" t="t" r="r" b="b"/>
              <a:pathLst>
                <a:path w="6703695">
                  <a:moveTo>
                    <a:pt x="0" y="0"/>
                  </a:moveTo>
                  <a:lnTo>
                    <a:pt x="6703199" y="0"/>
                  </a:lnTo>
                </a:path>
              </a:pathLst>
            </a:custGeom>
            <a:ln w="12700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445870" y="469673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428929" y="469673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875033" y="4842313"/>
            <a:ext cx="483870" cy="25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19"/>
              </a:lnSpc>
              <a:spcBef>
                <a:spcPts val="100"/>
              </a:spcBef>
            </a:pPr>
            <a:r>
              <a:rPr sz="1200" i="1" spc="-37" baseline="6944" dirty="0">
                <a:solidFill>
                  <a:srgbClr val="F15A29"/>
                </a:solidFill>
                <a:latin typeface="Trebuchet MS"/>
                <a:cs typeface="Trebuchet MS"/>
              </a:rPr>
              <a:t>DÜ</a:t>
            </a:r>
            <a:r>
              <a:rPr sz="1200" i="1" spc="-419" baseline="6944" dirty="0">
                <a:solidFill>
                  <a:srgbClr val="F15A29"/>
                </a:solidFill>
                <a:latin typeface="Trebuchet MS"/>
                <a:cs typeface="Trebuchet MS"/>
              </a:rPr>
              <a:t>S</a:t>
            </a:r>
            <a:r>
              <a:rPr sz="800" i="1" spc="-105" dirty="0">
                <a:solidFill>
                  <a:srgbClr val="F15A29"/>
                </a:solidFill>
                <a:latin typeface="Trebuchet MS"/>
                <a:cs typeface="Trebuchet MS"/>
              </a:rPr>
              <a:t>,</a:t>
            </a:r>
            <a:r>
              <a:rPr sz="800" i="1" spc="-25" dirty="0">
                <a:solidFill>
                  <a:srgbClr val="F15A29"/>
                </a:solidFill>
                <a:latin typeface="Trebuchet MS"/>
                <a:cs typeface="Trebuchet MS"/>
              </a:rPr>
              <a:t> </a:t>
            </a:r>
            <a:r>
              <a:rPr sz="1200" i="1" spc="22" baseline="6944" dirty="0">
                <a:solidFill>
                  <a:srgbClr val="F15A29"/>
                </a:solidFill>
                <a:latin typeface="Trebuchet MS"/>
                <a:cs typeface="Trebuchet MS"/>
              </a:rPr>
              <a:t>ün,</a:t>
            </a:r>
            <a:endParaRPr sz="1200" baseline="6944">
              <a:latin typeface="Trebuchet MS"/>
              <a:cs typeface="Trebuchet MS"/>
            </a:endParaRPr>
          </a:p>
          <a:p>
            <a:pPr marL="12700">
              <a:lnSpc>
                <a:spcPts val="919"/>
              </a:lnSpc>
            </a:pPr>
            <a:r>
              <a:rPr sz="800" i="1" spc="95" dirty="0">
                <a:solidFill>
                  <a:srgbClr val="F15A29"/>
                </a:solidFill>
                <a:latin typeface="Trebuchet MS"/>
                <a:cs typeface="Trebuchet MS"/>
              </a:rPr>
              <a:t>yorumla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542999" y="4728481"/>
            <a:ext cx="328930" cy="346710"/>
            <a:chOff x="542999" y="4728481"/>
            <a:chExt cx="328930" cy="346710"/>
          </a:xfrm>
        </p:grpSpPr>
        <p:sp>
          <p:nvSpPr>
            <p:cNvPr id="134" name="object 134"/>
            <p:cNvSpPr/>
            <p:nvPr/>
          </p:nvSpPr>
          <p:spPr>
            <a:xfrm>
              <a:off x="708190" y="4909286"/>
              <a:ext cx="28575" cy="96520"/>
            </a:xfrm>
            <a:custGeom>
              <a:avLst/>
              <a:gdLst/>
              <a:ahLst/>
              <a:cxnLst/>
              <a:rect l="l" t="t" r="r" b="b"/>
              <a:pathLst>
                <a:path w="28575" h="96520">
                  <a:moveTo>
                    <a:pt x="28067" y="85801"/>
                  </a:moveTo>
                  <a:lnTo>
                    <a:pt x="22059" y="21386"/>
                  </a:lnTo>
                  <a:lnTo>
                    <a:pt x="23329" y="22352"/>
                  </a:lnTo>
                  <a:lnTo>
                    <a:pt x="26314" y="18580"/>
                  </a:lnTo>
                  <a:lnTo>
                    <a:pt x="26733" y="18034"/>
                  </a:lnTo>
                  <a:lnTo>
                    <a:pt x="24866" y="5410"/>
                  </a:lnTo>
                  <a:lnTo>
                    <a:pt x="18084" y="0"/>
                  </a:lnTo>
                  <a:lnTo>
                    <a:pt x="7581" y="4673"/>
                  </a:lnTo>
                  <a:lnTo>
                    <a:pt x="5473" y="9042"/>
                  </a:lnTo>
                  <a:lnTo>
                    <a:pt x="8077" y="21920"/>
                  </a:lnTo>
                  <a:lnTo>
                    <a:pt x="9067" y="21374"/>
                  </a:lnTo>
                  <a:lnTo>
                    <a:pt x="0" y="85585"/>
                  </a:lnTo>
                  <a:lnTo>
                    <a:pt x="14833" y="96202"/>
                  </a:lnTo>
                  <a:lnTo>
                    <a:pt x="28067" y="85801"/>
                  </a:lnTo>
                  <a:close/>
                </a:path>
              </a:pathLst>
            </a:custGeom>
            <a:solidFill>
              <a:srgbClr val="EC2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72935" y="4779428"/>
              <a:ext cx="196850" cy="139700"/>
            </a:xfrm>
            <a:custGeom>
              <a:avLst/>
              <a:gdLst/>
              <a:ahLst/>
              <a:cxnLst/>
              <a:rect l="l" t="t" r="r" b="b"/>
              <a:pathLst>
                <a:path w="196850" h="139700">
                  <a:moveTo>
                    <a:pt x="65417" y="130289"/>
                  </a:moveTo>
                  <a:lnTo>
                    <a:pt x="35509" y="89446"/>
                  </a:lnTo>
                  <a:lnTo>
                    <a:pt x="19392" y="86474"/>
                  </a:lnTo>
                  <a:lnTo>
                    <a:pt x="17132" y="86474"/>
                  </a:lnTo>
                  <a:lnTo>
                    <a:pt x="14833" y="86639"/>
                  </a:lnTo>
                  <a:lnTo>
                    <a:pt x="8115" y="87655"/>
                  </a:lnTo>
                  <a:lnTo>
                    <a:pt x="3911" y="88963"/>
                  </a:lnTo>
                  <a:lnTo>
                    <a:pt x="0" y="90792"/>
                  </a:lnTo>
                  <a:lnTo>
                    <a:pt x="12725" y="100114"/>
                  </a:lnTo>
                  <a:lnTo>
                    <a:pt x="16116" y="99517"/>
                  </a:lnTo>
                  <a:lnTo>
                    <a:pt x="19392" y="99390"/>
                  </a:lnTo>
                  <a:lnTo>
                    <a:pt x="51943" y="127482"/>
                  </a:lnTo>
                  <a:lnTo>
                    <a:pt x="52082" y="128866"/>
                  </a:lnTo>
                  <a:lnTo>
                    <a:pt x="62458" y="136474"/>
                  </a:lnTo>
                  <a:lnTo>
                    <a:pt x="63766" y="138036"/>
                  </a:lnTo>
                  <a:lnTo>
                    <a:pt x="64655" y="139573"/>
                  </a:lnTo>
                  <a:lnTo>
                    <a:pt x="65379" y="135001"/>
                  </a:lnTo>
                  <a:lnTo>
                    <a:pt x="65417" y="130289"/>
                  </a:lnTo>
                  <a:close/>
                </a:path>
                <a:path w="196850" h="139700">
                  <a:moveTo>
                    <a:pt x="129451" y="39230"/>
                  </a:moveTo>
                  <a:lnTo>
                    <a:pt x="127863" y="34315"/>
                  </a:lnTo>
                  <a:lnTo>
                    <a:pt x="122770" y="18440"/>
                  </a:lnTo>
                  <a:lnTo>
                    <a:pt x="117830" y="15621"/>
                  </a:lnTo>
                  <a:lnTo>
                    <a:pt x="108000" y="18783"/>
                  </a:lnTo>
                  <a:lnTo>
                    <a:pt x="105613" y="23952"/>
                  </a:lnTo>
                  <a:lnTo>
                    <a:pt x="112293" y="44742"/>
                  </a:lnTo>
                  <a:lnTo>
                    <a:pt x="117221" y="47548"/>
                  </a:lnTo>
                  <a:lnTo>
                    <a:pt x="127076" y="44386"/>
                  </a:lnTo>
                  <a:lnTo>
                    <a:pt x="129451" y="39230"/>
                  </a:lnTo>
                  <a:close/>
                </a:path>
                <a:path w="196850" h="139700">
                  <a:moveTo>
                    <a:pt x="196646" y="23596"/>
                  </a:moveTo>
                  <a:lnTo>
                    <a:pt x="191541" y="7721"/>
                  </a:lnTo>
                  <a:lnTo>
                    <a:pt x="189966" y="2794"/>
                  </a:lnTo>
                  <a:lnTo>
                    <a:pt x="185026" y="0"/>
                  </a:lnTo>
                  <a:lnTo>
                    <a:pt x="175196" y="3162"/>
                  </a:lnTo>
                  <a:lnTo>
                    <a:pt x="172808" y="8305"/>
                  </a:lnTo>
                  <a:lnTo>
                    <a:pt x="179501" y="29108"/>
                  </a:lnTo>
                  <a:lnTo>
                    <a:pt x="184416" y="31902"/>
                  </a:lnTo>
                  <a:lnTo>
                    <a:pt x="194271" y="28740"/>
                  </a:lnTo>
                  <a:lnTo>
                    <a:pt x="196646" y="2359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14455" y="4948236"/>
              <a:ext cx="140970" cy="113664"/>
            </a:xfrm>
            <a:custGeom>
              <a:avLst/>
              <a:gdLst/>
              <a:ahLst/>
              <a:cxnLst/>
              <a:rect l="l" t="t" r="r" b="b"/>
              <a:pathLst>
                <a:path w="140969" h="113664">
                  <a:moveTo>
                    <a:pt x="140614" y="0"/>
                  </a:moveTo>
                  <a:lnTo>
                    <a:pt x="51231" y="431"/>
                  </a:lnTo>
                  <a:lnTo>
                    <a:pt x="0" y="112560"/>
                  </a:lnTo>
                  <a:lnTo>
                    <a:pt x="89407" y="113322"/>
                  </a:lnTo>
                  <a:lnTo>
                    <a:pt x="100990" y="87706"/>
                  </a:lnTo>
                  <a:lnTo>
                    <a:pt x="95415" y="84366"/>
                  </a:lnTo>
                  <a:lnTo>
                    <a:pt x="90982" y="79362"/>
                  </a:lnTo>
                  <a:lnTo>
                    <a:pt x="88366" y="73088"/>
                  </a:lnTo>
                  <a:lnTo>
                    <a:pt x="85946" y="63647"/>
                  </a:lnTo>
                  <a:lnTo>
                    <a:pt x="86271" y="53865"/>
                  </a:lnTo>
                  <a:lnTo>
                    <a:pt x="111659" y="23655"/>
                  </a:lnTo>
                  <a:lnTo>
                    <a:pt x="118236" y="22859"/>
                  </a:lnTo>
                  <a:lnTo>
                    <a:pt x="122021" y="22859"/>
                  </a:lnTo>
                  <a:lnTo>
                    <a:pt x="125768" y="23647"/>
                  </a:lnTo>
                  <a:lnTo>
                    <a:pt x="129286" y="25082"/>
                  </a:lnTo>
                  <a:lnTo>
                    <a:pt x="140614" y="0"/>
                  </a:lnTo>
                  <a:close/>
                </a:path>
              </a:pathLst>
            </a:custGeom>
            <a:solidFill>
              <a:srgbClr val="769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542999" y="4863132"/>
              <a:ext cx="43815" cy="41275"/>
            </a:xfrm>
            <a:custGeom>
              <a:avLst/>
              <a:gdLst/>
              <a:ahLst/>
              <a:cxnLst/>
              <a:rect l="l" t="t" r="r" b="b"/>
              <a:pathLst>
                <a:path w="43815" h="41275">
                  <a:moveTo>
                    <a:pt x="12611" y="0"/>
                  </a:moveTo>
                  <a:lnTo>
                    <a:pt x="4038" y="11938"/>
                  </a:lnTo>
                  <a:lnTo>
                    <a:pt x="0" y="17272"/>
                  </a:lnTo>
                  <a:lnTo>
                    <a:pt x="1142" y="25120"/>
                  </a:lnTo>
                  <a:lnTo>
                    <a:pt x="3759" y="27419"/>
                  </a:lnTo>
                  <a:lnTo>
                    <a:pt x="18135" y="37973"/>
                  </a:lnTo>
                  <a:lnTo>
                    <a:pt x="21869" y="40716"/>
                  </a:lnTo>
                  <a:lnTo>
                    <a:pt x="20015" y="38404"/>
                  </a:lnTo>
                  <a:lnTo>
                    <a:pt x="19761" y="35115"/>
                  </a:lnTo>
                  <a:lnTo>
                    <a:pt x="25679" y="25869"/>
                  </a:lnTo>
                  <a:lnTo>
                    <a:pt x="29921" y="19050"/>
                  </a:lnTo>
                  <a:lnTo>
                    <a:pt x="37909" y="14808"/>
                  </a:lnTo>
                  <a:lnTo>
                    <a:pt x="41262" y="15786"/>
                  </a:lnTo>
                  <a:lnTo>
                    <a:pt x="43599" y="17081"/>
                  </a:lnTo>
                  <a:lnTo>
                    <a:pt x="22986" y="1968"/>
                  </a:lnTo>
                  <a:lnTo>
                    <a:pt x="21297" y="1257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FC3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62766" y="4877938"/>
              <a:ext cx="76200" cy="62865"/>
            </a:xfrm>
            <a:custGeom>
              <a:avLst/>
              <a:gdLst/>
              <a:ahLst/>
              <a:cxnLst/>
              <a:rect l="l" t="t" r="r" b="b"/>
              <a:pathLst>
                <a:path w="76200" h="62864">
                  <a:moveTo>
                    <a:pt x="18135" y="0"/>
                  </a:moveTo>
                  <a:lnTo>
                    <a:pt x="10147" y="4241"/>
                  </a:lnTo>
                  <a:lnTo>
                    <a:pt x="0" y="20320"/>
                  </a:lnTo>
                  <a:lnTo>
                    <a:pt x="254" y="23596"/>
                  </a:lnTo>
                  <a:lnTo>
                    <a:pt x="2908" y="26835"/>
                  </a:lnTo>
                  <a:lnTo>
                    <a:pt x="51371" y="62407"/>
                  </a:lnTo>
                  <a:lnTo>
                    <a:pt x="50939" y="61366"/>
                  </a:lnTo>
                  <a:lnTo>
                    <a:pt x="49555" y="56883"/>
                  </a:lnTo>
                  <a:lnTo>
                    <a:pt x="51816" y="47752"/>
                  </a:lnTo>
                  <a:lnTo>
                    <a:pt x="60502" y="37604"/>
                  </a:lnTo>
                  <a:lnTo>
                    <a:pt x="63995" y="37871"/>
                  </a:lnTo>
                  <a:lnTo>
                    <a:pt x="70827" y="36779"/>
                  </a:lnTo>
                  <a:lnTo>
                    <a:pt x="72136" y="37477"/>
                  </a:lnTo>
                  <a:lnTo>
                    <a:pt x="73799" y="40005"/>
                  </a:lnTo>
                  <a:lnTo>
                    <a:pt x="76047" y="44018"/>
                  </a:lnTo>
                  <a:lnTo>
                    <a:pt x="75399" y="42062"/>
                  </a:lnTo>
                  <a:lnTo>
                    <a:pt x="73939" y="39522"/>
                  </a:lnTo>
                  <a:lnTo>
                    <a:pt x="72631" y="37960"/>
                  </a:lnTo>
                  <a:lnTo>
                    <a:pt x="70650" y="36512"/>
                  </a:lnTo>
                  <a:lnTo>
                    <a:pt x="23825" y="2286"/>
                  </a:lnTo>
                  <a:lnTo>
                    <a:pt x="21501" y="977"/>
                  </a:lnTo>
                  <a:lnTo>
                    <a:pt x="18135" y="0"/>
                  </a:lnTo>
                  <a:close/>
                </a:path>
              </a:pathLst>
            </a:custGeom>
            <a:solidFill>
              <a:srgbClr val="CF26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12321" y="4914722"/>
              <a:ext cx="31115" cy="31750"/>
            </a:xfrm>
            <a:custGeom>
              <a:avLst/>
              <a:gdLst/>
              <a:ahLst/>
              <a:cxnLst/>
              <a:rect l="l" t="t" r="r" b="b"/>
              <a:pathLst>
                <a:path w="31115" h="31750">
                  <a:moveTo>
                    <a:pt x="21272" y="0"/>
                  </a:moveTo>
                  <a:lnTo>
                    <a:pt x="14439" y="1092"/>
                  </a:lnTo>
                  <a:lnTo>
                    <a:pt x="10947" y="825"/>
                  </a:lnTo>
                  <a:lnTo>
                    <a:pt x="2260" y="10960"/>
                  </a:lnTo>
                  <a:lnTo>
                    <a:pt x="0" y="20091"/>
                  </a:lnTo>
                  <a:lnTo>
                    <a:pt x="1511" y="24993"/>
                  </a:lnTo>
                  <a:lnTo>
                    <a:pt x="2578" y="27051"/>
                  </a:lnTo>
                  <a:lnTo>
                    <a:pt x="3759" y="27444"/>
                  </a:lnTo>
                  <a:lnTo>
                    <a:pt x="20091" y="31750"/>
                  </a:lnTo>
                  <a:lnTo>
                    <a:pt x="19215" y="24828"/>
                  </a:lnTo>
                  <a:lnTo>
                    <a:pt x="24764" y="17691"/>
                  </a:lnTo>
                  <a:lnTo>
                    <a:pt x="30746" y="14795"/>
                  </a:lnTo>
                  <a:lnTo>
                    <a:pt x="24244" y="3225"/>
                  </a:lnTo>
                  <a:lnTo>
                    <a:pt x="22580" y="698"/>
                  </a:lnTo>
                  <a:lnTo>
                    <a:pt x="21272" y="0"/>
                  </a:lnTo>
                  <a:close/>
                </a:path>
              </a:pathLst>
            </a:custGeom>
            <a:solidFill>
              <a:srgbClr val="BA7D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46489" y="4728481"/>
              <a:ext cx="325755" cy="346710"/>
            </a:xfrm>
            <a:custGeom>
              <a:avLst/>
              <a:gdLst/>
              <a:ahLst/>
              <a:cxnLst/>
              <a:rect l="l" t="t" r="r" b="b"/>
              <a:pathLst>
                <a:path w="325755" h="346710">
                  <a:moveTo>
                    <a:pt x="139730" y="293458"/>
                  </a:moveTo>
                  <a:lnTo>
                    <a:pt x="126354" y="293458"/>
                  </a:lnTo>
                  <a:lnTo>
                    <a:pt x="125600" y="300922"/>
                  </a:lnTo>
                  <a:lnTo>
                    <a:pt x="124966" y="307955"/>
                  </a:lnTo>
                  <a:lnTo>
                    <a:pt x="124400" y="315308"/>
                  </a:lnTo>
                  <a:lnTo>
                    <a:pt x="123750" y="325958"/>
                  </a:lnTo>
                  <a:lnTo>
                    <a:pt x="126049" y="328841"/>
                  </a:lnTo>
                  <a:lnTo>
                    <a:pt x="140260" y="331292"/>
                  </a:lnTo>
                  <a:lnTo>
                    <a:pt x="153595" y="332663"/>
                  </a:lnTo>
                  <a:lnTo>
                    <a:pt x="151157" y="337997"/>
                  </a:lnTo>
                  <a:lnTo>
                    <a:pt x="151322" y="340321"/>
                  </a:lnTo>
                  <a:lnTo>
                    <a:pt x="153672" y="344017"/>
                  </a:lnTo>
                  <a:lnTo>
                    <a:pt x="155704" y="345287"/>
                  </a:lnTo>
                  <a:lnTo>
                    <a:pt x="261482" y="346341"/>
                  </a:lnTo>
                  <a:lnTo>
                    <a:pt x="264073" y="346341"/>
                  </a:lnTo>
                  <a:lnTo>
                    <a:pt x="266371" y="344690"/>
                  </a:lnTo>
                  <a:lnTo>
                    <a:pt x="271610" y="333070"/>
                  </a:lnTo>
                  <a:lnTo>
                    <a:pt x="257367" y="333070"/>
                  </a:lnTo>
                  <a:lnTo>
                    <a:pt x="167959" y="332320"/>
                  </a:lnTo>
                  <a:lnTo>
                    <a:pt x="173489" y="320217"/>
                  </a:lnTo>
                  <a:lnTo>
                    <a:pt x="159298" y="320217"/>
                  </a:lnTo>
                  <a:lnTo>
                    <a:pt x="150890" y="319455"/>
                  </a:lnTo>
                  <a:lnTo>
                    <a:pt x="143118" y="318477"/>
                  </a:lnTo>
                  <a:lnTo>
                    <a:pt x="137187" y="317601"/>
                  </a:lnTo>
                  <a:lnTo>
                    <a:pt x="139730" y="293458"/>
                  </a:lnTo>
                  <a:close/>
                </a:path>
                <a:path w="325755" h="346710">
                  <a:moveTo>
                    <a:pt x="289993" y="242608"/>
                  </a:moveTo>
                  <a:lnTo>
                    <a:pt x="286209" y="242608"/>
                  </a:lnTo>
                  <a:lnTo>
                    <a:pt x="279622" y="243408"/>
                  </a:lnTo>
                  <a:lnTo>
                    <a:pt x="254235" y="273613"/>
                  </a:lnTo>
                  <a:lnTo>
                    <a:pt x="253910" y="283395"/>
                  </a:lnTo>
                  <a:lnTo>
                    <a:pt x="256326" y="292836"/>
                  </a:lnTo>
                  <a:lnTo>
                    <a:pt x="258942" y="299110"/>
                  </a:lnTo>
                  <a:lnTo>
                    <a:pt x="263387" y="304126"/>
                  </a:lnTo>
                  <a:lnTo>
                    <a:pt x="268949" y="307466"/>
                  </a:lnTo>
                  <a:lnTo>
                    <a:pt x="257367" y="333070"/>
                  </a:lnTo>
                  <a:lnTo>
                    <a:pt x="271610" y="333070"/>
                  </a:lnTo>
                  <a:lnTo>
                    <a:pt x="281218" y="311759"/>
                  </a:lnTo>
                  <a:lnTo>
                    <a:pt x="286370" y="311759"/>
                  </a:lnTo>
                  <a:lnTo>
                    <a:pt x="297793" y="309123"/>
                  </a:lnTo>
                  <a:lnTo>
                    <a:pt x="307099" y="300885"/>
                  </a:lnTo>
                  <a:lnTo>
                    <a:pt x="307925" y="299046"/>
                  </a:lnTo>
                  <a:lnTo>
                    <a:pt x="284659" y="299046"/>
                  </a:lnTo>
                  <a:lnTo>
                    <a:pt x="283821" y="298996"/>
                  </a:lnTo>
                  <a:lnTo>
                    <a:pt x="276214" y="298094"/>
                  </a:lnTo>
                  <a:lnTo>
                    <a:pt x="270842" y="294081"/>
                  </a:lnTo>
                  <a:lnTo>
                    <a:pt x="268251" y="287870"/>
                  </a:lnTo>
                  <a:lnTo>
                    <a:pt x="266746" y="281770"/>
                  </a:lnTo>
                  <a:lnTo>
                    <a:pt x="267071" y="275355"/>
                  </a:lnTo>
                  <a:lnTo>
                    <a:pt x="269171" y="268911"/>
                  </a:lnTo>
                  <a:lnTo>
                    <a:pt x="272988" y="262724"/>
                  </a:lnTo>
                  <a:lnTo>
                    <a:pt x="276658" y="258025"/>
                  </a:lnTo>
                  <a:lnTo>
                    <a:pt x="281230" y="255536"/>
                  </a:lnTo>
                  <a:lnTo>
                    <a:pt x="310961" y="255536"/>
                  </a:lnTo>
                  <a:lnTo>
                    <a:pt x="308040" y="252361"/>
                  </a:lnTo>
                  <a:lnTo>
                    <a:pt x="311436" y="244843"/>
                  </a:lnTo>
                  <a:lnTo>
                    <a:pt x="297245" y="244843"/>
                  </a:lnTo>
                  <a:lnTo>
                    <a:pt x="293726" y="243405"/>
                  </a:lnTo>
                  <a:lnTo>
                    <a:pt x="289993" y="242608"/>
                  </a:lnTo>
                  <a:close/>
                </a:path>
                <a:path w="325755" h="346710">
                  <a:moveTo>
                    <a:pt x="210218" y="12915"/>
                  </a:moveTo>
                  <a:lnTo>
                    <a:pt x="168861" y="12915"/>
                  </a:lnTo>
                  <a:lnTo>
                    <a:pt x="196620" y="19096"/>
                  </a:lnTo>
                  <a:lnTo>
                    <a:pt x="220612" y="35836"/>
                  </a:lnTo>
                  <a:lnTo>
                    <a:pt x="238114" y="60428"/>
                  </a:lnTo>
                  <a:lnTo>
                    <a:pt x="246407" y="90169"/>
                  </a:lnTo>
                  <a:lnTo>
                    <a:pt x="244694" y="114498"/>
                  </a:lnTo>
                  <a:lnTo>
                    <a:pt x="235877" y="134546"/>
                  </a:lnTo>
                  <a:lnTo>
                    <a:pt x="221495" y="150295"/>
                  </a:lnTo>
                  <a:lnTo>
                    <a:pt x="203087" y="161721"/>
                  </a:lnTo>
                  <a:lnTo>
                    <a:pt x="200992" y="167182"/>
                  </a:lnTo>
                  <a:lnTo>
                    <a:pt x="224601" y="207238"/>
                  </a:lnTo>
                  <a:lnTo>
                    <a:pt x="212485" y="207289"/>
                  </a:lnTo>
                  <a:lnTo>
                    <a:pt x="210199" y="208762"/>
                  </a:lnTo>
                  <a:lnTo>
                    <a:pt x="159298" y="320217"/>
                  </a:lnTo>
                  <a:lnTo>
                    <a:pt x="173489" y="320217"/>
                  </a:lnTo>
                  <a:lnTo>
                    <a:pt x="219191" y="220192"/>
                  </a:lnTo>
                  <a:lnTo>
                    <a:pt x="322769" y="219748"/>
                  </a:lnTo>
                  <a:lnTo>
                    <a:pt x="325414" y="213893"/>
                  </a:lnTo>
                  <a:lnTo>
                    <a:pt x="325236" y="211569"/>
                  </a:lnTo>
                  <a:lnTo>
                    <a:pt x="322848" y="207886"/>
                  </a:lnTo>
                  <a:lnTo>
                    <a:pt x="321477" y="207149"/>
                  </a:lnTo>
                  <a:lnTo>
                    <a:pt x="241390" y="207149"/>
                  </a:lnTo>
                  <a:lnTo>
                    <a:pt x="232666" y="196705"/>
                  </a:lnTo>
                  <a:lnTo>
                    <a:pt x="224704" y="187012"/>
                  </a:lnTo>
                  <a:lnTo>
                    <a:pt x="217850" y="178555"/>
                  </a:lnTo>
                  <a:lnTo>
                    <a:pt x="212447" y="171818"/>
                  </a:lnTo>
                  <a:lnTo>
                    <a:pt x="233742" y="157123"/>
                  </a:lnTo>
                  <a:lnTo>
                    <a:pt x="249096" y="137923"/>
                  </a:lnTo>
                  <a:lnTo>
                    <a:pt x="257835" y="114973"/>
                  </a:lnTo>
                  <a:lnTo>
                    <a:pt x="259285" y="89026"/>
                  </a:lnTo>
                  <a:lnTo>
                    <a:pt x="249717" y="54403"/>
                  </a:lnTo>
                  <a:lnTo>
                    <a:pt x="229503" y="26101"/>
                  </a:lnTo>
                  <a:lnTo>
                    <a:pt x="210218" y="12915"/>
                  </a:lnTo>
                  <a:close/>
                </a:path>
                <a:path w="325755" h="346710">
                  <a:moveTo>
                    <a:pt x="286370" y="311759"/>
                  </a:moveTo>
                  <a:lnTo>
                    <a:pt x="281218" y="311759"/>
                  </a:lnTo>
                  <a:lnTo>
                    <a:pt x="282818" y="311911"/>
                  </a:lnTo>
                  <a:lnTo>
                    <a:pt x="284151" y="311975"/>
                  </a:lnTo>
                  <a:lnTo>
                    <a:pt x="285434" y="311975"/>
                  </a:lnTo>
                  <a:lnTo>
                    <a:pt x="286370" y="311759"/>
                  </a:lnTo>
                  <a:close/>
                </a:path>
                <a:path w="325755" h="346710">
                  <a:moveTo>
                    <a:pt x="3900" y="164744"/>
                  </a:moveTo>
                  <a:lnTo>
                    <a:pt x="1728" y="170692"/>
                  </a:lnTo>
                  <a:lnTo>
                    <a:pt x="381" y="176945"/>
                  </a:lnTo>
                  <a:lnTo>
                    <a:pt x="80" y="181241"/>
                  </a:lnTo>
                  <a:lnTo>
                    <a:pt x="0" y="184387"/>
                  </a:lnTo>
                  <a:lnTo>
                    <a:pt x="396" y="189589"/>
                  </a:lnTo>
                  <a:lnTo>
                    <a:pt x="31866" y="226936"/>
                  </a:lnTo>
                  <a:lnTo>
                    <a:pt x="34857" y="245245"/>
                  </a:lnTo>
                  <a:lnTo>
                    <a:pt x="47175" y="282321"/>
                  </a:lnTo>
                  <a:lnTo>
                    <a:pt x="77177" y="309441"/>
                  </a:lnTo>
                  <a:lnTo>
                    <a:pt x="84736" y="310260"/>
                  </a:lnTo>
                  <a:lnTo>
                    <a:pt x="97807" y="309248"/>
                  </a:lnTo>
                  <a:lnTo>
                    <a:pt x="108707" y="306160"/>
                  </a:lnTo>
                  <a:lnTo>
                    <a:pt x="118067" y="300885"/>
                  </a:lnTo>
                  <a:lnTo>
                    <a:pt x="122017" y="297345"/>
                  </a:lnTo>
                  <a:lnTo>
                    <a:pt x="78068" y="297345"/>
                  </a:lnTo>
                  <a:lnTo>
                    <a:pt x="72201" y="294462"/>
                  </a:lnTo>
                  <a:lnTo>
                    <a:pt x="48196" y="245818"/>
                  </a:lnTo>
                  <a:lnTo>
                    <a:pt x="45252" y="229844"/>
                  </a:lnTo>
                  <a:lnTo>
                    <a:pt x="44196" y="224650"/>
                  </a:lnTo>
                  <a:lnTo>
                    <a:pt x="44266" y="217995"/>
                  </a:lnTo>
                  <a:lnTo>
                    <a:pt x="44350" y="215607"/>
                  </a:lnTo>
                  <a:lnTo>
                    <a:pt x="39410" y="215607"/>
                  </a:lnTo>
                  <a:lnTo>
                    <a:pt x="12397" y="182752"/>
                  </a:lnTo>
                  <a:lnTo>
                    <a:pt x="12981" y="177469"/>
                  </a:lnTo>
                  <a:lnTo>
                    <a:pt x="14645" y="172618"/>
                  </a:lnTo>
                  <a:lnTo>
                    <a:pt x="3900" y="164744"/>
                  </a:lnTo>
                  <a:close/>
                </a:path>
                <a:path w="325755" h="346710">
                  <a:moveTo>
                    <a:pt x="310961" y="255536"/>
                  </a:moveTo>
                  <a:lnTo>
                    <a:pt x="290501" y="255536"/>
                  </a:lnTo>
                  <a:lnTo>
                    <a:pt x="294959" y="257441"/>
                  </a:lnTo>
                  <a:lnTo>
                    <a:pt x="300839" y="263385"/>
                  </a:lnTo>
                  <a:lnTo>
                    <a:pt x="302300" y="266712"/>
                  </a:lnTo>
                  <a:lnTo>
                    <a:pt x="302265" y="270154"/>
                  </a:lnTo>
                  <a:lnTo>
                    <a:pt x="301704" y="278231"/>
                  </a:lnTo>
                  <a:lnTo>
                    <a:pt x="299432" y="287736"/>
                  </a:lnTo>
                  <a:lnTo>
                    <a:pt x="299373" y="287870"/>
                  </a:lnTo>
                  <a:lnTo>
                    <a:pt x="294348" y="295737"/>
                  </a:lnTo>
                  <a:lnTo>
                    <a:pt x="285434" y="299046"/>
                  </a:lnTo>
                  <a:lnTo>
                    <a:pt x="307925" y="299046"/>
                  </a:lnTo>
                  <a:lnTo>
                    <a:pt x="313011" y="287736"/>
                  </a:lnTo>
                  <a:lnTo>
                    <a:pt x="315190" y="270154"/>
                  </a:lnTo>
                  <a:lnTo>
                    <a:pt x="315266" y="263715"/>
                  </a:lnTo>
                  <a:lnTo>
                    <a:pt x="312714" y="257441"/>
                  </a:lnTo>
                  <a:lnTo>
                    <a:pt x="310961" y="255536"/>
                  </a:lnTo>
                  <a:close/>
                </a:path>
                <a:path w="325755" h="346710">
                  <a:moveTo>
                    <a:pt x="142076" y="213144"/>
                  </a:moveTo>
                  <a:lnTo>
                    <a:pt x="129567" y="267639"/>
                  </a:lnTo>
                  <a:lnTo>
                    <a:pt x="119580" y="281646"/>
                  </a:lnTo>
                  <a:lnTo>
                    <a:pt x="109904" y="290817"/>
                  </a:lnTo>
                  <a:lnTo>
                    <a:pt x="98852" y="295825"/>
                  </a:lnTo>
                  <a:lnTo>
                    <a:pt x="84736" y="297345"/>
                  </a:lnTo>
                  <a:lnTo>
                    <a:pt x="122017" y="297345"/>
                  </a:lnTo>
                  <a:lnTo>
                    <a:pt x="126354" y="293458"/>
                  </a:lnTo>
                  <a:lnTo>
                    <a:pt x="139730" y="293458"/>
                  </a:lnTo>
                  <a:lnTo>
                    <a:pt x="139803" y="292772"/>
                  </a:lnTo>
                  <a:lnTo>
                    <a:pt x="144456" y="259994"/>
                  </a:lnTo>
                  <a:lnTo>
                    <a:pt x="148672" y="232905"/>
                  </a:lnTo>
                  <a:lnTo>
                    <a:pt x="150546" y="221427"/>
                  </a:lnTo>
                  <a:lnTo>
                    <a:pt x="151271" y="218058"/>
                  </a:lnTo>
                  <a:lnTo>
                    <a:pt x="149036" y="214617"/>
                  </a:lnTo>
                  <a:lnTo>
                    <a:pt x="142076" y="213144"/>
                  </a:lnTo>
                  <a:close/>
                </a:path>
                <a:path w="325755" h="346710">
                  <a:moveTo>
                    <a:pt x="72379" y="214414"/>
                  </a:moveTo>
                  <a:lnTo>
                    <a:pt x="73398" y="220192"/>
                  </a:lnTo>
                  <a:lnTo>
                    <a:pt x="74500" y="224650"/>
                  </a:lnTo>
                  <a:lnTo>
                    <a:pt x="82856" y="257009"/>
                  </a:lnTo>
                  <a:lnTo>
                    <a:pt x="84266" y="258622"/>
                  </a:lnTo>
                  <a:lnTo>
                    <a:pt x="88038" y="260159"/>
                  </a:lnTo>
                  <a:lnTo>
                    <a:pt x="90184" y="259994"/>
                  </a:lnTo>
                  <a:lnTo>
                    <a:pt x="109582" y="241998"/>
                  </a:lnTo>
                  <a:lnTo>
                    <a:pt x="92318" y="241998"/>
                  </a:lnTo>
                  <a:lnTo>
                    <a:pt x="86095" y="218046"/>
                  </a:lnTo>
                  <a:lnTo>
                    <a:pt x="100691" y="218046"/>
                  </a:lnTo>
                  <a:lnTo>
                    <a:pt x="85917" y="217995"/>
                  </a:lnTo>
                  <a:lnTo>
                    <a:pt x="72379" y="214414"/>
                  </a:lnTo>
                  <a:close/>
                </a:path>
                <a:path w="325755" h="346710">
                  <a:moveTo>
                    <a:pt x="322769" y="219748"/>
                  </a:moveTo>
                  <a:lnTo>
                    <a:pt x="308586" y="219748"/>
                  </a:lnTo>
                  <a:lnTo>
                    <a:pt x="297245" y="244843"/>
                  </a:lnTo>
                  <a:lnTo>
                    <a:pt x="311436" y="244843"/>
                  </a:lnTo>
                  <a:lnTo>
                    <a:pt x="322769" y="219748"/>
                  </a:lnTo>
                  <a:close/>
                </a:path>
                <a:path w="325755" h="346710">
                  <a:moveTo>
                    <a:pt x="168861" y="0"/>
                  </a:moveTo>
                  <a:lnTo>
                    <a:pt x="164009" y="0"/>
                  </a:lnTo>
                  <a:lnTo>
                    <a:pt x="159107" y="444"/>
                  </a:lnTo>
                  <a:lnTo>
                    <a:pt x="122688" y="13338"/>
                  </a:lnTo>
                  <a:lnTo>
                    <a:pt x="78221" y="67915"/>
                  </a:lnTo>
                  <a:lnTo>
                    <a:pt x="73852" y="106845"/>
                  </a:lnTo>
                  <a:lnTo>
                    <a:pt x="80831" y="135328"/>
                  </a:lnTo>
                  <a:lnTo>
                    <a:pt x="94810" y="157045"/>
                  </a:lnTo>
                  <a:lnTo>
                    <a:pt x="113900" y="172260"/>
                  </a:lnTo>
                  <a:lnTo>
                    <a:pt x="136209" y="181241"/>
                  </a:lnTo>
                  <a:lnTo>
                    <a:pt x="128492" y="190333"/>
                  </a:lnTo>
                  <a:lnTo>
                    <a:pt x="120626" y="201040"/>
                  </a:lnTo>
                  <a:lnTo>
                    <a:pt x="113471" y="211874"/>
                  </a:lnTo>
                  <a:lnTo>
                    <a:pt x="107532" y="221818"/>
                  </a:lnTo>
                  <a:lnTo>
                    <a:pt x="102198" y="231292"/>
                  </a:lnTo>
                  <a:lnTo>
                    <a:pt x="96572" y="237845"/>
                  </a:lnTo>
                  <a:lnTo>
                    <a:pt x="92318" y="241998"/>
                  </a:lnTo>
                  <a:lnTo>
                    <a:pt x="109582" y="241998"/>
                  </a:lnTo>
                  <a:lnTo>
                    <a:pt x="118785" y="228155"/>
                  </a:lnTo>
                  <a:lnTo>
                    <a:pt x="128160" y="212871"/>
                  </a:lnTo>
                  <a:lnTo>
                    <a:pt x="137668" y="199551"/>
                  </a:lnTo>
                  <a:lnTo>
                    <a:pt x="146040" y="189589"/>
                  </a:lnTo>
                  <a:lnTo>
                    <a:pt x="152008" y="184378"/>
                  </a:lnTo>
                  <a:lnTo>
                    <a:pt x="154624" y="180289"/>
                  </a:lnTo>
                  <a:lnTo>
                    <a:pt x="155907" y="175120"/>
                  </a:lnTo>
                  <a:lnTo>
                    <a:pt x="150687" y="170802"/>
                  </a:lnTo>
                  <a:lnTo>
                    <a:pt x="129023" y="165379"/>
                  </a:lnTo>
                  <a:lnTo>
                    <a:pt x="109302" y="153362"/>
                  </a:lnTo>
                  <a:lnTo>
                    <a:pt x="94285" y="133786"/>
                  </a:lnTo>
                  <a:lnTo>
                    <a:pt x="86730" y="105689"/>
                  </a:lnTo>
                  <a:lnTo>
                    <a:pt x="90663" y="72126"/>
                  </a:lnTo>
                  <a:lnTo>
                    <a:pt x="129524" y="24498"/>
                  </a:lnTo>
                  <a:lnTo>
                    <a:pt x="164797" y="12915"/>
                  </a:lnTo>
                  <a:lnTo>
                    <a:pt x="210218" y="12915"/>
                  </a:lnTo>
                  <a:lnTo>
                    <a:pt x="201574" y="7006"/>
                  </a:lnTo>
                  <a:lnTo>
                    <a:pt x="168861" y="0"/>
                  </a:lnTo>
                  <a:close/>
                </a:path>
                <a:path w="325755" h="346710">
                  <a:moveTo>
                    <a:pt x="100691" y="218046"/>
                  </a:moveTo>
                  <a:lnTo>
                    <a:pt x="86095" y="218046"/>
                  </a:lnTo>
                  <a:lnTo>
                    <a:pt x="94261" y="220192"/>
                  </a:lnTo>
                  <a:lnTo>
                    <a:pt x="97055" y="220598"/>
                  </a:lnTo>
                  <a:lnTo>
                    <a:pt x="99658" y="219506"/>
                  </a:lnTo>
                  <a:lnTo>
                    <a:pt x="100691" y="218046"/>
                  </a:lnTo>
                  <a:close/>
                </a:path>
                <a:path w="325755" h="346710">
                  <a:moveTo>
                    <a:pt x="96572" y="201040"/>
                  </a:moveTo>
                  <a:lnTo>
                    <a:pt x="90603" y="203923"/>
                  </a:lnTo>
                  <a:lnTo>
                    <a:pt x="85041" y="211073"/>
                  </a:lnTo>
                  <a:lnTo>
                    <a:pt x="85917" y="217995"/>
                  </a:lnTo>
                  <a:lnTo>
                    <a:pt x="100727" y="217995"/>
                  </a:lnTo>
                  <a:lnTo>
                    <a:pt x="102846" y="214998"/>
                  </a:lnTo>
                  <a:lnTo>
                    <a:pt x="102807" y="211718"/>
                  </a:lnTo>
                  <a:lnTo>
                    <a:pt x="101322" y="209473"/>
                  </a:lnTo>
                  <a:lnTo>
                    <a:pt x="96572" y="201040"/>
                  </a:lnTo>
                  <a:close/>
                </a:path>
                <a:path w="325755" h="346710">
                  <a:moveTo>
                    <a:pt x="320791" y="206781"/>
                  </a:moveTo>
                  <a:lnTo>
                    <a:pt x="241390" y="207149"/>
                  </a:lnTo>
                  <a:lnTo>
                    <a:pt x="321477" y="207149"/>
                  </a:lnTo>
                  <a:lnTo>
                    <a:pt x="320791" y="20678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1476999" y="4803738"/>
            <a:ext cx="233045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C.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Aşağıda</a:t>
            </a:r>
            <a:r>
              <a:rPr sz="9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sembolle</a:t>
            </a:r>
            <a:r>
              <a:rPr sz="9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9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açıları</a:t>
            </a:r>
            <a:r>
              <a:rPr sz="9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çiziniz.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42" name="object 14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92554" y="5293976"/>
            <a:ext cx="107567" cy="125857"/>
          </a:xfrm>
          <a:prstGeom prst="rect">
            <a:avLst/>
          </a:prstGeom>
        </p:spPr>
      </p:pic>
      <p:sp>
        <p:nvSpPr>
          <p:cNvPr id="143" name="object 143"/>
          <p:cNvSpPr txBox="1"/>
          <p:nvPr/>
        </p:nvSpPr>
        <p:spPr>
          <a:xfrm>
            <a:off x="746199" y="5268703"/>
            <a:ext cx="5168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1.</a:t>
            </a:r>
            <a:r>
              <a:rPr sz="1000" spc="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375" baseline="33333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OB</a:t>
            </a:r>
            <a:endParaRPr sz="1500" baseline="2777">
              <a:latin typeface="Arial MT"/>
              <a:cs typeface="Arial MT"/>
            </a:endParaRPr>
          </a:p>
        </p:txBody>
      </p:sp>
      <p:pic>
        <p:nvPicPr>
          <p:cNvPr id="144" name="object 1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868617" y="5293976"/>
            <a:ext cx="119504" cy="125857"/>
          </a:xfrm>
          <a:prstGeom prst="rect">
            <a:avLst/>
          </a:prstGeom>
        </p:spPr>
      </p:pic>
      <p:sp>
        <p:nvSpPr>
          <p:cNvPr id="145" name="object 145"/>
          <p:cNvSpPr txBox="1"/>
          <p:nvPr/>
        </p:nvSpPr>
        <p:spPr>
          <a:xfrm>
            <a:off x="2834200" y="5268703"/>
            <a:ext cx="5099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2.</a:t>
            </a:r>
            <a:r>
              <a:rPr sz="1000" spc="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L</a:t>
            </a:r>
            <a:r>
              <a:rPr sz="1500" spc="-375" baseline="33333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MK</a:t>
            </a:r>
            <a:endParaRPr sz="1500" baseline="2777">
              <a:latin typeface="Arial MT"/>
              <a:cs typeface="Arial MT"/>
            </a:endParaRPr>
          </a:p>
        </p:txBody>
      </p:sp>
      <p:pic>
        <p:nvPicPr>
          <p:cNvPr id="146" name="object 1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956616" y="5294992"/>
            <a:ext cx="119505" cy="124840"/>
          </a:xfrm>
          <a:prstGeom prst="rect">
            <a:avLst/>
          </a:prstGeom>
        </p:spPr>
      </p:pic>
      <p:sp>
        <p:nvSpPr>
          <p:cNvPr id="147" name="object 147"/>
          <p:cNvSpPr txBox="1"/>
          <p:nvPr/>
        </p:nvSpPr>
        <p:spPr>
          <a:xfrm>
            <a:off x="4922199" y="5311607"/>
            <a:ext cx="5092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-97" baseline="19444" dirty="0">
                <a:solidFill>
                  <a:srgbClr val="FFFFFF"/>
                </a:solidFill>
                <a:latin typeface="Arial Black"/>
                <a:cs typeface="Arial Black"/>
              </a:rPr>
              <a:t>3.</a:t>
            </a:r>
            <a:r>
              <a:rPr sz="1500" spc="142" baseline="1944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K</a:t>
            </a:r>
            <a:r>
              <a:rPr sz="1500" spc="-375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2185327" y="6456724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B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327924" y="5761780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470207" y="6415834"/>
            <a:ext cx="104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O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951603" y="5552907"/>
            <a:ext cx="1753235" cy="1440180"/>
            <a:chOff x="951603" y="5552907"/>
            <a:chExt cx="1753235" cy="1440180"/>
          </a:xfrm>
        </p:grpSpPr>
        <p:sp>
          <p:nvSpPr>
            <p:cNvPr id="152" name="object 152"/>
            <p:cNvSpPr/>
            <p:nvPr/>
          </p:nvSpPr>
          <p:spPr>
            <a:xfrm>
              <a:off x="957953" y="5559257"/>
              <a:ext cx="1740535" cy="1427480"/>
            </a:xfrm>
            <a:custGeom>
              <a:avLst/>
              <a:gdLst/>
              <a:ahLst/>
              <a:cxnLst/>
              <a:rect l="l" t="t" r="r" b="b"/>
              <a:pathLst>
                <a:path w="1740535" h="1427479">
                  <a:moveTo>
                    <a:pt x="78346" y="0"/>
                  </a:moveTo>
                  <a:lnTo>
                    <a:pt x="65772" y="1349"/>
                  </a:lnTo>
                  <a:lnTo>
                    <a:pt x="38877" y="10126"/>
                  </a:lnTo>
                  <a:lnTo>
                    <a:pt x="12130" y="33427"/>
                  </a:lnTo>
                  <a:lnTo>
                    <a:pt x="0" y="78346"/>
                  </a:lnTo>
                  <a:lnTo>
                    <a:pt x="0" y="1348943"/>
                  </a:lnTo>
                  <a:lnTo>
                    <a:pt x="1349" y="1361518"/>
                  </a:lnTo>
                  <a:lnTo>
                    <a:pt x="10126" y="1388417"/>
                  </a:lnTo>
                  <a:lnTo>
                    <a:pt x="33427" y="1415169"/>
                  </a:lnTo>
                  <a:lnTo>
                    <a:pt x="78346" y="1427302"/>
                  </a:lnTo>
                  <a:lnTo>
                    <a:pt x="1661820" y="1427302"/>
                  </a:lnTo>
                  <a:lnTo>
                    <a:pt x="1674394" y="1425951"/>
                  </a:lnTo>
                  <a:lnTo>
                    <a:pt x="1701288" y="1417169"/>
                  </a:lnTo>
                  <a:lnTo>
                    <a:pt x="1728035" y="1393864"/>
                  </a:lnTo>
                  <a:lnTo>
                    <a:pt x="1740166" y="1348943"/>
                  </a:lnTo>
                  <a:lnTo>
                    <a:pt x="1740166" y="78346"/>
                  </a:lnTo>
                  <a:lnTo>
                    <a:pt x="1738817" y="65772"/>
                  </a:lnTo>
                  <a:lnTo>
                    <a:pt x="1730040" y="38877"/>
                  </a:lnTo>
                  <a:lnTo>
                    <a:pt x="1706739" y="12130"/>
                  </a:lnTo>
                  <a:lnTo>
                    <a:pt x="1661820" y="0"/>
                  </a:lnTo>
                  <a:lnTo>
                    <a:pt x="78346" y="0"/>
                  </a:lnTo>
                  <a:close/>
                </a:path>
              </a:pathLst>
            </a:custGeom>
            <a:ln w="12700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974878" y="5576186"/>
              <a:ext cx="1706880" cy="1393825"/>
            </a:xfrm>
            <a:custGeom>
              <a:avLst/>
              <a:gdLst/>
              <a:ahLst/>
              <a:cxnLst/>
              <a:rect l="l" t="t" r="r" b="b"/>
              <a:pathLst>
                <a:path w="1706880" h="1393825">
                  <a:moveTo>
                    <a:pt x="61455" y="0"/>
                  </a:moveTo>
                  <a:lnTo>
                    <a:pt x="49200" y="1272"/>
                  </a:lnTo>
                  <a:lnTo>
                    <a:pt x="28370" y="8482"/>
                  </a:lnTo>
                  <a:lnTo>
                    <a:pt x="8718" y="26805"/>
                  </a:lnTo>
                  <a:lnTo>
                    <a:pt x="0" y="61417"/>
                  </a:lnTo>
                  <a:lnTo>
                    <a:pt x="0" y="1332014"/>
                  </a:lnTo>
                  <a:lnTo>
                    <a:pt x="1272" y="1344253"/>
                  </a:lnTo>
                  <a:lnTo>
                    <a:pt x="8482" y="1365076"/>
                  </a:lnTo>
                  <a:lnTo>
                    <a:pt x="26805" y="1384726"/>
                  </a:lnTo>
                  <a:lnTo>
                    <a:pt x="61417" y="1393444"/>
                  </a:lnTo>
                  <a:lnTo>
                    <a:pt x="1644891" y="1393444"/>
                  </a:lnTo>
                  <a:lnTo>
                    <a:pt x="1657131" y="1392171"/>
                  </a:lnTo>
                  <a:lnTo>
                    <a:pt x="1677954" y="1384960"/>
                  </a:lnTo>
                  <a:lnTo>
                    <a:pt x="1697603" y="1366633"/>
                  </a:lnTo>
                  <a:lnTo>
                    <a:pt x="1706321" y="1332014"/>
                  </a:lnTo>
                  <a:lnTo>
                    <a:pt x="1706321" y="61417"/>
                  </a:lnTo>
                  <a:lnTo>
                    <a:pt x="1705048" y="49179"/>
                  </a:lnTo>
                  <a:lnTo>
                    <a:pt x="1697837" y="28360"/>
                  </a:lnTo>
                  <a:lnTo>
                    <a:pt x="1679510" y="8715"/>
                  </a:lnTo>
                  <a:lnTo>
                    <a:pt x="1644891" y="0"/>
                  </a:lnTo>
                  <a:lnTo>
                    <a:pt x="61417" y="0"/>
                  </a:lnTo>
                  <a:close/>
                </a:path>
              </a:pathLst>
            </a:custGeom>
            <a:ln w="4241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4108484" y="6450104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K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3745467" y="5930928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Arial MT"/>
                <a:cs typeface="Arial MT"/>
              </a:rPr>
              <a:t>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3523674" y="6417490"/>
            <a:ext cx="11048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M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3039604" y="5552907"/>
            <a:ext cx="1753235" cy="1440180"/>
            <a:chOff x="3039604" y="5552907"/>
            <a:chExt cx="1753235" cy="1440180"/>
          </a:xfrm>
        </p:grpSpPr>
        <p:sp>
          <p:nvSpPr>
            <p:cNvPr id="158" name="object 158"/>
            <p:cNvSpPr/>
            <p:nvPr/>
          </p:nvSpPr>
          <p:spPr>
            <a:xfrm>
              <a:off x="3045954" y="5559257"/>
              <a:ext cx="1740535" cy="1427480"/>
            </a:xfrm>
            <a:custGeom>
              <a:avLst/>
              <a:gdLst/>
              <a:ahLst/>
              <a:cxnLst/>
              <a:rect l="l" t="t" r="r" b="b"/>
              <a:pathLst>
                <a:path w="1740535" h="1427479">
                  <a:moveTo>
                    <a:pt x="78346" y="0"/>
                  </a:moveTo>
                  <a:lnTo>
                    <a:pt x="65772" y="1349"/>
                  </a:lnTo>
                  <a:lnTo>
                    <a:pt x="38877" y="10126"/>
                  </a:lnTo>
                  <a:lnTo>
                    <a:pt x="12130" y="33427"/>
                  </a:lnTo>
                  <a:lnTo>
                    <a:pt x="0" y="78346"/>
                  </a:lnTo>
                  <a:lnTo>
                    <a:pt x="0" y="1348943"/>
                  </a:lnTo>
                  <a:lnTo>
                    <a:pt x="1349" y="1361518"/>
                  </a:lnTo>
                  <a:lnTo>
                    <a:pt x="10126" y="1388417"/>
                  </a:lnTo>
                  <a:lnTo>
                    <a:pt x="33427" y="1415169"/>
                  </a:lnTo>
                  <a:lnTo>
                    <a:pt x="78346" y="1427302"/>
                  </a:lnTo>
                  <a:lnTo>
                    <a:pt x="1661820" y="1427302"/>
                  </a:lnTo>
                  <a:lnTo>
                    <a:pt x="1674394" y="1425951"/>
                  </a:lnTo>
                  <a:lnTo>
                    <a:pt x="1701288" y="1417169"/>
                  </a:lnTo>
                  <a:lnTo>
                    <a:pt x="1728035" y="1393864"/>
                  </a:lnTo>
                  <a:lnTo>
                    <a:pt x="1740166" y="1348943"/>
                  </a:lnTo>
                  <a:lnTo>
                    <a:pt x="1740166" y="78346"/>
                  </a:lnTo>
                  <a:lnTo>
                    <a:pt x="1738817" y="65772"/>
                  </a:lnTo>
                  <a:lnTo>
                    <a:pt x="1730040" y="38877"/>
                  </a:lnTo>
                  <a:lnTo>
                    <a:pt x="1706739" y="12130"/>
                  </a:lnTo>
                  <a:lnTo>
                    <a:pt x="1661820" y="0"/>
                  </a:lnTo>
                  <a:lnTo>
                    <a:pt x="78346" y="0"/>
                  </a:lnTo>
                  <a:close/>
                </a:path>
              </a:pathLst>
            </a:custGeom>
            <a:ln w="12700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062878" y="5576186"/>
              <a:ext cx="1706880" cy="1393825"/>
            </a:xfrm>
            <a:custGeom>
              <a:avLst/>
              <a:gdLst/>
              <a:ahLst/>
              <a:cxnLst/>
              <a:rect l="l" t="t" r="r" b="b"/>
              <a:pathLst>
                <a:path w="1706879" h="1393825">
                  <a:moveTo>
                    <a:pt x="61455" y="0"/>
                  </a:moveTo>
                  <a:lnTo>
                    <a:pt x="49200" y="1272"/>
                  </a:lnTo>
                  <a:lnTo>
                    <a:pt x="28370" y="8482"/>
                  </a:lnTo>
                  <a:lnTo>
                    <a:pt x="8718" y="26805"/>
                  </a:lnTo>
                  <a:lnTo>
                    <a:pt x="0" y="61417"/>
                  </a:lnTo>
                  <a:lnTo>
                    <a:pt x="0" y="1332014"/>
                  </a:lnTo>
                  <a:lnTo>
                    <a:pt x="1272" y="1344253"/>
                  </a:lnTo>
                  <a:lnTo>
                    <a:pt x="8482" y="1365076"/>
                  </a:lnTo>
                  <a:lnTo>
                    <a:pt x="26805" y="1384726"/>
                  </a:lnTo>
                  <a:lnTo>
                    <a:pt x="61417" y="1393444"/>
                  </a:lnTo>
                  <a:lnTo>
                    <a:pt x="1644891" y="1393444"/>
                  </a:lnTo>
                  <a:lnTo>
                    <a:pt x="1657131" y="1392171"/>
                  </a:lnTo>
                  <a:lnTo>
                    <a:pt x="1677954" y="1384960"/>
                  </a:lnTo>
                  <a:lnTo>
                    <a:pt x="1697603" y="1366633"/>
                  </a:lnTo>
                  <a:lnTo>
                    <a:pt x="1706321" y="1332014"/>
                  </a:lnTo>
                  <a:lnTo>
                    <a:pt x="1706321" y="61417"/>
                  </a:lnTo>
                  <a:lnTo>
                    <a:pt x="1705048" y="49179"/>
                  </a:lnTo>
                  <a:lnTo>
                    <a:pt x="1697837" y="28360"/>
                  </a:lnTo>
                  <a:lnTo>
                    <a:pt x="1679510" y="8715"/>
                  </a:lnTo>
                  <a:lnTo>
                    <a:pt x="1644891" y="0"/>
                  </a:lnTo>
                  <a:lnTo>
                    <a:pt x="61417" y="0"/>
                  </a:lnTo>
                  <a:close/>
                </a:path>
              </a:pathLst>
            </a:custGeom>
            <a:ln w="4241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6352263" y="6498151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5875860" y="5803207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K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5512945" y="6457206"/>
            <a:ext cx="990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Arial MT"/>
                <a:cs typeface="Arial MT"/>
              </a:rPr>
              <a:t>R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5127604" y="5552907"/>
            <a:ext cx="1753235" cy="1440180"/>
            <a:chOff x="5127604" y="5552907"/>
            <a:chExt cx="1753235" cy="1440180"/>
          </a:xfrm>
        </p:grpSpPr>
        <p:sp>
          <p:nvSpPr>
            <p:cNvPr id="164" name="object 164"/>
            <p:cNvSpPr/>
            <p:nvPr/>
          </p:nvSpPr>
          <p:spPr>
            <a:xfrm>
              <a:off x="5133954" y="5559257"/>
              <a:ext cx="1740535" cy="1427480"/>
            </a:xfrm>
            <a:custGeom>
              <a:avLst/>
              <a:gdLst/>
              <a:ahLst/>
              <a:cxnLst/>
              <a:rect l="l" t="t" r="r" b="b"/>
              <a:pathLst>
                <a:path w="1740534" h="1427479">
                  <a:moveTo>
                    <a:pt x="78346" y="0"/>
                  </a:moveTo>
                  <a:lnTo>
                    <a:pt x="65772" y="1349"/>
                  </a:lnTo>
                  <a:lnTo>
                    <a:pt x="38877" y="10126"/>
                  </a:lnTo>
                  <a:lnTo>
                    <a:pt x="12130" y="33427"/>
                  </a:lnTo>
                  <a:lnTo>
                    <a:pt x="0" y="78346"/>
                  </a:lnTo>
                  <a:lnTo>
                    <a:pt x="0" y="1348943"/>
                  </a:lnTo>
                  <a:lnTo>
                    <a:pt x="1349" y="1361518"/>
                  </a:lnTo>
                  <a:lnTo>
                    <a:pt x="10126" y="1388417"/>
                  </a:lnTo>
                  <a:lnTo>
                    <a:pt x="33427" y="1415169"/>
                  </a:lnTo>
                  <a:lnTo>
                    <a:pt x="78346" y="1427302"/>
                  </a:lnTo>
                  <a:lnTo>
                    <a:pt x="1661820" y="1427302"/>
                  </a:lnTo>
                  <a:lnTo>
                    <a:pt x="1674394" y="1425951"/>
                  </a:lnTo>
                  <a:lnTo>
                    <a:pt x="1701288" y="1417169"/>
                  </a:lnTo>
                  <a:lnTo>
                    <a:pt x="1728035" y="1393864"/>
                  </a:lnTo>
                  <a:lnTo>
                    <a:pt x="1740166" y="1348943"/>
                  </a:lnTo>
                  <a:lnTo>
                    <a:pt x="1740166" y="78346"/>
                  </a:lnTo>
                  <a:lnTo>
                    <a:pt x="1738817" y="65772"/>
                  </a:lnTo>
                  <a:lnTo>
                    <a:pt x="1730040" y="38877"/>
                  </a:lnTo>
                  <a:lnTo>
                    <a:pt x="1706739" y="12130"/>
                  </a:lnTo>
                  <a:lnTo>
                    <a:pt x="1661820" y="0"/>
                  </a:lnTo>
                  <a:lnTo>
                    <a:pt x="78346" y="0"/>
                  </a:lnTo>
                  <a:close/>
                </a:path>
              </a:pathLst>
            </a:custGeom>
            <a:ln w="12700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5150878" y="5576186"/>
              <a:ext cx="1706880" cy="1393825"/>
            </a:xfrm>
            <a:custGeom>
              <a:avLst/>
              <a:gdLst/>
              <a:ahLst/>
              <a:cxnLst/>
              <a:rect l="l" t="t" r="r" b="b"/>
              <a:pathLst>
                <a:path w="1706879" h="1393825">
                  <a:moveTo>
                    <a:pt x="61455" y="0"/>
                  </a:moveTo>
                  <a:lnTo>
                    <a:pt x="49200" y="1272"/>
                  </a:lnTo>
                  <a:lnTo>
                    <a:pt x="28370" y="8482"/>
                  </a:lnTo>
                  <a:lnTo>
                    <a:pt x="8718" y="26805"/>
                  </a:lnTo>
                  <a:lnTo>
                    <a:pt x="0" y="61417"/>
                  </a:lnTo>
                  <a:lnTo>
                    <a:pt x="0" y="1332014"/>
                  </a:lnTo>
                  <a:lnTo>
                    <a:pt x="1272" y="1344253"/>
                  </a:lnTo>
                  <a:lnTo>
                    <a:pt x="8482" y="1365076"/>
                  </a:lnTo>
                  <a:lnTo>
                    <a:pt x="26805" y="1384726"/>
                  </a:lnTo>
                  <a:lnTo>
                    <a:pt x="61417" y="1393444"/>
                  </a:lnTo>
                  <a:lnTo>
                    <a:pt x="1644891" y="1393444"/>
                  </a:lnTo>
                  <a:lnTo>
                    <a:pt x="1657131" y="1392171"/>
                  </a:lnTo>
                  <a:lnTo>
                    <a:pt x="1677954" y="1384960"/>
                  </a:lnTo>
                  <a:lnTo>
                    <a:pt x="1697603" y="1366633"/>
                  </a:lnTo>
                  <a:lnTo>
                    <a:pt x="1706321" y="1332014"/>
                  </a:lnTo>
                  <a:lnTo>
                    <a:pt x="1706321" y="61417"/>
                  </a:lnTo>
                  <a:lnTo>
                    <a:pt x="1705048" y="49179"/>
                  </a:lnTo>
                  <a:lnTo>
                    <a:pt x="1697837" y="28360"/>
                  </a:lnTo>
                  <a:lnTo>
                    <a:pt x="1679510" y="8715"/>
                  </a:lnTo>
                  <a:lnTo>
                    <a:pt x="1644891" y="0"/>
                  </a:lnTo>
                  <a:lnTo>
                    <a:pt x="61417" y="0"/>
                  </a:lnTo>
                  <a:close/>
                </a:path>
              </a:pathLst>
            </a:custGeom>
            <a:ln w="4241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6" name="object 16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77441" y="7246722"/>
            <a:ext cx="122680" cy="123951"/>
          </a:xfrm>
          <a:prstGeom prst="rect">
            <a:avLst/>
          </a:prstGeom>
        </p:spPr>
      </p:pic>
      <p:sp>
        <p:nvSpPr>
          <p:cNvPr id="167" name="object 167"/>
          <p:cNvSpPr txBox="1"/>
          <p:nvPr/>
        </p:nvSpPr>
        <p:spPr>
          <a:xfrm>
            <a:off x="746199" y="7219545"/>
            <a:ext cx="5092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4.</a:t>
            </a:r>
            <a:r>
              <a:rPr sz="1000" spc="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B</a:t>
            </a:r>
            <a:r>
              <a:rPr sz="1500" spc="-375" baseline="33333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AC</a:t>
            </a:r>
            <a:endParaRPr sz="1500" baseline="2777">
              <a:latin typeface="Arial MT"/>
              <a:cs typeface="Arial MT"/>
            </a:endParaRPr>
          </a:p>
        </p:txBody>
      </p:sp>
      <p:pic>
        <p:nvPicPr>
          <p:cNvPr id="168" name="object 16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868744" y="7246722"/>
            <a:ext cx="119377" cy="123951"/>
          </a:xfrm>
          <a:prstGeom prst="rect">
            <a:avLst/>
          </a:prstGeom>
        </p:spPr>
      </p:pic>
      <p:sp>
        <p:nvSpPr>
          <p:cNvPr id="169" name="object 169"/>
          <p:cNvSpPr txBox="1"/>
          <p:nvPr/>
        </p:nvSpPr>
        <p:spPr>
          <a:xfrm>
            <a:off x="2834200" y="7219545"/>
            <a:ext cx="4813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5.</a:t>
            </a:r>
            <a:r>
              <a:rPr sz="1000" spc="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T</a:t>
            </a:r>
            <a:r>
              <a:rPr sz="1500" spc="-375" baseline="33333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KL</a:t>
            </a:r>
            <a:endParaRPr sz="1500" baseline="2777">
              <a:latin typeface="Arial MT"/>
              <a:cs typeface="Arial MT"/>
            </a:endParaRPr>
          </a:p>
        </p:txBody>
      </p:sp>
      <p:pic>
        <p:nvPicPr>
          <p:cNvPr id="170" name="object 17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54965" y="7244818"/>
            <a:ext cx="121156" cy="125857"/>
          </a:xfrm>
          <a:prstGeom prst="rect">
            <a:avLst/>
          </a:prstGeom>
        </p:spPr>
      </p:pic>
      <p:sp>
        <p:nvSpPr>
          <p:cNvPr id="171" name="object 171"/>
          <p:cNvSpPr txBox="1"/>
          <p:nvPr/>
        </p:nvSpPr>
        <p:spPr>
          <a:xfrm>
            <a:off x="4922199" y="7219545"/>
            <a:ext cx="50228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6.</a:t>
            </a:r>
            <a:r>
              <a:rPr sz="1000" spc="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H</a:t>
            </a:r>
            <a:r>
              <a:rPr sz="1500" spc="-375" baseline="33333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500" spc="-375" baseline="2777" dirty="0">
                <a:solidFill>
                  <a:srgbClr val="231F20"/>
                </a:solidFill>
                <a:latin typeface="Arial MT"/>
                <a:cs typeface="Arial MT"/>
              </a:rPr>
              <a:t>PT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2007807" y="8365428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B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497142" y="7833684"/>
            <a:ext cx="990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48437" y="8330801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951603" y="7503747"/>
            <a:ext cx="1753235" cy="1440180"/>
            <a:chOff x="951603" y="7503747"/>
            <a:chExt cx="1753235" cy="1440180"/>
          </a:xfrm>
        </p:grpSpPr>
        <p:sp>
          <p:nvSpPr>
            <p:cNvPr id="176" name="object 176"/>
            <p:cNvSpPr/>
            <p:nvPr/>
          </p:nvSpPr>
          <p:spPr>
            <a:xfrm>
              <a:off x="957953" y="7510097"/>
              <a:ext cx="1740535" cy="1427480"/>
            </a:xfrm>
            <a:custGeom>
              <a:avLst/>
              <a:gdLst/>
              <a:ahLst/>
              <a:cxnLst/>
              <a:rect l="l" t="t" r="r" b="b"/>
              <a:pathLst>
                <a:path w="1740535" h="1427479">
                  <a:moveTo>
                    <a:pt x="78346" y="0"/>
                  </a:moveTo>
                  <a:lnTo>
                    <a:pt x="65772" y="1349"/>
                  </a:lnTo>
                  <a:lnTo>
                    <a:pt x="38877" y="10126"/>
                  </a:lnTo>
                  <a:lnTo>
                    <a:pt x="12130" y="33427"/>
                  </a:lnTo>
                  <a:lnTo>
                    <a:pt x="0" y="78346"/>
                  </a:lnTo>
                  <a:lnTo>
                    <a:pt x="0" y="1348943"/>
                  </a:lnTo>
                  <a:lnTo>
                    <a:pt x="1349" y="1361518"/>
                  </a:lnTo>
                  <a:lnTo>
                    <a:pt x="10126" y="1388417"/>
                  </a:lnTo>
                  <a:lnTo>
                    <a:pt x="33427" y="1415169"/>
                  </a:lnTo>
                  <a:lnTo>
                    <a:pt x="78346" y="1427302"/>
                  </a:lnTo>
                  <a:lnTo>
                    <a:pt x="1661820" y="1427302"/>
                  </a:lnTo>
                  <a:lnTo>
                    <a:pt x="1674394" y="1425951"/>
                  </a:lnTo>
                  <a:lnTo>
                    <a:pt x="1701288" y="1417169"/>
                  </a:lnTo>
                  <a:lnTo>
                    <a:pt x="1728035" y="1393864"/>
                  </a:lnTo>
                  <a:lnTo>
                    <a:pt x="1740166" y="1348943"/>
                  </a:lnTo>
                  <a:lnTo>
                    <a:pt x="1740166" y="78346"/>
                  </a:lnTo>
                  <a:lnTo>
                    <a:pt x="1738817" y="65772"/>
                  </a:lnTo>
                  <a:lnTo>
                    <a:pt x="1730040" y="38877"/>
                  </a:lnTo>
                  <a:lnTo>
                    <a:pt x="1706739" y="12130"/>
                  </a:lnTo>
                  <a:lnTo>
                    <a:pt x="1661820" y="0"/>
                  </a:lnTo>
                  <a:lnTo>
                    <a:pt x="78346" y="0"/>
                  </a:lnTo>
                  <a:close/>
                </a:path>
              </a:pathLst>
            </a:custGeom>
            <a:ln w="12700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974878" y="7527026"/>
              <a:ext cx="1706880" cy="1393825"/>
            </a:xfrm>
            <a:custGeom>
              <a:avLst/>
              <a:gdLst/>
              <a:ahLst/>
              <a:cxnLst/>
              <a:rect l="l" t="t" r="r" b="b"/>
              <a:pathLst>
                <a:path w="1706880" h="1393825">
                  <a:moveTo>
                    <a:pt x="61455" y="0"/>
                  </a:moveTo>
                  <a:lnTo>
                    <a:pt x="49200" y="1272"/>
                  </a:lnTo>
                  <a:lnTo>
                    <a:pt x="28370" y="8482"/>
                  </a:lnTo>
                  <a:lnTo>
                    <a:pt x="8718" y="26805"/>
                  </a:lnTo>
                  <a:lnTo>
                    <a:pt x="0" y="61417"/>
                  </a:lnTo>
                  <a:lnTo>
                    <a:pt x="0" y="1332014"/>
                  </a:lnTo>
                  <a:lnTo>
                    <a:pt x="1272" y="1344253"/>
                  </a:lnTo>
                  <a:lnTo>
                    <a:pt x="8482" y="1365076"/>
                  </a:lnTo>
                  <a:lnTo>
                    <a:pt x="26805" y="1384726"/>
                  </a:lnTo>
                  <a:lnTo>
                    <a:pt x="61417" y="1393444"/>
                  </a:lnTo>
                  <a:lnTo>
                    <a:pt x="1644891" y="1393444"/>
                  </a:lnTo>
                  <a:lnTo>
                    <a:pt x="1657131" y="1392171"/>
                  </a:lnTo>
                  <a:lnTo>
                    <a:pt x="1677954" y="1384960"/>
                  </a:lnTo>
                  <a:lnTo>
                    <a:pt x="1697603" y="1366633"/>
                  </a:lnTo>
                  <a:lnTo>
                    <a:pt x="1706321" y="1332014"/>
                  </a:lnTo>
                  <a:lnTo>
                    <a:pt x="1706321" y="61417"/>
                  </a:lnTo>
                  <a:lnTo>
                    <a:pt x="1705048" y="49179"/>
                  </a:lnTo>
                  <a:lnTo>
                    <a:pt x="1697837" y="28360"/>
                  </a:lnTo>
                  <a:lnTo>
                    <a:pt x="1679510" y="8715"/>
                  </a:lnTo>
                  <a:lnTo>
                    <a:pt x="1644891" y="0"/>
                  </a:lnTo>
                  <a:lnTo>
                    <a:pt x="61417" y="0"/>
                  </a:lnTo>
                  <a:close/>
                </a:path>
              </a:pathLst>
            </a:custGeom>
            <a:ln w="4241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4175226" y="8266432"/>
            <a:ext cx="876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909136" y="775406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Arial MT"/>
                <a:cs typeface="Arial MT"/>
              </a:rPr>
              <a:t>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3489833" y="8225487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K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3039604" y="7503747"/>
            <a:ext cx="1753235" cy="1440180"/>
            <a:chOff x="3039604" y="7503747"/>
            <a:chExt cx="1753235" cy="1440180"/>
          </a:xfrm>
        </p:grpSpPr>
        <p:sp>
          <p:nvSpPr>
            <p:cNvPr id="182" name="object 182"/>
            <p:cNvSpPr/>
            <p:nvPr/>
          </p:nvSpPr>
          <p:spPr>
            <a:xfrm>
              <a:off x="3045954" y="7510097"/>
              <a:ext cx="1740535" cy="1427480"/>
            </a:xfrm>
            <a:custGeom>
              <a:avLst/>
              <a:gdLst/>
              <a:ahLst/>
              <a:cxnLst/>
              <a:rect l="l" t="t" r="r" b="b"/>
              <a:pathLst>
                <a:path w="1740535" h="1427479">
                  <a:moveTo>
                    <a:pt x="78346" y="0"/>
                  </a:moveTo>
                  <a:lnTo>
                    <a:pt x="65772" y="1349"/>
                  </a:lnTo>
                  <a:lnTo>
                    <a:pt x="38877" y="10126"/>
                  </a:lnTo>
                  <a:lnTo>
                    <a:pt x="12130" y="33427"/>
                  </a:lnTo>
                  <a:lnTo>
                    <a:pt x="0" y="78346"/>
                  </a:lnTo>
                  <a:lnTo>
                    <a:pt x="0" y="1348943"/>
                  </a:lnTo>
                  <a:lnTo>
                    <a:pt x="1349" y="1361518"/>
                  </a:lnTo>
                  <a:lnTo>
                    <a:pt x="10126" y="1388417"/>
                  </a:lnTo>
                  <a:lnTo>
                    <a:pt x="33427" y="1415169"/>
                  </a:lnTo>
                  <a:lnTo>
                    <a:pt x="78346" y="1427302"/>
                  </a:lnTo>
                  <a:lnTo>
                    <a:pt x="1661820" y="1427302"/>
                  </a:lnTo>
                  <a:lnTo>
                    <a:pt x="1674394" y="1425951"/>
                  </a:lnTo>
                  <a:lnTo>
                    <a:pt x="1701288" y="1417169"/>
                  </a:lnTo>
                  <a:lnTo>
                    <a:pt x="1728035" y="1393864"/>
                  </a:lnTo>
                  <a:lnTo>
                    <a:pt x="1740166" y="1348943"/>
                  </a:lnTo>
                  <a:lnTo>
                    <a:pt x="1740166" y="78346"/>
                  </a:lnTo>
                  <a:lnTo>
                    <a:pt x="1738817" y="65772"/>
                  </a:lnTo>
                  <a:lnTo>
                    <a:pt x="1730040" y="38877"/>
                  </a:lnTo>
                  <a:lnTo>
                    <a:pt x="1706739" y="12130"/>
                  </a:lnTo>
                  <a:lnTo>
                    <a:pt x="1661820" y="0"/>
                  </a:lnTo>
                  <a:lnTo>
                    <a:pt x="78346" y="0"/>
                  </a:lnTo>
                  <a:close/>
                </a:path>
              </a:pathLst>
            </a:custGeom>
            <a:ln w="12700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062878" y="7527026"/>
              <a:ext cx="1706880" cy="1393825"/>
            </a:xfrm>
            <a:custGeom>
              <a:avLst/>
              <a:gdLst/>
              <a:ahLst/>
              <a:cxnLst/>
              <a:rect l="l" t="t" r="r" b="b"/>
              <a:pathLst>
                <a:path w="1706879" h="1393825">
                  <a:moveTo>
                    <a:pt x="61455" y="0"/>
                  </a:moveTo>
                  <a:lnTo>
                    <a:pt x="49200" y="1272"/>
                  </a:lnTo>
                  <a:lnTo>
                    <a:pt x="28370" y="8482"/>
                  </a:lnTo>
                  <a:lnTo>
                    <a:pt x="8718" y="26805"/>
                  </a:lnTo>
                  <a:lnTo>
                    <a:pt x="0" y="61417"/>
                  </a:lnTo>
                  <a:lnTo>
                    <a:pt x="0" y="1332014"/>
                  </a:lnTo>
                  <a:lnTo>
                    <a:pt x="1272" y="1344253"/>
                  </a:lnTo>
                  <a:lnTo>
                    <a:pt x="8482" y="1365076"/>
                  </a:lnTo>
                  <a:lnTo>
                    <a:pt x="26805" y="1384726"/>
                  </a:lnTo>
                  <a:lnTo>
                    <a:pt x="61417" y="1393444"/>
                  </a:lnTo>
                  <a:lnTo>
                    <a:pt x="1644891" y="1393444"/>
                  </a:lnTo>
                  <a:lnTo>
                    <a:pt x="1657131" y="1392171"/>
                  </a:lnTo>
                  <a:lnTo>
                    <a:pt x="1677954" y="1384960"/>
                  </a:lnTo>
                  <a:lnTo>
                    <a:pt x="1697603" y="1366633"/>
                  </a:lnTo>
                  <a:lnTo>
                    <a:pt x="1706321" y="1332014"/>
                  </a:lnTo>
                  <a:lnTo>
                    <a:pt x="1706321" y="61417"/>
                  </a:lnTo>
                  <a:lnTo>
                    <a:pt x="1705048" y="49179"/>
                  </a:lnTo>
                  <a:lnTo>
                    <a:pt x="1697837" y="28360"/>
                  </a:lnTo>
                  <a:lnTo>
                    <a:pt x="1679510" y="8715"/>
                  </a:lnTo>
                  <a:lnTo>
                    <a:pt x="1644891" y="0"/>
                  </a:lnTo>
                  <a:lnTo>
                    <a:pt x="61417" y="0"/>
                  </a:lnTo>
                  <a:close/>
                </a:path>
              </a:pathLst>
            </a:custGeom>
            <a:ln w="4241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" name="object 184"/>
          <p:cNvSpPr txBox="1"/>
          <p:nvPr/>
        </p:nvSpPr>
        <p:spPr>
          <a:xfrm>
            <a:off x="6186660" y="8198128"/>
            <a:ext cx="876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5673142" y="7666384"/>
            <a:ext cx="990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Arial MT"/>
                <a:cs typeface="Arial MT"/>
              </a:rPr>
              <a:t>H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5624437" y="8163501"/>
            <a:ext cx="933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Arial MT"/>
                <a:cs typeface="Arial MT"/>
              </a:rPr>
              <a:t>P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127604" y="7503747"/>
            <a:ext cx="1753235" cy="1440180"/>
            <a:chOff x="5127604" y="7503747"/>
            <a:chExt cx="1753235" cy="1440180"/>
          </a:xfrm>
        </p:grpSpPr>
        <p:sp>
          <p:nvSpPr>
            <p:cNvPr id="188" name="object 188"/>
            <p:cNvSpPr/>
            <p:nvPr/>
          </p:nvSpPr>
          <p:spPr>
            <a:xfrm>
              <a:off x="5133954" y="7510097"/>
              <a:ext cx="1740535" cy="1427480"/>
            </a:xfrm>
            <a:custGeom>
              <a:avLst/>
              <a:gdLst/>
              <a:ahLst/>
              <a:cxnLst/>
              <a:rect l="l" t="t" r="r" b="b"/>
              <a:pathLst>
                <a:path w="1740534" h="1427479">
                  <a:moveTo>
                    <a:pt x="78346" y="0"/>
                  </a:moveTo>
                  <a:lnTo>
                    <a:pt x="65772" y="1349"/>
                  </a:lnTo>
                  <a:lnTo>
                    <a:pt x="38877" y="10126"/>
                  </a:lnTo>
                  <a:lnTo>
                    <a:pt x="12130" y="33427"/>
                  </a:lnTo>
                  <a:lnTo>
                    <a:pt x="0" y="78346"/>
                  </a:lnTo>
                  <a:lnTo>
                    <a:pt x="0" y="1348943"/>
                  </a:lnTo>
                  <a:lnTo>
                    <a:pt x="1349" y="1361518"/>
                  </a:lnTo>
                  <a:lnTo>
                    <a:pt x="10126" y="1388417"/>
                  </a:lnTo>
                  <a:lnTo>
                    <a:pt x="33427" y="1415169"/>
                  </a:lnTo>
                  <a:lnTo>
                    <a:pt x="78346" y="1427302"/>
                  </a:lnTo>
                  <a:lnTo>
                    <a:pt x="1661820" y="1427302"/>
                  </a:lnTo>
                  <a:lnTo>
                    <a:pt x="1674394" y="1425951"/>
                  </a:lnTo>
                  <a:lnTo>
                    <a:pt x="1701288" y="1417169"/>
                  </a:lnTo>
                  <a:lnTo>
                    <a:pt x="1728035" y="1393864"/>
                  </a:lnTo>
                  <a:lnTo>
                    <a:pt x="1740166" y="1348943"/>
                  </a:lnTo>
                  <a:lnTo>
                    <a:pt x="1740166" y="78346"/>
                  </a:lnTo>
                  <a:lnTo>
                    <a:pt x="1738817" y="65772"/>
                  </a:lnTo>
                  <a:lnTo>
                    <a:pt x="1730040" y="38877"/>
                  </a:lnTo>
                  <a:lnTo>
                    <a:pt x="1706739" y="12130"/>
                  </a:lnTo>
                  <a:lnTo>
                    <a:pt x="1661820" y="0"/>
                  </a:lnTo>
                  <a:lnTo>
                    <a:pt x="78346" y="0"/>
                  </a:lnTo>
                  <a:close/>
                </a:path>
              </a:pathLst>
            </a:custGeom>
            <a:ln w="12700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150878" y="7527026"/>
              <a:ext cx="1706880" cy="1393825"/>
            </a:xfrm>
            <a:custGeom>
              <a:avLst/>
              <a:gdLst/>
              <a:ahLst/>
              <a:cxnLst/>
              <a:rect l="l" t="t" r="r" b="b"/>
              <a:pathLst>
                <a:path w="1706879" h="1393825">
                  <a:moveTo>
                    <a:pt x="61455" y="0"/>
                  </a:moveTo>
                  <a:lnTo>
                    <a:pt x="49200" y="1272"/>
                  </a:lnTo>
                  <a:lnTo>
                    <a:pt x="28370" y="8482"/>
                  </a:lnTo>
                  <a:lnTo>
                    <a:pt x="8718" y="26805"/>
                  </a:lnTo>
                  <a:lnTo>
                    <a:pt x="0" y="61417"/>
                  </a:lnTo>
                  <a:lnTo>
                    <a:pt x="0" y="1332014"/>
                  </a:lnTo>
                  <a:lnTo>
                    <a:pt x="1272" y="1344253"/>
                  </a:lnTo>
                  <a:lnTo>
                    <a:pt x="8482" y="1365076"/>
                  </a:lnTo>
                  <a:lnTo>
                    <a:pt x="26805" y="1384726"/>
                  </a:lnTo>
                  <a:lnTo>
                    <a:pt x="61417" y="1393444"/>
                  </a:lnTo>
                  <a:lnTo>
                    <a:pt x="1644891" y="1393444"/>
                  </a:lnTo>
                  <a:lnTo>
                    <a:pt x="1657131" y="1392171"/>
                  </a:lnTo>
                  <a:lnTo>
                    <a:pt x="1677954" y="1384960"/>
                  </a:lnTo>
                  <a:lnTo>
                    <a:pt x="1697603" y="1366633"/>
                  </a:lnTo>
                  <a:lnTo>
                    <a:pt x="1706321" y="1332014"/>
                  </a:lnTo>
                  <a:lnTo>
                    <a:pt x="1706321" y="61417"/>
                  </a:lnTo>
                  <a:lnTo>
                    <a:pt x="1705048" y="49179"/>
                  </a:lnTo>
                  <a:lnTo>
                    <a:pt x="1697837" y="28360"/>
                  </a:lnTo>
                  <a:lnTo>
                    <a:pt x="1679510" y="8715"/>
                  </a:lnTo>
                  <a:lnTo>
                    <a:pt x="1644891" y="0"/>
                  </a:lnTo>
                  <a:lnTo>
                    <a:pt x="61417" y="0"/>
                  </a:lnTo>
                  <a:close/>
                </a:path>
              </a:pathLst>
            </a:custGeom>
            <a:ln w="4241">
              <a:solidFill>
                <a:srgbClr val="5DA9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2513" y="9857137"/>
            <a:ext cx="829944" cy="0"/>
          </a:xfrm>
          <a:custGeom>
            <a:avLst/>
            <a:gdLst/>
            <a:ahLst/>
            <a:cxnLst/>
            <a:rect l="l" t="t" r="r" b="b"/>
            <a:pathLst>
              <a:path w="829945">
                <a:moveTo>
                  <a:pt x="0" y="0"/>
                </a:moveTo>
                <a:lnTo>
                  <a:pt x="82955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79813" y="9722712"/>
            <a:ext cx="7283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11378" y="305140"/>
            <a:ext cx="1340485" cy="728980"/>
            <a:chOff x="6111378" y="305140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6114553" y="308315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5" h="722630">
                  <a:moveTo>
                    <a:pt x="0" y="90614"/>
                  </a:moveTo>
                  <a:lnTo>
                    <a:pt x="87820" y="587400"/>
                  </a:lnTo>
                  <a:lnTo>
                    <a:pt x="1117688" y="722566"/>
                  </a:lnTo>
                  <a:lnTo>
                    <a:pt x="1231201" y="0"/>
                  </a:lnTo>
                  <a:lnTo>
                    <a:pt x="0" y="90614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3056" y="319952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0" y="0"/>
                  </a:moveTo>
                  <a:lnTo>
                    <a:pt x="93141" y="659942"/>
                  </a:lnTo>
                  <a:lnTo>
                    <a:pt x="1141641" y="659942"/>
                  </a:lnTo>
                  <a:lnTo>
                    <a:pt x="1215739" y="139104"/>
                  </a:lnTo>
                  <a:lnTo>
                    <a:pt x="1229461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7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4779" y="319953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109156" y="0"/>
                  </a:moveTo>
                  <a:lnTo>
                    <a:pt x="0" y="694702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84564" y="729116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4" h="218440">
                  <a:moveTo>
                    <a:pt x="1067219" y="0"/>
                  </a:moveTo>
                  <a:lnTo>
                    <a:pt x="0" y="24485"/>
                  </a:lnTo>
                  <a:lnTo>
                    <a:pt x="95618" y="198246"/>
                  </a:lnTo>
                  <a:lnTo>
                    <a:pt x="980846" y="217817"/>
                  </a:lnTo>
                  <a:lnTo>
                    <a:pt x="1067219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56473" y="902814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79" h="95884">
                  <a:moveTo>
                    <a:pt x="0" y="0"/>
                  </a:moveTo>
                  <a:lnTo>
                    <a:pt x="728433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25864" y="360533"/>
            <a:ext cx="793115" cy="6007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500" b="1" spc="15" dirty="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sz="1500" b="1" spc="-3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00" b="1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500" b="1" spc="-4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500" b="1" spc="15" dirty="0">
                <a:solidFill>
                  <a:srgbClr val="FFFFFF"/>
                </a:solidFill>
                <a:latin typeface="Trebuchet MS"/>
                <a:cs typeface="Trebuchet MS"/>
              </a:rPr>
              <a:t>ama</a:t>
            </a:r>
            <a:endParaRPr sz="1500">
              <a:latin typeface="Trebuchet MS"/>
              <a:cs typeface="Trebuchet MS"/>
            </a:endParaRPr>
          </a:p>
          <a:p>
            <a:pPr marL="33655">
              <a:lnSpc>
                <a:spcPct val="100000"/>
              </a:lnSpc>
              <a:spcBef>
                <a:spcPts val="459"/>
              </a:spcBef>
            </a:pPr>
            <a:r>
              <a:rPr sz="1500" b="1" spc="-125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5" dirty="0">
                <a:solidFill>
                  <a:srgbClr val="FFFFFF"/>
                </a:solidFill>
                <a:latin typeface="Yu Gothic UI"/>
                <a:cs typeface="Yu Gothic UI"/>
              </a:rPr>
              <a:t>e</a:t>
            </a:r>
            <a:r>
              <a:rPr sz="1500" b="1" spc="-10" dirty="0">
                <a:solidFill>
                  <a:srgbClr val="FFFFFF"/>
                </a:solidFill>
                <a:latin typeface="Yu Gothic UI"/>
                <a:cs typeface="Yu Gothic UI"/>
              </a:rPr>
              <a:t>s</a:t>
            </a:r>
            <a:r>
              <a:rPr sz="1500" b="1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-8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Yu Gothic UI"/>
                <a:cs typeface="Yu Gothic UI"/>
              </a:rPr>
              <a:t>-</a:t>
            </a:r>
            <a:r>
              <a:rPr sz="1500" b="1" spc="-6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4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4819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172089" y="0"/>
                </a:moveTo>
                <a:lnTo>
                  <a:pt x="0" y="702002"/>
                </a:lnTo>
                <a:lnTo>
                  <a:pt x="206088" y="702002"/>
                </a:lnTo>
                <a:lnTo>
                  <a:pt x="379861" y="119240"/>
                </a:lnTo>
                <a:lnTo>
                  <a:pt x="172089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58264" y="9677550"/>
            <a:ext cx="21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b="1" spc="-82" baseline="-11904" dirty="0">
                <a:solidFill>
                  <a:srgbClr val="797A7D"/>
                </a:solidFill>
                <a:latin typeface="Trebuchet MS"/>
                <a:cs typeface="Trebuchet MS"/>
              </a:rPr>
              <a:t>.</a:t>
            </a:r>
            <a:r>
              <a:rPr sz="1050" b="1" spc="-37" baseline="-11904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441" y="9637093"/>
            <a:ext cx="616270" cy="18796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778760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2467" y="466500"/>
            <a:ext cx="320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Açılar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358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7300" y="5326607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2.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84055" y="6425386"/>
            <a:ext cx="168910" cy="261620"/>
          </a:xfrm>
          <a:custGeom>
            <a:avLst/>
            <a:gdLst/>
            <a:ahLst/>
            <a:cxnLst/>
            <a:rect l="l" t="t" r="r" b="b"/>
            <a:pathLst>
              <a:path w="168909" h="261620">
                <a:moveTo>
                  <a:pt x="75514" y="86385"/>
                </a:moveTo>
                <a:lnTo>
                  <a:pt x="113699" y="119456"/>
                </a:lnTo>
                <a:lnTo>
                  <a:pt x="143027" y="160724"/>
                </a:lnTo>
                <a:lnTo>
                  <a:pt x="161839" y="208536"/>
                </a:lnTo>
                <a:lnTo>
                  <a:pt x="168478" y="261239"/>
                </a:lnTo>
              </a:path>
              <a:path w="168909" h="261620">
                <a:moveTo>
                  <a:pt x="0" y="0"/>
                </a:moveTo>
                <a:lnTo>
                  <a:pt x="30283" y="6015"/>
                </a:lnTo>
                <a:lnTo>
                  <a:pt x="59232" y="15344"/>
                </a:lnTo>
                <a:lnTo>
                  <a:pt x="86639" y="27774"/>
                </a:lnTo>
                <a:lnTo>
                  <a:pt x="112293" y="43091"/>
                </a:lnTo>
              </a:path>
            </a:pathLst>
          </a:custGeom>
          <a:ln w="112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53634" y="674836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1141" y="5436236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5787" y="6479212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55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7313" y="6269931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70509" y="560254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4500" y="6623780"/>
            <a:ext cx="114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O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33491" y="5367599"/>
            <a:ext cx="1348105" cy="1355725"/>
            <a:chOff x="933491" y="5367599"/>
            <a:chExt cx="1348105" cy="1355725"/>
          </a:xfrm>
        </p:grpSpPr>
        <p:sp>
          <p:nvSpPr>
            <p:cNvPr id="26" name="object 26"/>
            <p:cNvSpPr/>
            <p:nvPr/>
          </p:nvSpPr>
          <p:spPr>
            <a:xfrm>
              <a:off x="938419" y="6689934"/>
              <a:ext cx="1301750" cy="0"/>
            </a:xfrm>
            <a:custGeom>
              <a:avLst/>
              <a:gdLst/>
              <a:ahLst/>
              <a:cxnLst/>
              <a:rect l="l" t="t" r="r" b="b"/>
              <a:pathLst>
                <a:path w="1301750">
                  <a:moveTo>
                    <a:pt x="0" y="0"/>
                  </a:moveTo>
                  <a:lnTo>
                    <a:pt x="1301521" y="0"/>
                  </a:lnTo>
                </a:path>
              </a:pathLst>
            </a:custGeom>
            <a:ln w="9855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20569" y="6664369"/>
              <a:ext cx="60960" cy="51435"/>
            </a:xfrm>
            <a:custGeom>
              <a:avLst/>
              <a:gdLst/>
              <a:ahLst/>
              <a:cxnLst/>
              <a:rect l="l" t="t" r="r" b="b"/>
              <a:pathLst>
                <a:path w="60960" h="51434">
                  <a:moveTo>
                    <a:pt x="0" y="0"/>
                  </a:moveTo>
                  <a:lnTo>
                    <a:pt x="10845" y="25565"/>
                  </a:lnTo>
                  <a:lnTo>
                    <a:pt x="0" y="51104"/>
                  </a:lnTo>
                  <a:lnTo>
                    <a:pt x="60566" y="255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8419" y="5623769"/>
              <a:ext cx="746760" cy="1066165"/>
            </a:xfrm>
            <a:custGeom>
              <a:avLst/>
              <a:gdLst/>
              <a:ahLst/>
              <a:cxnLst/>
              <a:rect l="l" t="t" r="r" b="b"/>
              <a:pathLst>
                <a:path w="746760" h="1066165">
                  <a:moveTo>
                    <a:pt x="0" y="1066164"/>
                  </a:moveTo>
                  <a:lnTo>
                    <a:pt x="746518" y="0"/>
                  </a:lnTo>
                </a:path>
              </a:pathLst>
            </a:custGeom>
            <a:ln w="9855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52894" y="5590034"/>
              <a:ext cx="55880" cy="64769"/>
            </a:xfrm>
            <a:custGeom>
              <a:avLst/>
              <a:gdLst/>
              <a:ahLst/>
              <a:cxnLst/>
              <a:rect l="l" t="t" r="r" b="b"/>
              <a:pathLst>
                <a:path w="55880" h="64770">
                  <a:moveTo>
                    <a:pt x="55676" y="0"/>
                  </a:moveTo>
                  <a:lnTo>
                    <a:pt x="0" y="34963"/>
                  </a:lnTo>
                  <a:lnTo>
                    <a:pt x="27165" y="40728"/>
                  </a:lnTo>
                  <a:lnTo>
                    <a:pt x="41871" y="64274"/>
                  </a:lnTo>
                  <a:lnTo>
                    <a:pt x="55676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8419" y="5408174"/>
              <a:ext cx="226060" cy="1282065"/>
            </a:xfrm>
            <a:custGeom>
              <a:avLst/>
              <a:gdLst/>
              <a:ahLst/>
              <a:cxnLst/>
              <a:rect l="l" t="t" r="r" b="b"/>
              <a:pathLst>
                <a:path w="226059" h="1282065">
                  <a:moveTo>
                    <a:pt x="0" y="1281760"/>
                  </a:moveTo>
                  <a:lnTo>
                    <a:pt x="226009" y="0"/>
                  </a:lnTo>
                </a:path>
              </a:pathLst>
            </a:custGeom>
            <a:ln w="9855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35896" y="5367599"/>
              <a:ext cx="50800" cy="64135"/>
            </a:xfrm>
            <a:custGeom>
              <a:avLst/>
              <a:gdLst/>
              <a:ahLst/>
              <a:cxnLst/>
              <a:rect l="l" t="t" r="r" b="b"/>
              <a:pathLst>
                <a:path w="50800" h="64135">
                  <a:moveTo>
                    <a:pt x="35686" y="0"/>
                  </a:moveTo>
                  <a:lnTo>
                    <a:pt x="0" y="55219"/>
                  </a:lnTo>
                  <a:lnTo>
                    <a:pt x="27050" y="48971"/>
                  </a:lnTo>
                  <a:lnTo>
                    <a:pt x="50330" y="64096"/>
                  </a:lnTo>
                  <a:lnTo>
                    <a:pt x="35686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07198" y="6665944"/>
              <a:ext cx="635" cy="52705"/>
            </a:xfrm>
            <a:custGeom>
              <a:avLst/>
              <a:gdLst/>
              <a:ahLst/>
              <a:cxnLst/>
              <a:rect l="l" t="t" r="r" b="b"/>
              <a:pathLst>
                <a:path w="635" h="52704">
                  <a:moveTo>
                    <a:pt x="209" y="-4927"/>
                  </a:moveTo>
                  <a:lnTo>
                    <a:pt x="209" y="57137"/>
                  </a:lnTo>
                </a:path>
              </a:pathLst>
            </a:custGeom>
            <a:ln w="1027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07034" y="5534641"/>
              <a:ext cx="527050" cy="217170"/>
            </a:xfrm>
            <a:custGeom>
              <a:avLst/>
              <a:gdLst/>
              <a:ahLst/>
              <a:cxnLst/>
              <a:rect l="l" t="t" r="r" b="b"/>
              <a:pathLst>
                <a:path w="527050" h="217170">
                  <a:moveTo>
                    <a:pt x="526592" y="216966"/>
                  </a:moveTo>
                  <a:lnTo>
                    <a:pt x="480758" y="172732"/>
                  </a:lnTo>
                </a:path>
                <a:path w="527050" h="217170">
                  <a:moveTo>
                    <a:pt x="62903" y="9982"/>
                  </a:moveTo>
                  <a:lnTo>
                    <a:pt x="0" y="0"/>
                  </a:lnTo>
                </a:path>
              </a:pathLst>
            </a:custGeom>
            <a:ln w="985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84899" y="6937408"/>
            <a:ext cx="263652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Yukarıdaki</a:t>
            </a:r>
            <a:r>
              <a:rPr sz="1000" b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b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1000" b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açılarla</a:t>
            </a:r>
            <a:r>
              <a:rPr sz="1000" b="1" spc="10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ilgili</a:t>
            </a:r>
            <a:r>
              <a:rPr sz="1000" b="1" spc="1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se- </a:t>
            </a:r>
            <a:r>
              <a:rPr sz="1000" b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çeneklerdeki</a:t>
            </a:r>
            <a:r>
              <a:rPr sz="10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bilgilerden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hangisi</a:t>
            </a:r>
            <a:r>
              <a:rPr sz="10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u="sng" spc="-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yanlıştır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?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8600" y="7753798"/>
            <a:ext cx="2072639" cy="42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>
              <a:lnSpc>
                <a:spcPts val="880"/>
              </a:lnSpc>
              <a:spcBef>
                <a:spcPts val="100"/>
              </a:spcBef>
              <a:tabLst>
                <a:tab pos="1443355" algn="l"/>
              </a:tabLst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	%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880"/>
              </a:lnSpc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6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Arial MT"/>
                <a:cs typeface="Arial MT"/>
              </a:rPr>
              <a:t>AOB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’nın </a:t>
            </a:r>
            <a:r>
              <a:rPr sz="1000" spc="2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ölçüsü,</a:t>
            </a:r>
            <a:r>
              <a:rPr sz="1000" spc="45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m</a:t>
            </a:r>
            <a:r>
              <a:rPr sz="1000" spc="18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AOB</a:t>
            </a:r>
            <a:r>
              <a:rPr sz="1000" spc="34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sz="10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25°</a:t>
            </a:r>
            <a:endParaRPr sz="1000">
              <a:latin typeface="Arial MT"/>
              <a:cs typeface="Arial MT"/>
            </a:endParaRPr>
          </a:p>
          <a:p>
            <a:pPr marL="177800">
              <a:lnSpc>
                <a:spcPct val="100000"/>
              </a:lnSpc>
              <a:spcBef>
                <a:spcPts val="200"/>
              </a:spcBef>
            </a:pP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gösterilir.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29845" y="7824407"/>
            <a:ext cx="491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şeklinde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0500" y="8181398"/>
            <a:ext cx="270827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>
              <a:lnSpc>
                <a:spcPts val="880"/>
              </a:lnSpc>
              <a:spcBef>
                <a:spcPts val="100"/>
              </a:spcBef>
              <a:tabLst>
                <a:tab pos="850265" algn="l"/>
              </a:tabLst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	%</a:t>
            </a:r>
            <a:endParaRPr sz="1000">
              <a:latin typeface="Tahoma"/>
              <a:cs typeface="Tahoma"/>
            </a:endParaRPr>
          </a:p>
          <a:p>
            <a:pPr marL="220345" indent="-170180">
              <a:lnSpc>
                <a:spcPts val="880"/>
              </a:lnSpc>
              <a:buFont typeface="Microsoft Sans Serif"/>
              <a:buAutoNum type="alphaUcParenR" startAt="2"/>
              <a:tabLst>
                <a:tab pos="220979" algn="l"/>
              </a:tabLst>
            </a:pP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AOB</a:t>
            </a:r>
            <a:r>
              <a:rPr sz="1000" spc="49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ile</a:t>
            </a:r>
            <a:r>
              <a:rPr sz="1000" spc="5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BOC</a:t>
            </a:r>
            <a:r>
              <a:rPr sz="1000" spc="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komşu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endParaRPr sz="1000">
              <a:latin typeface="Microsoft Sans Serif"/>
              <a:cs typeface="Microsoft Sans Serif"/>
            </a:endParaRPr>
          </a:p>
          <a:p>
            <a:pPr marL="220345" indent="-170180">
              <a:lnSpc>
                <a:spcPct val="100000"/>
              </a:lnSpc>
              <a:spcBef>
                <a:spcPts val="765"/>
              </a:spcBef>
              <a:buFont typeface="Microsoft Sans Serif"/>
              <a:buAutoNum type="alphaUcParenR" startAt="2"/>
              <a:tabLst>
                <a:tab pos="220979" algn="l"/>
              </a:tabLst>
            </a:pP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500" spc="-375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250" dirty="0">
                <a:solidFill>
                  <a:srgbClr val="231F20"/>
                </a:solidFill>
                <a:latin typeface="Arial MT"/>
                <a:cs typeface="Arial MT"/>
              </a:rPr>
              <a:t>OB</a:t>
            </a:r>
            <a:r>
              <a:rPr sz="1000" spc="50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ile</a:t>
            </a:r>
            <a:r>
              <a:rPr sz="1000" spc="5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245" dirty="0">
                <a:solidFill>
                  <a:srgbClr val="231F20"/>
                </a:solidFill>
                <a:latin typeface="Arial MT"/>
                <a:cs typeface="Arial MT"/>
              </a:rPr>
              <a:t>B</a:t>
            </a:r>
            <a:r>
              <a:rPr sz="1500" spc="-367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245" dirty="0">
                <a:solidFill>
                  <a:srgbClr val="231F20"/>
                </a:solidFill>
                <a:latin typeface="Arial MT"/>
                <a:cs typeface="Arial MT"/>
              </a:rPr>
              <a:t>OC</a:t>
            </a:r>
            <a:r>
              <a:rPr sz="1000" spc="3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endParaRPr sz="1000">
              <a:latin typeface="Microsoft Sans Serif"/>
              <a:cs typeface="Microsoft Sans Serif"/>
            </a:endParaRPr>
          </a:p>
          <a:p>
            <a:pPr marL="215900" indent="-165100">
              <a:lnSpc>
                <a:spcPct val="100000"/>
              </a:lnSpc>
              <a:spcBef>
                <a:spcPts val="765"/>
              </a:spcBef>
              <a:buAutoNum type="alphaUcParenR" startAt="2"/>
              <a:tabLst>
                <a:tab pos="215900" algn="l"/>
              </a:tabLst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[OB,</a:t>
            </a:r>
            <a:r>
              <a:rPr sz="1000" spc="-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AOB</a:t>
            </a:r>
            <a:r>
              <a:rPr sz="1000" spc="-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BOC</a:t>
            </a:r>
            <a:r>
              <a:rPr sz="1000" spc="-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açılarının</a:t>
            </a:r>
            <a:r>
              <a:rPr sz="1000" spc="-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ortak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kenarıdır.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27800" y="5320359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3.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97694" y="5383219"/>
            <a:ext cx="1795145" cy="2222500"/>
            <a:chOff x="4997694" y="5383219"/>
            <a:chExt cx="1795145" cy="2222500"/>
          </a:xfrm>
        </p:grpSpPr>
        <p:sp>
          <p:nvSpPr>
            <p:cNvPr id="40" name="object 40"/>
            <p:cNvSpPr/>
            <p:nvPr/>
          </p:nvSpPr>
          <p:spPr>
            <a:xfrm>
              <a:off x="5006019" y="5383219"/>
              <a:ext cx="1785620" cy="2051685"/>
            </a:xfrm>
            <a:custGeom>
              <a:avLst/>
              <a:gdLst/>
              <a:ahLst/>
              <a:cxnLst/>
              <a:rect l="l" t="t" r="r" b="b"/>
              <a:pathLst>
                <a:path w="1785620" h="2051684">
                  <a:moveTo>
                    <a:pt x="1785391" y="0"/>
                  </a:moveTo>
                  <a:lnTo>
                    <a:pt x="0" y="0"/>
                  </a:lnTo>
                  <a:lnTo>
                    <a:pt x="0" y="2051646"/>
                  </a:lnTo>
                  <a:lnTo>
                    <a:pt x="1785391" y="2051646"/>
                  </a:lnTo>
                  <a:lnTo>
                    <a:pt x="1785391" y="0"/>
                  </a:lnTo>
                  <a:close/>
                </a:path>
              </a:pathLst>
            </a:custGeom>
            <a:solidFill>
              <a:srgbClr val="F0B1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04230" y="7380531"/>
              <a:ext cx="1788795" cy="225425"/>
            </a:xfrm>
            <a:custGeom>
              <a:avLst/>
              <a:gdLst/>
              <a:ahLst/>
              <a:cxnLst/>
              <a:rect l="l" t="t" r="r" b="b"/>
              <a:pathLst>
                <a:path w="1788795" h="225425">
                  <a:moveTo>
                    <a:pt x="1788414" y="0"/>
                  </a:moveTo>
                  <a:lnTo>
                    <a:pt x="917206" y="0"/>
                  </a:lnTo>
                  <a:lnTo>
                    <a:pt x="0" y="0"/>
                  </a:lnTo>
                  <a:lnTo>
                    <a:pt x="0" y="225183"/>
                  </a:lnTo>
                  <a:lnTo>
                    <a:pt x="1788414" y="225183"/>
                  </a:lnTo>
                  <a:lnTo>
                    <a:pt x="1788414" y="0"/>
                  </a:lnTo>
                  <a:close/>
                </a:path>
              </a:pathLst>
            </a:custGeom>
            <a:solidFill>
              <a:srgbClr val="5F5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7691" y="7387336"/>
              <a:ext cx="1791335" cy="99695"/>
            </a:xfrm>
            <a:custGeom>
              <a:avLst/>
              <a:gdLst/>
              <a:ahLst/>
              <a:cxnLst/>
              <a:rect l="l" t="t" r="r" b="b"/>
              <a:pathLst>
                <a:path w="1791334" h="99695">
                  <a:moveTo>
                    <a:pt x="355206" y="0"/>
                  </a:moveTo>
                  <a:lnTo>
                    <a:pt x="193319" y="0"/>
                  </a:lnTo>
                  <a:lnTo>
                    <a:pt x="0" y="0"/>
                  </a:lnTo>
                  <a:lnTo>
                    <a:pt x="0" y="99060"/>
                  </a:lnTo>
                  <a:lnTo>
                    <a:pt x="355206" y="99060"/>
                  </a:lnTo>
                  <a:lnTo>
                    <a:pt x="355206" y="0"/>
                  </a:lnTo>
                  <a:close/>
                </a:path>
                <a:path w="1791334" h="99695">
                  <a:moveTo>
                    <a:pt x="1791246" y="0"/>
                  </a:moveTo>
                  <a:lnTo>
                    <a:pt x="1552498" y="0"/>
                  </a:lnTo>
                  <a:lnTo>
                    <a:pt x="1552498" y="26962"/>
                  </a:lnTo>
                  <a:lnTo>
                    <a:pt x="1426667" y="26962"/>
                  </a:lnTo>
                  <a:lnTo>
                    <a:pt x="1426667" y="0"/>
                  </a:lnTo>
                  <a:lnTo>
                    <a:pt x="1298714" y="0"/>
                  </a:lnTo>
                  <a:lnTo>
                    <a:pt x="1298714" y="26962"/>
                  </a:lnTo>
                  <a:lnTo>
                    <a:pt x="1298714" y="98171"/>
                  </a:lnTo>
                  <a:lnTo>
                    <a:pt x="1298714" y="99072"/>
                  </a:lnTo>
                  <a:lnTo>
                    <a:pt x="1791246" y="99072"/>
                  </a:lnTo>
                  <a:lnTo>
                    <a:pt x="1791246" y="98171"/>
                  </a:lnTo>
                  <a:lnTo>
                    <a:pt x="1791246" y="26962"/>
                  </a:lnTo>
                  <a:lnTo>
                    <a:pt x="1791246" y="0"/>
                  </a:lnTo>
                  <a:close/>
                </a:path>
              </a:pathLst>
            </a:custGeom>
            <a:solidFill>
              <a:srgbClr val="7F7F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0151" y="6907220"/>
              <a:ext cx="85813" cy="14159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1559" y="6907220"/>
              <a:ext cx="85813" cy="14159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358803" y="6520967"/>
              <a:ext cx="1066165" cy="893444"/>
            </a:xfrm>
            <a:custGeom>
              <a:avLst/>
              <a:gdLst/>
              <a:ahLst/>
              <a:cxnLst/>
              <a:rect l="l" t="t" r="r" b="b"/>
              <a:pathLst>
                <a:path w="1066164" h="893445">
                  <a:moveTo>
                    <a:pt x="485749" y="0"/>
                  </a:moveTo>
                  <a:lnTo>
                    <a:pt x="0" y="0"/>
                  </a:lnTo>
                  <a:lnTo>
                    <a:pt x="0" y="893330"/>
                  </a:lnTo>
                  <a:lnTo>
                    <a:pt x="485749" y="893330"/>
                  </a:lnTo>
                  <a:lnTo>
                    <a:pt x="485749" y="0"/>
                  </a:lnTo>
                  <a:close/>
                </a:path>
                <a:path w="1066164" h="893445">
                  <a:moveTo>
                    <a:pt x="1065555" y="0"/>
                  </a:moveTo>
                  <a:lnTo>
                    <a:pt x="579818" y="0"/>
                  </a:lnTo>
                  <a:lnTo>
                    <a:pt x="579818" y="893330"/>
                  </a:lnTo>
                  <a:lnTo>
                    <a:pt x="1065555" y="893330"/>
                  </a:lnTo>
                  <a:lnTo>
                    <a:pt x="1065555" y="0"/>
                  </a:lnTo>
                  <a:close/>
                </a:path>
              </a:pathLst>
            </a:custGeom>
            <a:solidFill>
              <a:srgbClr val="828B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337784" y="6352667"/>
              <a:ext cx="1108075" cy="1061720"/>
            </a:xfrm>
            <a:custGeom>
              <a:avLst/>
              <a:gdLst/>
              <a:ahLst/>
              <a:cxnLst/>
              <a:rect l="l" t="t" r="r" b="b"/>
              <a:pathLst>
                <a:path w="1108075" h="1061720">
                  <a:moveTo>
                    <a:pt x="506768" y="0"/>
                  </a:moveTo>
                  <a:lnTo>
                    <a:pt x="0" y="0"/>
                  </a:lnTo>
                  <a:lnTo>
                    <a:pt x="0" y="168300"/>
                  </a:lnTo>
                  <a:lnTo>
                    <a:pt x="506768" y="168300"/>
                  </a:lnTo>
                  <a:lnTo>
                    <a:pt x="506768" y="0"/>
                  </a:lnTo>
                  <a:close/>
                </a:path>
                <a:path w="1108075" h="1061720">
                  <a:moveTo>
                    <a:pt x="1107592" y="0"/>
                  </a:moveTo>
                  <a:lnTo>
                    <a:pt x="600837" y="0"/>
                  </a:lnTo>
                  <a:lnTo>
                    <a:pt x="600837" y="168300"/>
                  </a:lnTo>
                  <a:lnTo>
                    <a:pt x="972134" y="168300"/>
                  </a:lnTo>
                  <a:lnTo>
                    <a:pt x="972134" y="1061110"/>
                  </a:lnTo>
                  <a:lnTo>
                    <a:pt x="1086573" y="1061110"/>
                  </a:lnTo>
                  <a:lnTo>
                    <a:pt x="1086573" y="168300"/>
                  </a:lnTo>
                  <a:lnTo>
                    <a:pt x="1107592" y="168300"/>
                  </a:lnTo>
                  <a:lnTo>
                    <a:pt x="1107592" y="0"/>
                  </a:lnTo>
                  <a:close/>
                </a:path>
              </a:pathLst>
            </a:custGeom>
            <a:solidFill>
              <a:srgbClr val="626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44552" y="6520942"/>
              <a:ext cx="94615" cy="893444"/>
            </a:xfrm>
            <a:custGeom>
              <a:avLst/>
              <a:gdLst/>
              <a:ahLst/>
              <a:cxnLst/>
              <a:rect l="l" t="t" r="r" b="b"/>
              <a:pathLst>
                <a:path w="94614" h="893445">
                  <a:moveTo>
                    <a:pt x="0" y="893356"/>
                  </a:moveTo>
                  <a:lnTo>
                    <a:pt x="94068" y="893356"/>
                  </a:lnTo>
                  <a:lnTo>
                    <a:pt x="94068" y="0"/>
                  </a:lnTo>
                  <a:lnTo>
                    <a:pt x="0" y="0"/>
                  </a:lnTo>
                  <a:lnTo>
                    <a:pt x="0" y="893356"/>
                  </a:lnTo>
                  <a:close/>
                </a:path>
              </a:pathLst>
            </a:custGeom>
            <a:solidFill>
              <a:srgbClr val="D7D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44552" y="6352655"/>
              <a:ext cx="94615" cy="168910"/>
            </a:xfrm>
            <a:custGeom>
              <a:avLst/>
              <a:gdLst/>
              <a:ahLst/>
              <a:cxnLst/>
              <a:rect l="l" t="t" r="r" b="b"/>
              <a:pathLst>
                <a:path w="94614" h="168909">
                  <a:moveTo>
                    <a:pt x="0" y="168286"/>
                  </a:moveTo>
                  <a:lnTo>
                    <a:pt x="94005" y="168286"/>
                  </a:lnTo>
                  <a:lnTo>
                    <a:pt x="94005" y="0"/>
                  </a:lnTo>
                  <a:lnTo>
                    <a:pt x="0" y="0"/>
                  </a:lnTo>
                  <a:lnTo>
                    <a:pt x="0" y="168286"/>
                  </a:lnTo>
                  <a:close/>
                </a:path>
              </a:pathLst>
            </a:custGeom>
            <a:solidFill>
              <a:srgbClr val="9B9E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88278" y="6349568"/>
              <a:ext cx="6985" cy="1064895"/>
            </a:xfrm>
            <a:custGeom>
              <a:avLst/>
              <a:gdLst/>
              <a:ahLst/>
              <a:cxnLst/>
              <a:rect l="l" t="t" r="r" b="b"/>
              <a:pathLst>
                <a:path w="6985" h="1064895">
                  <a:moveTo>
                    <a:pt x="6603" y="0"/>
                  </a:moveTo>
                  <a:lnTo>
                    <a:pt x="0" y="0"/>
                  </a:lnTo>
                  <a:lnTo>
                    <a:pt x="0" y="1064729"/>
                  </a:lnTo>
                  <a:lnTo>
                    <a:pt x="6603" y="1064729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9599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88278" y="6352655"/>
              <a:ext cx="6985" cy="168910"/>
            </a:xfrm>
            <a:custGeom>
              <a:avLst/>
              <a:gdLst/>
              <a:ahLst/>
              <a:cxnLst/>
              <a:rect l="l" t="t" r="r" b="b"/>
              <a:pathLst>
                <a:path w="6985" h="168909">
                  <a:moveTo>
                    <a:pt x="0" y="168286"/>
                  </a:moveTo>
                  <a:lnTo>
                    <a:pt x="6603" y="168286"/>
                  </a:lnTo>
                  <a:lnTo>
                    <a:pt x="6603" y="0"/>
                  </a:lnTo>
                  <a:lnTo>
                    <a:pt x="0" y="0"/>
                  </a:lnTo>
                  <a:lnTo>
                    <a:pt x="0" y="168286"/>
                  </a:lnTo>
                  <a:close/>
                </a:path>
              </a:pathLst>
            </a:custGeom>
            <a:solidFill>
              <a:srgbClr val="626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232971" y="6225667"/>
              <a:ext cx="1317625" cy="1259840"/>
            </a:xfrm>
            <a:custGeom>
              <a:avLst/>
              <a:gdLst/>
              <a:ahLst/>
              <a:cxnLst/>
              <a:rect l="l" t="t" r="r" b="b"/>
              <a:pathLst>
                <a:path w="1317625" h="1259840">
                  <a:moveTo>
                    <a:pt x="1317218" y="0"/>
                  </a:moveTo>
                  <a:lnTo>
                    <a:pt x="0" y="0"/>
                  </a:lnTo>
                  <a:lnTo>
                    <a:pt x="0" y="127000"/>
                  </a:lnTo>
                  <a:lnTo>
                    <a:pt x="0" y="1259840"/>
                  </a:lnTo>
                  <a:lnTo>
                    <a:pt x="125831" y="1259840"/>
                  </a:lnTo>
                  <a:lnTo>
                    <a:pt x="125831" y="127000"/>
                  </a:lnTo>
                  <a:lnTo>
                    <a:pt x="1191387" y="127000"/>
                  </a:lnTo>
                  <a:lnTo>
                    <a:pt x="1191387" y="1259840"/>
                  </a:lnTo>
                  <a:lnTo>
                    <a:pt x="1317218" y="1259840"/>
                  </a:lnTo>
                  <a:lnTo>
                    <a:pt x="1317218" y="127000"/>
                  </a:lnTo>
                  <a:lnTo>
                    <a:pt x="1317218" y="0"/>
                  </a:lnTo>
                  <a:close/>
                </a:path>
              </a:pathLst>
            </a:custGeom>
            <a:solidFill>
              <a:srgbClr val="D7DC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829183" y="5431274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12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257683" y="579006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263116" y="5583534"/>
            <a:ext cx="1268730" cy="663575"/>
            <a:chOff x="5263116" y="5583534"/>
            <a:chExt cx="1268730" cy="663575"/>
          </a:xfrm>
        </p:grpSpPr>
        <p:sp>
          <p:nvSpPr>
            <p:cNvPr id="55" name="object 55"/>
            <p:cNvSpPr/>
            <p:nvPr/>
          </p:nvSpPr>
          <p:spPr>
            <a:xfrm>
              <a:off x="5290068" y="5608642"/>
              <a:ext cx="1229360" cy="617855"/>
            </a:xfrm>
            <a:custGeom>
              <a:avLst/>
              <a:gdLst/>
              <a:ahLst/>
              <a:cxnLst/>
              <a:rect l="l" t="t" r="r" b="b"/>
              <a:pathLst>
                <a:path w="1229359" h="617854">
                  <a:moveTo>
                    <a:pt x="614629" y="0"/>
                  </a:moveTo>
                  <a:lnTo>
                    <a:pt x="566589" y="1849"/>
                  </a:lnTo>
                  <a:lnTo>
                    <a:pt x="519561" y="7306"/>
                  </a:lnTo>
                  <a:lnTo>
                    <a:pt x="473681" y="16235"/>
                  </a:lnTo>
                  <a:lnTo>
                    <a:pt x="429086" y="28498"/>
                  </a:lnTo>
                  <a:lnTo>
                    <a:pt x="385911" y="43958"/>
                  </a:lnTo>
                  <a:lnTo>
                    <a:pt x="344295" y="62480"/>
                  </a:lnTo>
                  <a:lnTo>
                    <a:pt x="304373" y="83927"/>
                  </a:lnTo>
                  <a:lnTo>
                    <a:pt x="266283" y="108161"/>
                  </a:lnTo>
                  <a:lnTo>
                    <a:pt x="230160" y="135046"/>
                  </a:lnTo>
                  <a:lnTo>
                    <a:pt x="196142" y="164446"/>
                  </a:lnTo>
                  <a:lnTo>
                    <a:pt x="164365" y="196223"/>
                  </a:lnTo>
                  <a:lnTo>
                    <a:pt x="134966" y="230242"/>
                  </a:lnTo>
                  <a:lnTo>
                    <a:pt x="108081" y="266365"/>
                  </a:lnTo>
                  <a:lnTo>
                    <a:pt x="83848" y="304455"/>
                  </a:lnTo>
                  <a:lnTo>
                    <a:pt x="62402" y="344377"/>
                  </a:lnTo>
                  <a:lnTo>
                    <a:pt x="43881" y="385993"/>
                  </a:lnTo>
                  <a:lnTo>
                    <a:pt x="28420" y="429167"/>
                  </a:lnTo>
                  <a:lnTo>
                    <a:pt x="16158" y="473761"/>
                  </a:lnTo>
                  <a:lnTo>
                    <a:pt x="7230" y="519640"/>
                  </a:lnTo>
                  <a:lnTo>
                    <a:pt x="1773" y="566667"/>
                  </a:lnTo>
                  <a:lnTo>
                    <a:pt x="0" y="617588"/>
                  </a:lnTo>
                  <a:lnTo>
                    <a:pt x="1229258" y="617588"/>
                  </a:lnTo>
                  <a:lnTo>
                    <a:pt x="1229321" y="614705"/>
                  </a:lnTo>
                  <a:lnTo>
                    <a:pt x="1227472" y="566667"/>
                  </a:lnTo>
                  <a:lnTo>
                    <a:pt x="1222015" y="519640"/>
                  </a:lnTo>
                  <a:lnTo>
                    <a:pt x="1213087" y="473761"/>
                  </a:lnTo>
                  <a:lnTo>
                    <a:pt x="1200824" y="429167"/>
                  </a:lnTo>
                  <a:lnTo>
                    <a:pt x="1185364" y="385993"/>
                  </a:lnTo>
                  <a:lnTo>
                    <a:pt x="1166843" y="344377"/>
                  </a:lnTo>
                  <a:lnTo>
                    <a:pt x="1145397" y="304455"/>
                  </a:lnTo>
                  <a:lnTo>
                    <a:pt x="1121164" y="266365"/>
                  </a:lnTo>
                  <a:lnTo>
                    <a:pt x="1094280" y="230242"/>
                  </a:lnTo>
                  <a:lnTo>
                    <a:pt x="1064881" y="196223"/>
                  </a:lnTo>
                  <a:lnTo>
                    <a:pt x="1033105" y="164446"/>
                  </a:lnTo>
                  <a:lnTo>
                    <a:pt x="999087" y="135046"/>
                  </a:lnTo>
                  <a:lnTo>
                    <a:pt x="962965" y="108161"/>
                  </a:lnTo>
                  <a:lnTo>
                    <a:pt x="924875" y="83927"/>
                  </a:lnTo>
                  <a:lnTo>
                    <a:pt x="884954" y="62480"/>
                  </a:lnTo>
                  <a:lnTo>
                    <a:pt x="843339" y="43958"/>
                  </a:lnTo>
                  <a:lnTo>
                    <a:pt x="800166" y="28498"/>
                  </a:lnTo>
                  <a:lnTo>
                    <a:pt x="755572" y="16235"/>
                  </a:lnTo>
                  <a:lnTo>
                    <a:pt x="709693" y="7306"/>
                  </a:lnTo>
                  <a:lnTo>
                    <a:pt x="662666" y="1849"/>
                  </a:lnTo>
                  <a:lnTo>
                    <a:pt x="614629" y="0"/>
                  </a:lnTo>
                  <a:close/>
                </a:path>
              </a:pathLst>
            </a:custGeom>
            <a:solidFill>
              <a:srgbClr val="FFFFFF">
                <a:alpha val="63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89991" y="5608642"/>
              <a:ext cx="1229995" cy="617855"/>
            </a:xfrm>
            <a:custGeom>
              <a:avLst/>
              <a:gdLst/>
              <a:ahLst/>
              <a:cxnLst/>
              <a:rect l="l" t="t" r="r" b="b"/>
              <a:pathLst>
                <a:path w="1229995" h="617854">
                  <a:moveTo>
                    <a:pt x="1229398" y="614705"/>
                  </a:moveTo>
                  <a:lnTo>
                    <a:pt x="1227548" y="566667"/>
                  </a:lnTo>
                  <a:lnTo>
                    <a:pt x="1222091" y="519640"/>
                  </a:lnTo>
                  <a:lnTo>
                    <a:pt x="1213163" y="473761"/>
                  </a:lnTo>
                  <a:lnTo>
                    <a:pt x="1200901" y="429167"/>
                  </a:lnTo>
                  <a:lnTo>
                    <a:pt x="1185440" y="385993"/>
                  </a:lnTo>
                  <a:lnTo>
                    <a:pt x="1166919" y="344377"/>
                  </a:lnTo>
                  <a:lnTo>
                    <a:pt x="1145474" y="304455"/>
                  </a:lnTo>
                  <a:lnTo>
                    <a:pt x="1121240" y="266365"/>
                  </a:lnTo>
                  <a:lnTo>
                    <a:pt x="1094356" y="230242"/>
                  </a:lnTo>
                  <a:lnTo>
                    <a:pt x="1064957" y="196223"/>
                  </a:lnTo>
                  <a:lnTo>
                    <a:pt x="1033181" y="164446"/>
                  </a:lnTo>
                  <a:lnTo>
                    <a:pt x="999163" y="135046"/>
                  </a:lnTo>
                  <a:lnTo>
                    <a:pt x="963041" y="108161"/>
                  </a:lnTo>
                  <a:lnTo>
                    <a:pt x="924951" y="83927"/>
                  </a:lnTo>
                  <a:lnTo>
                    <a:pt x="885030" y="62480"/>
                  </a:lnTo>
                  <a:lnTo>
                    <a:pt x="843415" y="43958"/>
                  </a:lnTo>
                  <a:lnTo>
                    <a:pt x="800242" y="28498"/>
                  </a:lnTo>
                  <a:lnTo>
                    <a:pt x="755648" y="16235"/>
                  </a:lnTo>
                  <a:lnTo>
                    <a:pt x="709769" y="7306"/>
                  </a:lnTo>
                  <a:lnTo>
                    <a:pt x="662743" y="1849"/>
                  </a:lnTo>
                  <a:lnTo>
                    <a:pt x="614705" y="0"/>
                  </a:lnTo>
                  <a:lnTo>
                    <a:pt x="566666" y="1849"/>
                  </a:lnTo>
                  <a:lnTo>
                    <a:pt x="519637" y="7306"/>
                  </a:lnTo>
                  <a:lnTo>
                    <a:pt x="473757" y="16235"/>
                  </a:lnTo>
                  <a:lnTo>
                    <a:pt x="429162" y="28498"/>
                  </a:lnTo>
                  <a:lnTo>
                    <a:pt x="385988" y="43958"/>
                  </a:lnTo>
                  <a:lnTo>
                    <a:pt x="344371" y="62480"/>
                  </a:lnTo>
                  <a:lnTo>
                    <a:pt x="304450" y="83927"/>
                  </a:lnTo>
                  <a:lnTo>
                    <a:pt x="266359" y="108161"/>
                  </a:lnTo>
                  <a:lnTo>
                    <a:pt x="230236" y="135046"/>
                  </a:lnTo>
                  <a:lnTo>
                    <a:pt x="196218" y="164446"/>
                  </a:lnTo>
                  <a:lnTo>
                    <a:pt x="164441" y="196223"/>
                  </a:lnTo>
                  <a:lnTo>
                    <a:pt x="135042" y="230242"/>
                  </a:lnTo>
                  <a:lnTo>
                    <a:pt x="108157" y="266365"/>
                  </a:lnTo>
                  <a:lnTo>
                    <a:pt x="83924" y="304455"/>
                  </a:lnTo>
                  <a:lnTo>
                    <a:pt x="62478" y="344377"/>
                  </a:lnTo>
                  <a:lnTo>
                    <a:pt x="43957" y="385993"/>
                  </a:lnTo>
                  <a:lnTo>
                    <a:pt x="28497" y="429167"/>
                  </a:lnTo>
                  <a:lnTo>
                    <a:pt x="16234" y="473761"/>
                  </a:lnTo>
                  <a:lnTo>
                    <a:pt x="7306" y="519640"/>
                  </a:lnTo>
                  <a:lnTo>
                    <a:pt x="1849" y="566667"/>
                  </a:lnTo>
                  <a:lnTo>
                    <a:pt x="0" y="614705"/>
                  </a:lnTo>
                  <a:lnTo>
                    <a:pt x="0" y="615670"/>
                  </a:lnTo>
                  <a:lnTo>
                    <a:pt x="63" y="616623"/>
                  </a:lnTo>
                  <a:lnTo>
                    <a:pt x="76" y="617588"/>
                  </a:lnTo>
                  <a:lnTo>
                    <a:pt x="1229334" y="617588"/>
                  </a:lnTo>
                  <a:lnTo>
                    <a:pt x="1229334" y="616623"/>
                  </a:lnTo>
                  <a:lnTo>
                    <a:pt x="1229398" y="615670"/>
                  </a:lnTo>
                  <a:lnTo>
                    <a:pt x="1229398" y="614705"/>
                  </a:lnTo>
                  <a:close/>
                </a:path>
              </a:pathLst>
            </a:custGeom>
            <a:ln w="80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89991" y="5608642"/>
              <a:ext cx="1229995" cy="617855"/>
            </a:xfrm>
            <a:custGeom>
              <a:avLst/>
              <a:gdLst/>
              <a:ahLst/>
              <a:cxnLst/>
              <a:rect l="l" t="t" r="r" b="b"/>
              <a:pathLst>
                <a:path w="1229995" h="617854">
                  <a:moveTo>
                    <a:pt x="1229398" y="614705"/>
                  </a:moveTo>
                  <a:lnTo>
                    <a:pt x="1227548" y="566667"/>
                  </a:lnTo>
                  <a:lnTo>
                    <a:pt x="1222091" y="519640"/>
                  </a:lnTo>
                  <a:lnTo>
                    <a:pt x="1213163" y="473761"/>
                  </a:lnTo>
                  <a:lnTo>
                    <a:pt x="1200901" y="429167"/>
                  </a:lnTo>
                  <a:lnTo>
                    <a:pt x="1185440" y="385993"/>
                  </a:lnTo>
                  <a:lnTo>
                    <a:pt x="1166919" y="344377"/>
                  </a:lnTo>
                  <a:lnTo>
                    <a:pt x="1145474" y="304455"/>
                  </a:lnTo>
                  <a:lnTo>
                    <a:pt x="1121240" y="266365"/>
                  </a:lnTo>
                  <a:lnTo>
                    <a:pt x="1094356" y="230242"/>
                  </a:lnTo>
                  <a:lnTo>
                    <a:pt x="1064957" y="196223"/>
                  </a:lnTo>
                  <a:lnTo>
                    <a:pt x="1033181" y="164446"/>
                  </a:lnTo>
                  <a:lnTo>
                    <a:pt x="999163" y="135046"/>
                  </a:lnTo>
                  <a:lnTo>
                    <a:pt x="963041" y="108161"/>
                  </a:lnTo>
                  <a:lnTo>
                    <a:pt x="924951" y="83927"/>
                  </a:lnTo>
                  <a:lnTo>
                    <a:pt x="885030" y="62480"/>
                  </a:lnTo>
                  <a:lnTo>
                    <a:pt x="843415" y="43958"/>
                  </a:lnTo>
                  <a:lnTo>
                    <a:pt x="800242" y="28498"/>
                  </a:lnTo>
                  <a:lnTo>
                    <a:pt x="755648" y="16235"/>
                  </a:lnTo>
                  <a:lnTo>
                    <a:pt x="709769" y="7306"/>
                  </a:lnTo>
                  <a:lnTo>
                    <a:pt x="662743" y="1849"/>
                  </a:lnTo>
                  <a:lnTo>
                    <a:pt x="614705" y="0"/>
                  </a:lnTo>
                  <a:lnTo>
                    <a:pt x="566666" y="1849"/>
                  </a:lnTo>
                  <a:lnTo>
                    <a:pt x="519637" y="7306"/>
                  </a:lnTo>
                  <a:lnTo>
                    <a:pt x="473757" y="16235"/>
                  </a:lnTo>
                  <a:lnTo>
                    <a:pt x="429162" y="28498"/>
                  </a:lnTo>
                  <a:lnTo>
                    <a:pt x="385988" y="43958"/>
                  </a:lnTo>
                  <a:lnTo>
                    <a:pt x="344371" y="62480"/>
                  </a:lnTo>
                  <a:lnTo>
                    <a:pt x="304450" y="83927"/>
                  </a:lnTo>
                  <a:lnTo>
                    <a:pt x="266359" y="108161"/>
                  </a:lnTo>
                  <a:lnTo>
                    <a:pt x="230236" y="135046"/>
                  </a:lnTo>
                  <a:lnTo>
                    <a:pt x="196218" y="164446"/>
                  </a:lnTo>
                  <a:lnTo>
                    <a:pt x="164441" y="196223"/>
                  </a:lnTo>
                  <a:lnTo>
                    <a:pt x="135042" y="230242"/>
                  </a:lnTo>
                  <a:lnTo>
                    <a:pt x="108157" y="266365"/>
                  </a:lnTo>
                  <a:lnTo>
                    <a:pt x="83924" y="304455"/>
                  </a:lnTo>
                  <a:lnTo>
                    <a:pt x="62478" y="344377"/>
                  </a:lnTo>
                  <a:lnTo>
                    <a:pt x="43957" y="385993"/>
                  </a:lnTo>
                  <a:lnTo>
                    <a:pt x="28497" y="429167"/>
                  </a:lnTo>
                  <a:lnTo>
                    <a:pt x="16234" y="473761"/>
                  </a:lnTo>
                  <a:lnTo>
                    <a:pt x="7306" y="519640"/>
                  </a:lnTo>
                  <a:lnTo>
                    <a:pt x="1849" y="566667"/>
                  </a:lnTo>
                  <a:lnTo>
                    <a:pt x="0" y="614705"/>
                  </a:lnTo>
                  <a:lnTo>
                    <a:pt x="0" y="615670"/>
                  </a:lnTo>
                  <a:lnTo>
                    <a:pt x="63" y="616623"/>
                  </a:lnTo>
                  <a:lnTo>
                    <a:pt x="76" y="617588"/>
                  </a:lnTo>
                  <a:lnTo>
                    <a:pt x="1229334" y="617588"/>
                  </a:lnTo>
                  <a:lnTo>
                    <a:pt x="1229334" y="616623"/>
                  </a:lnTo>
                  <a:lnTo>
                    <a:pt x="1229398" y="615670"/>
                  </a:lnTo>
                  <a:lnTo>
                    <a:pt x="1229398" y="614705"/>
                  </a:lnTo>
                  <a:close/>
                </a:path>
              </a:pathLst>
            </a:custGeom>
            <a:ln w="80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454591" y="5947532"/>
              <a:ext cx="453390" cy="280670"/>
            </a:xfrm>
            <a:custGeom>
              <a:avLst/>
              <a:gdLst/>
              <a:ahLst/>
              <a:cxnLst/>
              <a:rect l="l" t="t" r="r" b="b"/>
              <a:pathLst>
                <a:path w="453389" h="280670">
                  <a:moveTo>
                    <a:pt x="453275" y="280238"/>
                  </a:moveTo>
                  <a:lnTo>
                    <a:pt x="0" y="0"/>
                  </a:lnTo>
                </a:path>
              </a:pathLst>
            </a:custGeom>
            <a:ln w="8077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06055" y="5917525"/>
              <a:ext cx="85725" cy="70485"/>
            </a:xfrm>
            <a:custGeom>
              <a:avLst/>
              <a:gdLst/>
              <a:ahLst/>
              <a:cxnLst/>
              <a:rect l="l" t="t" r="r" b="b"/>
              <a:pathLst>
                <a:path w="85725" h="70485">
                  <a:moveTo>
                    <a:pt x="0" y="0"/>
                  </a:moveTo>
                  <a:lnTo>
                    <a:pt x="51104" y="70205"/>
                  </a:lnTo>
                  <a:lnTo>
                    <a:pt x="52158" y="32245"/>
                  </a:lnTo>
                  <a:lnTo>
                    <a:pt x="85661" y="14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88330" y="620987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16352" y="0"/>
                  </a:moveTo>
                  <a:lnTo>
                    <a:pt x="10195" y="1202"/>
                  </a:lnTo>
                  <a:lnTo>
                    <a:pt x="4783" y="4797"/>
                  </a:lnTo>
                  <a:lnTo>
                    <a:pt x="1192" y="10214"/>
                  </a:lnTo>
                  <a:lnTo>
                    <a:pt x="0" y="16371"/>
                  </a:lnTo>
                  <a:lnTo>
                    <a:pt x="1205" y="22526"/>
                  </a:lnTo>
                  <a:lnTo>
                    <a:pt x="4808" y="27936"/>
                  </a:lnTo>
                  <a:lnTo>
                    <a:pt x="10220" y="31528"/>
                  </a:lnTo>
                  <a:lnTo>
                    <a:pt x="16376" y="32721"/>
                  </a:lnTo>
                  <a:lnTo>
                    <a:pt x="22530" y="31519"/>
                  </a:lnTo>
                  <a:lnTo>
                    <a:pt x="27935" y="27924"/>
                  </a:lnTo>
                  <a:lnTo>
                    <a:pt x="31528" y="22511"/>
                  </a:lnTo>
                  <a:lnTo>
                    <a:pt x="32724" y="16354"/>
                  </a:lnTo>
                  <a:lnTo>
                    <a:pt x="31523" y="10196"/>
                  </a:lnTo>
                  <a:lnTo>
                    <a:pt x="27922" y="4784"/>
                  </a:lnTo>
                  <a:lnTo>
                    <a:pt x="22510" y="1193"/>
                  </a:lnTo>
                  <a:lnTo>
                    <a:pt x="1635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88330" y="620987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7935" y="27924"/>
                  </a:moveTo>
                  <a:lnTo>
                    <a:pt x="22530" y="31519"/>
                  </a:lnTo>
                  <a:lnTo>
                    <a:pt x="16376" y="32721"/>
                  </a:lnTo>
                  <a:lnTo>
                    <a:pt x="10220" y="31528"/>
                  </a:lnTo>
                  <a:lnTo>
                    <a:pt x="4808" y="27936"/>
                  </a:lnTo>
                  <a:lnTo>
                    <a:pt x="1205" y="22526"/>
                  </a:lnTo>
                  <a:lnTo>
                    <a:pt x="0" y="16371"/>
                  </a:lnTo>
                  <a:lnTo>
                    <a:pt x="1192" y="10214"/>
                  </a:lnTo>
                  <a:lnTo>
                    <a:pt x="4783" y="4797"/>
                  </a:lnTo>
                  <a:lnTo>
                    <a:pt x="10195" y="1202"/>
                  </a:lnTo>
                  <a:lnTo>
                    <a:pt x="16352" y="0"/>
                  </a:lnTo>
                  <a:lnTo>
                    <a:pt x="22510" y="1193"/>
                  </a:lnTo>
                  <a:lnTo>
                    <a:pt x="27922" y="4784"/>
                  </a:lnTo>
                  <a:lnTo>
                    <a:pt x="31523" y="10196"/>
                  </a:lnTo>
                  <a:lnTo>
                    <a:pt x="32724" y="16354"/>
                  </a:lnTo>
                  <a:lnTo>
                    <a:pt x="31528" y="22511"/>
                  </a:lnTo>
                  <a:lnTo>
                    <a:pt x="27935" y="27924"/>
                  </a:lnTo>
                  <a:close/>
                </a:path>
              </a:pathLst>
            </a:custGeom>
            <a:ln w="80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67155" y="6206196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16349" y="0"/>
                  </a:moveTo>
                  <a:lnTo>
                    <a:pt x="10195" y="1202"/>
                  </a:lnTo>
                  <a:lnTo>
                    <a:pt x="4784" y="4797"/>
                  </a:lnTo>
                  <a:lnTo>
                    <a:pt x="1193" y="10216"/>
                  </a:lnTo>
                  <a:lnTo>
                    <a:pt x="0" y="16376"/>
                  </a:lnTo>
                  <a:lnTo>
                    <a:pt x="1202" y="22531"/>
                  </a:lnTo>
                  <a:lnTo>
                    <a:pt x="4797" y="27936"/>
                  </a:lnTo>
                  <a:lnTo>
                    <a:pt x="10214" y="31528"/>
                  </a:lnTo>
                  <a:lnTo>
                    <a:pt x="16371" y="32721"/>
                  </a:lnTo>
                  <a:lnTo>
                    <a:pt x="22526" y="31519"/>
                  </a:lnTo>
                  <a:lnTo>
                    <a:pt x="27936" y="27924"/>
                  </a:lnTo>
                  <a:lnTo>
                    <a:pt x="31528" y="22511"/>
                  </a:lnTo>
                  <a:lnTo>
                    <a:pt x="32721" y="16354"/>
                  </a:lnTo>
                  <a:lnTo>
                    <a:pt x="31519" y="10196"/>
                  </a:lnTo>
                  <a:lnTo>
                    <a:pt x="27924" y="4784"/>
                  </a:lnTo>
                  <a:lnTo>
                    <a:pt x="22506" y="1193"/>
                  </a:lnTo>
                  <a:lnTo>
                    <a:pt x="1634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67155" y="6206196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7936" y="27924"/>
                  </a:moveTo>
                  <a:lnTo>
                    <a:pt x="22526" y="31519"/>
                  </a:lnTo>
                  <a:lnTo>
                    <a:pt x="16371" y="32721"/>
                  </a:lnTo>
                  <a:lnTo>
                    <a:pt x="10214" y="31528"/>
                  </a:lnTo>
                  <a:lnTo>
                    <a:pt x="4797" y="27936"/>
                  </a:lnTo>
                  <a:lnTo>
                    <a:pt x="1202" y="22531"/>
                  </a:lnTo>
                  <a:lnTo>
                    <a:pt x="0" y="16376"/>
                  </a:lnTo>
                  <a:lnTo>
                    <a:pt x="1193" y="10216"/>
                  </a:lnTo>
                  <a:lnTo>
                    <a:pt x="4784" y="4797"/>
                  </a:lnTo>
                  <a:lnTo>
                    <a:pt x="10195" y="1202"/>
                  </a:lnTo>
                  <a:lnTo>
                    <a:pt x="16349" y="0"/>
                  </a:lnTo>
                  <a:lnTo>
                    <a:pt x="22506" y="1193"/>
                  </a:lnTo>
                  <a:lnTo>
                    <a:pt x="27924" y="4784"/>
                  </a:lnTo>
                  <a:lnTo>
                    <a:pt x="31519" y="10196"/>
                  </a:lnTo>
                  <a:lnTo>
                    <a:pt x="32721" y="16354"/>
                  </a:lnTo>
                  <a:lnTo>
                    <a:pt x="31528" y="22511"/>
                  </a:lnTo>
                  <a:lnTo>
                    <a:pt x="27936" y="27924"/>
                  </a:lnTo>
                  <a:close/>
                </a:path>
              </a:pathLst>
            </a:custGeom>
            <a:ln w="80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94761" y="620987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16348" y="0"/>
                  </a:moveTo>
                  <a:lnTo>
                    <a:pt x="10194" y="1202"/>
                  </a:lnTo>
                  <a:lnTo>
                    <a:pt x="4789" y="4797"/>
                  </a:lnTo>
                  <a:lnTo>
                    <a:pt x="1196" y="10214"/>
                  </a:lnTo>
                  <a:lnTo>
                    <a:pt x="0" y="16371"/>
                  </a:lnTo>
                  <a:lnTo>
                    <a:pt x="1201" y="22526"/>
                  </a:lnTo>
                  <a:lnTo>
                    <a:pt x="4802" y="27936"/>
                  </a:lnTo>
                  <a:lnTo>
                    <a:pt x="10214" y="31528"/>
                  </a:lnTo>
                  <a:lnTo>
                    <a:pt x="16370" y="32721"/>
                  </a:lnTo>
                  <a:lnTo>
                    <a:pt x="22524" y="31519"/>
                  </a:lnTo>
                  <a:lnTo>
                    <a:pt x="27928" y="27924"/>
                  </a:lnTo>
                  <a:lnTo>
                    <a:pt x="31521" y="22511"/>
                  </a:lnTo>
                  <a:lnTo>
                    <a:pt x="32718" y="16354"/>
                  </a:lnTo>
                  <a:lnTo>
                    <a:pt x="31516" y="10196"/>
                  </a:lnTo>
                  <a:lnTo>
                    <a:pt x="27916" y="4784"/>
                  </a:lnTo>
                  <a:lnTo>
                    <a:pt x="22504" y="1193"/>
                  </a:lnTo>
                  <a:lnTo>
                    <a:pt x="1634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494761" y="620987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7928" y="27924"/>
                  </a:moveTo>
                  <a:lnTo>
                    <a:pt x="22524" y="31519"/>
                  </a:lnTo>
                  <a:lnTo>
                    <a:pt x="16370" y="32721"/>
                  </a:lnTo>
                  <a:lnTo>
                    <a:pt x="10214" y="31528"/>
                  </a:lnTo>
                  <a:lnTo>
                    <a:pt x="4802" y="27936"/>
                  </a:lnTo>
                  <a:lnTo>
                    <a:pt x="1201" y="22526"/>
                  </a:lnTo>
                  <a:lnTo>
                    <a:pt x="0" y="16371"/>
                  </a:lnTo>
                  <a:lnTo>
                    <a:pt x="1196" y="10214"/>
                  </a:lnTo>
                  <a:lnTo>
                    <a:pt x="4789" y="4797"/>
                  </a:lnTo>
                  <a:lnTo>
                    <a:pt x="10194" y="1202"/>
                  </a:lnTo>
                  <a:lnTo>
                    <a:pt x="16348" y="0"/>
                  </a:lnTo>
                  <a:lnTo>
                    <a:pt x="22504" y="1193"/>
                  </a:lnTo>
                  <a:lnTo>
                    <a:pt x="27916" y="4784"/>
                  </a:lnTo>
                  <a:lnTo>
                    <a:pt x="31516" y="10196"/>
                  </a:lnTo>
                  <a:lnTo>
                    <a:pt x="32718" y="16354"/>
                  </a:lnTo>
                  <a:lnTo>
                    <a:pt x="31521" y="22511"/>
                  </a:lnTo>
                  <a:lnTo>
                    <a:pt x="27928" y="27924"/>
                  </a:lnTo>
                  <a:close/>
                </a:path>
              </a:pathLst>
            </a:custGeom>
            <a:ln w="80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888330" y="558757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16352" y="0"/>
                  </a:moveTo>
                  <a:lnTo>
                    <a:pt x="10195" y="1202"/>
                  </a:lnTo>
                  <a:lnTo>
                    <a:pt x="4783" y="4797"/>
                  </a:lnTo>
                  <a:lnTo>
                    <a:pt x="1192" y="10214"/>
                  </a:lnTo>
                  <a:lnTo>
                    <a:pt x="0" y="16371"/>
                  </a:lnTo>
                  <a:lnTo>
                    <a:pt x="1205" y="22526"/>
                  </a:lnTo>
                  <a:lnTo>
                    <a:pt x="4808" y="27936"/>
                  </a:lnTo>
                  <a:lnTo>
                    <a:pt x="10220" y="31528"/>
                  </a:lnTo>
                  <a:lnTo>
                    <a:pt x="16376" y="32721"/>
                  </a:lnTo>
                  <a:lnTo>
                    <a:pt x="22530" y="31519"/>
                  </a:lnTo>
                  <a:lnTo>
                    <a:pt x="27935" y="27924"/>
                  </a:lnTo>
                  <a:lnTo>
                    <a:pt x="31528" y="22511"/>
                  </a:lnTo>
                  <a:lnTo>
                    <a:pt x="32724" y="16354"/>
                  </a:lnTo>
                  <a:lnTo>
                    <a:pt x="31523" y="10196"/>
                  </a:lnTo>
                  <a:lnTo>
                    <a:pt x="27922" y="4784"/>
                  </a:lnTo>
                  <a:lnTo>
                    <a:pt x="22510" y="1193"/>
                  </a:lnTo>
                  <a:lnTo>
                    <a:pt x="1635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888330" y="558757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7935" y="27924"/>
                  </a:moveTo>
                  <a:lnTo>
                    <a:pt x="22530" y="31519"/>
                  </a:lnTo>
                  <a:lnTo>
                    <a:pt x="16376" y="32721"/>
                  </a:lnTo>
                  <a:lnTo>
                    <a:pt x="10220" y="31528"/>
                  </a:lnTo>
                  <a:lnTo>
                    <a:pt x="4808" y="27936"/>
                  </a:lnTo>
                  <a:lnTo>
                    <a:pt x="1205" y="22526"/>
                  </a:lnTo>
                  <a:lnTo>
                    <a:pt x="0" y="16371"/>
                  </a:lnTo>
                  <a:lnTo>
                    <a:pt x="1192" y="10214"/>
                  </a:lnTo>
                  <a:lnTo>
                    <a:pt x="4783" y="4797"/>
                  </a:lnTo>
                  <a:lnTo>
                    <a:pt x="10195" y="1202"/>
                  </a:lnTo>
                  <a:lnTo>
                    <a:pt x="16352" y="0"/>
                  </a:lnTo>
                  <a:lnTo>
                    <a:pt x="22510" y="1193"/>
                  </a:lnTo>
                  <a:lnTo>
                    <a:pt x="27922" y="4784"/>
                  </a:lnTo>
                  <a:lnTo>
                    <a:pt x="31523" y="10196"/>
                  </a:lnTo>
                  <a:lnTo>
                    <a:pt x="32724" y="16354"/>
                  </a:lnTo>
                  <a:lnTo>
                    <a:pt x="31528" y="22511"/>
                  </a:lnTo>
                  <a:lnTo>
                    <a:pt x="27935" y="27924"/>
                  </a:lnTo>
                  <a:close/>
                </a:path>
              </a:pathLst>
            </a:custGeom>
            <a:ln w="80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60142" y="587915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16354" y="0"/>
                  </a:moveTo>
                  <a:lnTo>
                    <a:pt x="10196" y="1202"/>
                  </a:lnTo>
                  <a:lnTo>
                    <a:pt x="4784" y="4797"/>
                  </a:lnTo>
                  <a:lnTo>
                    <a:pt x="1193" y="10214"/>
                  </a:lnTo>
                  <a:lnTo>
                    <a:pt x="0" y="16371"/>
                  </a:lnTo>
                  <a:lnTo>
                    <a:pt x="1202" y="22526"/>
                  </a:lnTo>
                  <a:lnTo>
                    <a:pt x="4797" y="27936"/>
                  </a:lnTo>
                  <a:lnTo>
                    <a:pt x="10216" y="31528"/>
                  </a:lnTo>
                  <a:lnTo>
                    <a:pt x="16376" y="32721"/>
                  </a:lnTo>
                  <a:lnTo>
                    <a:pt x="22531" y="31519"/>
                  </a:lnTo>
                  <a:lnTo>
                    <a:pt x="27936" y="27924"/>
                  </a:lnTo>
                  <a:lnTo>
                    <a:pt x="31528" y="22506"/>
                  </a:lnTo>
                  <a:lnTo>
                    <a:pt x="32721" y="16349"/>
                  </a:lnTo>
                  <a:lnTo>
                    <a:pt x="31519" y="10195"/>
                  </a:lnTo>
                  <a:lnTo>
                    <a:pt x="27924" y="4784"/>
                  </a:lnTo>
                  <a:lnTo>
                    <a:pt x="22511" y="1193"/>
                  </a:lnTo>
                  <a:lnTo>
                    <a:pt x="1635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60142" y="587915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7936" y="27924"/>
                  </a:moveTo>
                  <a:lnTo>
                    <a:pt x="22531" y="31519"/>
                  </a:lnTo>
                  <a:lnTo>
                    <a:pt x="16376" y="32721"/>
                  </a:lnTo>
                  <a:lnTo>
                    <a:pt x="10216" y="31528"/>
                  </a:lnTo>
                  <a:lnTo>
                    <a:pt x="4797" y="27936"/>
                  </a:lnTo>
                  <a:lnTo>
                    <a:pt x="1202" y="22526"/>
                  </a:lnTo>
                  <a:lnTo>
                    <a:pt x="0" y="16371"/>
                  </a:lnTo>
                  <a:lnTo>
                    <a:pt x="1193" y="10214"/>
                  </a:lnTo>
                  <a:lnTo>
                    <a:pt x="4784" y="4797"/>
                  </a:lnTo>
                  <a:lnTo>
                    <a:pt x="10196" y="1202"/>
                  </a:lnTo>
                  <a:lnTo>
                    <a:pt x="16354" y="0"/>
                  </a:lnTo>
                  <a:lnTo>
                    <a:pt x="22511" y="1193"/>
                  </a:lnTo>
                  <a:lnTo>
                    <a:pt x="27924" y="4784"/>
                  </a:lnTo>
                  <a:lnTo>
                    <a:pt x="31519" y="10195"/>
                  </a:lnTo>
                  <a:lnTo>
                    <a:pt x="32721" y="16349"/>
                  </a:lnTo>
                  <a:lnTo>
                    <a:pt x="31528" y="22506"/>
                  </a:lnTo>
                  <a:lnTo>
                    <a:pt x="27936" y="27924"/>
                  </a:lnTo>
                  <a:close/>
                </a:path>
              </a:pathLst>
            </a:custGeom>
            <a:ln w="807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5133889" y="6120249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0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537265" y="6139337"/>
            <a:ext cx="153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24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765399" y="7678359"/>
            <a:ext cx="2636520" cy="1414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verilen asansörde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hangi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katta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oldu-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ğunu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gösteren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düzenek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vardır.</a:t>
            </a:r>
            <a:endParaRPr sz="10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16700"/>
              </a:lnSpc>
              <a:spcBef>
                <a:spcPts val="565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Asansöre 5. katta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binen bir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kişi en az kaç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kat yukarı çıkarsa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düzenekte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yer alan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okun 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ilk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ve son konumları arasındaki açı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geniş 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olur?</a:t>
            </a:r>
            <a:endParaRPr sz="1000">
              <a:latin typeface="Arial"/>
              <a:cs typeface="Arial"/>
            </a:endParaRPr>
          </a:p>
          <a:p>
            <a:pPr marL="15875" algn="just">
              <a:lnSpc>
                <a:spcPct val="100000"/>
              </a:lnSpc>
              <a:spcBef>
                <a:spcPts val="765"/>
              </a:spcBef>
              <a:tabLst>
                <a:tab pos="688975" algn="l"/>
                <a:tab pos="137477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7	B)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9	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C)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</a:t>
            </a:r>
            <a:r>
              <a:rPr sz="1000" spc="355" dirty="0">
                <a:solidFill>
                  <a:srgbClr val="231F20"/>
                </a:solidFill>
                <a:latin typeface="Microsoft Sans Serif"/>
                <a:cs typeface="Microsoft Sans Serif"/>
              </a:rPr>
              <a:t>   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D)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13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7300" y="1032305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1.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354580" y="1712487"/>
            <a:ext cx="802640" cy="397510"/>
            <a:chOff x="1354580" y="1712487"/>
            <a:chExt cx="802640" cy="397510"/>
          </a:xfrm>
        </p:grpSpPr>
        <p:sp>
          <p:nvSpPr>
            <p:cNvPr id="75" name="object 75"/>
            <p:cNvSpPr/>
            <p:nvPr/>
          </p:nvSpPr>
          <p:spPr>
            <a:xfrm>
              <a:off x="2126025" y="1715662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17805" y="0"/>
                  </a:moveTo>
                  <a:lnTo>
                    <a:pt x="9829" y="12"/>
                  </a:lnTo>
                  <a:lnTo>
                    <a:pt x="0" y="9855"/>
                  </a:lnTo>
                  <a:lnTo>
                    <a:pt x="0" y="17843"/>
                  </a:lnTo>
                  <a:lnTo>
                    <a:pt x="9855" y="27673"/>
                  </a:lnTo>
                  <a:lnTo>
                    <a:pt x="17830" y="27673"/>
                  </a:lnTo>
                  <a:lnTo>
                    <a:pt x="22745" y="22745"/>
                  </a:lnTo>
                  <a:lnTo>
                    <a:pt x="27660" y="17818"/>
                  </a:lnTo>
                  <a:lnTo>
                    <a:pt x="27660" y="9842"/>
                  </a:lnTo>
                  <a:lnTo>
                    <a:pt x="178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26025" y="1715662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45" y="22745"/>
                  </a:moveTo>
                  <a:lnTo>
                    <a:pt x="17830" y="27673"/>
                  </a:lnTo>
                  <a:lnTo>
                    <a:pt x="9855" y="27673"/>
                  </a:lnTo>
                  <a:lnTo>
                    <a:pt x="4927" y="22758"/>
                  </a:lnTo>
                  <a:lnTo>
                    <a:pt x="0" y="17843"/>
                  </a:lnTo>
                  <a:lnTo>
                    <a:pt x="0" y="9855"/>
                  </a:lnTo>
                  <a:lnTo>
                    <a:pt x="4914" y="4940"/>
                  </a:lnTo>
                  <a:lnTo>
                    <a:pt x="9829" y="12"/>
                  </a:lnTo>
                  <a:lnTo>
                    <a:pt x="17805" y="0"/>
                  </a:lnTo>
                  <a:lnTo>
                    <a:pt x="22732" y="4927"/>
                  </a:lnTo>
                  <a:lnTo>
                    <a:pt x="27660" y="9842"/>
                  </a:lnTo>
                  <a:lnTo>
                    <a:pt x="27660" y="17818"/>
                  </a:lnTo>
                  <a:lnTo>
                    <a:pt x="22745" y="22745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357755" y="2078666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39">
                  <a:moveTo>
                    <a:pt x="17805" y="0"/>
                  </a:moveTo>
                  <a:lnTo>
                    <a:pt x="9829" y="0"/>
                  </a:lnTo>
                  <a:lnTo>
                    <a:pt x="0" y="9855"/>
                  </a:lnTo>
                  <a:lnTo>
                    <a:pt x="0" y="17830"/>
                  </a:lnTo>
                  <a:lnTo>
                    <a:pt x="9855" y="27673"/>
                  </a:lnTo>
                  <a:lnTo>
                    <a:pt x="17830" y="27660"/>
                  </a:lnTo>
                  <a:lnTo>
                    <a:pt x="22745" y="22732"/>
                  </a:lnTo>
                  <a:lnTo>
                    <a:pt x="27660" y="17805"/>
                  </a:lnTo>
                  <a:lnTo>
                    <a:pt x="27660" y="9829"/>
                  </a:lnTo>
                  <a:lnTo>
                    <a:pt x="178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357755" y="2078666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39">
                  <a:moveTo>
                    <a:pt x="22745" y="22732"/>
                  </a:moveTo>
                  <a:lnTo>
                    <a:pt x="17830" y="27660"/>
                  </a:lnTo>
                  <a:lnTo>
                    <a:pt x="9855" y="27673"/>
                  </a:lnTo>
                  <a:lnTo>
                    <a:pt x="4927" y="22745"/>
                  </a:lnTo>
                  <a:lnTo>
                    <a:pt x="0" y="17830"/>
                  </a:lnTo>
                  <a:lnTo>
                    <a:pt x="0" y="9855"/>
                  </a:lnTo>
                  <a:lnTo>
                    <a:pt x="4914" y="4927"/>
                  </a:lnTo>
                  <a:lnTo>
                    <a:pt x="9829" y="0"/>
                  </a:lnTo>
                  <a:lnTo>
                    <a:pt x="17805" y="0"/>
                  </a:lnTo>
                  <a:lnTo>
                    <a:pt x="22732" y="4914"/>
                  </a:lnTo>
                  <a:lnTo>
                    <a:pt x="27660" y="9829"/>
                  </a:lnTo>
                  <a:lnTo>
                    <a:pt x="27660" y="17805"/>
                  </a:lnTo>
                  <a:lnTo>
                    <a:pt x="22745" y="22732"/>
                  </a:lnTo>
                  <a:close/>
                </a:path>
              </a:pathLst>
            </a:custGeom>
            <a:ln w="62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4018089" y="2042154"/>
            <a:ext cx="34290" cy="34290"/>
            <a:chOff x="4018089" y="2042154"/>
            <a:chExt cx="34290" cy="34290"/>
          </a:xfrm>
        </p:grpSpPr>
        <p:sp>
          <p:nvSpPr>
            <p:cNvPr id="80" name="object 80"/>
            <p:cNvSpPr/>
            <p:nvPr/>
          </p:nvSpPr>
          <p:spPr>
            <a:xfrm>
              <a:off x="4021264" y="2045329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17805" y="0"/>
                  </a:moveTo>
                  <a:lnTo>
                    <a:pt x="9829" y="0"/>
                  </a:lnTo>
                  <a:lnTo>
                    <a:pt x="0" y="9855"/>
                  </a:lnTo>
                  <a:lnTo>
                    <a:pt x="0" y="17830"/>
                  </a:lnTo>
                  <a:lnTo>
                    <a:pt x="9842" y="27660"/>
                  </a:lnTo>
                  <a:lnTo>
                    <a:pt x="17830" y="27660"/>
                  </a:lnTo>
                  <a:lnTo>
                    <a:pt x="22745" y="22732"/>
                  </a:lnTo>
                  <a:lnTo>
                    <a:pt x="27673" y="17805"/>
                  </a:lnTo>
                  <a:lnTo>
                    <a:pt x="27660" y="9829"/>
                  </a:lnTo>
                  <a:lnTo>
                    <a:pt x="178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021264" y="2045329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45" y="22732"/>
                  </a:moveTo>
                  <a:lnTo>
                    <a:pt x="17830" y="27660"/>
                  </a:lnTo>
                  <a:lnTo>
                    <a:pt x="9842" y="27660"/>
                  </a:lnTo>
                  <a:lnTo>
                    <a:pt x="4927" y="22745"/>
                  </a:lnTo>
                  <a:lnTo>
                    <a:pt x="0" y="17830"/>
                  </a:lnTo>
                  <a:lnTo>
                    <a:pt x="0" y="9855"/>
                  </a:lnTo>
                  <a:lnTo>
                    <a:pt x="4914" y="4927"/>
                  </a:lnTo>
                  <a:lnTo>
                    <a:pt x="9829" y="0"/>
                  </a:lnTo>
                  <a:lnTo>
                    <a:pt x="17805" y="0"/>
                  </a:lnTo>
                  <a:lnTo>
                    <a:pt x="22732" y="4914"/>
                  </a:lnTo>
                  <a:lnTo>
                    <a:pt x="27660" y="9829"/>
                  </a:lnTo>
                  <a:lnTo>
                    <a:pt x="27673" y="17805"/>
                  </a:lnTo>
                  <a:lnTo>
                    <a:pt x="22745" y="22732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4496808" y="2041390"/>
            <a:ext cx="34290" cy="34290"/>
            <a:chOff x="4496808" y="2041390"/>
            <a:chExt cx="34290" cy="34290"/>
          </a:xfrm>
        </p:grpSpPr>
        <p:sp>
          <p:nvSpPr>
            <p:cNvPr id="83" name="object 83"/>
            <p:cNvSpPr/>
            <p:nvPr/>
          </p:nvSpPr>
          <p:spPr>
            <a:xfrm>
              <a:off x="4499983" y="2044565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17805" y="0"/>
                  </a:moveTo>
                  <a:lnTo>
                    <a:pt x="9829" y="12"/>
                  </a:lnTo>
                  <a:lnTo>
                    <a:pt x="0" y="9855"/>
                  </a:lnTo>
                  <a:lnTo>
                    <a:pt x="12" y="17843"/>
                  </a:lnTo>
                  <a:lnTo>
                    <a:pt x="9855" y="27673"/>
                  </a:lnTo>
                  <a:lnTo>
                    <a:pt x="17830" y="27673"/>
                  </a:lnTo>
                  <a:lnTo>
                    <a:pt x="22745" y="22745"/>
                  </a:lnTo>
                  <a:lnTo>
                    <a:pt x="27673" y="17818"/>
                  </a:lnTo>
                  <a:lnTo>
                    <a:pt x="27673" y="9842"/>
                  </a:lnTo>
                  <a:lnTo>
                    <a:pt x="178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99983" y="2044565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45" y="22745"/>
                  </a:moveTo>
                  <a:lnTo>
                    <a:pt x="17830" y="27673"/>
                  </a:lnTo>
                  <a:lnTo>
                    <a:pt x="9855" y="27673"/>
                  </a:lnTo>
                  <a:lnTo>
                    <a:pt x="4940" y="22758"/>
                  </a:lnTo>
                  <a:lnTo>
                    <a:pt x="12" y="17843"/>
                  </a:lnTo>
                  <a:lnTo>
                    <a:pt x="0" y="9855"/>
                  </a:lnTo>
                  <a:lnTo>
                    <a:pt x="4927" y="4940"/>
                  </a:lnTo>
                  <a:lnTo>
                    <a:pt x="9829" y="12"/>
                  </a:lnTo>
                  <a:lnTo>
                    <a:pt x="17805" y="0"/>
                  </a:lnTo>
                  <a:lnTo>
                    <a:pt x="22745" y="4927"/>
                  </a:lnTo>
                  <a:lnTo>
                    <a:pt x="27673" y="9842"/>
                  </a:lnTo>
                  <a:lnTo>
                    <a:pt x="27673" y="17818"/>
                  </a:lnTo>
                  <a:lnTo>
                    <a:pt x="22745" y="22745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" name="object 85"/>
          <p:cNvGrpSpPr/>
          <p:nvPr/>
        </p:nvGrpSpPr>
        <p:grpSpPr>
          <a:xfrm>
            <a:off x="4259303" y="1797269"/>
            <a:ext cx="34290" cy="34290"/>
            <a:chOff x="4259303" y="1797269"/>
            <a:chExt cx="34290" cy="34290"/>
          </a:xfrm>
        </p:grpSpPr>
        <p:sp>
          <p:nvSpPr>
            <p:cNvPr id="86" name="object 86"/>
            <p:cNvSpPr/>
            <p:nvPr/>
          </p:nvSpPr>
          <p:spPr>
            <a:xfrm>
              <a:off x="4262478" y="1800444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17818" y="0"/>
                  </a:moveTo>
                  <a:lnTo>
                    <a:pt x="9829" y="0"/>
                  </a:lnTo>
                  <a:lnTo>
                    <a:pt x="0" y="9855"/>
                  </a:lnTo>
                  <a:lnTo>
                    <a:pt x="12" y="17830"/>
                  </a:lnTo>
                  <a:lnTo>
                    <a:pt x="9855" y="27660"/>
                  </a:lnTo>
                  <a:lnTo>
                    <a:pt x="17830" y="27660"/>
                  </a:lnTo>
                  <a:lnTo>
                    <a:pt x="22758" y="22732"/>
                  </a:lnTo>
                  <a:lnTo>
                    <a:pt x="27673" y="17805"/>
                  </a:lnTo>
                  <a:lnTo>
                    <a:pt x="27673" y="9829"/>
                  </a:lnTo>
                  <a:lnTo>
                    <a:pt x="1781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262478" y="1800444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58" y="22732"/>
                  </a:moveTo>
                  <a:lnTo>
                    <a:pt x="17830" y="27660"/>
                  </a:lnTo>
                  <a:lnTo>
                    <a:pt x="9855" y="27660"/>
                  </a:lnTo>
                  <a:lnTo>
                    <a:pt x="4940" y="22745"/>
                  </a:lnTo>
                  <a:lnTo>
                    <a:pt x="12" y="17830"/>
                  </a:lnTo>
                  <a:lnTo>
                    <a:pt x="0" y="9855"/>
                  </a:lnTo>
                  <a:lnTo>
                    <a:pt x="4927" y="4927"/>
                  </a:lnTo>
                  <a:lnTo>
                    <a:pt x="9829" y="0"/>
                  </a:lnTo>
                  <a:lnTo>
                    <a:pt x="17818" y="0"/>
                  </a:lnTo>
                  <a:lnTo>
                    <a:pt x="22745" y="4914"/>
                  </a:lnTo>
                  <a:lnTo>
                    <a:pt x="27673" y="9829"/>
                  </a:lnTo>
                  <a:lnTo>
                    <a:pt x="27673" y="17805"/>
                  </a:lnTo>
                  <a:lnTo>
                    <a:pt x="22758" y="22732"/>
                  </a:lnTo>
                  <a:close/>
                </a:path>
              </a:pathLst>
            </a:custGeom>
            <a:ln w="62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4259290" y="2294504"/>
            <a:ext cx="34290" cy="34290"/>
            <a:chOff x="4259290" y="2294504"/>
            <a:chExt cx="34290" cy="34290"/>
          </a:xfrm>
        </p:grpSpPr>
        <p:sp>
          <p:nvSpPr>
            <p:cNvPr id="89" name="object 89"/>
            <p:cNvSpPr/>
            <p:nvPr/>
          </p:nvSpPr>
          <p:spPr>
            <a:xfrm>
              <a:off x="4262465" y="2297679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17805" y="0"/>
                  </a:moveTo>
                  <a:lnTo>
                    <a:pt x="9829" y="0"/>
                  </a:lnTo>
                  <a:lnTo>
                    <a:pt x="0" y="9842"/>
                  </a:lnTo>
                  <a:lnTo>
                    <a:pt x="12" y="17818"/>
                  </a:lnTo>
                  <a:lnTo>
                    <a:pt x="9855" y="27660"/>
                  </a:lnTo>
                  <a:lnTo>
                    <a:pt x="17830" y="27660"/>
                  </a:lnTo>
                  <a:lnTo>
                    <a:pt x="22745" y="22732"/>
                  </a:lnTo>
                  <a:lnTo>
                    <a:pt x="27673" y="17805"/>
                  </a:lnTo>
                  <a:lnTo>
                    <a:pt x="27673" y="9817"/>
                  </a:lnTo>
                  <a:lnTo>
                    <a:pt x="178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262465" y="2297679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45" y="22732"/>
                  </a:moveTo>
                  <a:lnTo>
                    <a:pt x="17830" y="27660"/>
                  </a:lnTo>
                  <a:lnTo>
                    <a:pt x="9855" y="27660"/>
                  </a:lnTo>
                  <a:lnTo>
                    <a:pt x="4940" y="22745"/>
                  </a:lnTo>
                  <a:lnTo>
                    <a:pt x="12" y="17818"/>
                  </a:lnTo>
                  <a:lnTo>
                    <a:pt x="0" y="9842"/>
                  </a:lnTo>
                  <a:lnTo>
                    <a:pt x="4927" y="4927"/>
                  </a:lnTo>
                  <a:lnTo>
                    <a:pt x="9829" y="0"/>
                  </a:lnTo>
                  <a:lnTo>
                    <a:pt x="17805" y="0"/>
                  </a:lnTo>
                  <a:lnTo>
                    <a:pt x="22745" y="4914"/>
                  </a:lnTo>
                  <a:lnTo>
                    <a:pt x="27673" y="9817"/>
                  </a:lnTo>
                  <a:lnTo>
                    <a:pt x="27673" y="17805"/>
                  </a:lnTo>
                  <a:lnTo>
                    <a:pt x="22745" y="22732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1329164" y="208403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133950" y="1712327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298678" y="1177860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005623" y="2037053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298220" y="2741941"/>
            <a:ext cx="95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T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451029" y="204151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L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6580" y="2037053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K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289191" y="1721699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463384" y="204894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P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294906" y="2211475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S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1369763" y="1547259"/>
            <a:ext cx="1146175" cy="550545"/>
            <a:chOff x="1369763" y="1547259"/>
            <a:chExt cx="1146175" cy="550545"/>
          </a:xfrm>
        </p:grpSpPr>
        <p:sp>
          <p:nvSpPr>
            <p:cNvPr id="102" name="object 102"/>
            <p:cNvSpPr/>
            <p:nvPr/>
          </p:nvSpPr>
          <p:spPr>
            <a:xfrm>
              <a:off x="1373097" y="1564442"/>
              <a:ext cx="1106805" cy="529590"/>
            </a:xfrm>
            <a:custGeom>
              <a:avLst/>
              <a:gdLst/>
              <a:ahLst/>
              <a:cxnLst/>
              <a:rect l="l" t="t" r="r" b="b"/>
              <a:pathLst>
                <a:path w="1106805" h="529589">
                  <a:moveTo>
                    <a:pt x="0" y="529551"/>
                  </a:moveTo>
                  <a:lnTo>
                    <a:pt x="1106462" y="0"/>
                  </a:lnTo>
                </a:path>
              </a:pathLst>
            </a:custGeom>
            <a:ln w="66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452011" y="1547259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63449" y="0"/>
                  </a:moveTo>
                  <a:lnTo>
                    <a:pt x="0" y="2997"/>
                  </a:lnTo>
                  <a:lnTo>
                    <a:pt x="20116" y="20739"/>
                  </a:lnTo>
                  <a:lnTo>
                    <a:pt x="21310" y="47536"/>
                  </a:lnTo>
                  <a:lnTo>
                    <a:pt x="6344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3298418" y="2035041"/>
            <a:ext cx="737870" cy="50800"/>
            <a:chOff x="3298418" y="2035041"/>
            <a:chExt cx="737870" cy="50800"/>
          </a:xfrm>
        </p:grpSpPr>
        <p:sp>
          <p:nvSpPr>
            <p:cNvPr id="105" name="object 105"/>
            <p:cNvSpPr/>
            <p:nvPr/>
          </p:nvSpPr>
          <p:spPr>
            <a:xfrm>
              <a:off x="3342364" y="2060340"/>
              <a:ext cx="694055" cy="0"/>
            </a:xfrm>
            <a:custGeom>
              <a:avLst/>
              <a:gdLst/>
              <a:ahLst/>
              <a:cxnLst/>
              <a:rect l="l" t="t" r="r" b="b"/>
              <a:pathLst>
                <a:path w="694054">
                  <a:moveTo>
                    <a:pt x="693585" y="0"/>
                  </a:moveTo>
                  <a:lnTo>
                    <a:pt x="0" y="0"/>
                  </a:lnTo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298418" y="2035047"/>
              <a:ext cx="216535" cy="50800"/>
            </a:xfrm>
            <a:custGeom>
              <a:avLst/>
              <a:gdLst/>
              <a:ahLst/>
              <a:cxnLst/>
              <a:rect l="l" t="t" r="r" b="b"/>
              <a:pathLst>
                <a:path w="216535" h="50800">
                  <a:moveTo>
                    <a:pt x="61912" y="0"/>
                  </a:moveTo>
                  <a:lnTo>
                    <a:pt x="0" y="25298"/>
                  </a:lnTo>
                  <a:lnTo>
                    <a:pt x="61912" y="50596"/>
                  </a:lnTo>
                  <a:lnTo>
                    <a:pt x="47218" y="25298"/>
                  </a:lnTo>
                  <a:lnTo>
                    <a:pt x="61912" y="0"/>
                  </a:lnTo>
                  <a:close/>
                </a:path>
                <a:path w="216535" h="50800">
                  <a:moveTo>
                    <a:pt x="216357" y="17894"/>
                  </a:moveTo>
                  <a:lnTo>
                    <a:pt x="206502" y="8051"/>
                  </a:lnTo>
                  <a:lnTo>
                    <a:pt x="198526" y="8064"/>
                  </a:lnTo>
                  <a:lnTo>
                    <a:pt x="188683" y="17907"/>
                  </a:lnTo>
                  <a:lnTo>
                    <a:pt x="188696" y="25895"/>
                  </a:lnTo>
                  <a:lnTo>
                    <a:pt x="198539" y="35725"/>
                  </a:lnTo>
                  <a:lnTo>
                    <a:pt x="206527" y="35725"/>
                  </a:lnTo>
                  <a:lnTo>
                    <a:pt x="211442" y="30797"/>
                  </a:lnTo>
                  <a:lnTo>
                    <a:pt x="216357" y="25869"/>
                  </a:lnTo>
                  <a:lnTo>
                    <a:pt x="216357" y="1789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487113" y="2043094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58" y="22745"/>
                  </a:moveTo>
                  <a:lnTo>
                    <a:pt x="17843" y="27673"/>
                  </a:lnTo>
                  <a:lnTo>
                    <a:pt x="9855" y="27673"/>
                  </a:lnTo>
                  <a:lnTo>
                    <a:pt x="4940" y="22758"/>
                  </a:lnTo>
                  <a:lnTo>
                    <a:pt x="12" y="17843"/>
                  </a:lnTo>
                  <a:lnTo>
                    <a:pt x="0" y="9855"/>
                  </a:lnTo>
                  <a:lnTo>
                    <a:pt x="4927" y="4940"/>
                  </a:lnTo>
                  <a:lnTo>
                    <a:pt x="9842" y="12"/>
                  </a:lnTo>
                  <a:lnTo>
                    <a:pt x="17818" y="0"/>
                  </a:lnTo>
                  <a:lnTo>
                    <a:pt x="22745" y="4927"/>
                  </a:lnTo>
                  <a:lnTo>
                    <a:pt x="27673" y="9842"/>
                  </a:lnTo>
                  <a:lnTo>
                    <a:pt x="27673" y="17818"/>
                  </a:lnTo>
                  <a:lnTo>
                    <a:pt x="22758" y="22745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4253979" y="2304909"/>
            <a:ext cx="50800" cy="773430"/>
            <a:chOff x="4253979" y="2304909"/>
            <a:chExt cx="50800" cy="773430"/>
          </a:xfrm>
        </p:grpSpPr>
        <p:sp>
          <p:nvSpPr>
            <p:cNvPr id="109" name="object 109"/>
            <p:cNvSpPr/>
            <p:nvPr/>
          </p:nvSpPr>
          <p:spPr>
            <a:xfrm>
              <a:off x="4279282" y="2304909"/>
              <a:ext cx="0" cy="729615"/>
            </a:xfrm>
            <a:custGeom>
              <a:avLst/>
              <a:gdLst/>
              <a:ahLst/>
              <a:cxnLst/>
              <a:rect l="l" t="t" r="r" b="b"/>
              <a:pathLst>
                <a:path h="729614">
                  <a:moveTo>
                    <a:pt x="0" y="0"/>
                  </a:moveTo>
                  <a:lnTo>
                    <a:pt x="0" y="729399"/>
                  </a:lnTo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253979" y="2813989"/>
              <a:ext cx="50800" cy="264795"/>
            </a:xfrm>
            <a:custGeom>
              <a:avLst/>
              <a:gdLst/>
              <a:ahLst/>
              <a:cxnLst/>
              <a:rect l="l" t="t" r="r" b="b"/>
              <a:pathLst>
                <a:path w="50800" h="264794">
                  <a:moveTo>
                    <a:pt x="37617" y="9829"/>
                  </a:moveTo>
                  <a:lnTo>
                    <a:pt x="27762" y="0"/>
                  </a:lnTo>
                  <a:lnTo>
                    <a:pt x="19786" y="12"/>
                  </a:lnTo>
                  <a:lnTo>
                    <a:pt x="9956" y="9855"/>
                  </a:lnTo>
                  <a:lnTo>
                    <a:pt x="9956" y="17830"/>
                  </a:lnTo>
                  <a:lnTo>
                    <a:pt x="19799" y="27673"/>
                  </a:lnTo>
                  <a:lnTo>
                    <a:pt x="27774" y="27673"/>
                  </a:lnTo>
                  <a:lnTo>
                    <a:pt x="32702" y="22745"/>
                  </a:lnTo>
                  <a:lnTo>
                    <a:pt x="37617" y="17818"/>
                  </a:lnTo>
                  <a:lnTo>
                    <a:pt x="37617" y="9829"/>
                  </a:lnTo>
                  <a:close/>
                </a:path>
                <a:path w="50800" h="264794">
                  <a:moveTo>
                    <a:pt x="50596" y="202349"/>
                  </a:moveTo>
                  <a:lnTo>
                    <a:pt x="25298" y="217030"/>
                  </a:lnTo>
                  <a:lnTo>
                    <a:pt x="0" y="202349"/>
                  </a:lnTo>
                  <a:lnTo>
                    <a:pt x="25298" y="264261"/>
                  </a:lnTo>
                  <a:lnTo>
                    <a:pt x="50596" y="20234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63941" y="2813988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45" y="22745"/>
                  </a:moveTo>
                  <a:lnTo>
                    <a:pt x="17818" y="27673"/>
                  </a:lnTo>
                  <a:lnTo>
                    <a:pt x="9842" y="27673"/>
                  </a:lnTo>
                  <a:lnTo>
                    <a:pt x="4927" y="22758"/>
                  </a:lnTo>
                  <a:lnTo>
                    <a:pt x="0" y="17830"/>
                  </a:lnTo>
                  <a:lnTo>
                    <a:pt x="0" y="9855"/>
                  </a:lnTo>
                  <a:lnTo>
                    <a:pt x="4914" y="4940"/>
                  </a:lnTo>
                  <a:lnTo>
                    <a:pt x="9829" y="12"/>
                  </a:lnTo>
                  <a:lnTo>
                    <a:pt x="17805" y="0"/>
                  </a:lnTo>
                  <a:lnTo>
                    <a:pt x="22732" y="4927"/>
                  </a:lnTo>
                  <a:lnTo>
                    <a:pt x="27660" y="9829"/>
                  </a:lnTo>
                  <a:lnTo>
                    <a:pt x="27660" y="17818"/>
                  </a:lnTo>
                  <a:lnTo>
                    <a:pt x="22745" y="22745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12"/>
          <p:cNvGrpSpPr/>
          <p:nvPr/>
        </p:nvGrpSpPr>
        <p:grpSpPr>
          <a:xfrm>
            <a:off x="4517606" y="2035585"/>
            <a:ext cx="756920" cy="50800"/>
            <a:chOff x="4517606" y="2035585"/>
            <a:chExt cx="756920" cy="50800"/>
          </a:xfrm>
        </p:grpSpPr>
        <p:sp>
          <p:nvSpPr>
            <p:cNvPr id="113" name="object 113"/>
            <p:cNvSpPr/>
            <p:nvPr/>
          </p:nvSpPr>
          <p:spPr>
            <a:xfrm>
              <a:off x="4517606" y="2060887"/>
              <a:ext cx="713105" cy="0"/>
            </a:xfrm>
            <a:custGeom>
              <a:avLst/>
              <a:gdLst/>
              <a:ahLst/>
              <a:cxnLst/>
              <a:rect l="l" t="t" r="r" b="b"/>
              <a:pathLst>
                <a:path w="713104">
                  <a:moveTo>
                    <a:pt x="0" y="0"/>
                  </a:moveTo>
                  <a:lnTo>
                    <a:pt x="712863" y="0"/>
                  </a:lnTo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046675" y="2035593"/>
              <a:ext cx="227965" cy="50800"/>
            </a:xfrm>
            <a:custGeom>
              <a:avLst/>
              <a:gdLst/>
              <a:ahLst/>
              <a:cxnLst/>
              <a:rect l="l" t="t" r="r" b="b"/>
              <a:pathLst>
                <a:path w="227964" h="50800">
                  <a:moveTo>
                    <a:pt x="27673" y="20307"/>
                  </a:moveTo>
                  <a:lnTo>
                    <a:pt x="17818" y="10464"/>
                  </a:lnTo>
                  <a:lnTo>
                    <a:pt x="9829" y="10477"/>
                  </a:lnTo>
                  <a:lnTo>
                    <a:pt x="0" y="20320"/>
                  </a:lnTo>
                  <a:lnTo>
                    <a:pt x="12" y="28308"/>
                  </a:lnTo>
                  <a:lnTo>
                    <a:pt x="9855" y="38138"/>
                  </a:lnTo>
                  <a:lnTo>
                    <a:pt x="17830" y="38138"/>
                  </a:lnTo>
                  <a:lnTo>
                    <a:pt x="22758" y="33210"/>
                  </a:lnTo>
                  <a:lnTo>
                    <a:pt x="27673" y="28282"/>
                  </a:lnTo>
                  <a:lnTo>
                    <a:pt x="27673" y="20307"/>
                  </a:lnTo>
                  <a:close/>
                </a:path>
                <a:path w="227964" h="50800">
                  <a:moveTo>
                    <a:pt x="227723" y="25298"/>
                  </a:moveTo>
                  <a:lnTo>
                    <a:pt x="165823" y="0"/>
                  </a:lnTo>
                  <a:lnTo>
                    <a:pt x="180505" y="25298"/>
                  </a:lnTo>
                  <a:lnTo>
                    <a:pt x="165823" y="50609"/>
                  </a:lnTo>
                  <a:lnTo>
                    <a:pt x="227723" y="252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046677" y="2046059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2758" y="22745"/>
                  </a:moveTo>
                  <a:lnTo>
                    <a:pt x="17830" y="27673"/>
                  </a:lnTo>
                  <a:lnTo>
                    <a:pt x="9855" y="27673"/>
                  </a:lnTo>
                  <a:lnTo>
                    <a:pt x="4940" y="22758"/>
                  </a:lnTo>
                  <a:lnTo>
                    <a:pt x="12" y="17843"/>
                  </a:lnTo>
                  <a:lnTo>
                    <a:pt x="0" y="9855"/>
                  </a:lnTo>
                  <a:lnTo>
                    <a:pt x="4927" y="4940"/>
                  </a:lnTo>
                  <a:lnTo>
                    <a:pt x="9829" y="12"/>
                  </a:lnTo>
                  <a:lnTo>
                    <a:pt x="17818" y="0"/>
                  </a:lnTo>
                  <a:lnTo>
                    <a:pt x="22745" y="4927"/>
                  </a:lnTo>
                  <a:lnTo>
                    <a:pt x="27673" y="9842"/>
                  </a:lnTo>
                  <a:lnTo>
                    <a:pt x="27673" y="17818"/>
                  </a:lnTo>
                  <a:lnTo>
                    <a:pt x="22758" y="22745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4252424" y="1067708"/>
            <a:ext cx="50800" cy="746125"/>
            <a:chOff x="4252424" y="1067708"/>
            <a:chExt cx="50800" cy="746125"/>
          </a:xfrm>
        </p:grpSpPr>
        <p:sp>
          <p:nvSpPr>
            <p:cNvPr id="117" name="object 117"/>
            <p:cNvSpPr/>
            <p:nvPr/>
          </p:nvSpPr>
          <p:spPr>
            <a:xfrm>
              <a:off x="4277720" y="1111651"/>
              <a:ext cx="0" cy="702310"/>
            </a:xfrm>
            <a:custGeom>
              <a:avLst/>
              <a:gdLst/>
              <a:ahLst/>
              <a:cxnLst/>
              <a:rect l="l" t="t" r="r" b="b"/>
              <a:pathLst>
                <a:path h="702310">
                  <a:moveTo>
                    <a:pt x="0" y="702068"/>
                  </a:moveTo>
                  <a:lnTo>
                    <a:pt x="0" y="0"/>
                  </a:lnTo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252417" y="1067714"/>
              <a:ext cx="50800" cy="214629"/>
            </a:xfrm>
            <a:custGeom>
              <a:avLst/>
              <a:gdLst/>
              <a:ahLst/>
              <a:cxnLst/>
              <a:rect l="l" t="t" r="r" b="b"/>
              <a:pathLst>
                <a:path w="50800" h="214630">
                  <a:moveTo>
                    <a:pt x="39192" y="196596"/>
                  </a:moveTo>
                  <a:lnTo>
                    <a:pt x="29337" y="186766"/>
                  </a:lnTo>
                  <a:lnTo>
                    <a:pt x="21361" y="186766"/>
                  </a:lnTo>
                  <a:lnTo>
                    <a:pt x="11531" y="196621"/>
                  </a:lnTo>
                  <a:lnTo>
                    <a:pt x="11531" y="204597"/>
                  </a:lnTo>
                  <a:lnTo>
                    <a:pt x="21374" y="214426"/>
                  </a:lnTo>
                  <a:lnTo>
                    <a:pt x="29349" y="214426"/>
                  </a:lnTo>
                  <a:lnTo>
                    <a:pt x="34277" y="209499"/>
                  </a:lnTo>
                  <a:lnTo>
                    <a:pt x="39192" y="204571"/>
                  </a:lnTo>
                  <a:lnTo>
                    <a:pt x="39192" y="196596"/>
                  </a:lnTo>
                  <a:close/>
                </a:path>
                <a:path w="50800" h="214630">
                  <a:moveTo>
                    <a:pt x="50596" y="61912"/>
                  </a:moveTo>
                  <a:lnTo>
                    <a:pt x="25298" y="0"/>
                  </a:lnTo>
                  <a:lnTo>
                    <a:pt x="0" y="61912"/>
                  </a:lnTo>
                  <a:lnTo>
                    <a:pt x="25298" y="47231"/>
                  </a:lnTo>
                  <a:lnTo>
                    <a:pt x="50596" y="6191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263953" y="1254474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40">
                  <a:moveTo>
                    <a:pt x="22745" y="22732"/>
                  </a:moveTo>
                  <a:lnTo>
                    <a:pt x="17818" y="27660"/>
                  </a:lnTo>
                  <a:lnTo>
                    <a:pt x="9842" y="27660"/>
                  </a:lnTo>
                  <a:lnTo>
                    <a:pt x="4927" y="22745"/>
                  </a:lnTo>
                  <a:lnTo>
                    <a:pt x="0" y="17830"/>
                  </a:lnTo>
                  <a:lnTo>
                    <a:pt x="0" y="9855"/>
                  </a:lnTo>
                  <a:lnTo>
                    <a:pt x="4914" y="4927"/>
                  </a:lnTo>
                  <a:lnTo>
                    <a:pt x="9829" y="0"/>
                  </a:lnTo>
                  <a:lnTo>
                    <a:pt x="17805" y="0"/>
                  </a:lnTo>
                  <a:lnTo>
                    <a:pt x="22732" y="4914"/>
                  </a:lnTo>
                  <a:lnTo>
                    <a:pt x="27660" y="9829"/>
                  </a:lnTo>
                  <a:lnTo>
                    <a:pt x="27660" y="17805"/>
                  </a:lnTo>
                  <a:lnTo>
                    <a:pt x="22745" y="22732"/>
                  </a:lnTo>
                  <a:close/>
                </a:path>
              </a:pathLst>
            </a:custGeom>
            <a:ln w="62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635209" y="3701505"/>
            <a:ext cx="3390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II.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AB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84899" y="3237906"/>
            <a:ext cx="6680200" cy="64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Yukarıdaki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[AB’nı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[MN,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[PR,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[KL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[ST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ayrı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ayrı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birleştirildiğinde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oluşacak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ilgili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olarak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aşağıdakiler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veriliyor;</a:t>
            </a:r>
            <a:endParaRPr sz="1000">
              <a:latin typeface="Microsoft Sans Serif"/>
              <a:cs typeface="Microsoft Sans Serif"/>
            </a:endParaRPr>
          </a:p>
          <a:p>
            <a:pPr marL="375920" marR="4686300" indent="-278130">
              <a:lnSpc>
                <a:spcPct val="140300"/>
              </a:lnSpc>
              <a:spcBef>
                <a:spcPts val="28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I.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MA</a:t>
            </a:r>
            <a:r>
              <a:rPr sz="1000" b="1" spc="-710" dirty="0">
                <a:solidFill>
                  <a:srgbClr val="231F20"/>
                </a:solidFill>
                <a:latin typeface="Arial"/>
                <a:cs typeface="Arial"/>
              </a:rPr>
              <a:t>∑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BA</a:t>
            </a:r>
            <a:r>
              <a:rPr sz="1000" spc="-615" dirty="0">
                <a:solidFill>
                  <a:srgbClr val="231F20"/>
                </a:solidFill>
                <a:latin typeface="Microsoft Sans Serif"/>
                <a:cs typeface="Microsoft Sans Serif"/>
              </a:rPr>
              <a:t>T</a:t>
            </a:r>
            <a:r>
              <a:rPr sz="1000" b="1" spc="-710" dirty="0">
                <a:solidFill>
                  <a:srgbClr val="231F20"/>
                </a:solidFill>
                <a:latin typeface="Arial"/>
                <a:cs typeface="Arial"/>
              </a:rPr>
              <a:t>∑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1000" b="1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tümlerdir.                </a:t>
            </a:r>
            <a:r>
              <a:rPr sz="1000" spc="-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720" dirty="0">
                <a:solidFill>
                  <a:srgbClr val="231F20"/>
                </a:solidFill>
                <a:latin typeface="Microsoft Sans Serif"/>
                <a:cs typeface="Microsoft Sans Serif"/>
              </a:rPr>
              <a:t>R</a:t>
            </a:r>
            <a:r>
              <a:rPr sz="1000" b="1" spc="-720" dirty="0">
                <a:solidFill>
                  <a:srgbClr val="231F20"/>
                </a:solidFill>
                <a:latin typeface="Arial"/>
                <a:cs typeface="Arial"/>
              </a:rPr>
              <a:t>∑</a:t>
            </a:r>
            <a:r>
              <a:rPr sz="1000" b="1" spc="7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320" dirty="0">
                <a:solidFill>
                  <a:srgbClr val="231F20"/>
                </a:solidFill>
                <a:latin typeface="Microsoft Sans Serif"/>
                <a:cs typeface="Microsoft Sans Serif"/>
              </a:rPr>
              <a:t>BAL</a:t>
            </a:r>
            <a:r>
              <a:rPr sz="1000" b="1" spc="-320" dirty="0">
                <a:solidFill>
                  <a:srgbClr val="231F20"/>
                </a:solidFill>
                <a:latin typeface="Arial"/>
                <a:cs typeface="Arial"/>
              </a:rPr>
              <a:t>∑</a:t>
            </a:r>
            <a:r>
              <a:rPr sz="1000" b="1" spc="5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komşu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bütünlerdir.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585679" y="4129105"/>
            <a:ext cx="3886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IV.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BA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99903" y="3853906"/>
            <a:ext cx="1171575" cy="4533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III.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350" dirty="0">
                <a:solidFill>
                  <a:srgbClr val="231F20"/>
                </a:solidFill>
                <a:latin typeface="Microsoft Sans Serif"/>
                <a:cs typeface="Microsoft Sans Serif"/>
              </a:rPr>
              <a:t>NAB</a:t>
            </a:r>
            <a:r>
              <a:rPr sz="1000" b="1" spc="-350" dirty="0">
                <a:solidFill>
                  <a:srgbClr val="231F20"/>
                </a:solidFill>
                <a:latin typeface="Arial"/>
                <a:cs typeface="Arial"/>
              </a:rPr>
              <a:t>∑</a:t>
            </a:r>
            <a:r>
              <a:rPr sz="1000" b="1" spc="6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dar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açıdır.</a:t>
            </a:r>
            <a:endParaRPr sz="1000">
              <a:latin typeface="Microsoft Sans Serif"/>
              <a:cs typeface="Microsoft Sans Serif"/>
            </a:endParaRPr>
          </a:p>
          <a:p>
            <a:pPr marL="360680">
              <a:lnSpc>
                <a:spcPct val="100000"/>
              </a:lnSpc>
              <a:spcBef>
                <a:spcPts val="484"/>
              </a:spcBef>
            </a:pPr>
            <a:r>
              <a:rPr sz="1000" spc="-560" dirty="0">
                <a:solidFill>
                  <a:srgbClr val="231F20"/>
                </a:solidFill>
                <a:latin typeface="Microsoft Sans Serif"/>
                <a:cs typeface="Microsoft Sans Serif"/>
              </a:rPr>
              <a:t>L</a:t>
            </a:r>
            <a:r>
              <a:rPr sz="1000" b="1" spc="-710" dirty="0">
                <a:solidFill>
                  <a:srgbClr val="231F20"/>
                </a:solidFill>
                <a:latin typeface="Arial"/>
                <a:cs typeface="Arial"/>
              </a:rPr>
              <a:t>∑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 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geni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açıdır.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584899" y="4342906"/>
            <a:ext cx="313817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Buna</a:t>
            </a:r>
            <a:r>
              <a:rPr sz="10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ifadelerden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kaç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tanesi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doğrudur?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65"/>
              </a:spcBef>
              <a:tabLst>
                <a:tab pos="1374775" algn="l"/>
                <a:tab pos="267017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1	B)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2	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C)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678021" y="4592704"/>
            <a:ext cx="265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D)</a:t>
            </a:r>
            <a:r>
              <a:rPr sz="10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3280504" y="5367606"/>
            <a:ext cx="1188085" cy="4172585"/>
            <a:chOff x="3280504" y="5367606"/>
            <a:chExt cx="1188085" cy="4172585"/>
          </a:xfrm>
        </p:grpSpPr>
        <p:sp>
          <p:nvSpPr>
            <p:cNvPr id="127" name="object 127"/>
            <p:cNvSpPr/>
            <p:nvPr/>
          </p:nvSpPr>
          <p:spPr>
            <a:xfrm>
              <a:off x="3336643" y="5367606"/>
              <a:ext cx="1059815" cy="605790"/>
            </a:xfrm>
            <a:custGeom>
              <a:avLst/>
              <a:gdLst/>
              <a:ahLst/>
              <a:cxnLst/>
              <a:rect l="l" t="t" r="r" b="b"/>
              <a:pathLst>
                <a:path w="1059814" h="605789">
                  <a:moveTo>
                    <a:pt x="983742" y="605775"/>
                  </a:moveTo>
                  <a:lnTo>
                    <a:pt x="75666" y="605775"/>
                  </a:lnTo>
                  <a:lnTo>
                    <a:pt x="31921" y="604628"/>
                  </a:lnTo>
                  <a:lnTo>
                    <a:pt x="9458" y="596598"/>
                  </a:lnTo>
                  <a:lnTo>
                    <a:pt x="1182" y="574804"/>
                  </a:lnTo>
                  <a:lnTo>
                    <a:pt x="0" y="532363"/>
                  </a:lnTo>
                  <a:lnTo>
                    <a:pt x="0" y="73424"/>
                  </a:lnTo>
                  <a:lnTo>
                    <a:pt x="1182" y="30975"/>
                  </a:lnTo>
                  <a:lnTo>
                    <a:pt x="9458" y="9178"/>
                  </a:lnTo>
                  <a:lnTo>
                    <a:pt x="31921" y="1147"/>
                  </a:lnTo>
                  <a:lnTo>
                    <a:pt x="75666" y="0"/>
                  </a:lnTo>
                  <a:lnTo>
                    <a:pt x="983742" y="0"/>
                  </a:lnTo>
                  <a:lnTo>
                    <a:pt x="1027494" y="1147"/>
                  </a:lnTo>
                  <a:lnTo>
                    <a:pt x="1049961" y="9178"/>
                  </a:lnTo>
                  <a:lnTo>
                    <a:pt x="1058238" y="30975"/>
                  </a:lnTo>
                  <a:lnTo>
                    <a:pt x="1059421" y="73424"/>
                  </a:lnTo>
                  <a:lnTo>
                    <a:pt x="1059421" y="532363"/>
                  </a:lnTo>
                  <a:lnTo>
                    <a:pt x="1058238" y="574804"/>
                  </a:lnTo>
                  <a:lnTo>
                    <a:pt x="1049961" y="596598"/>
                  </a:lnTo>
                  <a:lnTo>
                    <a:pt x="1027494" y="604628"/>
                  </a:lnTo>
                  <a:lnTo>
                    <a:pt x="983742" y="605775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280504" y="5553885"/>
              <a:ext cx="1188085" cy="775970"/>
            </a:xfrm>
            <a:custGeom>
              <a:avLst/>
              <a:gdLst/>
              <a:ahLst/>
              <a:cxnLst/>
              <a:rect l="l" t="t" r="r" b="b"/>
              <a:pathLst>
                <a:path w="1188085" h="775970">
                  <a:moveTo>
                    <a:pt x="1187996" y="775614"/>
                  </a:moveTo>
                  <a:lnTo>
                    <a:pt x="0" y="775614"/>
                  </a:lnTo>
                  <a:lnTo>
                    <a:pt x="0" y="0"/>
                  </a:lnTo>
                  <a:lnTo>
                    <a:pt x="594004" y="194123"/>
                  </a:lnTo>
                  <a:lnTo>
                    <a:pt x="1187996" y="0"/>
                  </a:lnTo>
                  <a:lnTo>
                    <a:pt x="1187996" y="775614"/>
                  </a:lnTo>
                  <a:close/>
                </a:path>
              </a:pathLst>
            </a:custGeom>
            <a:solidFill>
              <a:srgbClr val="C7C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280504" y="5631596"/>
              <a:ext cx="1188085" cy="3908425"/>
            </a:xfrm>
            <a:custGeom>
              <a:avLst/>
              <a:gdLst/>
              <a:ahLst/>
              <a:cxnLst/>
              <a:rect l="l" t="t" r="r" b="b"/>
              <a:pathLst>
                <a:path w="1188085" h="3908425">
                  <a:moveTo>
                    <a:pt x="1187990" y="3908402"/>
                  </a:moveTo>
                  <a:lnTo>
                    <a:pt x="0" y="3908402"/>
                  </a:lnTo>
                  <a:lnTo>
                    <a:pt x="0" y="0"/>
                  </a:lnTo>
                  <a:lnTo>
                    <a:pt x="594004" y="193009"/>
                  </a:lnTo>
                  <a:lnTo>
                    <a:pt x="1187990" y="193009"/>
                  </a:lnTo>
                  <a:lnTo>
                    <a:pt x="1187990" y="3908402"/>
                  </a:lnTo>
                  <a:close/>
                </a:path>
                <a:path w="1188085" h="3908425">
                  <a:moveTo>
                    <a:pt x="1187990" y="193009"/>
                  </a:moveTo>
                  <a:lnTo>
                    <a:pt x="594004" y="193009"/>
                  </a:lnTo>
                  <a:lnTo>
                    <a:pt x="1187990" y="1"/>
                  </a:lnTo>
                  <a:lnTo>
                    <a:pt x="1187990" y="193009"/>
                  </a:lnTo>
                  <a:close/>
                </a:path>
              </a:pathLst>
            </a:custGeom>
            <a:solidFill>
              <a:srgbClr val="F4FB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280504" y="5631599"/>
              <a:ext cx="1188085" cy="3908425"/>
            </a:xfrm>
            <a:custGeom>
              <a:avLst/>
              <a:gdLst/>
              <a:ahLst/>
              <a:cxnLst/>
              <a:rect l="l" t="t" r="r" b="b"/>
              <a:pathLst>
                <a:path w="1188085" h="3908425">
                  <a:moveTo>
                    <a:pt x="1187990" y="3908399"/>
                  </a:moveTo>
                  <a:lnTo>
                    <a:pt x="0" y="3908399"/>
                  </a:lnTo>
                  <a:lnTo>
                    <a:pt x="0" y="0"/>
                  </a:lnTo>
                  <a:lnTo>
                    <a:pt x="594004" y="193007"/>
                  </a:lnTo>
                  <a:lnTo>
                    <a:pt x="1187990" y="193007"/>
                  </a:lnTo>
                  <a:lnTo>
                    <a:pt x="1187990" y="3908399"/>
                  </a:lnTo>
                  <a:close/>
                </a:path>
                <a:path w="1188085" h="3908425">
                  <a:moveTo>
                    <a:pt x="1187990" y="193007"/>
                  </a:moveTo>
                  <a:lnTo>
                    <a:pt x="594004" y="193007"/>
                  </a:lnTo>
                  <a:lnTo>
                    <a:pt x="1187990" y="0"/>
                  </a:lnTo>
                  <a:lnTo>
                    <a:pt x="1187990" y="193007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323936" y="593922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323936" y="6072702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323936" y="58007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323936" y="621265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323936" y="635261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323936" y="649256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323936" y="663251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323936" y="6772474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323936" y="691243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323936" y="705238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323936" y="719233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323936" y="733228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323936" y="747223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323936" y="761219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323936" y="775214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323936" y="789210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323936" y="803205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323936" y="81720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323936" y="831196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323936" y="845192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323936" y="859187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323936" y="873182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323936" y="887178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323936" y="901173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323936" y="915169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323936" y="929164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323936" y="943159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322345" y="5800712"/>
              <a:ext cx="1101090" cy="3739515"/>
            </a:xfrm>
            <a:custGeom>
              <a:avLst/>
              <a:gdLst/>
              <a:ahLst/>
              <a:cxnLst/>
              <a:rect l="l" t="t" r="r" b="b"/>
              <a:pathLst>
                <a:path w="1101089" h="3739515">
                  <a:moveTo>
                    <a:pt x="3162" y="0"/>
                  </a:moveTo>
                  <a:lnTo>
                    <a:pt x="0" y="0"/>
                  </a:lnTo>
                  <a:lnTo>
                    <a:pt x="0" y="3739286"/>
                  </a:lnTo>
                  <a:lnTo>
                    <a:pt x="3162" y="3739286"/>
                  </a:lnTo>
                  <a:lnTo>
                    <a:pt x="3162" y="0"/>
                  </a:lnTo>
                  <a:close/>
                </a:path>
                <a:path w="1101089" h="3739515">
                  <a:moveTo>
                    <a:pt x="140398" y="0"/>
                  </a:moveTo>
                  <a:lnTo>
                    <a:pt x="137236" y="0"/>
                  </a:lnTo>
                  <a:lnTo>
                    <a:pt x="137236" y="3739286"/>
                  </a:lnTo>
                  <a:lnTo>
                    <a:pt x="140398" y="3739286"/>
                  </a:lnTo>
                  <a:lnTo>
                    <a:pt x="140398" y="0"/>
                  </a:lnTo>
                  <a:close/>
                </a:path>
                <a:path w="1101089" h="3739515">
                  <a:moveTo>
                    <a:pt x="277634" y="0"/>
                  </a:moveTo>
                  <a:lnTo>
                    <a:pt x="274472" y="0"/>
                  </a:lnTo>
                  <a:lnTo>
                    <a:pt x="274472" y="3739286"/>
                  </a:lnTo>
                  <a:lnTo>
                    <a:pt x="277634" y="3739286"/>
                  </a:lnTo>
                  <a:lnTo>
                    <a:pt x="277634" y="0"/>
                  </a:lnTo>
                  <a:close/>
                </a:path>
                <a:path w="1101089" h="3739515">
                  <a:moveTo>
                    <a:pt x="414858" y="0"/>
                  </a:moveTo>
                  <a:lnTo>
                    <a:pt x="411695" y="0"/>
                  </a:lnTo>
                  <a:lnTo>
                    <a:pt x="411695" y="3739286"/>
                  </a:lnTo>
                  <a:lnTo>
                    <a:pt x="414858" y="3739286"/>
                  </a:lnTo>
                  <a:lnTo>
                    <a:pt x="414858" y="0"/>
                  </a:lnTo>
                  <a:close/>
                </a:path>
                <a:path w="1101089" h="3739515">
                  <a:moveTo>
                    <a:pt x="552094" y="0"/>
                  </a:moveTo>
                  <a:lnTo>
                    <a:pt x="548932" y="0"/>
                  </a:lnTo>
                  <a:lnTo>
                    <a:pt x="548932" y="3739286"/>
                  </a:lnTo>
                  <a:lnTo>
                    <a:pt x="552094" y="3739286"/>
                  </a:lnTo>
                  <a:lnTo>
                    <a:pt x="552094" y="0"/>
                  </a:lnTo>
                  <a:close/>
                </a:path>
                <a:path w="1101089" h="3739515">
                  <a:moveTo>
                    <a:pt x="689330" y="0"/>
                  </a:moveTo>
                  <a:lnTo>
                    <a:pt x="686168" y="0"/>
                  </a:lnTo>
                  <a:lnTo>
                    <a:pt x="686168" y="3739286"/>
                  </a:lnTo>
                  <a:lnTo>
                    <a:pt x="689330" y="3739286"/>
                  </a:lnTo>
                  <a:lnTo>
                    <a:pt x="689330" y="0"/>
                  </a:lnTo>
                  <a:close/>
                </a:path>
                <a:path w="1101089" h="3739515">
                  <a:moveTo>
                    <a:pt x="826554" y="0"/>
                  </a:moveTo>
                  <a:lnTo>
                    <a:pt x="823391" y="0"/>
                  </a:lnTo>
                  <a:lnTo>
                    <a:pt x="823391" y="3739286"/>
                  </a:lnTo>
                  <a:lnTo>
                    <a:pt x="826554" y="3739286"/>
                  </a:lnTo>
                  <a:lnTo>
                    <a:pt x="826554" y="0"/>
                  </a:lnTo>
                  <a:close/>
                </a:path>
                <a:path w="1101089" h="3739515">
                  <a:moveTo>
                    <a:pt x="963790" y="0"/>
                  </a:moveTo>
                  <a:lnTo>
                    <a:pt x="960628" y="0"/>
                  </a:lnTo>
                  <a:lnTo>
                    <a:pt x="960628" y="3739286"/>
                  </a:lnTo>
                  <a:lnTo>
                    <a:pt x="963790" y="3739286"/>
                  </a:lnTo>
                  <a:lnTo>
                    <a:pt x="963790" y="0"/>
                  </a:lnTo>
                  <a:close/>
                </a:path>
                <a:path w="1101089" h="3739515">
                  <a:moveTo>
                    <a:pt x="1101026" y="0"/>
                  </a:moveTo>
                  <a:lnTo>
                    <a:pt x="1097864" y="0"/>
                  </a:lnTo>
                  <a:lnTo>
                    <a:pt x="1097864" y="3739286"/>
                  </a:lnTo>
                  <a:lnTo>
                    <a:pt x="1101026" y="3739286"/>
                  </a:lnTo>
                  <a:lnTo>
                    <a:pt x="1101026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8814" y="5414844"/>
              <a:ext cx="565463" cy="195579"/>
            </a:xfrm>
            <a:prstGeom prst="rect">
              <a:avLst/>
            </a:prstGeom>
          </p:spPr>
        </p:pic>
      </p:grpSp>
      <p:sp>
        <p:nvSpPr>
          <p:cNvPr id="160" name="object 160"/>
          <p:cNvSpPr txBox="1"/>
          <p:nvPr/>
        </p:nvSpPr>
        <p:spPr>
          <a:xfrm>
            <a:off x="3566144" y="5323912"/>
            <a:ext cx="588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solidFill>
                  <a:srgbClr val="FFFFFF"/>
                </a:solidFill>
                <a:latin typeface="Trebuchet MS"/>
                <a:cs typeface="Trebuchet MS"/>
              </a:rPr>
              <a:t>İPUCU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330521" y="6104092"/>
            <a:ext cx="10312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65" dirty="0">
                <a:solidFill>
                  <a:srgbClr val="ED1C24"/>
                </a:solidFill>
                <a:latin typeface="Segoe UI Symbol"/>
                <a:cs typeface="Segoe UI Symbol"/>
              </a:rPr>
              <a:t>❱❱</a:t>
            </a:r>
            <a:r>
              <a:rPr sz="750" spc="105" dirty="0">
                <a:solidFill>
                  <a:srgbClr val="231F20"/>
                </a:solidFill>
                <a:latin typeface="Segoe UI Symbol"/>
                <a:cs typeface="Segoe UI Symbol"/>
              </a:rPr>
              <a:t>  </a:t>
            </a:r>
            <a:r>
              <a:rPr sz="8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kenarlarının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3482921" y="6269192"/>
            <a:ext cx="7035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uzun</a:t>
            </a:r>
            <a:r>
              <a:rPr sz="8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veya</a:t>
            </a:r>
            <a:r>
              <a:rPr sz="800" spc="-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kısa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482921" y="6434292"/>
            <a:ext cx="8782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olması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</a:t>
            </a:r>
            <a:r>
              <a:rPr sz="8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ölçü-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482921" y="6599392"/>
            <a:ext cx="8216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sünü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değiştirmez.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3330521" y="6872492"/>
            <a:ext cx="9118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Char char="•"/>
              <a:tabLst>
                <a:tab pos="165100" algn="l"/>
              </a:tabLst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Ölçüleri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birbirine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3482921" y="7037592"/>
            <a:ext cx="8724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eşit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açılara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eş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482921" y="7202692"/>
            <a:ext cx="55626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</a:t>
            </a:r>
            <a:r>
              <a:rPr sz="8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denir.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1256" y="9857137"/>
            <a:ext cx="934719" cy="0"/>
          </a:xfrm>
          <a:custGeom>
            <a:avLst/>
            <a:gdLst/>
            <a:ahLst/>
            <a:cxnLst/>
            <a:rect l="l" t="t" r="r" b="b"/>
            <a:pathLst>
              <a:path w="934719">
                <a:moveTo>
                  <a:pt x="0" y="0"/>
                </a:moveTo>
                <a:lnTo>
                  <a:pt x="93449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7153" y="9722712"/>
            <a:ext cx="7296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7998" y="305140"/>
            <a:ext cx="1340485" cy="728980"/>
            <a:chOff x="467998" y="305140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574014" y="308315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4" h="722630">
                  <a:moveTo>
                    <a:pt x="1231214" y="90614"/>
                  </a:moveTo>
                  <a:lnTo>
                    <a:pt x="1143393" y="587400"/>
                  </a:lnTo>
                  <a:lnTo>
                    <a:pt x="113525" y="722566"/>
                  </a:lnTo>
                  <a:lnTo>
                    <a:pt x="0" y="0"/>
                  </a:lnTo>
                  <a:lnTo>
                    <a:pt x="1231214" y="9061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7265" y="319952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1229461" y="0"/>
                  </a:moveTo>
                  <a:lnTo>
                    <a:pt x="0" y="38163"/>
                  </a:lnTo>
                  <a:lnTo>
                    <a:pt x="13721" y="139104"/>
                  </a:lnTo>
                  <a:lnTo>
                    <a:pt x="87820" y="659942"/>
                  </a:lnTo>
                  <a:lnTo>
                    <a:pt x="1136319" y="659942"/>
                  </a:lnTo>
                  <a:lnTo>
                    <a:pt x="1229461" y="0"/>
                  </a:lnTo>
                  <a:close/>
                </a:path>
              </a:pathLst>
            </a:custGeom>
            <a:solidFill>
              <a:srgbClr val="F17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5847" y="319953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0" y="0"/>
                  </a:moveTo>
                  <a:lnTo>
                    <a:pt x="109143" y="69470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7998" y="729116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5" h="218440">
                  <a:moveTo>
                    <a:pt x="0" y="0"/>
                  </a:moveTo>
                  <a:lnTo>
                    <a:pt x="86372" y="217817"/>
                  </a:lnTo>
                  <a:lnTo>
                    <a:pt x="971600" y="198246"/>
                  </a:lnTo>
                  <a:lnTo>
                    <a:pt x="1067206" y="24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874" y="902814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80" h="95884">
                  <a:moveTo>
                    <a:pt x="728433" y="0"/>
                  </a:moveTo>
                  <a:lnTo>
                    <a:pt x="0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5899" y="360533"/>
            <a:ext cx="935355" cy="6007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565"/>
              </a:spcBef>
            </a:pPr>
            <a:r>
              <a:rPr sz="1500" b="1" spc="-5" dirty="0">
                <a:solidFill>
                  <a:srgbClr val="FFFFFF"/>
                </a:solidFill>
                <a:latin typeface="Trebuchet MS"/>
                <a:cs typeface="Trebuchet MS"/>
              </a:rPr>
              <a:t>Kavrama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500" b="1" spc="-125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5" dirty="0">
                <a:solidFill>
                  <a:srgbClr val="FFFFFF"/>
                </a:solidFill>
                <a:latin typeface="Yu Gothic UI"/>
                <a:cs typeface="Yu Gothic UI"/>
              </a:rPr>
              <a:t>e</a:t>
            </a:r>
            <a:r>
              <a:rPr sz="1500" b="1" spc="-10" dirty="0">
                <a:solidFill>
                  <a:srgbClr val="FFFFFF"/>
                </a:solidFill>
                <a:latin typeface="Yu Gothic UI"/>
                <a:cs typeface="Yu Gothic UI"/>
              </a:rPr>
              <a:t>s</a:t>
            </a:r>
            <a:r>
              <a:rPr sz="1500" b="1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-8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Yu Gothic UI"/>
                <a:cs typeface="Yu Gothic UI"/>
              </a:rPr>
              <a:t>-</a:t>
            </a:r>
            <a:r>
              <a:rPr sz="1500" b="1" spc="-6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4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5617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207772" y="0"/>
                </a:moveTo>
                <a:lnTo>
                  <a:pt x="0" y="119240"/>
                </a:lnTo>
                <a:lnTo>
                  <a:pt x="173773" y="702002"/>
                </a:lnTo>
                <a:lnTo>
                  <a:pt x="379861" y="702002"/>
                </a:lnTo>
                <a:lnTo>
                  <a:pt x="207772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6340" y="9637093"/>
            <a:ext cx="616270" cy="18796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941659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035" y="9677550"/>
            <a:ext cx="1581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7999" y="466500"/>
            <a:ext cx="320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Açılar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49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300" y="4907358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5.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36110" y="4972760"/>
            <a:ext cx="1058545" cy="1002030"/>
            <a:chOff x="1436110" y="4972760"/>
            <a:chExt cx="1058545" cy="1002030"/>
          </a:xfrm>
        </p:grpSpPr>
        <p:sp>
          <p:nvSpPr>
            <p:cNvPr id="19" name="object 19"/>
            <p:cNvSpPr/>
            <p:nvPr/>
          </p:nvSpPr>
          <p:spPr>
            <a:xfrm>
              <a:off x="1678877" y="5087383"/>
              <a:ext cx="636905" cy="714375"/>
            </a:xfrm>
            <a:custGeom>
              <a:avLst/>
              <a:gdLst/>
              <a:ahLst/>
              <a:cxnLst/>
              <a:rect l="l" t="t" r="r" b="b"/>
              <a:pathLst>
                <a:path w="636905" h="714375">
                  <a:moveTo>
                    <a:pt x="636638" y="0"/>
                  </a:moveTo>
                  <a:lnTo>
                    <a:pt x="0" y="714171"/>
                  </a:lnTo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96530" y="5107188"/>
              <a:ext cx="601345" cy="675005"/>
            </a:xfrm>
            <a:custGeom>
              <a:avLst/>
              <a:gdLst/>
              <a:ahLst/>
              <a:cxnLst/>
              <a:rect l="l" t="t" r="r" b="b"/>
              <a:pathLst>
                <a:path w="601344" h="675004">
                  <a:moveTo>
                    <a:pt x="0" y="674560"/>
                  </a:moveTo>
                  <a:lnTo>
                    <a:pt x="601319" y="0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78863" y="5087378"/>
              <a:ext cx="636905" cy="714375"/>
            </a:xfrm>
            <a:custGeom>
              <a:avLst/>
              <a:gdLst/>
              <a:ahLst/>
              <a:cxnLst/>
              <a:rect l="l" t="t" r="r" b="b"/>
              <a:pathLst>
                <a:path w="636905" h="714375">
                  <a:moveTo>
                    <a:pt x="38252" y="696010"/>
                  </a:moveTo>
                  <a:lnTo>
                    <a:pt x="21323" y="690283"/>
                  </a:lnTo>
                  <a:lnTo>
                    <a:pt x="13677" y="674103"/>
                  </a:lnTo>
                  <a:lnTo>
                    <a:pt x="0" y="714184"/>
                  </a:lnTo>
                  <a:lnTo>
                    <a:pt x="38252" y="696010"/>
                  </a:lnTo>
                  <a:close/>
                </a:path>
                <a:path w="636905" h="714375">
                  <a:moveTo>
                    <a:pt x="636638" y="0"/>
                  </a:moveTo>
                  <a:lnTo>
                    <a:pt x="598385" y="18173"/>
                  </a:lnTo>
                  <a:lnTo>
                    <a:pt x="615327" y="23914"/>
                  </a:lnTo>
                  <a:lnTo>
                    <a:pt x="622960" y="40081"/>
                  </a:lnTo>
                  <a:lnTo>
                    <a:pt x="636638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62648" y="5478127"/>
              <a:ext cx="1005840" cy="0"/>
            </a:xfrm>
            <a:custGeom>
              <a:avLst/>
              <a:gdLst/>
              <a:ahLst/>
              <a:cxnLst/>
              <a:rect l="l" t="t" r="r" b="b"/>
              <a:pathLst>
                <a:path w="1005839">
                  <a:moveTo>
                    <a:pt x="0" y="0"/>
                  </a:moveTo>
                  <a:lnTo>
                    <a:pt x="1005344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36103" y="5461672"/>
              <a:ext cx="1058545" cy="33020"/>
            </a:xfrm>
            <a:custGeom>
              <a:avLst/>
              <a:gdLst/>
              <a:ahLst/>
              <a:cxnLst/>
              <a:rect l="l" t="t" r="r" b="b"/>
              <a:pathLst>
                <a:path w="1058545" h="33020">
                  <a:moveTo>
                    <a:pt x="39027" y="12"/>
                  </a:moveTo>
                  <a:lnTo>
                    <a:pt x="0" y="16459"/>
                  </a:lnTo>
                  <a:lnTo>
                    <a:pt x="39027" y="32918"/>
                  </a:lnTo>
                  <a:lnTo>
                    <a:pt x="32029" y="16459"/>
                  </a:lnTo>
                  <a:lnTo>
                    <a:pt x="39027" y="12"/>
                  </a:lnTo>
                  <a:close/>
                </a:path>
                <a:path w="1058545" h="33020">
                  <a:moveTo>
                    <a:pt x="1058418" y="16459"/>
                  </a:moveTo>
                  <a:lnTo>
                    <a:pt x="1019403" y="0"/>
                  </a:lnTo>
                  <a:lnTo>
                    <a:pt x="1026401" y="16459"/>
                  </a:lnTo>
                  <a:lnTo>
                    <a:pt x="1019403" y="32918"/>
                  </a:lnTo>
                  <a:lnTo>
                    <a:pt x="1058418" y="16459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68249" y="4999291"/>
              <a:ext cx="0" cy="952500"/>
            </a:xfrm>
            <a:custGeom>
              <a:avLst/>
              <a:gdLst/>
              <a:ahLst/>
              <a:cxnLst/>
              <a:rect l="l" t="t" r="r" b="b"/>
              <a:pathLst>
                <a:path h="952500">
                  <a:moveTo>
                    <a:pt x="0" y="0"/>
                  </a:moveTo>
                  <a:lnTo>
                    <a:pt x="0" y="952436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51786" y="4972761"/>
              <a:ext cx="33020" cy="1002030"/>
            </a:xfrm>
            <a:custGeom>
              <a:avLst/>
              <a:gdLst/>
              <a:ahLst/>
              <a:cxnLst/>
              <a:rect l="l" t="t" r="r" b="b"/>
              <a:pathLst>
                <a:path w="33019" h="1002029">
                  <a:moveTo>
                    <a:pt x="32918" y="966482"/>
                  </a:moveTo>
                  <a:lnTo>
                    <a:pt x="16459" y="973480"/>
                  </a:lnTo>
                  <a:lnTo>
                    <a:pt x="0" y="966482"/>
                  </a:lnTo>
                  <a:lnTo>
                    <a:pt x="14782" y="1001547"/>
                  </a:lnTo>
                  <a:lnTo>
                    <a:pt x="18135" y="1001547"/>
                  </a:lnTo>
                  <a:lnTo>
                    <a:pt x="32918" y="966482"/>
                  </a:lnTo>
                  <a:close/>
                </a:path>
                <a:path w="33019" h="1002029">
                  <a:moveTo>
                    <a:pt x="32918" y="39014"/>
                  </a:moveTo>
                  <a:lnTo>
                    <a:pt x="16459" y="0"/>
                  </a:lnTo>
                  <a:lnTo>
                    <a:pt x="0" y="39014"/>
                  </a:lnTo>
                  <a:lnTo>
                    <a:pt x="16459" y="32029"/>
                  </a:lnTo>
                  <a:lnTo>
                    <a:pt x="32918" y="39014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047515" y="5316329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solidFill>
                  <a:srgbClr val="231F20"/>
                </a:solidFill>
                <a:latin typeface="Trebuchet MS"/>
                <a:cs typeface="Trebuchet MS"/>
              </a:rPr>
              <a:t>2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79325" y="4900451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09364" y="4962314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33496" y="5249019"/>
            <a:ext cx="24955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44" baseline="-22222" dirty="0">
                <a:solidFill>
                  <a:srgbClr val="231F20"/>
                </a:solidFill>
                <a:latin typeface="Trebuchet MS"/>
                <a:cs typeface="Trebuchet MS"/>
              </a:rPr>
              <a:t>6</a:t>
            </a:r>
            <a:r>
              <a:rPr sz="1500" spc="-82" baseline="-22222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000" spc="30" dirty="0">
                <a:solidFill>
                  <a:srgbClr val="231F20"/>
                </a:solidFill>
                <a:latin typeface="Trebuchet MS"/>
                <a:cs typeface="Trebuchet MS"/>
              </a:rPr>
              <a:t>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7232" y="5369805"/>
            <a:ext cx="88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94634" y="5432253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30" dirty="0">
                <a:solidFill>
                  <a:srgbClr val="231F20"/>
                </a:solidFill>
                <a:latin typeface="Trebuchet MS"/>
                <a:cs typeface="Trebuchet MS"/>
              </a:rPr>
              <a:t>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40735" y="5453209"/>
            <a:ext cx="2609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44" baseline="-27777" dirty="0">
                <a:solidFill>
                  <a:srgbClr val="231F20"/>
                </a:solidFill>
                <a:latin typeface="Trebuchet MS"/>
                <a:cs typeface="Trebuchet MS"/>
              </a:rPr>
              <a:t>4</a:t>
            </a:r>
            <a:r>
              <a:rPr sz="1500" spc="-22" baseline="-27777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000" spc="30" dirty="0">
                <a:solidFill>
                  <a:srgbClr val="231F20"/>
                </a:solidFill>
                <a:latin typeface="Trebuchet MS"/>
                <a:cs typeface="Trebuchet MS"/>
              </a:rPr>
              <a:t>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84918" y="5393607"/>
            <a:ext cx="161925" cy="162560"/>
            <a:chOff x="1884918" y="5393607"/>
            <a:chExt cx="161925" cy="162560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4918" y="5474773"/>
              <a:ext cx="88112" cy="8087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6084" y="5393607"/>
              <a:ext cx="80238" cy="8667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64899" y="6056759"/>
            <a:ext cx="263652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Yukarıdaki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şekilde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r>
              <a:rPr sz="1000" spc="-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doğrusu,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</a:t>
            </a:r>
            <a:r>
              <a:rPr sz="1000" spc="-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doğrusuna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dik-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4899" y="6484360"/>
            <a:ext cx="2636520" cy="105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167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d,</a:t>
            </a:r>
            <a:r>
              <a:rPr sz="1000" spc="9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</a:t>
            </a:r>
            <a:r>
              <a:rPr sz="1000" spc="9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9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</a:t>
            </a:r>
            <a:r>
              <a:rPr sz="1000" spc="9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doğrularının</a:t>
            </a:r>
            <a:r>
              <a:rPr sz="1000" spc="9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kesişimi</a:t>
            </a:r>
            <a:r>
              <a:rPr sz="1000" spc="9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9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elde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edilen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numaralandırılmıştır.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6700"/>
              </a:lnSpc>
              <a:spcBef>
                <a:spcPts val="565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1000" b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açılarla</a:t>
            </a:r>
            <a:r>
              <a:rPr sz="1000" b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ilgili</a:t>
            </a:r>
            <a:r>
              <a:rPr sz="1000" b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aşağıdaki</a:t>
            </a:r>
            <a:r>
              <a:rPr sz="1000" b="1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bilgilerden</a:t>
            </a:r>
            <a:r>
              <a:rPr sz="1000" b="1" spc="1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han- </a:t>
            </a:r>
            <a:r>
              <a:rPr sz="1000" b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gisi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u="sng" spc="-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yanlıştır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?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65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komşu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8600" y="7614760"/>
            <a:ext cx="13061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B)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3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6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ters açılardır.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8600" y="7864560"/>
            <a:ext cx="14471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C)</a:t>
            </a:r>
            <a:r>
              <a:rPr sz="1000" spc="-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8600" y="8114358"/>
            <a:ext cx="14471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D)</a:t>
            </a:r>
            <a:r>
              <a:rPr sz="1000" spc="-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6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açılardır.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07799" y="4479759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6.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70831" y="4945539"/>
            <a:ext cx="95885" cy="142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90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96464" y="4529309"/>
            <a:ext cx="95885" cy="142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10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63125" y="4993983"/>
            <a:ext cx="226695" cy="142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dirty="0">
                <a:solidFill>
                  <a:srgbClr val="231F20"/>
                </a:solidFill>
                <a:latin typeface="Trebuchet MS"/>
                <a:cs typeface="Trebuchet MS"/>
              </a:rPr>
              <a:t>110°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99607" y="4833446"/>
            <a:ext cx="90805" cy="142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8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07508" y="4766435"/>
            <a:ext cx="226695" cy="142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dirty="0">
                <a:solidFill>
                  <a:srgbClr val="231F20"/>
                </a:solidFill>
                <a:latin typeface="Trebuchet MS"/>
                <a:cs typeface="Trebuchet MS"/>
              </a:rPr>
              <a:t>130°</a:t>
            </a:r>
            <a:endParaRPr sz="750">
              <a:latin typeface="Trebuchet MS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598310" y="4558681"/>
            <a:ext cx="1056005" cy="844550"/>
            <a:chOff x="5598310" y="4558681"/>
            <a:chExt cx="1056005" cy="844550"/>
          </a:xfrm>
        </p:grpSpPr>
        <p:sp>
          <p:nvSpPr>
            <p:cNvPr id="48" name="object 48"/>
            <p:cNvSpPr/>
            <p:nvPr/>
          </p:nvSpPr>
          <p:spPr>
            <a:xfrm>
              <a:off x="5598310" y="4954994"/>
              <a:ext cx="1056005" cy="0"/>
            </a:xfrm>
            <a:custGeom>
              <a:avLst/>
              <a:gdLst/>
              <a:ahLst/>
              <a:cxnLst/>
              <a:rect l="l" t="t" r="r" b="b"/>
              <a:pathLst>
                <a:path w="1056004">
                  <a:moveTo>
                    <a:pt x="1055979" y="0"/>
                  </a:moveTo>
                  <a:lnTo>
                    <a:pt x="0" y="0"/>
                  </a:lnTo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620854" y="4954999"/>
              <a:ext cx="1010919" cy="0"/>
            </a:xfrm>
            <a:custGeom>
              <a:avLst/>
              <a:gdLst/>
              <a:ahLst/>
              <a:cxnLst/>
              <a:rect l="l" t="t" r="r" b="b"/>
              <a:pathLst>
                <a:path w="1010920">
                  <a:moveTo>
                    <a:pt x="0" y="0"/>
                  </a:moveTo>
                  <a:lnTo>
                    <a:pt x="1010881" y="0"/>
                  </a:lnTo>
                </a:path>
              </a:pathLst>
            </a:custGeom>
            <a:ln w="539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598312" y="4941011"/>
              <a:ext cx="1056005" cy="28575"/>
            </a:xfrm>
            <a:custGeom>
              <a:avLst/>
              <a:gdLst/>
              <a:ahLst/>
              <a:cxnLst/>
              <a:rect l="l" t="t" r="r" b="b"/>
              <a:pathLst>
                <a:path w="1056004" h="28575">
                  <a:moveTo>
                    <a:pt x="33147" y="0"/>
                  </a:moveTo>
                  <a:lnTo>
                    <a:pt x="0" y="13982"/>
                  </a:lnTo>
                  <a:lnTo>
                    <a:pt x="33147" y="27978"/>
                  </a:lnTo>
                  <a:lnTo>
                    <a:pt x="27203" y="13982"/>
                  </a:lnTo>
                  <a:lnTo>
                    <a:pt x="33147" y="0"/>
                  </a:lnTo>
                  <a:close/>
                </a:path>
                <a:path w="1056004" h="28575">
                  <a:moveTo>
                    <a:pt x="1055966" y="13982"/>
                  </a:moveTo>
                  <a:lnTo>
                    <a:pt x="1022819" y="0"/>
                  </a:lnTo>
                  <a:lnTo>
                    <a:pt x="1028763" y="13982"/>
                  </a:lnTo>
                  <a:lnTo>
                    <a:pt x="1022819" y="27978"/>
                  </a:lnTo>
                  <a:lnTo>
                    <a:pt x="1055966" y="13982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31125" y="4558681"/>
              <a:ext cx="332740" cy="396875"/>
            </a:xfrm>
            <a:custGeom>
              <a:avLst/>
              <a:gdLst/>
              <a:ahLst/>
              <a:cxnLst/>
              <a:rect l="l" t="t" r="r" b="b"/>
              <a:pathLst>
                <a:path w="332739" h="396875">
                  <a:moveTo>
                    <a:pt x="332549" y="0"/>
                  </a:moveTo>
                  <a:lnTo>
                    <a:pt x="0" y="396316"/>
                  </a:lnTo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31120" y="4575951"/>
              <a:ext cx="318135" cy="379095"/>
            </a:xfrm>
            <a:custGeom>
              <a:avLst/>
              <a:gdLst/>
              <a:ahLst/>
              <a:cxnLst/>
              <a:rect l="l" t="t" r="r" b="b"/>
              <a:pathLst>
                <a:path w="318135" h="379095">
                  <a:moveTo>
                    <a:pt x="318058" y="0"/>
                  </a:moveTo>
                  <a:lnTo>
                    <a:pt x="0" y="379044"/>
                  </a:lnTo>
                </a:path>
              </a:pathLst>
            </a:custGeom>
            <a:ln w="539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31645" y="4558681"/>
              <a:ext cx="32384" cy="34925"/>
            </a:xfrm>
            <a:custGeom>
              <a:avLst/>
              <a:gdLst/>
              <a:ahLst/>
              <a:cxnLst/>
              <a:rect l="l" t="t" r="r" b="b"/>
              <a:pathLst>
                <a:path w="32385" h="34925">
                  <a:moveTo>
                    <a:pt x="32029" y="0"/>
                  </a:moveTo>
                  <a:lnTo>
                    <a:pt x="0" y="16408"/>
                  </a:lnTo>
                  <a:lnTo>
                    <a:pt x="14528" y="20840"/>
                  </a:lnTo>
                  <a:lnTo>
                    <a:pt x="21437" y="34378"/>
                  </a:lnTo>
                  <a:lnTo>
                    <a:pt x="32029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31115" y="4954994"/>
              <a:ext cx="259079" cy="448309"/>
            </a:xfrm>
            <a:custGeom>
              <a:avLst/>
              <a:gdLst/>
              <a:ahLst/>
              <a:cxnLst/>
              <a:rect l="l" t="t" r="r" b="b"/>
              <a:pathLst>
                <a:path w="259079" h="448310">
                  <a:moveTo>
                    <a:pt x="0" y="0"/>
                  </a:moveTo>
                  <a:lnTo>
                    <a:pt x="258686" y="448055"/>
                  </a:lnTo>
                </a:path>
              </a:pathLst>
            </a:custGeom>
            <a:solidFill>
              <a:srgbClr val="F15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31118" y="4954999"/>
              <a:ext cx="247650" cy="428625"/>
            </a:xfrm>
            <a:custGeom>
              <a:avLst/>
              <a:gdLst/>
              <a:ahLst/>
              <a:cxnLst/>
              <a:rect l="l" t="t" r="r" b="b"/>
              <a:pathLst>
                <a:path w="247650" h="428625">
                  <a:moveTo>
                    <a:pt x="247408" y="428523"/>
                  </a:moveTo>
                  <a:lnTo>
                    <a:pt x="0" y="0"/>
                  </a:lnTo>
                </a:path>
              </a:pathLst>
            </a:custGeom>
            <a:ln w="5397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61116" y="5367346"/>
              <a:ext cx="29209" cy="36195"/>
            </a:xfrm>
            <a:custGeom>
              <a:avLst/>
              <a:gdLst/>
              <a:ahLst/>
              <a:cxnLst/>
              <a:rect l="l" t="t" r="r" b="b"/>
              <a:pathLst>
                <a:path w="29210" h="36195">
                  <a:moveTo>
                    <a:pt x="24218" y="0"/>
                  </a:moveTo>
                  <a:lnTo>
                    <a:pt x="15087" y="12128"/>
                  </a:lnTo>
                  <a:lnTo>
                    <a:pt x="0" y="13982"/>
                  </a:lnTo>
                  <a:lnTo>
                    <a:pt x="28689" y="35699"/>
                  </a:lnTo>
                  <a:lnTo>
                    <a:pt x="24218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18605" y="4940161"/>
              <a:ext cx="0" cy="29845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0"/>
                  </a:moveTo>
                  <a:lnTo>
                    <a:pt x="0" y="29679"/>
                  </a:lnTo>
                </a:path>
              </a:pathLst>
            </a:custGeom>
            <a:ln w="386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681628" y="4815752"/>
            <a:ext cx="90805" cy="142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726714" y="4639121"/>
            <a:ext cx="573405" cy="330835"/>
          </a:xfrm>
          <a:custGeom>
            <a:avLst/>
            <a:gdLst/>
            <a:ahLst/>
            <a:cxnLst/>
            <a:rect l="l" t="t" r="r" b="b"/>
            <a:pathLst>
              <a:path w="573404" h="330835">
                <a:moveTo>
                  <a:pt x="0" y="301040"/>
                </a:moveTo>
                <a:lnTo>
                  <a:pt x="0" y="330720"/>
                </a:lnTo>
              </a:path>
              <a:path w="573404" h="330835">
                <a:moveTo>
                  <a:pt x="553694" y="0"/>
                </a:moveTo>
                <a:lnTo>
                  <a:pt x="572947" y="16814"/>
                </a:lnTo>
              </a:path>
            </a:pathLst>
          </a:custGeom>
          <a:ln w="386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6145543" y="5284484"/>
            <a:ext cx="90805" cy="142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" spc="105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750">
              <a:latin typeface="Trebuchet MS"/>
              <a:cs typeface="Trebuchet M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969257" y="4893131"/>
            <a:ext cx="295275" cy="454025"/>
            <a:chOff x="5969257" y="4893131"/>
            <a:chExt cx="295275" cy="454025"/>
          </a:xfrm>
        </p:grpSpPr>
        <p:sp>
          <p:nvSpPr>
            <p:cNvPr id="62" name="object 62"/>
            <p:cNvSpPr/>
            <p:nvPr/>
          </p:nvSpPr>
          <p:spPr>
            <a:xfrm>
              <a:off x="6240221" y="5331552"/>
              <a:ext cx="22225" cy="13335"/>
            </a:xfrm>
            <a:custGeom>
              <a:avLst/>
              <a:gdLst/>
              <a:ahLst/>
              <a:cxnLst/>
              <a:rect l="l" t="t" r="r" b="b"/>
              <a:pathLst>
                <a:path w="22225" h="13335">
                  <a:moveTo>
                    <a:pt x="0" y="13220"/>
                  </a:moveTo>
                  <a:lnTo>
                    <a:pt x="21869" y="0"/>
                  </a:lnTo>
                </a:path>
              </a:pathLst>
            </a:custGeom>
            <a:ln w="386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9257" y="4893131"/>
              <a:ext cx="102717" cy="123736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6280394" y="5547949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33218" y="6047549"/>
            <a:ext cx="2381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9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19998" y="5618558"/>
            <a:ext cx="2145030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Yukarıdaki</a:t>
            </a:r>
            <a:r>
              <a:rPr sz="10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şekilde</a:t>
            </a:r>
            <a:r>
              <a:rPr sz="10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m(ABC)</a:t>
            </a:r>
            <a:r>
              <a:rPr sz="1000" b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130°,</a:t>
            </a:r>
            <a:endParaRPr sz="1000">
              <a:latin typeface="Arial"/>
              <a:cs typeface="Arial"/>
            </a:endParaRPr>
          </a:p>
          <a:p>
            <a:pPr marL="38100" marR="299085">
              <a:lnSpc>
                <a:spcPct val="163900"/>
              </a:lnSpc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1000" b="1" spc="35" dirty="0">
                <a:solidFill>
                  <a:srgbClr val="231F20"/>
                </a:solidFill>
                <a:latin typeface="Arial"/>
                <a:cs typeface="Arial"/>
              </a:rPr>
              <a:t>(</a:t>
            </a:r>
            <a:r>
              <a:rPr sz="1000" b="1" spc="-509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500" spc="-712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b="1" spc="3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) =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110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°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oldu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ğ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una g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öre  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m(CBE)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kaç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derecedir?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949099" y="6367959"/>
            <a:ext cx="23304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165" algn="l"/>
                <a:tab pos="1370965" algn="l"/>
                <a:tab pos="2006600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120	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110	C)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100	D)</a:t>
            </a:r>
            <a:r>
              <a:rPr sz="1000" spc="-5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90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5899" y="1028092"/>
            <a:ext cx="57677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190" algn="l"/>
              </a:tabLst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4.	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Mehmet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Bey’in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bahçesine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diktiği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gül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lale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çiçeklerinin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zemin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yaptıkları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aşağıdaki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gibidir.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149688" y="1273177"/>
            <a:ext cx="2007870" cy="723900"/>
            <a:chOff x="3149688" y="1273177"/>
            <a:chExt cx="2007870" cy="723900"/>
          </a:xfrm>
        </p:grpSpPr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9688" y="1865490"/>
              <a:ext cx="2007819" cy="13130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50618" y="1444349"/>
              <a:ext cx="597442" cy="45116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83751" y="1273177"/>
              <a:ext cx="647310" cy="613060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3496909" y="1713771"/>
            <a:ext cx="1790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35°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333687" y="1718038"/>
            <a:ext cx="1790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40°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476028" y="1466070"/>
            <a:ext cx="217804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Lale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75954" y="1481513"/>
            <a:ext cx="184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Gül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3128683" y="2301252"/>
            <a:ext cx="2028825" cy="1080770"/>
            <a:chOff x="3128683" y="2301252"/>
            <a:chExt cx="2028825" cy="1080770"/>
          </a:xfrm>
        </p:grpSpPr>
        <p:pic>
          <p:nvPicPr>
            <p:cNvPr id="78" name="object 7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7727" y="2301252"/>
              <a:ext cx="1486396" cy="97829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28683" y="3250184"/>
              <a:ext cx="2028825" cy="131305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3475908" y="3098469"/>
            <a:ext cx="1790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35°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73499" y="2061092"/>
            <a:ext cx="36950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Gül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lale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çiçekleri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zamanla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doğrusal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olarak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büyüyerek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gelişiyor.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00">
              <a:latin typeface="Microsoft Sans Serif"/>
              <a:cs typeface="Microsoft Sans Serif"/>
            </a:endParaRPr>
          </a:p>
          <a:p>
            <a:pPr marR="361315" algn="r">
              <a:lnSpc>
                <a:spcPct val="100000"/>
              </a:lnSpc>
              <a:spcBef>
                <a:spcPts val="795"/>
              </a:spcBef>
            </a:pPr>
            <a:r>
              <a:rPr sz="800" dirty="0">
                <a:solidFill>
                  <a:srgbClr val="231F20"/>
                </a:solidFill>
                <a:latin typeface="Symbol"/>
                <a:cs typeface="Symbol"/>
              </a:rPr>
              <a:t></a:t>
            </a:r>
            <a:endParaRPr sz="800">
              <a:latin typeface="Symbol"/>
              <a:cs typeface="Symbo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312686" y="3102736"/>
            <a:ext cx="1790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40°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464375" y="2830854"/>
            <a:ext cx="217804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Lale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396254" y="2830854"/>
            <a:ext cx="1841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Gül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980709" y="2609997"/>
            <a:ext cx="141605" cy="40005"/>
          </a:xfrm>
          <a:custGeom>
            <a:avLst/>
            <a:gdLst/>
            <a:ahLst/>
            <a:cxnLst/>
            <a:rect l="l" t="t" r="r" b="b"/>
            <a:pathLst>
              <a:path w="141604" h="40005">
                <a:moveTo>
                  <a:pt x="0" y="33591"/>
                </a:moveTo>
                <a:lnTo>
                  <a:pt x="13471" y="19722"/>
                </a:lnTo>
                <a:lnTo>
                  <a:pt x="29746" y="9132"/>
                </a:lnTo>
                <a:lnTo>
                  <a:pt x="48273" y="2375"/>
                </a:lnTo>
                <a:lnTo>
                  <a:pt x="68503" y="0"/>
                </a:lnTo>
                <a:lnTo>
                  <a:pt x="90632" y="2852"/>
                </a:lnTo>
                <a:lnTo>
                  <a:pt x="110643" y="10925"/>
                </a:lnTo>
                <a:lnTo>
                  <a:pt x="127809" y="23488"/>
                </a:lnTo>
                <a:lnTo>
                  <a:pt x="141401" y="39814"/>
                </a:lnTo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73499" y="3449692"/>
            <a:ext cx="5831205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Mehmet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Bey,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gül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lalenin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kesişim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yerlerinde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oluşan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Symbol"/>
                <a:cs typeface="Symbol"/>
              </a:rPr>
              <a:t></a:t>
            </a:r>
            <a:r>
              <a:rPr sz="100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açısını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hesaplıyor.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Buna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Mehmet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Bey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gül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çiçeğini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zeminle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20°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dikmiş olsaydı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7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açısı kaç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derece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artardı?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65"/>
              </a:spcBef>
              <a:tabLst>
                <a:tab pos="1374775" algn="l"/>
                <a:tab pos="2670175" algn="l"/>
                <a:tab pos="410527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5	B)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15	C)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20	D)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30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3460503" y="4525006"/>
            <a:ext cx="1188085" cy="5006340"/>
            <a:chOff x="3460503" y="4525006"/>
            <a:chExt cx="1188085" cy="5006340"/>
          </a:xfrm>
        </p:grpSpPr>
        <p:sp>
          <p:nvSpPr>
            <p:cNvPr id="88" name="object 88"/>
            <p:cNvSpPr/>
            <p:nvPr/>
          </p:nvSpPr>
          <p:spPr>
            <a:xfrm>
              <a:off x="3516642" y="4525006"/>
              <a:ext cx="1059815" cy="605790"/>
            </a:xfrm>
            <a:custGeom>
              <a:avLst/>
              <a:gdLst/>
              <a:ahLst/>
              <a:cxnLst/>
              <a:rect l="l" t="t" r="r" b="b"/>
              <a:pathLst>
                <a:path w="1059814" h="605789">
                  <a:moveTo>
                    <a:pt x="983742" y="605775"/>
                  </a:moveTo>
                  <a:lnTo>
                    <a:pt x="75666" y="605775"/>
                  </a:lnTo>
                  <a:lnTo>
                    <a:pt x="31921" y="604628"/>
                  </a:lnTo>
                  <a:lnTo>
                    <a:pt x="9458" y="596598"/>
                  </a:lnTo>
                  <a:lnTo>
                    <a:pt x="1182" y="574804"/>
                  </a:lnTo>
                  <a:lnTo>
                    <a:pt x="0" y="532363"/>
                  </a:lnTo>
                  <a:lnTo>
                    <a:pt x="0" y="73424"/>
                  </a:lnTo>
                  <a:lnTo>
                    <a:pt x="1182" y="30975"/>
                  </a:lnTo>
                  <a:lnTo>
                    <a:pt x="9458" y="9178"/>
                  </a:lnTo>
                  <a:lnTo>
                    <a:pt x="31921" y="1147"/>
                  </a:lnTo>
                  <a:lnTo>
                    <a:pt x="75666" y="0"/>
                  </a:lnTo>
                  <a:lnTo>
                    <a:pt x="983742" y="0"/>
                  </a:lnTo>
                  <a:lnTo>
                    <a:pt x="1027494" y="1147"/>
                  </a:lnTo>
                  <a:lnTo>
                    <a:pt x="1049961" y="9178"/>
                  </a:lnTo>
                  <a:lnTo>
                    <a:pt x="1058238" y="30975"/>
                  </a:lnTo>
                  <a:lnTo>
                    <a:pt x="1059421" y="73424"/>
                  </a:lnTo>
                  <a:lnTo>
                    <a:pt x="1059421" y="532363"/>
                  </a:lnTo>
                  <a:lnTo>
                    <a:pt x="1058238" y="574804"/>
                  </a:lnTo>
                  <a:lnTo>
                    <a:pt x="1049961" y="596598"/>
                  </a:lnTo>
                  <a:lnTo>
                    <a:pt x="1027494" y="604628"/>
                  </a:lnTo>
                  <a:lnTo>
                    <a:pt x="983742" y="605775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460503" y="4711285"/>
              <a:ext cx="1188085" cy="775970"/>
            </a:xfrm>
            <a:custGeom>
              <a:avLst/>
              <a:gdLst/>
              <a:ahLst/>
              <a:cxnLst/>
              <a:rect l="l" t="t" r="r" b="b"/>
              <a:pathLst>
                <a:path w="1188085" h="775970">
                  <a:moveTo>
                    <a:pt x="1187996" y="775614"/>
                  </a:moveTo>
                  <a:lnTo>
                    <a:pt x="0" y="775614"/>
                  </a:lnTo>
                  <a:lnTo>
                    <a:pt x="0" y="0"/>
                  </a:lnTo>
                  <a:lnTo>
                    <a:pt x="594004" y="194123"/>
                  </a:lnTo>
                  <a:lnTo>
                    <a:pt x="1187996" y="0"/>
                  </a:lnTo>
                  <a:lnTo>
                    <a:pt x="1187996" y="775614"/>
                  </a:lnTo>
                  <a:close/>
                </a:path>
              </a:pathLst>
            </a:custGeom>
            <a:solidFill>
              <a:srgbClr val="C7C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460503" y="4788996"/>
              <a:ext cx="1188085" cy="4742180"/>
            </a:xfrm>
            <a:custGeom>
              <a:avLst/>
              <a:gdLst/>
              <a:ahLst/>
              <a:cxnLst/>
              <a:rect l="l" t="t" r="r" b="b"/>
              <a:pathLst>
                <a:path w="1188085" h="4742180">
                  <a:moveTo>
                    <a:pt x="1187988" y="4741997"/>
                  </a:moveTo>
                  <a:lnTo>
                    <a:pt x="0" y="4741997"/>
                  </a:lnTo>
                  <a:lnTo>
                    <a:pt x="0" y="0"/>
                  </a:lnTo>
                  <a:lnTo>
                    <a:pt x="594004" y="193009"/>
                  </a:lnTo>
                  <a:lnTo>
                    <a:pt x="1187988" y="193009"/>
                  </a:lnTo>
                  <a:lnTo>
                    <a:pt x="1187988" y="4741997"/>
                  </a:lnTo>
                  <a:close/>
                </a:path>
                <a:path w="1188085" h="4742180">
                  <a:moveTo>
                    <a:pt x="1187988" y="193009"/>
                  </a:moveTo>
                  <a:lnTo>
                    <a:pt x="594004" y="193009"/>
                  </a:lnTo>
                  <a:lnTo>
                    <a:pt x="1187988" y="2"/>
                  </a:lnTo>
                  <a:lnTo>
                    <a:pt x="1187988" y="193009"/>
                  </a:lnTo>
                  <a:close/>
                </a:path>
              </a:pathLst>
            </a:custGeom>
            <a:solidFill>
              <a:srgbClr val="F4FB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460503" y="4789005"/>
              <a:ext cx="1188085" cy="4742180"/>
            </a:xfrm>
            <a:custGeom>
              <a:avLst/>
              <a:gdLst/>
              <a:ahLst/>
              <a:cxnLst/>
              <a:rect l="l" t="t" r="r" b="b"/>
              <a:pathLst>
                <a:path w="1188085" h="4742180">
                  <a:moveTo>
                    <a:pt x="1187988" y="4741989"/>
                  </a:moveTo>
                  <a:lnTo>
                    <a:pt x="0" y="4741989"/>
                  </a:lnTo>
                  <a:lnTo>
                    <a:pt x="0" y="0"/>
                  </a:lnTo>
                  <a:lnTo>
                    <a:pt x="594004" y="193001"/>
                  </a:lnTo>
                  <a:lnTo>
                    <a:pt x="1187988" y="193001"/>
                  </a:lnTo>
                  <a:lnTo>
                    <a:pt x="1187988" y="4741989"/>
                  </a:lnTo>
                  <a:close/>
                </a:path>
                <a:path w="1188085" h="4742180">
                  <a:moveTo>
                    <a:pt x="1187988" y="193001"/>
                  </a:moveTo>
                  <a:lnTo>
                    <a:pt x="594004" y="193001"/>
                  </a:lnTo>
                  <a:lnTo>
                    <a:pt x="1187988" y="0"/>
                  </a:lnTo>
                  <a:lnTo>
                    <a:pt x="1187988" y="193001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503936" y="509662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503936" y="5230102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503936" y="49581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503936" y="537005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503936" y="551001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503936" y="564996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503936" y="578991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503936" y="592987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503936" y="606982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503936" y="620978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503936" y="634973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503936" y="648968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503936" y="662963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503936" y="676959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503936" y="690954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503936" y="704950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503936" y="718945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503936" y="73294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503936" y="746936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503936" y="760932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503936" y="774927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503936" y="788922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503936" y="802918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503936" y="816913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503936" y="830909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503936" y="844904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503936" y="858899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503936" y="8728954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503936" y="886890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503936" y="900886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503936" y="914881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503936" y="928877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503936" y="942872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502342" y="4958118"/>
              <a:ext cx="1101090" cy="4573270"/>
            </a:xfrm>
            <a:custGeom>
              <a:avLst/>
              <a:gdLst/>
              <a:ahLst/>
              <a:cxnLst/>
              <a:rect l="l" t="t" r="r" b="b"/>
              <a:pathLst>
                <a:path w="1101089" h="4573270">
                  <a:moveTo>
                    <a:pt x="3162" y="0"/>
                  </a:moveTo>
                  <a:lnTo>
                    <a:pt x="0" y="0"/>
                  </a:lnTo>
                  <a:lnTo>
                    <a:pt x="0" y="4572876"/>
                  </a:lnTo>
                  <a:lnTo>
                    <a:pt x="3162" y="4572876"/>
                  </a:lnTo>
                  <a:lnTo>
                    <a:pt x="3162" y="0"/>
                  </a:lnTo>
                  <a:close/>
                </a:path>
                <a:path w="1101089" h="4573270">
                  <a:moveTo>
                    <a:pt x="140398" y="0"/>
                  </a:moveTo>
                  <a:lnTo>
                    <a:pt x="137236" y="0"/>
                  </a:lnTo>
                  <a:lnTo>
                    <a:pt x="137236" y="4572876"/>
                  </a:lnTo>
                  <a:lnTo>
                    <a:pt x="140398" y="4572876"/>
                  </a:lnTo>
                  <a:lnTo>
                    <a:pt x="140398" y="0"/>
                  </a:lnTo>
                  <a:close/>
                </a:path>
                <a:path w="1101089" h="4573270">
                  <a:moveTo>
                    <a:pt x="277634" y="0"/>
                  </a:moveTo>
                  <a:lnTo>
                    <a:pt x="274472" y="0"/>
                  </a:lnTo>
                  <a:lnTo>
                    <a:pt x="274472" y="4572876"/>
                  </a:lnTo>
                  <a:lnTo>
                    <a:pt x="277634" y="4572876"/>
                  </a:lnTo>
                  <a:lnTo>
                    <a:pt x="277634" y="0"/>
                  </a:lnTo>
                  <a:close/>
                </a:path>
                <a:path w="1101089" h="4573270">
                  <a:moveTo>
                    <a:pt x="414858" y="0"/>
                  </a:moveTo>
                  <a:lnTo>
                    <a:pt x="411695" y="0"/>
                  </a:lnTo>
                  <a:lnTo>
                    <a:pt x="411695" y="4572876"/>
                  </a:lnTo>
                  <a:lnTo>
                    <a:pt x="414858" y="4572876"/>
                  </a:lnTo>
                  <a:lnTo>
                    <a:pt x="414858" y="0"/>
                  </a:lnTo>
                  <a:close/>
                </a:path>
                <a:path w="1101089" h="4573270">
                  <a:moveTo>
                    <a:pt x="552094" y="0"/>
                  </a:moveTo>
                  <a:lnTo>
                    <a:pt x="548932" y="0"/>
                  </a:lnTo>
                  <a:lnTo>
                    <a:pt x="548932" y="4572876"/>
                  </a:lnTo>
                  <a:lnTo>
                    <a:pt x="552094" y="4572876"/>
                  </a:lnTo>
                  <a:lnTo>
                    <a:pt x="552094" y="0"/>
                  </a:lnTo>
                  <a:close/>
                </a:path>
                <a:path w="1101089" h="4573270">
                  <a:moveTo>
                    <a:pt x="689330" y="0"/>
                  </a:moveTo>
                  <a:lnTo>
                    <a:pt x="686168" y="0"/>
                  </a:lnTo>
                  <a:lnTo>
                    <a:pt x="686168" y="4572876"/>
                  </a:lnTo>
                  <a:lnTo>
                    <a:pt x="689330" y="4572876"/>
                  </a:lnTo>
                  <a:lnTo>
                    <a:pt x="689330" y="0"/>
                  </a:lnTo>
                  <a:close/>
                </a:path>
                <a:path w="1101089" h="4573270">
                  <a:moveTo>
                    <a:pt x="826554" y="0"/>
                  </a:moveTo>
                  <a:lnTo>
                    <a:pt x="823391" y="0"/>
                  </a:lnTo>
                  <a:lnTo>
                    <a:pt x="823391" y="4572876"/>
                  </a:lnTo>
                  <a:lnTo>
                    <a:pt x="826554" y="4572876"/>
                  </a:lnTo>
                  <a:lnTo>
                    <a:pt x="826554" y="0"/>
                  </a:lnTo>
                  <a:close/>
                </a:path>
                <a:path w="1101089" h="4573270">
                  <a:moveTo>
                    <a:pt x="963790" y="0"/>
                  </a:moveTo>
                  <a:lnTo>
                    <a:pt x="960628" y="0"/>
                  </a:lnTo>
                  <a:lnTo>
                    <a:pt x="960628" y="4572876"/>
                  </a:lnTo>
                  <a:lnTo>
                    <a:pt x="963790" y="4572876"/>
                  </a:lnTo>
                  <a:lnTo>
                    <a:pt x="963790" y="0"/>
                  </a:lnTo>
                  <a:close/>
                </a:path>
                <a:path w="1101089" h="4573270">
                  <a:moveTo>
                    <a:pt x="1101026" y="0"/>
                  </a:moveTo>
                  <a:lnTo>
                    <a:pt x="1097864" y="0"/>
                  </a:lnTo>
                  <a:lnTo>
                    <a:pt x="1097864" y="4572876"/>
                  </a:lnTo>
                  <a:lnTo>
                    <a:pt x="1101026" y="4572876"/>
                  </a:lnTo>
                  <a:lnTo>
                    <a:pt x="1101026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68814" y="4571329"/>
              <a:ext cx="565464" cy="195579"/>
            </a:xfrm>
            <a:prstGeom prst="rect">
              <a:avLst/>
            </a:prstGeom>
          </p:spPr>
        </p:pic>
      </p:grpSp>
      <p:sp>
        <p:nvSpPr>
          <p:cNvPr id="127" name="object 127"/>
          <p:cNvSpPr txBox="1"/>
          <p:nvPr/>
        </p:nvSpPr>
        <p:spPr>
          <a:xfrm>
            <a:off x="3746144" y="4480397"/>
            <a:ext cx="588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solidFill>
                  <a:srgbClr val="FFFFFF"/>
                </a:solidFill>
                <a:latin typeface="Trebuchet MS"/>
                <a:cs typeface="Trebuchet MS"/>
              </a:rPr>
              <a:t>İPUCU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503936" y="5230102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840"/>
              </a:lnSpc>
            </a:pPr>
            <a:r>
              <a:rPr sz="750" spc="-65" dirty="0">
                <a:solidFill>
                  <a:srgbClr val="ED1C24"/>
                </a:solidFill>
                <a:latin typeface="Segoe UI Symbol"/>
                <a:cs typeface="Segoe UI Symbol"/>
              </a:rPr>
              <a:t>❱❱</a:t>
            </a:r>
            <a:r>
              <a:rPr sz="800" dirty="0">
                <a:solidFill>
                  <a:srgbClr val="231F20"/>
                </a:solidFill>
                <a:latin typeface="Segoe UI Symbol"/>
                <a:cs typeface="Segoe UI Symbol"/>
              </a:rPr>
              <a:t> 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915630" y="5230102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7625">
              <a:lnSpc>
                <a:spcPts val="850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ri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778399" y="5230102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850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üle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641168" y="5230102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ts val="850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4190096" y="5230102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225">
              <a:lnSpc>
                <a:spcPts val="85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am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4052864" y="5230102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topl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464560" y="5230102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850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4327327" y="5230102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034">
              <a:lnSpc>
                <a:spcPts val="850"/>
              </a:lnSpc>
            </a:pP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ı</a:t>
            </a:r>
            <a:r>
              <a:rPr sz="8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90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3641168" y="5370055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8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3778399" y="5370055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85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n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4052864" y="5370055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85"/>
              </a:spcBef>
            </a:pP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ıya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3915630" y="5370055"/>
            <a:ext cx="2266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85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i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aç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4464560" y="5370055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85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r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4327327" y="5370055"/>
            <a:ext cx="2266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85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4190096" y="5370055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85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tü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641168" y="5510010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4290">
              <a:lnSpc>
                <a:spcPts val="815"/>
              </a:lnSpc>
              <a:spcBef>
                <a:spcPts val="285"/>
              </a:spcBef>
            </a:pP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3915630" y="5510010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6195">
              <a:lnSpc>
                <a:spcPts val="815"/>
              </a:lnSpc>
              <a:spcBef>
                <a:spcPts val="28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nir.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3778399" y="5510010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60325">
              <a:lnSpc>
                <a:spcPts val="815"/>
              </a:lnSpc>
              <a:spcBef>
                <a:spcPts val="285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915630" y="5789919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47625">
              <a:lnSpc>
                <a:spcPts val="869"/>
              </a:lnSpc>
              <a:spcBef>
                <a:spcPts val="229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ri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3778399" y="5789919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49530">
              <a:lnSpc>
                <a:spcPts val="869"/>
              </a:lnSpc>
              <a:spcBef>
                <a:spcPts val="229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üle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3641168" y="5789919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4290">
              <a:lnSpc>
                <a:spcPts val="869"/>
              </a:lnSpc>
              <a:spcBef>
                <a:spcPts val="229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4327327" y="5789919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6034">
              <a:lnSpc>
                <a:spcPts val="869"/>
              </a:lnSpc>
              <a:spcBef>
                <a:spcPts val="229"/>
              </a:spcBef>
            </a:pP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190096" y="5789919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2225">
              <a:lnSpc>
                <a:spcPts val="869"/>
              </a:lnSpc>
              <a:spcBef>
                <a:spcPts val="229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am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4052864" y="5789919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>
              <a:lnSpc>
                <a:spcPts val="869"/>
              </a:lnSpc>
              <a:spcBef>
                <a:spcPts val="229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topl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3778399" y="5929874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66040">
              <a:lnSpc>
                <a:spcPts val="670"/>
              </a:lnSpc>
              <a:spcBef>
                <a:spcPts val="43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641168" y="5929874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4290">
              <a:lnSpc>
                <a:spcPts val="670"/>
              </a:lnSpc>
              <a:spcBef>
                <a:spcPts val="43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180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3915630" y="5929874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ts val="670"/>
              </a:lnSpc>
              <a:spcBef>
                <a:spcPts val="430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4052864" y="5929874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80645">
              <a:lnSpc>
                <a:spcPts val="670"/>
              </a:lnSpc>
              <a:spcBef>
                <a:spcPts val="430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iki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4327327" y="5929874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7465">
              <a:lnSpc>
                <a:spcPts val="670"/>
              </a:lnSpc>
              <a:spcBef>
                <a:spcPts val="430"/>
              </a:spcBef>
            </a:pP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ıya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4190096" y="5929874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67945">
              <a:lnSpc>
                <a:spcPts val="670"/>
              </a:lnSpc>
              <a:spcBef>
                <a:spcPts val="43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aç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3915630" y="6209783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484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er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3778399" y="6209783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484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ünl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641168" y="6209783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ts val="484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büt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4052864" y="6209783"/>
            <a:ext cx="1631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484"/>
              </a:lnSpc>
            </a:pP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4327327" y="6209783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484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ir.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4190096" y="6209783"/>
            <a:ext cx="2266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484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510521" y="6683068"/>
            <a:ext cx="8845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65" dirty="0">
                <a:solidFill>
                  <a:srgbClr val="ED1C24"/>
                </a:solidFill>
                <a:latin typeface="Segoe UI Symbol"/>
                <a:cs typeface="Segoe UI Symbol"/>
              </a:rPr>
              <a:t>❱❱</a:t>
            </a:r>
            <a:r>
              <a:rPr sz="750" spc="100" dirty="0">
                <a:solidFill>
                  <a:srgbClr val="231F20"/>
                </a:solidFill>
                <a:latin typeface="Segoe UI Symbol"/>
                <a:cs typeface="Segoe UI Symbol"/>
              </a:rPr>
              <a:t> 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Ölçüleri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toplamı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3641168" y="6909548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ts val="57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90°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3915630" y="6909548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320">
              <a:lnSpc>
                <a:spcPts val="57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778399" y="6909548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575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190096" y="6909548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57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şu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4052864" y="6909548"/>
            <a:ext cx="2266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57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4327327" y="6909548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575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iki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3778399" y="7049503"/>
            <a:ext cx="1504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384">
              <a:lnSpc>
                <a:spcPts val="77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3641168" y="7049503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ts val="775"/>
              </a:lnSpc>
            </a:pP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4052864" y="7049503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90">
              <a:lnSpc>
                <a:spcPts val="77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şu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3915630" y="7049503"/>
            <a:ext cx="2393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77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4464560" y="7049503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77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r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4327327" y="7049503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115">
              <a:lnSpc>
                <a:spcPts val="77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4190096" y="7049503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ts val="77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tü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3641168" y="7189457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"/>
              </a:spcBef>
            </a:pP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915630" y="7189457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nir.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3778399" y="7189457"/>
            <a:ext cx="1885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3503936" y="7749273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855"/>
              </a:lnSpc>
            </a:pPr>
            <a:r>
              <a:rPr sz="750" spc="-65" dirty="0">
                <a:solidFill>
                  <a:srgbClr val="ED1C24"/>
                </a:solidFill>
                <a:latin typeface="Segoe UI Symbol"/>
                <a:cs typeface="Segoe UI Symbol"/>
              </a:rPr>
              <a:t>❱❱</a:t>
            </a:r>
            <a:r>
              <a:rPr sz="800" dirty="0">
                <a:solidFill>
                  <a:srgbClr val="231F20"/>
                </a:solidFill>
                <a:latin typeface="Segoe UI Symbol"/>
                <a:cs typeface="Segoe UI Symbol"/>
              </a:rPr>
              <a:t> 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3915630" y="7749273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7625">
              <a:lnSpc>
                <a:spcPts val="86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ri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3778399" y="7749273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86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üle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3641168" y="7749273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290">
              <a:lnSpc>
                <a:spcPts val="86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4327327" y="7749273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034">
              <a:lnSpc>
                <a:spcPts val="865"/>
              </a:lnSpc>
            </a:pP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4190096" y="7749273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225">
              <a:lnSpc>
                <a:spcPts val="86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am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4052864" y="7749273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65"/>
              </a:lnSpc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topl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3778399" y="7889228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3641168" y="7889228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180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3915630" y="7889228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4327327" y="7889228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u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4190096" y="7889228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mş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4052864" y="7889228"/>
            <a:ext cx="2012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ko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4464560" y="7889228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iki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3778399" y="8029183"/>
            <a:ext cx="1504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2384">
              <a:lnSpc>
                <a:spcPts val="800"/>
              </a:lnSpc>
              <a:spcBef>
                <a:spcPts val="3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3641168" y="8029183"/>
            <a:ext cx="1758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290">
              <a:lnSpc>
                <a:spcPts val="800"/>
              </a:lnSpc>
              <a:spcBef>
                <a:spcPts val="300"/>
              </a:spcBef>
            </a:pP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4052864" y="8029183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85090">
              <a:lnSpc>
                <a:spcPts val="800"/>
              </a:lnSpc>
              <a:spcBef>
                <a:spcPts val="3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şu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3915630" y="8029183"/>
            <a:ext cx="2393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0480">
              <a:lnSpc>
                <a:spcPts val="800"/>
              </a:lnSpc>
              <a:spcBef>
                <a:spcPts val="3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kom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4327327" y="8029183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9055">
              <a:lnSpc>
                <a:spcPts val="800"/>
              </a:lnSpc>
              <a:spcBef>
                <a:spcPts val="3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4190096" y="8029183"/>
            <a:ext cx="2139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83820">
              <a:lnSpc>
                <a:spcPts val="800"/>
              </a:lnSpc>
              <a:spcBef>
                <a:spcPts val="3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bü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4464560" y="8029183"/>
            <a:ext cx="137795" cy="140335"/>
          </a:xfrm>
          <a:prstGeom prst="rect">
            <a:avLst/>
          </a:prstGeom>
          <a:ln w="3175">
            <a:solidFill>
              <a:srgbClr val="D1D3D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3500">
              <a:lnSpc>
                <a:spcPts val="800"/>
              </a:lnSpc>
              <a:spcBef>
                <a:spcPts val="3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-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3662921" y="8219867"/>
            <a:ext cx="6972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ler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denir.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2513" y="9857137"/>
            <a:ext cx="829944" cy="0"/>
          </a:xfrm>
          <a:custGeom>
            <a:avLst/>
            <a:gdLst/>
            <a:ahLst/>
            <a:cxnLst/>
            <a:rect l="l" t="t" r="r" b="b"/>
            <a:pathLst>
              <a:path w="829945">
                <a:moveTo>
                  <a:pt x="0" y="0"/>
                </a:moveTo>
                <a:lnTo>
                  <a:pt x="82955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79813" y="9722712"/>
            <a:ext cx="7283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32191" y="322783"/>
            <a:ext cx="1337945" cy="728980"/>
            <a:chOff x="6132191" y="322783"/>
            <a:chExt cx="1337945" cy="728980"/>
          </a:xfrm>
        </p:grpSpPr>
        <p:sp>
          <p:nvSpPr>
            <p:cNvPr id="5" name="object 5"/>
            <p:cNvSpPr/>
            <p:nvPr/>
          </p:nvSpPr>
          <p:spPr>
            <a:xfrm>
              <a:off x="6135366" y="325958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5" h="722630">
                  <a:moveTo>
                    <a:pt x="0" y="90614"/>
                  </a:moveTo>
                  <a:lnTo>
                    <a:pt x="87820" y="587400"/>
                  </a:lnTo>
                  <a:lnTo>
                    <a:pt x="1117688" y="722566"/>
                  </a:lnTo>
                  <a:lnTo>
                    <a:pt x="1231214" y="0"/>
                  </a:lnTo>
                  <a:lnTo>
                    <a:pt x="0" y="9061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13868" y="337595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0" y="0"/>
                  </a:moveTo>
                  <a:lnTo>
                    <a:pt x="93141" y="659942"/>
                  </a:lnTo>
                  <a:lnTo>
                    <a:pt x="1141641" y="659942"/>
                  </a:lnTo>
                  <a:lnTo>
                    <a:pt x="1215739" y="139104"/>
                  </a:lnTo>
                  <a:lnTo>
                    <a:pt x="1229461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2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55605" y="337595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109143" y="0"/>
                  </a:moveTo>
                  <a:lnTo>
                    <a:pt x="0" y="69470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05389" y="746822"/>
              <a:ext cx="1064895" cy="217804"/>
            </a:xfrm>
            <a:custGeom>
              <a:avLst/>
              <a:gdLst/>
              <a:ahLst/>
              <a:cxnLst/>
              <a:rect l="l" t="t" r="r" b="b"/>
              <a:pathLst>
                <a:path w="1064895" h="217805">
                  <a:moveTo>
                    <a:pt x="1064382" y="0"/>
                  </a:moveTo>
                  <a:lnTo>
                    <a:pt x="0" y="24420"/>
                  </a:lnTo>
                  <a:lnTo>
                    <a:pt x="95605" y="198182"/>
                  </a:lnTo>
                  <a:lnTo>
                    <a:pt x="980846" y="217752"/>
                  </a:lnTo>
                  <a:lnTo>
                    <a:pt x="1064382" y="7058"/>
                  </a:lnTo>
                  <a:lnTo>
                    <a:pt x="1064382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77286" y="920455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79" h="95884">
                  <a:moveTo>
                    <a:pt x="0" y="0"/>
                  </a:moveTo>
                  <a:lnTo>
                    <a:pt x="728433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21800" y="327087"/>
            <a:ext cx="747395" cy="64706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44780" marR="5080" indent="23495">
              <a:lnSpc>
                <a:spcPts val="1500"/>
              </a:lnSpc>
              <a:spcBef>
                <a:spcPts val="400"/>
              </a:spcBef>
            </a:pPr>
            <a:r>
              <a:rPr sz="1500" b="1" spc="-10" dirty="0">
                <a:solidFill>
                  <a:srgbClr val="FFFFFF"/>
                </a:solidFill>
                <a:latin typeface="Trebuchet MS"/>
                <a:cs typeface="Trebuchet MS"/>
              </a:rPr>
              <a:t>Analiz </a:t>
            </a:r>
            <a:r>
              <a:rPr sz="15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5" dirty="0">
                <a:solidFill>
                  <a:srgbClr val="FFFFFF"/>
                </a:solidFill>
                <a:latin typeface="Trebuchet MS"/>
                <a:cs typeface="Trebuchet MS"/>
              </a:rPr>
              <a:t>Sen</a:t>
            </a:r>
            <a:r>
              <a:rPr sz="1500" b="1" spc="-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500" b="1" spc="-7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500" b="1" spc="-55" dirty="0">
                <a:solidFill>
                  <a:srgbClr val="FFFFFF"/>
                </a:solidFill>
                <a:latin typeface="Trebuchet MS"/>
                <a:cs typeface="Trebuchet MS"/>
              </a:rPr>
              <a:t>z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ts val="1590"/>
              </a:lnSpc>
            </a:pPr>
            <a:r>
              <a:rPr sz="1500" b="1" spc="-125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5" dirty="0">
                <a:solidFill>
                  <a:srgbClr val="FFFFFF"/>
                </a:solidFill>
                <a:latin typeface="Yu Gothic UI"/>
                <a:cs typeface="Yu Gothic UI"/>
              </a:rPr>
              <a:t>e</a:t>
            </a:r>
            <a:r>
              <a:rPr sz="1500" b="1" spc="-10" dirty="0">
                <a:solidFill>
                  <a:srgbClr val="FFFFFF"/>
                </a:solidFill>
                <a:latin typeface="Yu Gothic UI"/>
                <a:cs typeface="Yu Gothic UI"/>
              </a:rPr>
              <a:t>s</a:t>
            </a:r>
            <a:r>
              <a:rPr sz="1500" b="1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-8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Yu Gothic UI"/>
                <a:cs typeface="Yu Gothic UI"/>
              </a:rPr>
              <a:t>-</a:t>
            </a:r>
            <a:r>
              <a:rPr sz="1500" b="1" spc="-16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4819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172089" y="0"/>
                </a:moveTo>
                <a:lnTo>
                  <a:pt x="0" y="702002"/>
                </a:lnTo>
                <a:lnTo>
                  <a:pt x="206088" y="702002"/>
                </a:lnTo>
                <a:lnTo>
                  <a:pt x="379861" y="119240"/>
                </a:lnTo>
                <a:lnTo>
                  <a:pt x="172089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58264" y="9677550"/>
            <a:ext cx="2527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b="1" spc="-82" baseline="-11904" dirty="0">
                <a:solidFill>
                  <a:srgbClr val="797A7D"/>
                </a:solidFill>
                <a:latin typeface="Trebuchet MS"/>
                <a:cs typeface="Trebuchet MS"/>
              </a:rPr>
              <a:t>.</a:t>
            </a:r>
            <a:r>
              <a:rPr sz="1050" b="1" spc="-104" baseline="-11904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441" y="9637093"/>
            <a:ext cx="616270" cy="18796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778760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2467" y="466500"/>
            <a:ext cx="320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Açılar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358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7300" y="1034291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1.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15674" y="1460284"/>
            <a:ext cx="1603375" cy="1849755"/>
            <a:chOff x="1315674" y="1460284"/>
            <a:chExt cx="1603375" cy="184975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8844" y="2711158"/>
              <a:ext cx="1597012" cy="31724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318849" y="2711156"/>
              <a:ext cx="1597025" cy="317500"/>
            </a:xfrm>
            <a:custGeom>
              <a:avLst/>
              <a:gdLst/>
              <a:ahLst/>
              <a:cxnLst/>
              <a:rect l="l" t="t" r="r" b="b"/>
              <a:pathLst>
                <a:path w="1597025" h="317500">
                  <a:moveTo>
                    <a:pt x="1334846" y="317246"/>
                  </a:moveTo>
                  <a:lnTo>
                    <a:pt x="0" y="317246"/>
                  </a:lnTo>
                  <a:lnTo>
                    <a:pt x="262166" y="0"/>
                  </a:lnTo>
                  <a:lnTo>
                    <a:pt x="1597012" y="0"/>
                  </a:lnTo>
                  <a:lnTo>
                    <a:pt x="1334846" y="317246"/>
                  </a:lnTo>
                  <a:close/>
                </a:path>
              </a:pathLst>
            </a:custGeom>
            <a:ln w="6349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9381" y="2730919"/>
              <a:ext cx="809498" cy="2516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5645" y="2240330"/>
              <a:ext cx="827849" cy="7158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8019" y="2023190"/>
              <a:ext cx="1048511" cy="128625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55008" y="1693178"/>
              <a:ext cx="685165" cy="798830"/>
            </a:xfrm>
            <a:custGeom>
              <a:avLst/>
              <a:gdLst/>
              <a:ahLst/>
              <a:cxnLst/>
              <a:rect l="l" t="t" r="r" b="b"/>
              <a:pathLst>
                <a:path w="685164" h="798830">
                  <a:moveTo>
                    <a:pt x="586206" y="0"/>
                  </a:moveTo>
                  <a:lnTo>
                    <a:pt x="513823" y="22652"/>
                  </a:lnTo>
                  <a:lnTo>
                    <a:pt x="463710" y="31135"/>
                  </a:lnTo>
                  <a:lnTo>
                    <a:pt x="406567" y="37161"/>
                  </a:lnTo>
                  <a:lnTo>
                    <a:pt x="344081" y="40309"/>
                  </a:lnTo>
                  <a:lnTo>
                    <a:pt x="278507" y="39402"/>
                  </a:lnTo>
                  <a:lnTo>
                    <a:pt x="218745" y="33976"/>
                  </a:lnTo>
                  <a:lnTo>
                    <a:pt x="166778" y="25052"/>
                  </a:lnTo>
                  <a:lnTo>
                    <a:pt x="124587" y="13649"/>
                  </a:lnTo>
                  <a:lnTo>
                    <a:pt x="94157" y="787"/>
                  </a:lnTo>
                  <a:lnTo>
                    <a:pt x="0" y="693242"/>
                  </a:lnTo>
                  <a:lnTo>
                    <a:pt x="27039" y="734263"/>
                  </a:lnTo>
                  <a:lnTo>
                    <a:pt x="100469" y="767653"/>
                  </a:lnTo>
                  <a:lnTo>
                    <a:pt x="151148" y="780480"/>
                  </a:lnTo>
                  <a:lnTo>
                    <a:pt x="209304" y="790167"/>
                  </a:lnTo>
                  <a:lnTo>
                    <a:pt x="273565" y="796289"/>
                  </a:lnTo>
                  <a:lnTo>
                    <a:pt x="342557" y="798423"/>
                  </a:lnTo>
                  <a:lnTo>
                    <a:pt x="411567" y="796286"/>
                  </a:lnTo>
                  <a:lnTo>
                    <a:pt x="475844" y="790158"/>
                  </a:lnTo>
                  <a:lnTo>
                    <a:pt x="534012" y="780462"/>
                  </a:lnTo>
                  <a:lnTo>
                    <a:pt x="584695" y="767622"/>
                  </a:lnTo>
                  <a:lnTo>
                    <a:pt x="626517" y="752062"/>
                  </a:lnTo>
                  <a:lnTo>
                    <a:pt x="678077" y="714473"/>
                  </a:lnTo>
                  <a:lnTo>
                    <a:pt x="685063" y="693242"/>
                  </a:lnTo>
                  <a:lnTo>
                    <a:pt x="586206" y="0"/>
                  </a:lnTo>
                  <a:close/>
                </a:path>
              </a:pathLst>
            </a:custGeom>
            <a:solidFill>
              <a:srgbClr val="E1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52078" y="1584921"/>
              <a:ext cx="491490" cy="155575"/>
            </a:xfrm>
            <a:custGeom>
              <a:avLst/>
              <a:gdLst/>
              <a:ahLst/>
              <a:cxnLst/>
              <a:rect l="l" t="t" r="r" b="b"/>
              <a:pathLst>
                <a:path w="491489" h="155575">
                  <a:moveTo>
                    <a:pt x="490918" y="114884"/>
                  </a:moveTo>
                  <a:lnTo>
                    <a:pt x="484835" y="65633"/>
                  </a:lnTo>
                  <a:lnTo>
                    <a:pt x="468553" y="83108"/>
                  </a:lnTo>
                  <a:lnTo>
                    <a:pt x="433095" y="98183"/>
                  </a:lnTo>
                  <a:lnTo>
                    <a:pt x="381876" y="109994"/>
                  </a:lnTo>
                  <a:lnTo>
                    <a:pt x="318325" y="117703"/>
                  </a:lnTo>
                  <a:lnTo>
                    <a:pt x="245884" y="120459"/>
                  </a:lnTo>
                  <a:lnTo>
                    <a:pt x="170180" y="117436"/>
                  </a:lnTo>
                  <a:lnTo>
                    <a:pt x="104432" y="109042"/>
                  </a:lnTo>
                  <a:lnTo>
                    <a:pt x="52565" y="96227"/>
                  </a:lnTo>
                  <a:lnTo>
                    <a:pt x="18529" y="79959"/>
                  </a:lnTo>
                  <a:lnTo>
                    <a:pt x="18021" y="79197"/>
                  </a:lnTo>
                  <a:lnTo>
                    <a:pt x="49606" y="94297"/>
                  </a:lnTo>
                  <a:lnTo>
                    <a:pt x="101473" y="107137"/>
                  </a:lnTo>
                  <a:lnTo>
                    <a:pt x="167246" y="115544"/>
                  </a:lnTo>
                  <a:lnTo>
                    <a:pt x="242989" y="118567"/>
                  </a:lnTo>
                  <a:lnTo>
                    <a:pt x="318719" y="115544"/>
                  </a:lnTo>
                  <a:lnTo>
                    <a:pt x="384492" y="107137"/>
                  </a:lnTo>
                  <a:lnTo>
                    <a:pt x="436359" y="94297"/>
                  </a:lnTo>
                  <a:lnTo>
                    <a:pt x="470369" y="78028"/>
                  </a:lnTo>
                  <a:lnTo>
                    <a:pt x="482587" y="59283"/>
                  </a:lnTo>
                  <a:lnTo>
                    <a:pt x="470369" y="40551"/>
                  </a:lnTo>
                  <a:lnTo>
                    <a:pt x="436359" y="24269"/>
                  </a:lnTo>
                  <a:lnTo>
                    <a:pt x="384492" y="11442"/>
                  </a:lnTo>
                  <a:lnTo>
                    <a:pt x="318719" y="3022"/>
                  </a:lnTo>
                  <a:lnTo>
                    <a:pt x="242989" y="0"/>
                  </a:lnTo>
                  <a:lnTo>
                    <a:pt x="167246" y="3022"/>
                  </a:lnTo>
                  <a:lnTo>
                    <a:pt x="101473" y="11442"/>
                  </a:lnTo>
                  <a:lnTo>
                    <a:pt x="49606" y="24269"/>
                  </a:lnTo>
                  <a:lnTo>
                    <a:pt x="15595" y="40551"/>
                  </a:lnTo>
                  <a:lnTo>
                    <a:pt x="3378" y="59283"/>
                  </a:lnTo>
                  <a:lnTo>
                    <a:pt x="6019" y="63347"/>
                  </a:lnTo>
                  <a:lnTo>
                    <a:pt x="0" y="115036"/>
                  </a:lnTo>
                  <a:lnTo>
                    <a:pt x="72148" y="139509"/>
                  </a:lnTo>
                  <a:lnTo>
                    <a:pt x="124155" y="148551"/>
                  </a:lnTo>
                  <a:lnTo>
                    <a:pt x="184086" y="154076"/>
                  </a:lnTo>
                  <a:lnTo>
                    <a:pt x="249923" y="155054"/>
                  </a:lnTo>
                  <a:lnTo>
                    <a:pt x="312089" y="151904"/>
                  </a:lnTo>
                  <a:lnTo>
                    <a:pt x="368935" y="145884"/>
                  </a:lnTo>
                  <a:lnTo>
                    <a:pt x="418807" y="137439"/>
                  </a:lnTo>
                  <a:lnTo>
                    <a:pt x="460019" y="126961"/>
                  </a:lnTo>
                  <a:lnTo>
                    <a:pt x="490918" y="114884"/>
                  </a:lnTo>
                  <a:close/>
                </a:path>
              </a:pathLst>
            </a:custGeom>
            <a:solidFill>
              <a:srgbClr val="D7E8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61115" y="1644202"/>
              <a:ext cx="94615" cy="710565"/>
            </a:xfrm>
            <a:custGeom>
              <a:avLst/>
              <a:gdLst/>
              <a:ahLst/>
              <a:cxnLst/>
              <a:rect l="l" t="t" r="r" b="b"/>
              <a:pathLst>
                <a:path w="94614" h="710564">
                  <a:moveTo>
                    <a:pt x="94348" y="0"/>
                  </a:moveTo>
                  <a:lnTo>
                    <a:pt x="0" y="710133"/>
                  </a:lnTo>
                </a:path>
              </a:pathLst>
            </a:custGeom>
            <a:ln w="12700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96414" y="1681137"/>
              <a:ext cx="591185" cy="762000"/>
            </a:xfrm>
            <a:custGeom>
              <a:avLst/>
              <a:gdLst/>
              <a:ahLst/>
              <a:cxnLst/>
              <a:rect l="l" t="t" r="r" b="b"/>
              <a:pathLst>
                <a:path w="591185" h="762000">
                  <a:moveTo>
                    <a:pt x="121564" y="2286"/>
                  </a:moveTo>
                  <a:lnTo>
                    <a:pt x="101942" y="0"/>
                  </a:lnTo>
                  <a:lnTo>
                    <a:pt x="0" y="759485"/>
                  </a:lnTo>
                  <a:lnTo>
                    <a:pt x="19621" y="761771"/>
                  </a:lnTo>
                  <a:lnTo>
                    <a:pt x="121564" y="2286"/>
                  </a:lnTo>
                  <a:close/>
                </a:path>
                <a:path w="591185" h="762000">
                  <a:moveTo>
                    <a:pt x="590905" y="759485"/>
                  </a:moveTo>
                  <a:lnTo>
                    <a:pt x="488975" y="0"/>
                  </a:lnTo>
                  <a:lnTo>
                    <a:pt x="469353" y="2286"/>
                  </a:lnTo>
                  <a:lnTo>
                    <a:pt x="571284" y="761771"/>
                  </a:lnTo>
                  <a:lnTo>
                    <a:pt x="590905" y="75948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34669" y="1644202"/>
              <a:ext cx="98425" cy="706120"/>
            </a:xfrm>
            <a:custGeom>
              <a:avLst/>
              <a:gdLst/>
              <a:ahLst/>
              <a:cxnLst/>
              <a:rect l="l" t="t" r="r" b="b"/>
              <a:pathLst>
                <a:path w="98425" h="706119">
                  <a:moveTo>
                    <a:pt x="0" y="0"/>
                  </a:moveTo>
                  <a:lnTo>
                    <a:pt x="98183" y="705535"/>
                  </a:lnTo>
                </a:path>
              </a:pathLst>
            </a:custGeom>
            <a:ln w="12700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74202" y="1597532"/>
              <a:ext cx="442595" cy="59690"/>
            </a:xfrm>
            <a:custGeom>
              <a:avLst/>
              <a:gdLst/>
              <a:ahLst/>
              <a:cxnLst/>
              <a:rect l="l" t="t" r="r" b="b"/>
              <a:pathLst>
                <a:path w="442594" h="59689">
                  <a:moveTo>
                    <a:pt x="0" y="59283"/>
                  </a:moveTo>
                  <a:lnTo>
                    <a:pt x="42657" y="24271"/>
                  </a:lnTo>
                  <a:lnTo>
                    <a:pt x="90517" y="11438"/>
                  </a:lnTo>
                  <a:lnTo>
                    <a:pt x="151210" y="3022"/>
                  </a:lnTo>
                  <a:lnTo>
                    <a:pt x="221094" y="0"/>
                  </a:lnTo>
                  <a:lnTo>
                    <a:pt x="290972" y="3022"/>
                  </a:lnTo>
                  <a:lnTo>
                    <a:pt x="351661" y="11438"/>
                  </a:lnTo>
                  <a:lnTo>
                    <a:pt x="399519" y="24271"/>
                  </a:lnTo>
                  <a:lnTo>
                    <a:pt x="430904" y="40545"/>
                  </a:lnTo>
                  <a:lnTo>
                    <a:pt x="442175" y="59283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75675" y="1703476"/>
              <a:ext cx="66040" cy="786765"/>
            </a:xfrm>
            <a:custGeom>
              <a:avLst/>
              <a:gdLst/>
              <a:ahLst/>
              <a:cxnLst/>
              <a:rect l="l" t="t" r="r" b="b"/>
              <a:pathLst>
                <a:path w="66039" h="786764">
                  <a:moveTo>
                    <a:pt x="65608" y="0"/>
                  </a:moveTo>
                  <a:lnTo>
                    <a:pt x="0" y="0"/>
                  </a:lnTo>
                  <a:lnTo>
                    <a:pt x="0" y="786688"/>
                  </a:lnTo>
                  <a:lnTo>
                    <a:pt x="65608" y="786688"/>
                  </a:lnTo>
                  <a:lnTo>
                    <a:pt x="65608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55460" y="1584918"/>
              <a:ext cx="479425" cy="118745"/>
            </a:xfrm>
            <a:custGeom>
              <a:avLst/>
              <a:gdLst/>
              <a:ahLst/>
              <a:cxnLst/>
              <a:rect l="l" t="t" r="r" b="b"/>
              <a:pathLst>
                <a:path w="479425" h="118744">
                  <a:moveTo>
                    <a:pt x="479209" y="59283"/>
                  </a:moveTo>
                  <a:lnTo>
                    <a:pt x="432979" y="94295"/>
                  </a:lnTo>
                  <a:lnTo>
                    <a:pt x="381112" y="107128"/>
                  </a:lnTo>
                  <a:lnTo>
                    <a:pt x="315340" y="115544"/>
                  </a:lnTo>
                  <a:lnTo>
                    <a:pt x="239610" y="118567"/>
                  </a:lnTo>
                  <a:lnTo>
                    <a:pt x="163875" y="115544"/>
                  </a:lnTo>
                  <a:lnTo>
                    <a:pt x="98099" y="107128"/>
                  </a:lnTo>
                  <a:lnTo>
                    <a:pt x="46230" y="94295"/>
                  </a:lnTo>
                  <a:lnTo>
                    <a:pt x="12215" y="78021"/>
                  </a:lnTo>
                  <a:lnTo>
                    <a:pt x="0" y="59283"/>
                  </a:lnTo>
                  <a:lnTo>
                    <a:pt x="12215" y="40545"/>
                  </a:lnTo>
                  <a:lnTo>
                    <a:pt x="46230" y="24271"/>
                  </a:lnTo>
                  <a:lnTo>
                    <a:pt x="98099" y="11438"/>
                  </a:lnTo>
                  <a:lnTo>
                    <a:pt x="163875" y="3022"/>
                  </a:lnTo>
                  <a:lnTo>
                    <a:pt x="239610" y="0"/>
                  </a:lnTo>
                  <a:lnTo>
                    <a:pt x="315340" y="3022"/>
                  </a:lnTo>
                  <a:lnTo>
                    <a:pt x="381112" y="11438"/>
                  </a:lnTo>
                  <a:lnTo>
                    <a:pt x="432979" y="24271"/>
                  </a:lnTo>
                  <a:lnTo>
                    <a:pt x="466993" y="40545"/>
                  </a:lnTo>
                  <a:lnTo>
                    <a:pt x="479209" y="59283"/>
                  </a:lnTo>
                  <a:close/>
                </a:path>
              </a:pathLst>
            </a:custGeom>
            <a:ln w="12700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50090" y="1693173"/>
              <a:ext cx="490855" cy="45085"/>
            </a:xfrm>
            <a:custGeom>
              <a:avLst/>
              <a:gdLst/>
              <a:ahLst/>
              <a:cxnLst/>
              <a:rect l="l" t="t" r="r" b="b"/>
              <a:pathLst>
                <a:path w="490855" h="45085">
                  <a:moveTo>
                    <a:pt x="490397" y="0"/>
                  </a:moveTo>
                  <a:lnTo>
                    <a:pt x="422101" y="25202"/>
                  </a:lnTo>
                  <a:lnTo>
                    <a:pt x="371784" y="34694"/>
                  </a:lnTo>
                  <a:lnTo>
                    <a:pt x="313380" y="41425"/>
                  </a:lnTo>
                  <a:lnTo>
                    <a:pt x="248907" y="44881"/>
                  </a:lnTo>
                  <a:lnTo>
                    <a:pt x="180954" y="43616"/>
                  </a:lnTo>
                  <a:lnTo>
                    <a:pt x="119694" y="37216"/>
                  </a:lnTo>
                  <a:lnTo>
                    <a:pt x="67518" y="26959"/>
                  </a:lnTo>
                  <a:lnTo>
                    <a:pt x="26822" y="14127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8733" y="1460284"/>
              <a:ext cx="677710" cy="2229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5939" y="1470119"/>
              <a:ext cx="188899" cy="1910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46671" y="1470135"/>
              <a:ext cx="186969" cy="19204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65426" y="1461947"/>
              <a:ext cx="659218" cy="5581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068372" y="1466697"/>
              <a:ext cx="253365" cy="51435"/>
            </a:xfrm>
            <a:custGeom>
              <a:avLst/>
              <a:gdLst/>
              <a:ahLst/>
              <a:cxnLst/>
              <a:rect l="l" t="t" r="r" b="b"/>
              <a:pathLst>
                <a:path w="253364" h="51434">
                  <a:moveTo>
                    <a:pt x="91732" y="0"/>
                  </a:moveTo>
                  <a:lnTo>
                    <a:pt x="596" y="1498"/>
                  </a:lnTo>
                  <a:lnTo>
                    <a:pt x="596" y="5981"/>
                  </a:lnTo>
                  <a:lnTo>
                    <a:pt x="139" y="11455"/>
                  </a:lnTo>
                  <a:lnTo>
                    <a:pt x="9093" y="49326"/>
                  </a:lnTo>
                  <a:lnTo>
                    <a:pt x="84175" y="51066"/>
                  </a:lnTo>
                  <a:lnTo>
                    <a:pt x="82994" y="43853"/>
                  </a:lnTo>
                  <a:lnTo>
                    <a:pt x="82232" y="32359"/>
                  </a:lnTo>
                  <a:lnTo>
                    <a:pt x="81343" y="10464"/>
                  </a:lnTo>
                  <a:lnTo>
                    <a:pt x="80873" y="990"/>
                  </a:lnTo>
                  <a:lnTo>
                    <a:pt x="91732" y="0"/>
                  </a:lnTo>
                  <a:close/>
                </a:path>
                <a:path w="253364" h="51434">
                  <a:moveTo>
                    <a:pt x="253339" y="15138"/>
                  </a:moveTo>
                  <a:lnTo>
                    <a:pt x="253212" y="11455"/>
                  </a:lnTo>
                  <a:lnTo>
                    <a:pt x="252742" y="5981"/>
                  </a:lnTo>
                  <a:lnTo>
                    <a:pt x="252742" y="1498"/>
                  </a:lnTo>
                  <a:lnTo>
                    <a:pt x="161594" y="0"/>
                  </a:lnTo>
                  <a:lnTo>
                    <a:pt x="172453" y="990"/>
                  </a:lnTo>
                  <a:lnTo>
                    <a:pt x="171958" y="11455"/>
                  </a:lnTo>
                  <a:lnTo>
                    <a:pt x="171107" y="32359"/>
                  </a:lnTo>
                  <a:lnTo>
                    <a:pt x="170332" y="43853"/>
                  </a:lnTo>
                  <a:lnTo>
                    <a:pt x="169164" y="51066"/>
                  </a:lnTo>
                  <a:lnTo>
                    <a:pt x="244246" y="49326"/>
                  </a:lnTo>
                  <a:lnTo>
                    <a:pt x="249694" y="30518"/>
                  </a:lnTo>
                  <a:lnTo>
                    <a:pt x="252450" y="20307"/>
                  </a:lnTo>
                  <a:lnTo>
                    <a:pt x="253339" y="15138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65439" y="1470127"/>
              <a:ext cx="96570" cy="3945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862594" y="1484739"/>
              <a:ext cx="666115" cy="36195"/>
            </a:xfrm>
            <a:custGeom>
              <a:avLst/>
              <a:gdLst/>
              <a:ahLst/>
              <a:cxnLst/>
              <a:rect l="l" t="t" r="r" b="b"/>
              <a:pathLst>
                <a:path w="666114" h="36194">
                  <a:moveTo>
                    <a:pt x="657694" y="0"/>
                  </a:moveTo>
                  <a:lnTo>
                    <a:pt x="659041" y="1079"/>
                  </a:lnTo>
                  <a:lnTo>
                    <a:pt x="659790" y="2197"/>
                  </a:lnTo>
                  <a:lnTo>
                    <a:pt x="659790" y="3314"/>
                  </a:lnTo>
                  <a:lnTo>
                    <a:pt x="587981" y="21787"/>
                  </a:lnTo>
                  <a:lnTo>
                    <a:pt x="537361" y="26359"/>
                  </a:lnTo>
                  <a:lnTo>
                    <a:pt x="476669" y="29843"/>
                  </a:lnTo>
                  <a:lnTo>
                    <a:pt x="407867" y="32062"/>
                  </a:lnTo>
                  <a:lnTo>
                    <a:pt x="332917" y="32842"/>
                  </a:lnTo>
                  <a:lnTo>
                    <a:pt x="257967" y="32062"/>
                  </a:lnTo>
                  <a:lnTo>
                    <a:pt x="189163" y="29843"/>
                  </a:lnTo>
                  <a:lnTo>
                    <a:pt x="128469" y="26359"/>
                  </a:lnTo>
                  <a:lnTo>
                    <a:pt x="77846" y="21787"/>
                  </a:lnTo>
                  <a:lnTo>
                    <a:pt x="39258" y="16305"/>
                  </a:lnTo>
                  <a:lnTo>
                    <a:pt x="6032" y="3314"/>
                  </a:lnTo>
                  <a:lnTo>
                    <a:pt x="6032" y="2197"/>
                  </a:lnTo>
                  <a:lnTo>
                    <a:pt x="6807" y="1079"/>
                  </a:lnTo>
                  <a:lnTo>
                    <a:pt x="8153" y="0"/>
                  </a:lnTo>
                  <a:lnTo>
                    <a:pt x="2870" y="2082"/>
                  </a:lnTo>
                  <a:lnTo>
                    <a:pt x="0" y="4241"/>
                  </a:lnTo>
                  <a:lnTo>
                    <a:pt x="0" y="6477"/>
                  </a:lnTo>
                  <a:lnTo>
                    <a:pt x="73136" y="24954"/>
                  </a:lnTo>
                  <a:lnTo>
                    <a:pt x="124692" y="29529"/>
                  </a:lnTo>
                  <a:lnTo>
                    <a:pt x="186506" y="33015"/>
                  </a:lnTo>
                  <a:lnTo>
                    <a:pt x="256581" y="35237"/>
                  </a:lnTo>
                  <a:lnTo>
                    <a:pt x="332917" y="36017"/>
                  </a:lnTo>
                  <a:lnTo>
                    <a:pt x="409249" y="35237"/>
                  </a:lnTo>
                  <a:lnTo>
                    <a:pt x="479320" y="33015"/>
                  </a:lnTo>
                  <a:lnTo>
                    <a:pt x="541132" y="29529"/>
                  </a:lnTo>
                  <a:lnTo>
                    <a:pt x="592687" y="24954"/>
                  </a:lnTo>
                  <a:lnTo>
                    <a:pt x="631985" y="19470"/>
                  </a:lnTo>
                  <a:lnTo>
                    <a:pt x="665822" y="6477"/>
                  </a:lnTo>
                  <a:lnTo>
                    <a:pt x="665822" y="4241"/>
                  </a:lnTo>
                  <a:lnTo>
                    <a:pt x="662952" y="2082"/>
                  </a:lnTo>
                  <a:lnTo>
                    <a:pt x="657694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91347" y="1635772"/>
              <a:ext cx="412661" cy="4751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99381" y="2730932"/>
              <a:ext cx="809498" cy="25160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85645" y="2240330"/>
              <a:ext cx="827849" cy="71589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8019" y="2023190"/>
              <a:ext cx="1048511" cy="1286252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2074852" y="1080424"/>
            <a:ext cx="267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231F20"/>
                </a:solidFill>
                <a:latin typeface="Trebuchet MS"/>
                <a:cs typeface="Trebuchet MS"/>
              </a:rPr>
              <a:t>Giriş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052279" y="2672166"/>
            <a:ext cx="2933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cap="small" spc="150" dirty="0">
                <a:solidFill>
                  <a:srgbClr val="231F20"/>
                </a:solidFill>
                <a:latin typeface="Trebuchet MS"/>
                <a:cs typeface="Trebuchet MS"/>
              </a:rPr>
              <a:t>çı</a:t>
            </a:r>
            <a:r>
              <a:rPr sz="900" spc="30" dirty="0">
                <a:solidFill>
                  <a:srgbClr val="231F20"/>
                </a:solidFill>
                <a:latin typeface="Trebuchet MS"/>
                <a:cs typeface="Trebuchet MS"/>
              </a:rPr>
              <a:t>kış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943569" y="1607388"/>
            <a:ext cx="510540" cy="675005"/>
            <a:chOff x="1943569" y="1607388"/>
            <a:chExt cx="510540" cy="675005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70570" y="1723873"/>
              <a:ext cx="454012" cy="55821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19604" y="1782546"/>
              <a:ext cx="355955" cy="12891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69947" y="1934857"/>
              <a:ext cx="71348" cy="8101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61908" y="1934857"/>
              <a:ext cx="71335" cy="8101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53869" y="1934857"/>
              <a:ext cx="71348" cy="8101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69947" y="2042236"/>
              <a:ext cx="71348" cy="8105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61908" y="2042236"/>
              <a:ext cx="71335" cy="8105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53868" y="2042236"/>
              <a:ext cx="71348" cy="8105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69947" y="2149679"/>
              <a:ext cx="71348" cy="810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61908" y="2149679"/>
              <a:ext cx="71335" cy="810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53868" y="2149679"/>
              <a:ext cx="71348" cy="810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43569" y="1607388"/>
              <a:ext cx="510108" cy="151765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1974303" y="1886454"/>
            <a:ext cx="489584" cy="33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895">
              <a:lnSpc>
                <a:spcPct val="113399"/>
              </a:lnSpc>
              <a:spcBef>
                <a:spcPts val="100"/>
              </a:spcBef>
            </a:pP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 </a:t>
            </a:r>
            <a:r>
              <a:rPr sz="9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857196" y="1217740"/>
            <a:ext cx="681990" cy="1448435"/>
            <a:chOff x="1857196" y="1217740"/>
            <a:chExt cx="681990" cy="1448435"/>
          </a:xfrm>
        </p:grpSpPr>
        <p:pic>
          <p:nvPicPr>
            <p:cNvPr id="61" name="object 6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00694" y="1220038"/>
              <a:ext cx="210273" cy="9413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338112" y="1311872"/>
              <a:ext cx="34290" cy="2540"/>
            </a:xfrm>
            <a:custGeom>
              <a:avLst/>
              <a:gdLst/>
              <a:ahLst/>
              <a:cxnLst/>
              <a:rect l="l" t="t" r="r" b="b"/>
              <a:pathLst>
                <a:path w="34289" h="2540">
                  <a:moveTo>
                    <a:pt x="33751" y="0"/>
                  </a:moveTo>
                  <a:lnTo>
                    <a:pt x="0" y="2298"/>
                  </a:lnTo>
                  <a:lnTo>
                    <a:pt x="24143" y="2298"/>
                  </a:lnTo>
                  <a:lnTo>
                    <a:pt x="33751" y="0"/>
                  </a:lnTo>
                  <a:close/>
                </a:path>
              </a:pathLst>
            </a:custGeom>
            <a:solidFill>
              <a:srgbClr val="FBD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040275" y="1314450"/>
              <a:ext cx="321310" cy="6985"/>
            </a:xfrm>
            <a:custGeom>
              <a:avLst/>
              <a:gdLst/>
              <a:ahLst/>
              <a:cxnLst/>
              <a:rect l="l" t="t" r="r" b="b"/>
              <a:pathLst>
                <a:path w="321310" h="6984">
                  <a:moveTo>
                    <a:pt x="2492" y="0"/>
                  </a:moveTo>
                  <a:lnTo>
                    <a:pt x="0" y="0"/>
                  </a:lnTo>
                  <a:lnTo>
                    <a:pt x="13672" y="6553"/>
                  </a:lnTo>
                  <a:lnTo>
                    <a:pt x="58279" y="6553"/>
                  </a:lnTo>
                  <a:lnTo>
                    <a:pt x="51337" y="5214"/>
                  </a:lnTo>
                  <a:lnTo>
                    <a:pt x="15220" y="1025"/>
                  </a:lnTo>
                  <a:lnTo>
                    <a:pt x="2492" y="0"/>
                  </a:lnTo>
                  <a:close/>
                </a:path>
                <a:path w="321310" h="6984">
                  <a:moveTo>
                    <a:pt x="215196" y="0"/>
                  </a:moveTo>
                  <a:lnTo>
                    <a:pt x="111016" y="0"/>
                  </a:lnTo>
                  <a:lnTo>
                    <a:pt x="112255" y="2581"/>
                  </a:lnTo>
                  <a:lnTo>
                    <a:pt x="113542" y="6553"/>
                  </a:lnTo>
                  <a:lnTo>
                    <a:pt x="212898" y="6553"/>
                  </a:lnTo>
                  <a:lnTo>
                    <a:pt x="215196" y="0"/>
                  </a:lnTo>
                  <a:close/>
                </a:path>
                <a:path w="321310" h="6984">
                  <a:moveTo>
                    <a:pt x="320813" y="0"/>
                  </a:moveTo>
                  <a:lnTo>
                    <a:pt x="293734" y="0"/>
                  </a:lnTo>
                  <a:lnTo>
                    <a:pt x="274259" y="1326"/>
                  </a:lnTo>
                  <a:lnTo>
                    <a:pt x="242765" y="5226"/>
                  </a:lnTo>
                  <a:lnTo>
                    <a:pt x="239186" y="6553"/>
                  </a:lnTo>
                  <a:lnTo>
                    <a:pt x="293422" y="6553"/>
                  </a:lnTo>
                  <a:lnTo>
                    <a:pt x="320813" y="0"/>
                  </a:lnTo>
                  <a:close/>
                </a:path>
              </a:pathLst>
            </a:custGeom>
            <a:solidFill>
              <a:srgbClr val="FBD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60784" y="1321740"/>
              <a:ext cx="261871" cy="16859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039768" y="1220070"/>
              <a:ext cx="332105" cy="270510"/>
            </a:xfrm>
            <a:custGeom>
              <a:avLst/>
              <a:gdLst/>
              <a:ahLst/>
              <a:cxnLst/>
              <a:rect l="l" t="t" r="r" b="b"/>
              <a:pathLst>
                <a:path w="332105" h="270509">
                  <a:moveTo>
                    <a:pt x="165328" y="270268"/>
                  </a:moveTo>
                  <a:lnTo>
                    <a:pt x="144800" y="184227"/>
                  </a:lnTo>
                  <a:lnTo>
                    <a:pt x="120735" y="137200"/>
                  </a:lnTo>
                  <a:lnTo>
                    <a:pt x="77635" y="112676"/>
                  </a:lnTo>
                  <a:lnTo>
                    <a:pt x="0" y="94144"/>
                  </a:lnTo>
                  <a:lnTo>
                    <a:pt x="57336" y="98041"/>
                  </a:lnTo>
                  <a:lnTo>
                    <a:pt x="88836" y="101939"/>
                  </a:lnTo>
                  <a:lnTo>
                    <a:pt x="105648" y="108174"/>
                  </a:lnTo>
                  <a:lnTo>
                    <a:pt x="118922" y="119087"/>
                  </a:lnTo>
                  <a:lnTo>
                    <a:pt x="119652" y="105962"/>
                  </a:lnTo>
                  <a:lnTo>
                    <a:pt x="113853" y="89428"/>
                  </a:lnTo>
                  <a:lnTo>
                    <a:pt x="96089" y="58542"/>
                  </a:lnTo>
                  <a:lnTo>
                    <a:pt x="60921" y="2361"/>
                  </a:lnTo>
                  <a:lnTo>
                    <a:pt x="109067" y="326"/>
                  </a:lnTo>
                  <a:lnTo>
                    <a:pt x="136144" y="704"/>
                  </a:lnTo>
                  <a:lnTo>
                    <a:pt x="152076" y="4444"/>
                  </a:lnTo>
                  <a:lnTo>
                    <a:pt x="166789" y="12496"/>
                  </a:lnTo>
                  <a:lnTo>
                    <a:pt x="192886" y="4627"/>
                  </a:lnTo>
                  <a:lnTo>
                    <a:pt x="227688" y="997"/>
                  </a:lnTo>
                  <a:lnTo>
                    <a:pt x="258143" y="0"/>
                  </a:lnTo>
                  <a:lnTo>
                    <a:pt x="271195" y="24"/>
                  </a:lnTo>
                  <a:lnTo>
                    <a:pt x="236437" y="59030"/>
                  </a:lnTo>
                  <a:lnTo>
                    <a:pt x="219354" y="94625"/>
                  </a:lnTo>
                  <a:lnTo>
                    <a:pt x="213692" y="112101"/>
                  </a:lnTo>
                  <a:lnTo>
                    <a:pt x="213194" y="116750"/>
                  </a:lnTo>
                  <a:lnTo>
                    <a:pt x="240336" y="104961"/>
                  </a:lnTo>
                  <a:lnTo>
                    <a:pt x="280260" y="97263"/>
                  </a:lnTo>
                  <a:lnTo>
                    <a:pt x="316379" y="93074"/>
                  </a:lnTo>
                  <a:lnTo>
                    <a:pt x="332105" y="91807"/>
                  </a:lnTo>
                  <a:lnTo>
                    <a:pt x="249757" y="131527"/>
                  </a:lnTo>
                  <a:lnTo>
                    <a:pt x="198681" y="191558"/>
                  </a:lnTo>
                  <a:lnTo>
                    <a:pt x="172624" y="246328"/>
                  </a:lnTo>
                  <a:lnTo>
                    <a:pt x="165328" y="270268"/>
                  </a:lnTo>
                  <a:close/>
                </a:path>
              </a:pathLst>
            </a:custGeom>
            <a:ln w="466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40659" y="2265680"/>
              <a:ext cx="331205" cy="300659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039848" y="2546299"/>
              <a:ext cx="332105" cy="20320"/>
            </a:xfrm>
            <a:custGeom>
              <a:avLst/>
              <a:gdLst/>
              <a:ahLst/>
              <a:cxnLst/>
              <a:rect l="l" t="t" r="r" b="b"/>
              <a:pathLst>
                <a:path w="332105" h="20319">
                  <a:moveTo>
                    <a:pt x="0" y="3878"/>
                  </a:moveTo>
                  <a:lnTo>
                    <a:pt x="49583" y="20231"/>
                  </a:lnTo>
                  <a:lnTo>
                    <a:pt x="109221" y="20231"/>
                  </a:lnTo>
                  <a:lnTo>
                    <a:pt x="91692" y="14240"/>
                  </a:lnTo>
                  <a:lnTo>
                    <a:pt x="51765" y="8177"/>
                  </a:lnTo>
                  <a:lnTo>
                    <a:pt x="15647" y="4873"/>
                  </a:lnTo>
                  <a:lnTo>
                    <a:pt x="0" y="3878"/>
                  </a:lnTo>
                  <a:close/>
                </a:path>
                <a:path w="332105" h="20319">
                  <a:moveTo>
                    <a:pt x="212997" y="0"/>
                  </a:moveTo>
                  <a:lnTo>
                    <a:pt x="118525" y="0"/>
                  </a:lnTo>
                  <a:lnTo>
                    <a:pt x="118801" y="20231"/>
                  </a:lnTo>
                  <a:lnTo>
                    <a:pt x="213110" y="20231"/>
                  </a:lnTo>
                  <a:lnTo>
                    <a:pt x="212997" y="0"/>
                  </a:lnTo>
                  <a:close/>
                </a:path>
                <a:path w="332105" h="20319">
                  <a:moveTo>
                    <a:pt x="332016" y="2019"/>
                  </a:moveTo>
                  <a:lnTo>
                    <a:pt x="274687" y="5091"/>
                  </a:lnTo>
                  <a:lnTo>
                    <a:pt x="243143" y="8177"/>
                  </a:lnTo>
                  <a:lnTo>
                    <a:pt x="226385" y="13077"/>
                  </a:lnTo>
                  <a:lnTo>
                    <a:pt x="215351" y="20231"/>
                  </a:lnTo>
                  <a:lnTo>
                    <a:pt x="244115" y="20231"/>
                  </a:lnTo>
                  <a:lnTo>
                    <a:pt x="254372" y="16257"/>
                  </a:lnTo>
                  <a:lnTo>
                    <a:pt x="332016" y="2019"/>
                  </a:lnTo>
                  <a:close/>
                </a:path>
              </a:pathLst>
            </a:custGeom>
            <a:solidFill>
              <a:srgbClr val="FCE1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40659" y="2546528"/>
              <a:ext cx="331205" cy="11706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039768" y="2265696"/>
              <a:ext cx="332105" cy="398145"/>
            </a:xfrm>
            <a:custGeom>
              <a:avLst/>
              <a:gdLst/>
              <a:ahLst/>
              <a:cxnLst/>
              <a:rect l="l" t="t" r="r" b="b"/>
              <a:pathLst>
                <a:path w="332105" h="398144">
                  <a:moveTo>
                    <a:pt x="165328" y="397910"/>
                  </a:moveTo>
                  <a:lnTo>
                    <a:pt x="144800" y="344767"/>
                  </a:lnTo>
                  <a:lnTo>
                    <a:pt x="120735" y="315235"/>
                  </a:lnTo>
                  <a:lnTo>
                    <a:pt x="77635" y="298678"/>
                  </a:lnTo>
                  <a:lnTo>
                    <a:pt x="0" y="284461"/>
                  </a:lnTo>
                  <a:lnTo>
                    <a:pt x="57336" y="287540"/>
                  </a:lnTo>
                  <a:lnTo>
                    <a:pt x="88836" y="290614"/>
                  </a:lnTo>
                  <a:lnTo>
                    <a:pt x="105648" y="295527"/>
                  </a:lnTo>
                  <a:lnTo>
                    <a:pt x="118922" y="304121"/>
                  </a:lnTo>
                  <a:lnTo>
                    <a:pt x="119652" y="172225"/>
                  </a:lnTo>
                  <a:lnTo>
                    <a:pt x="113853" y="96774"/>
                  </a:lnTo>
                  <a:lnTo>
                    <a:pt x="96089" y="49432"/>
                  </a:lnTo>
                  <a:lnTo>
                    <a:pt x="60921" y="1861"/>
                  </a:lnTo>
                  <a:lnTo>
                    <a:pt x="109067" y="257"/>
                  </a:lnTo>
                  <a:lnTo>
                    <a:pt x="136144" y="554"/>
                  </a:lnTo>
                  <a:lnTo>
                    <a:pt x="152076" y="3502"/>
                  </a:lnTo>
                  <a:lnTo>
                    <a:pt x="166789" y="9849"/>
                  </a:lnTo>
                  <a:lnTo>
                    <a:pt x="192886" y="3646"/>
                  </a:lnTo>
                  <a:lnTo>
                    <a:pt x="227688" y="786"/>
                  </a:lnTo>
                  <a:lnTo>
                    <a:pt x="258143" y="0"/>
                  </a:lnTo>
                  <a:lnTo>
                    <a:pt x="271195" y="19"/>
                  </a:lnTo>
                  <a:lnTo>
                    <a:pt x="236437" y="79383"/>
                  </a:lnTo>
                  <a:lnTo>
                    <a:pt x="219354" y="179715"/>
                  </a:lnTo>
                  <a:lnTo>
                    <a:pt x="213692" y="265763"/>
                  </a:lnTo>
                  <a:lnTo>
                    <a:pt x="213194" y="302279"/>
                  </a:lnTo>
                  <a:lnTo>
                    <a:pt x="240336" y="292992"/>
                  </a:lnTo>
                  <a:lnTo>
                    <a:pt x="280260" y="286925"/>
                  </a:lnTo>
                  <a:lnTo>
                    <a:pt x="316379" y="283620"/>
                  </a:lnTo>
                  <a:lnTo>
                    <a:pt x="332105" y="282620"/>
                  </a:lnTo>
                  <a:lnTo>
                    <a:pt x="249757" y="309967"/>
                  </a:lnTo>
                  <a:lnTo>
                    <a:pt x="198681" y="348561"/>
                  </a:lnTo>
                  <a:lnTo>
                    <a:pt x="172624" y="383007"/>
                  </a:lnTo>
                  <a:lnTo>
                    <a:pt x="165328" y="397910"/>
                  </a:lnTo>
                  <a:close/>
                </a:path>
              </a:pathLst>
            </a:custGeom>
            <a:ln w="4127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57196" y="2346109"/>
              <a:ext cx="681672" cy="151765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3547960" y="1460284"/>
            <a:ext cx="1603375" cy="1849755"/>
            <a:chOff x="3547960" y="1460284"/>
            <a:chExt cx="1603375" cy="1849755"/>
          </a:xfrm>
        </p:grpSpPr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551123" y="2711158"/>
              <a:ext cx="1597012" cy="31724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551135" y="2711156"/>
              <a:ext cx="1597025" cy="317500"/>
            </a:xfrm>
            <a:custGeom>
              <a:avLst/>
              <a:gdLst/>
              <a:ahLst/>
              <a:cxnLst/>
              <a:rect l="l" t="t" r="r" b="b"/>
              <a:pathLst>
                <a:path w="1597025" h="317500">
                  <a:moveTo>
                    <a:pt x="1334833" y="317246"/>
                  </a:moveTo>
                  <a:lnTo>
                    <a:pt x="0" y="317246"/>
                  </a:lnTo>
                  <a:lnTo>
                    <a:pt x="262166" y="0"/>
                  </a:lnTo>
                  <a:lnTo>
                    <a:pt x="1597012" y="0"/>
                  </a:lnTo>
                  <a:lnTo>
                    <a:pt x="1334833" y="317246"/>
                  </a:lnTo>
                  <a:close/>
                </a:path>
              </a:pathLst>
            </a:custGeom>
            <a:ln w="6349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031662" y="2730919"/>
              <a:ext cx="809498" cy="251621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017924" y="2240330"/>
              <a:ext cx="827836" cy="71589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0299" y="2023190"/>
              <a:ext cx="1048510" cy="128625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087289" y="1693178"/>
              <a:ext cx="685165" cy="798830"/>
            </a:xfrm>
            <a:custGeom>
              <a:avLst/>
              <a:gdLst/>
              <a:ahLst/>
              <a:cxnLst/>
              <a:rect l="l" t="t" r="r" b="b"/>
              <a:pathLst>
                <a:path w="685164" h="798830">
                  <a:moveTo>
                    <a:pt x="586219" y="0"/>
                  </a:moveTo>
                  <a:lnTo>
                    <a:pt x="513826" y="22652"/>
                  </a:lnTo>
                  <a:lnTo>
                    <a:pt x="463711" y="31135"/>
                  </a:lnTo>
                  <a:lnTo>
                    <a:pt x="406567" y="37161"/>
                  </a:lnTo>
                  <a:lnTo>
                    <a:pt x="344081" y="40309"/>
                  </a:lnTo>
                  <a:lnTo>
                    <a:pt x="278507" y="39402"/>
                  </a:lnTo>
                  <a:lnTo>
                    <a:pt x="218745" y="33976"/>
                  </a:lnTo>
                  <a:lnTo>
                    <a:pt x="166778" y="25052"/>
                  </a:lnTo>
                  <a:lnTo>
                    <a:pt x="124587" y="13649"/>
                  </a:lnTo>
                  <a:lnTo>
                    <a:pt x="94157" y="787"/>
                  </a:lnTo>
                  <a:lnTo>
                    <a:pt x="0" y="693242"/>
                  </a:lnTo>
                  <a:lnTo>
                    <a:pt x="27039" y="734263"/>
                  </a:lnTo>
                  <a:lnTo>
                    <a:pt x="100469" y="767653"/>
                  </a:lnTo>
                  <a:lnTo>
                    <a:pt x="151148" y="780480"/>
                  </a:lnTo>
                  <a:lnTo>
                    <a:pt x="209304" y="790167"/>
                  </a:lnTo>
                  <a:lnTo>
                    <a:pt x="273565" y="796289"/>
                  </a:lnTo>
                  <a:lnTo>
                    <a:pt x="342557" y="798423"/>
                  </a:lnTo>
                  <a:lnTo>
                    <a:pt x="411566" y="796286"/>
                  </a:lnTo>
                  <a:lnTo>
                    <a:pt x="475842" y="790158"/>
                  </a:lnTo>
                  <a:lnTo>
                    <a:pt x="534008" y="780462"/>
                  </a:lnTo>
                  <a:lnTo>
                    <a:pt x="584690" y="767622"/>
                  </a:lnTo>
                  <a:lnTo>
                    <a:pt x="626512" y="752062"/>
                  </a:lnTo>
                  <a:lnTo>
                    <a:pt x="678073" y="714473"/>
                  </a:lnTo>
                  <a:lnTo>
                    <a:pt x="685063" y="693242"/>
                  </a:lnTo>
                  <a:lnTo>
                    <a:pt x="586219" y="0"/>
                  </a:lnTo>
                  <a:close/>
                </a:path>
              </a:pathLst>
            </a:custGeom>
            <a:solidFill>
              <a:srgbClr val="E1F2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184358" y="1584921"/>
              <a:ext cx="491490" cy="155575"/>
            </a:xfrm>
            <a:custGeom>
              <a:avLst/>
              <a:gdLst/>
              <a:ahLst/>
              <a:cxnLst/>
              <a:rect l="l" t="t" r="r" b="b"/>
              <a:pathLst>
                <a:path w="491489" h="155575">
                  <a:moveTo>
                    <a:pt x="490918" y="114884"/>
                  </a:moveTo>
                  <a:lnTo>
                    <a:pt x="484835" y="65633"/>
                  </a:lnTo>
                  <a:lnTo>
                    <a:pt x="468553" y="83108"/>
                  </a:lnTo>
                  <a:lnTo>
                    <a:pt x="433095" y="98183"/>
                  </a:lnTo>
                  <a:lnTo>
                    <a:pt x="381876" y="109994"/>
                  </a:lnTo>
                  <a:lnTo>
                    <a:pt x="318325" y="117703"/>
                  </a:lnTo>
                  <a:lnTo>
                    <a:pt x="245884" y="120459"/>
                  </a:lnTo>
                  <a:lnTo>
                    <a:pt x="170180" y="117436"/>
                  </a:lnTo>
                  <a:lnTo>
                    <a:pt x="104432" y="109042"/>
                  </a:lnTo>
                  <a:lnTo>
                    <a:pt x="52565" y="96227"/>
                  </a:lnTo>
                  <a:lnTo>
                    <a:pt x="18529" y="79959"/>
                  </a:lnTo>
                  <a:lnTo>
                    <a:pt x="18021" y="79197"/>
                  </a:lnTo>
                  <a:lnTo>
                    <a:pt x="49606" y="94297"/>
                  </a:lnTo>
                  <a:lnTo>
                    <a:pt x="101473" y="107137"/>
                  </a:lnTo>
                  <a:lnTo>
                    <a:pt x="167246" y="115544"/>
                  </a:lnTo>
                  <a:lnTo>
                    <a:pt x="242976" y="118567"/>
                  </a:lnTo>
                  <a:lnTo>
                    <a:pt x="318719" y="115544"/>
                  </a:lnTo>
                  <a:lnTo>
                    <a:pt x="384492" y="107137"/>
                  </a:lnTo>
                  <a:lnTo>
                    <a:pt x="436359" y="94297"/>
                  </a:lnTo>
                  <a:lnTo>
                    <a:pt x="470382" y="78028"/>
                  </a:lnTo>
                  <a:lnTo>
                    <a:pt x="482587" y="59283"/>
                  </a:lnTo>
                  <a:lnTo>
                    <a:pt x="470382" y="40551"/>
                  </a:lnTo>
                  <a:lnTo>
                    <a:pt x="436359" y="24269"/>
                  </a:lnTo>
                  <a:lnTo>
                    <a:pt x="384492" y="11442"/>
                  </a:lnTo>
                  <a:lnTo>
                    <a:pt x="318719" y="3022"/>
                  </a:lnTo>
                  <a:lnTo>
                    <a:pt x="242976" y="0"/>
                  </a:lnTo>
                  <a:lnTo>
                    <a:pt x="167246" y="3022"/>
                  </a:lnTo>
                  <a:lnTo>
                    <a:pt x="101473" y="11442"/>
                  </a:lnTo>
                  <a:lnTo>
                    <a:pt x="49606" y="24269"/>
                  </a:lnTo>
                  <a:lnTo>
                    <a:pt x="15595" y="40551"/>
                  </a:lnTo>
                  <a:lnTo>
                    <a:pt x="3378" y="59283"/>
                  </a:lnTo>
                  <a:lnTo>
                    <a:pt x="6019" y="63347"/>
                  </a:lnTo>
                  <a:lnTo>
                    <a:pt x="0" y="115036"/>
                  </a:lnTo>
                  <a:lnTo>
                    <a:pt x="72148" y="139509"/>
                  </a:lnTo>
                  <a:lnTo>
                    <a:pt x="124155" y="148551"/>
                  </a:lnTo>
                  <a:lnTo>
                    <a:pt x="184086" y="154076"/>
                  </a:lnTo>
                  <a:lnTo>
                    <a:pt x="249923" y="155054"/>
                  </a:lnTo>
                  <a:lnTo>
                    <a:pt x="312089" y="151904"/>
                  </a:lnTo>
                  <a:lnTo>
                    <a:pt x="368935" y="145884"/>
                  </a:lnTo>
                  <a:lnTo>
                    <a:pt x="418807" y="137439"/>
                  </a:lnTo>
                  <a:lnTo>
                    <a:pt x="460019" y="126961"/>
                  </a:lnTo>
                  <a:lnTo>
                    <a:pt x="490918" y="114884"/>
                  </a:lnTo>
                  <a:close/>
                </a:path>
              </a:pathLst>
            </a:custGeom>
            <a:solidFill>
              <a:srgbClr val="D7E8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093394" y="1644202"/>
              <a:ext cx="94615" cy="710565"/>
            </a:xfrm>
            <a:custGeom>
              <a:avLst/>
              <a:gdLst/>
              <a:ahLst/>
              <a:cxnLst/>
              <a:rect l="l" t="t" r="r" b="b"/>
              <a:pathLst>
                <a:path w="94614" h="710564">
                  <a:moveTo>
                    <a:pt x="94348" y="0"/>
                  </a:moveTo>
                  <a:lnTo>
                    <a:pt x="0" y="710133"/>
                  </a:lnTo>
                </a:path>
              </a:pathLst>
            </a:custGeom>
            <a:ln w="12700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128694" y="1681137"/>
              <a:ext cx="591185" cy="762000"/>
            </a:xfrm>
            <a:custGeom>
              <a:avLst/>
              <a:gdLst/>
              <a:ahLst/>
              <a:cxnLst/>
              <a:rect l="l" t="t" r="r" b="b"/>
              <a:pathLst>
                <a:path w="591185" h="762000">
                  <a:moveTo>
                    <a:pt x="121564" y="2286"/>
                  </a:moveTo>
                  <a:lnTo>
                    <a:pt x="101942" y="0"/>
                  </a:lnTo>
                  <a:lnTo>
                    <a:pt x="0" y="759485"/>
                  </a:lnTo>
                  <a:lnTo>
                    <a:pt x="19621" y="761771"/>
                  </a:lnTo>
                  <a:lnTo>
                    <a:pt x="121564" y="2286"/>
                  </a:lnTo>
                  <a:close/>
                </a:path>
                <a:path w="591185" h="762000">
                  <a:moveTo>
                    <a:pt x="590918" y="759485"/>
                  </a:moveTo>
                  <a:lnTo>
                    <a:pt x="488988" y="0"/>
                  </a:lnTo>
                  <a:lnTo>
                    <a:pt x="469353" y="2286"/>
                  </a:lnTo>
                  <a:lnTo>
                    <a:pt x="571296" y="761771"/>
                  </a:lnTo>
                  <a:lnTo>
                    <a:pt x="590918" y="759485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666956" y="1644202"/>
              <a:ext cx="98425" cy="706120"/>
            </a:xfrm>
            <a:custGeom>
              <a:avLst/>
              <a:gdLst/>
              <a:ahLst/>
              <a:cxnLst/>
              <a:rect l="l" t="t" r="r" b="b"/>
              <a:pathLst>
                <a:path w="98425" h="706119">
                  <a:moveTo>
                    <a:pt x="0" y="0"/>
                  </a:moveTo>
                  <a:lnTo>
                    <a:pt x="98171" y="705535"/>
                  </a:lnTo>
                </a:path>
              </a:pathLst>
            </a:custGeom>
            <a:ln w="12700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206482" y="1597532"/>
              <a:ext cx="442595" cy="59690"/>
            </a:xfrm>
            <a:custGeom>
              <a:avLst/>
              <a:gdLst/>
              <a:ahLst/>
              <a:cxnLst/>
              <a:rect l="l" t="t" r="r" b="b"/>
              <a:pathLst>
                <a:path w="442595" h="59689">
                  <a:moveTo>
                    <a:pt x="0" y="59283"/>
                  </a:moveTo>
                  <a:lnTo>
                    <a:pt x="42657" y="24271"/>
                  </a:lnTo>
                  <a:lnTo>
                    <a:pt x="90517" y="11438"/>
                  </a:lnTo>
                  <a:lnTo>
                    <a:pt x="151210" y="3022"/>
                  </a:lnTo>
                  <a:lnTo>
                    <a:pt x="221094" y="0"/>
                  </a:lnTo>
                  <a:lnTo>
                    <a:pt x="290972" y="3022"/>
                  </a:lnTo>
                  <a:lnTo>
                    <a:pt x="351661" y="11438"/>
                  </a:lnTo>
                  <a:lnTo>
                    <a:pt x="399519" y="24271"/>
                  </a:lnTo>
                  <a:lnTo>
                    <a:pt x="430904" y="40545"/>
                  </a:lnTo>
                  <a:lnTo>
                    <a:pt x="442175" y="59283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307954" y="1703476"/>
              <a:ext cx="66040" cy="786765"/>
            </a:xfrm>
            <a:custGeom>
              <a:avLst/>
              <a:gdLst/>
              <a:ahLst/>
              <a:cxnLst/>
              <a:rect l="l" t="t" r="r" b="b"/>
              <a:pathLst>
                <a:path w="66039" h="786764">
                  <a:moveTo>
                    <a:pt x="65608" y="0"/>
                  </a:moveTo>
                  <a:lnTo>
                    <a:pt x="0" y="0"/>
                  </a:lnTo>
                  <a:lnTo>
                    <a:pt x="0" y="786688"/>
                  </a:lnTo>
                  <a:lnTo>
                    <a:pt x="65608" y="786688"/>
                  </a:lnTo>
                  <a:lnTo>
                    <a:pt x="65608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187747" y="1584918"/>
              <a:ext cx="479425" cy="118745"/>
            </a:xfrm>
            <a:custGeom>
              <a:avLst/>
              <a:gdLst/>
              <a:ahLst/>
              <a:cxnLst/>
              <a:rect l="l" t="t" r="r" b="b"/>
              <a:pathLst>
                <a:path w="479425" h="118744">
                  <a:moveTo>
                    <a:pt x="479209" y="59283"/>
                  </a:moveTo>
                  <a:lnTo>
                    <a:pt x="432978" y="94295"/>
                  </a:lnTo>
                  <a:lnTo>
                    <a:pt x="381109" y="107128"/>
                  </a:lnTo>
                  <a:lnTo>
                    <a:pt x="315333" y="115544"/>
                  </a:lnTo>
                  <a:lnTo>
                    <a:pt x="239598" y="118567"/>
                  </a:lnTo>
                  <a:lnTo>
                    <a:pt x="163863" y="115544"/>
                  </a:lnTo>
                  <a:lnTo>
                    <a:pt x="98091" y="107128"/>
                  </a:lnTo>
                  <a:lnTo>
                    <a:pt x="46226" y="94295"/>
                  </a:lnTo>
                  <a:lnTo>
                    <a:pt x="12214" y="78021"/>
                  </a:lnTo>
                  <a:lnTo>
                    <a:pt x="0" y="59283"/>
                  </a:lnTo>
                  <a:lnTo>
                    <a:pt x="12214" y="40545"/>
                  </a:lnTo>
                  <a:lnTo>
                    <a:pt x="46226" y="24271"/>
                  </a:lnTo>
                  <a:lnTo>
                    <a:pt x="98091" y="11438"/>
                  </a:lnTo>
                  <a:lnTo>
                    <a:pt x="163863" y="3022"/>
                  </a:lnTo>
                  <a:lnTo>
                    <a:pt x="239598" y="0"/>
                  </a:lnTo>
                  <a:lnTo>
                    <a:pt x="315333" y="3022"/>
                  </a:lnTo>
                  <a:lnTo>
                    <a:pt x="381109" y="11438"/>
                  </a:lnTo>
                  <a:lnTo>
                    <a:pt x="432978" y="24271"/>
                  </a:lnTo>
                  <a:lnTo>
                    <a:pt x="466993" y="40545"/>
                  </a:lnTo>
                  <a:lnTo>
                    <a:pt x="479209" y="59283"/>
                  </a:lnTo>
                  <a:close/>
                </a:path>
              </a:pathLst>
            </a:custGeom>
            <a:ln w="12700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182375" y="1693173"/>
              <a:ext cx="490855" cy="45085"/>
            </a:xfrm>
            <a:custGeom>
              <a:avLst/>
              <a:gdLst/>
              <a:ahLst/>
              <a:cxnLst/>
              <a:rect l="l" t="t" r="r" b="b"/>
              <a:pathLst>
                <a:path w="490854" h="45085">
                  <a:moveTo>
                    <a:pt x="490397" y="0"/>
                  </a:moveTo>
                  <a:lnTo>
                    <a:pt x="422100" y="25202"/>
                  </a:lnTo>
                  <a:lnTo>
                    <a:pt x="371781" y="34694"/>
                  </a:lnTo>
                  <a:lnTo>
                    <a:pt x="313374" y="41425"/>
                  </a:lnTo>
                  <a:lnTo>
                    <a:pt x="248894" y="44881"/>
                  </a:lnTo>
                  <a:lnTo>
                    <a:pt x="180942" y="43616"/>
                  </a:lnTo>
                  <a:lnTo>
                    <a:pt x="119682" y="37216"/>
                  </a:lnTo>
                  <a:lnTo>
                    <a:pt x="67508" y="26959"/>
                  </a:lnTo>
                  <a:lnTo>
                    <a:pt x="26816" y="14127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140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091012" y="1460284"/>
              <a:ext cx="677710" cy="22299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088218" y="1470119"/>
              <a:ext cx="188899" cy="19100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578950" y="1470135"/>
              <a:ext cx="186969" cy="19204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097705" y="1461947"/>
              <a:ext cx="659218" cy="55816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300652" y="1466697"/>
              <a:ext cx="253365" cy="51435"/>
            </a:xfrm>
            <a:custGeom>
              <a:avLst/>
              <a:gdLst/>
              <a:ahLst/>
              <a:cxnLst/>
              <a:rect l="l" t="t" r="r" b="b"/>
              <a:pathLst>
                <a:path w="253364" h="51434">
                  <a:moveTo>
                    <a:pt x="91732" y="0"/>
                  </a:moveTo>
                  <a:lnTo>
                    <a:pt x="596" y="1498"/>
                  </a:lnTo>
                  <a:lnTo>
                    <a:pt x="596" y="5981"/>
                  </a:lnTo>
                  <a:lnTo>
                    <a:pt x="139" y="11455"/>
                  </a:lnTo>
                  <a:lnTo>
                    <a:pt x="9093" y="49326"/>
                  </a:lnTo>
                  <a:lnTo>
                    <a:pt x="84175" y="51066"/>
                  </a:lnTo>
                  <a:lnTo>
                    <a:pt x="82994" y="43853"/>
                  </a:lnTo>
                  <a:lnTo>
                    <a:pt x="82232" y="32359"/>
                  </a:lnTo>
                  <a:lnTo>
                    <a:pt x="81343" y="10464"/>
                  </a:lnTo>
                  <a:lnTo>
                    <a:pt x="80873" y="990"/>
                  </a:lnTo>
                  <a:lnTo>
                    <a:pt x="91732" y="0"/>
                  </a:lnTo>
                  <a:close/>
                </a:path>
                <a:path w="253364" h="51434">
                  <a:moveTo>
                    <a:pt x="253339" y="15138"/>
                  </a:moveTo>
                  <a:lnTo>
                    <a:pt x="253212" y="11455"/>
                  </a:lnTo>
                  <a:lnTo>
                    <a:pt x="252742" y="5981"/>
                  </a:lnTo>
                  <a:lnTo>
                    <a:pt x="252742" y="1498"/>
                  </a:lnTo>
                  <a:lnTo>
                    <a:pt x="161594" y="0"/>
                  </a:lnTo>
                  <a:lnTo>
                    <a:pt x="172453" y="990"/>
                  </a:lnTo>
                  <a:lnTo>
                    <a:pt x="171958" y="11455"/>
                  </a:lnTo>
                  <a:lnTo>
                    <a:pt x="171107" y="32359"/>
                  </a:lnTo>
                  <a:lnTo>
                    <a:pt x="170332" y="43853"/>
                  </a:lnTo>
                  <a:lnTo>
                    <a:pt x="169164" y="51066"/>
                  </a:lnTo>
                  <a:lnTo>
                    <a:pt x="244246" y="49326"/>
                  </a:lnTo>
                  <a:lnTo>
                    <a:pt x="249694" y="30518"/>
                  </a:lnTo>
                  <a:lnTo>
                    <a:pt x="252450" y="20307"/>
                  </a:lnTo>
                  <a:lnTo>
                    <a:pt x="253339" y="15138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097718" y="1470127"/>
              <a:ext cx="96570" cy="3945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094875" y="1484739"/>
              <a:ext cx="666115" cy="36195"/>
            </a:xfrm>
            <a:custGeom>
              <a:avLst/>
              <a:gdLst/>
              <a:ahLst/>
              <a:cxnLst/>
              <a:rect l="l" t="t" r="r" b="b"/>
              <a:pathLst>
                <a:path w="666114" h="36194">
                  <a:moveTo>
                    <a:pt x="657694" y="0"/>
                  </a:moveTo>
                  <a:lnTo>
                    <a:pt x="659041" y="1079"/>
                  </a:lnTo>
                  <a:lnTo>
                    <a:pt x="659790" y="2197"/>
                  </a:lnTo>
                  <a:lnTo>
                    <a:pt x="659790" y="3314"/>
                  </a:lnTo>
                  <a:lnTo>
                    <a:pt x="587981" y="21787"/>
                  </a:lnTo>
                  <a:lnTo>
                    <a:pt x="537361" y="26359"/>
                  </a:lnTo>
                  <a:lnTo>
                    <a:pt x="476669" y="29843"/>
                  </a:lnTo>
                  <a:lnTo>
                    <a:pt x="407867" y="32062"/>
                  </a:lnTo>
                  <a:lnTo>
                    <a:pt x="332917" y="32842"/>
                  </a:lnTo>
                  <a:lnTo>
                    <a:pt x="257967" y="32062"/>
                  </a:lnTo>
                  <a:lnTo>
                    <a:pt x="189163" y="29843"/>
                  </a:lnTo>
                  <a:lnTo>
                    <a:pt x="128469" y="26359"/>
                  </a:lnTo>
                  <a:lnTo>
                    <a:pt x="77846" y="21787"/>
                  </a:lnTo>
                  <a:lnTo>
                    <a:pt x="39258" y="16305"/>
                  </a:lnTo>
                  <a:lnTo>
                    <a:pt x="6032" y="3314"/>
                  </a:lnTo>
                  <a:lnTo>
                    <a:pt x="6032" y="2197"/>
                  </a:lnTo>
                  <a:lnTo>
                    <a:pt x="6807" y="1079"/>
                  </a:lnTo>
                  <a:lnTo>
                    <a:pt x="8153" y="0"/>
                  </a:lnTo>
                  <a:lnTo>
                    <a:pt x="2870" y="2082"/>
                  </a:lnTo>
                  <a:lnTo>
                    <a:pt x="0" y="4241"/>
                  </a:lnTo>
                  <a:lnTo>
                    <a:pt x="0" y="6477"/>
                  </a:lnTo>
                  <a:lnTo>
                    <a:pt x="73140" y="24954"/>
                  </a:lnTo>
                  <a:lnTo>
                    <a:pt x="124697" y="29529"/>
                  </a:lnTo>
                  <a:lnTo>
                    <a:pt x="186512" y="33015"/>
                  </a:lnTo>
                  <a:lnTo>
                    <a:pt x="256585" y="35237"/>
                  </a:lnTo>
                  <a:lnTo>
                    <a:pt x="332917" y="36017"/>
                  </a:lnTo>
                  <a:lnTo>
                    <a:pt x="409250" y="35237"/>
                  </a:lnTo>
                  <a:lnTo>
                    <a:pt x="479323" y="33015"/>
                  </a:lnTo>
                  <a:lnTo>
                    <a:pt x="541137" y="29529"/>
                  </a:lnTo>
                  <a:lnTo>
                    <a:pt x="592694" y="24954"/>
                  </a:lnTo>
                  <a:lnTo>
                    <a:pt x="631996" y="19470"/>
                  </a:lnTo>
                  <a:lnTo>
                    <a:pt x="665835" y="6477"/>
                  </a:lnTo>
                  <a:lnTo>
                    <a:pt x="665835" y="4241"/>
                  </a:lnTo>
                  <a:lnTo>
                    <a:pt x="662952" y="2082"/>
                  </a:lnTo>
                  <a:lnTo>
                    <a:pt x="657694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223638" y="1635772"/>
              <a:ext cx="412648" cy="4751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031662" y="2730931"/>
              <a:ext cx="809498" cy="251608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017924" y="2240330"/>
              <a:ext cx="827836" cy="71589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50299" y="2023190"/>
              <a:ext cx="1048510" cy="1286252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4307116" y="1080423"/>
            <a:ext cx="267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231F20"/>
                </a:solidFill>
                <a:latin typeface="Trebuchet MS"/>
                <a:cs typeface="Trebuchet MS"/>
              </a:rPr>
              <a:t>Giriş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284543" y="2672165"/>
            <a:ext cx="2933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cap="small" spc="150" dirty="0">
                <a:solidFill>
                  <a:srgbClr val="231F20"/>
                </a:solidFill>
                <a:latin typeface="Trebuchet MS"/>
                <a:cs typeface="Trebuchet MS"/>
              </a:rPr>
              <a:t>çı</a:t>
            </a:r>
            <a:r>
              <a:rPr sz="900" spc="30" dirty="0">
                <a:solidFill>
                  <a:srgbClr val="231F20"/>
                </a:solidFill>
                <a:latin typeface="Trebuchet MS"/>
                <a:cs typeface="Trebuchet MS"/>
              </a:rPr>
              <a:t>kış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4175848" y="1607388"/>
            <a:ext cx="510540" cy="675005"/>
            <a:chOff x="4175848" y="1607388"/>
            <a:chExt cx="510540" cy="675005"/>
          </a:xfrm>
        </p:grpSpPr>
        <p:pic>
          <p:nvPicPr>
            <p:cNvPr id="100" name="object 10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202848" y="1723873"/>
              <a:ext cx="454012" cy="55821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251884" y="1782546"/>
              <a:ext cx="355955" cy="12891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302226" y="1934857"/>
              <a:ext cx="71335" cy="8101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94187" y="1934857"/>
              <a:ext cx="71335" cy="8101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86147" y="1934857"/>
              <a:ext cx="71348" cy="81013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302226" y="2042236"/>
              <a:ext cx="71335" cy="81051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94187" y="2042236"/>
              <a:ext cx="71335" cy="81051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86148" y="2042236"/>
              <a:ext cx="71348" cy="81051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302226" y="2149679"/>
              <a:ext cx="71335" cy="810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94187" y="2149679"/>
              <a:ext cx="71335" cy="810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86148" y="2149679"/>
              <a:ext cx="71348" cy="810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75848" y="1607388"/>
              <a:ext cx="510108" cy="151765"/>
            </a:xfrm>
            <a:prstGeom prst="rect">
              <a:avLst/>
            </a:prstGeom>
          </p:spPr>
        </p:pic>
      </p:grpSp>
      <p:sp>
        <p:nvSpPr>
          <p:cNvPr id="112" name="object 112"/>
          <p:cNvSpPr txBox="1"/>
          <p:nvPr/>
        </p:nvSpPr>
        <p:spPr>
          <a:xfrm>
            <a:off x="4206583" y="1886454"/>
            <a:ext cx="489584" cy="33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895">
              <a:lnSpc>
                <a:spcPct val="113399"/>
              </a:lnSpc>
              <a:spcBef>
                <a:spcPts val="100"/>
              </a:spcBef>
            </a:pP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 </a:t>
            </a:r>
            <a:r>
              <a:rPr sz="9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4089488" y="1217740"/>
            <a:ext cx="681990" cy="1448435"/>
            <a:chOff x="4089488" y="1217740"/>
            <a:chExt cx="681990" cy="1448435"/>
          </a:xfrm>
        </p:grpSpPr>
        <p:pic>
          <p:nvPicPr>
            <p:cNvPr id="114" name="object 11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32973" y="1220038"/>
              <a:ext cx="210273" cy="94132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4570391" y="1311872"/>
              <a:ext cx="34290" cy="2540"/>
            </a:xfrm>
            <a:custGeom>
              <a:avLst/>
              <a:gdLst/>
              <a:ahLst/>
              <a:cxnLst/>
              <a:rect l="l" t="t" r="r" b="b"/>
              <a:pathLst>
                <a:path w="34289" h="2540">
                  <a:moveTo>
                    <a:pt x="33751" y="0"/>
                  </a:moveTo>
                  <a:lnTo>
                    <a:pt x="0" y="2298"/>
                  </a:lnTo>
                  <a:lnTo>
                    <a:pt x="24143" y="2298"/>
                  </a:lnTo>
                  <a:lnTo>
                    <a:pt x="33751" y="0"/>
                  </a:lnTo>
                  <a:close/>
                </a:path>
              </a:pathLst>
            </a:custGeom>
            <a:solidFill>
              <a:srgbClr val="FBD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272567" y="1314450"/>
              <a:ext cx="321310" cy="6985"/>
            </a:xfrm>
            <a:custGeom>
              <a:avLst/>
              <a:gdLst/>
              <a:ahLst/>
              <a:cxnLst/>
              <a:rect l="l" t="t" r="r" b="b"/>
              <a:pathLst>
                <a:path w="321310" h="6984">
                  <a:moveTo>
                    <a:pt x="2491" y="0"/>
                  </a:moveTo>
                  <a:lnTo>
                    <a:pt x="0" y="0"/>
                  </a:lnTo>
                  <a:lnTo>
                    <a:pt x="13671" y="6553"/>
                  </a:lnTo>
                  <a:lnTo>
                    <a:pt x="58272" y="6553"/>
                  </a:lnTo>
                  <a:lnTo>
                    <a:pt x="51331" y="5214"/>
                  </a:lnTo>
                  <a:lnTo>
                    <a:pt x="15218" y="1025"/>
                  </a:lnTo>
                  <a:lnTo>
                    <a:pt x="2491" y="0"/>
                  </a:lnTo>
                  <a:close/>
                </a:path>
                <a:path w="321310" h="6984">
                  <a:moveTo>
                    <a:pt x="215183" y="0"/>
                  </a:moveTo>
                  <a:lnTo>
                    <a:pt x="111003" y="0"/>
                  </a:lnTo>
                  <a:lnTo>
                    <a:pt x="112242" y="2581"/>
                  </a:lnTo>
                  <a:lnTo>
                    <a:pt x="113530" y="6553"/>
                  </a:lnTo>
                  <a:lnTo>
                    <a:pt x="212886" y="6553"/>
                  </a:lnTo>
                  <a:lnTo>
                    <a:pt x="215183" y="0"/>
                  </a:lnTo>
                  <a:close/>
                </a:path>
                <a:path w="321310" h="6984">
                  <a:moveTo>
                    <a:pt x="320800" y="0"/>
                  </a:moveTo>
                  <a:lnTo>
                    <a:pt x="293722" y="0"/>
                  </a:lnTo>
                  <a:lnTo>
                    <a:pt x="274247" y="1326"/>
                  </a:lnTo>
                  <a:lnTo>
                    <a:pt x="242752" y="5226"/>
                  </a:lnTo>
                  <a:lnTo>
                    <a:pt x="239173" y="6553"/>
                  </a:lnTo>
                  <a:lnTo>
                    <a:pt x="293409" y="6553"/>
                  </a:lnTo>
                  <a:lnTo>
                    <a:pt x="320800" y="0"/>
                  </a:lnTo>
                  <a:close/>
                </a:path>
              </a:pathLst>
            </a:custGeom>
            <a:solidFill>
              <a:srgbClr val="FBD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293074" y="1321740"/>
              <a:ext cx="261861" cy="168592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4272060" y="1220070"/>
              <a:ext cx="332105" cy="270510"/>
            </a:xfrm>
            <a:custGeom>
              <a:avLst/>
              <a:gdLst/>
              <a:ahLst/>
              <a:cxnLst/>
              <a:rect l="l" t="t" r="r" b="b"/>
              <a:pathLst>
                <a:path w="332104" h="270509">
                  <a:moveTo>
                    <a:pt x="165315" y="270268"/>
                  </a:moveTo>
                  <a:lnTo>
                    <a:pt x="144787" y="184227"/>
                  </a:lnTo>
                  <a:lnTo>
                    <a:pt x="120724" y="137200"/>
                  </a:lnTo>
                  <a:lnTo>
                    <a:pt x="77628" y="112676"/>
                  </a:lnTo>
                  <a:lnTo>
                    <a:pt x="0" y="94144"/>
                  </a:lnTo>
                  <a:lnTo>
                    <a:pt x="57329" y="98041"/>
                  </a:lnTo>
                  <a:lnTo>
                    <a:pt x="88825" y="101939"/>
                  </a:lnTo>
                  <a:lnTo>
                    <a:pt x="105636" y="108174"/>
                  </a:lnTo>
                  <a:lnTo>
                    <a:pt x="118910" y="119087"/>
                  </a:lnTo>
                  <a:lnTo>
                    <a:pt x="119639" y="105962"/>
                  </a:lnTo>
                  <a:lnTo>
                    <a:pt x="113841" y="89428"/>
                  </a:lnTo>
                  <a:lnTo>
                    <a:pt x="96076" y="58542"/>
                  </a:lnTo>
                  <a:lnTo>
                    <a:pt x="60909" y="2361"/>
                  </a:lnTo>
                  <a:lnTo>
                    <a:pt x="109062" y="326"/>
                  </a:lnTo>
                  <a:lnTo>
                    <a:pt x="136140" y="704"/>
                  </a:lnTo>
                  <a:lnTo>
                    <a:pt x="152070" y="4444"/>
                  </a:lnTo>
                  <a:lnTo>
                    <a:pt x="166776" y="12496"/>
                  </a:lnTo>
                  <a:lnTo>
                    <a:pt x="192873" y="4627"/>
                  </a:lnTo>
                  <a:lnTo>
                    <a:pt x="227676" y="997"/>
                  </a:lnTo>
                  <a:lnTo>
                    <a:pt x="258130" y="0"/>
                  </a:lnTo>
                  <a:lnTo>
                    <a:pt x="271183" y="24"/>
                  </a:lnTo>
                  <a:lnTo>
                    <a:pt x="236424" y="59030"/>
                  </a:lnTo>
                  <a:lnTo>
                    <a:pt x="219341" y="94625"/>
                  </a:lnTo>
                  <a:lnTo>
                    <a:pt x="213679" y="112101"/>
                  </a:lnTo>
                  <a:lnTo>
                    <a:pt x="213182" y="116750"/>
                  </a:lnTo>
                  <a:lnTo>
                    <a:pt x="240323" y="104961"/>
                  </a:lnTo>
                  <a:lnTo>
                    <a:pt x="280247" y="97263"/>
                  </a:lnTo>
                  <a:lnTo>
                    <a:pt x="316366" y="93074"/>
                  </a:lnTo>
                  <a:lnTo>
                    <a:pt x="332092" y="91807"/>
                  </a:lnTo>
                  <a:lnTo>
                    <a:pt x="249744" y="131527"/>
                  </a:lnTo>
                  <a:lnTo>
                    <a:pt x="198669" y="191558"/>
                  </a:lnTo>
                  <a:lnTo>
                    <a:pt x="172611" y="246328"/>
                  </a:lnTo>
                  <a:lnTo>
                    <a:pt x="165315" y="270268"/>
                  </a:lnTo>
                  <a:close/>
                </a:path>
              </a:pathLst>
            </a:custGeom>
            <a:ln w="466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272950" y="2265680"/>
              <a:ext cx="331192" cy="300659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4272127" y="2546299"/>
              <a:ext cx="332105" cy="20320"/>
            </a:xfrm>
            <a:custGeom>
              <a:avLst/>
              <a:gdLst/>
              <a:ahLst/>
              <a:cxnLst/>
              <a:rect l="l" t="t" r="r" b="b"/>
              <a:pathLst>
                <a:path w="332104" h="20319">
                  <a:moveTo>
                    <a:pt x="0" y="3877"/>
                  </a:moveTo>
                  <a:lnTo>
                    <a:pt x="49591" y="20231"/>
                  </a:lnTo>
                  <a:lnTo>
                    <a:pt x="109222" y="20231"/>
                  </a:lnTo>
                  <a:lnTo>
                    <a:pt x="91694" y="14240"/>
                  </a:lnTo>
                  <a:lnTo>
                    <a:pt x="51771" y="8177"/>
                  </a:lnTo>
                  <a:lnTo>
                    <a:pt x="15658" y="4873"/>
                  </a:lnTo>
                  <a:lnTo>
                    <a:pt x="0" y="3877"/>
                  </a:lnTo>
                  <a:close/>
                </a:path>
                <a:path w="332104" h="20319">
                  <a:moveTo>
                    <a:pt x="212997" y="0"/>
                  </a:moveTo>
                  <a:lnTo>
                    <a:pt x="118525" y="0"/>
                  </a:lnTo>
                  <a:lnTo>
                    <a:pt x="118801" y="20231"/>
                  </a:lnTo>
                  <a:lnTo>
                    <a:pt x="213110" y="20231"/>
                  </a:lnTo>
                  <a:lnTo>
                    <a:pt x="212997" y="0"/>
                  </a:lnTo>
                  <a:close/>
                </a:path>
                <a:path w="332104" h="20319">
                  <a:moveTo>
                    <a:pt x="332016" y="2019"/>
                  </a:moveTo>
                  <a:lnTo>
                    <a:pt x="274687" y="5091"/>
                  </a:lnTo>
                  <a:lnTo>
                    <a:pt x="243143" y="8177"/>
                  </a:lnTo>
                  <a:lnTo>
                    <a:pt x="226385" y="13077"/>
                  </a:lnTo>
                  <a:lnTo>
                    <a:pt x="215351" y="20231"/>
                  </a:lnTo>
                  <a:lnTo>
                    <a:pt x="244115" y="20231"/>
                  </a:lnTo>
                  <a:lnTo>
                    <a:pt x="254372" y="16257"/>
                  </a:lnTo>
                  <a:lnTo>
                    <a:pt x="332016" y="2019"/>
                  </a:lnTo>
                  <a:close/>
                </a:path>
              </a:pathLst>
            </a:custGeom>
            <a:solidFill>
              <a:srgbClr val="FCE1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272950" y="2546528"/>
              <a:ext cx="331192" cy="1170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272053" y="2265696"/>
              <a:ext cx="332105" cy="398145"/>
            </a:xfrm>
            <a:custGeom>
              <a:avLst/>
              <a:gdLst/>
              <a:ahLst/>
              <a:cxnLst/>
              <a:rect l="l" t="t" r="r" b="b"/>
              <a:pathLst>
                <a:path w="332104" h="398144">
                  <a:moveTo>
                    <a:pt x="165328" y="397910"/>
                  </a:moveTo>
                  <a:lnTo>
                    <a:pt x="144793" y="344767"/>
                  </a:lnTo>
                  <a:lnTo>
                    <a:pt x="120726" y="315235"/>
                  </a:lnTo>
                  <a:lnTo>
                    <a:pt x="77628" y="298678"/>
                  </a:lnTo>
                  <a:lnTo>
                    <a:pt x="0" y="284461"/>
                  </a:lnTo>
                  <a:lnTo>
                    <a:pt x="57329" y="287540"/>
                  </a:lnTo>
                  <a:lnTo>
                    <a:pt x="88826" y="290614"/>
                  </a:lnTo>
                  <a:lnTo>
                    <a:pt x="105641" y="295527"/>
                  </a:lnTo>
                  <a:lnTo>
                    <a:pt x="118922" y="304121"/>
                  </a:lnTo>
                  <a:lnTo>
                    <a:pt x="119645" y="172225"/>
                  </a:lnTo>
                  <a:lnTo>
                    <a:pt x="113842" y="96774"/>
                  </a:lnTo>
                  <a:lnTo>
                    <a:pt x="96077" y="49432"/>
                  </a:lnTo>
                  <a:lnTo>
                    <a:pt x="60909" y="1861"/>
                  </a:lnTo>
                  <a:lnTo>
                    <a:pt x="109062" y="257"/>
                  </a:lnTo>
                  <a:lnTo>
                    <a:pt x="136140" y="554"/>
                  </a:lnTo>
                  <a:lnTo>
                    <a:pt x="152070" y="3502"/>
                  </a:lnTo>
                  <a:lnTo>
                    <a:pt x="166776" y="9849"/>
                  </a:lnTo>
                  <a:lnTo>
                    <a:pt x="192878" y="3646"/>
                  </a:lnTo>
                  <a:lnTo>
                    <a:pt x="227680" y="786"/>
                  </a:lnTo>
                  <a:lnTo>
                    <a:pt x="258132" y="0"/>
                  </a:lnTo>
                  <a:lnTo>
                    <a:pt x="271183" y="19"/>
                  </a:lnTo>
                  <a:lnTo>
                    <a:pt x="236429" y="79383"/>
                  </a:lnTo>
                  <a:lnTo>
                    <a:pt x="219346" y="179715"/>
                  </a:lnTo>
                  <a:lnTo>
                    <a:pt x="213681" y="265763"/>
                  </a:lnTo>
                  <a:lnTo>
                    <a:pt x="213182" y="302279"/>
                  </a:lnTo>
                  <a:lnTo>
                    <a:pt x="240329" y="292992"/>
                  </a:lnTo>
                  <a:lnTo>
                    <a:pt x="280252" y="286925"/>
                  </a:lnTo>
                  <a:lnTo>
                    <a:pt x="316368" y="283620"/>
                  </a:lnTo>
                  <a:lnTo>
                    <a:pt x="332092" y="282620"/>
                  </a:lnTo>
                  <a:lnTo>
                    <a:pt x="249751" y="309967"/>
                  </a:lnTo>
                  <a:lnTo>
                    <a:pt x="198680" y="348561"/>
                  </a:lnTo>
                  <a:lnTo>
                    <a:pt x="172624" y="383007"/>
                  </a:lnTo>
                  <a:lnTo>
                    <a:pt x="165328" y="397910"/>
                  </a:lnTo>
                  <a:close/>
                </a:path>
              </a:pathLst>
            </a:custGeom>
            <a:ln w="4127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089488" y="2346109"/>
              <a:ext cx="681660" cy="151765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559499" y="3077460"/>
            <a:ext cx="6868159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0955">
              <a:lnSpc>
                <a:spcPct val="100000"/>
              </a:lnSpc>
              <a:spcBef>
                <a:spcPts val="100"/>
              </a:spcBef>
              <a:tabLst>
                <a:tab pos="3565525" algn="l"/>
              </a:tabLst>
            </a:pPr>
            <a:r>
              <a:rPr sz="1350" spc="22" baseline="6172" dirty="0">
                <a:solidFill>
                  <a:srgbClr val="231F20"/>
                </a:solidFill>
                <a:latin typeface="Microsoft Sans Serif"/>
                <a:cs typeface="Microsoft Sans Serif"/>
              </a:rPr>
              <a:t>A </a:t>
            </a:r>
            <a:r>
              <a:rPr sz="1350" spc="15" baseline="6172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	</a:t>
            </a:r>
            <a:r>
              <a:rPr sz="9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9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38100" marR="30480">
              <a:lnSpc>
                <a:spcPct val="116700"/>
              </a:lnSpc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Yukarıdaki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giriş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kısmından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geçen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açıları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tümlerini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alarak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ise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giriş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kısmından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geçen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açıları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bütünle-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rini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alarak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çıkarmaktadır.</a:t>
            </a:r>
            <a:endParaRPr sz="10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makinesine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atılan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üç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makinenin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çıkış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kısmından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geçerek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sonuçlar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makinesine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atılıyor.</a:t>
            </a:r>
            <a:endParaRPr sz="1000">
              <a:latin typeface="Microsoft Sans Serif"/>
              <a:cs typeface="Microsoft Sans Serif"/>
            </a:endParaRPr>
          </a:p>
          <a:p>
            <a:pPr marL="38100" marR="30480">
              <a:lnSpc>
                <a:spcPct val="116700"/>
              </a:lnSpc>
              <a:spcBef>
                <a:spcPts val="285"/>
              </a:spcBef>
            </a:pP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makinesinden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çıkan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açıların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ölçüleri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104°,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131°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178°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olduğuna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makinesine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atılan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üç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açı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aşağıdakiler-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den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hangisi olabilir?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25" name="object 125"/>
          <p:cNvGraphicFramePr>
            <a:graphicFrameLocks noGrp="1"/>
          </p:cNvGraphicFramePr>
          <p:nvPr/>
        </p:nvGraphicFramePr>
        <p:xfrm>
          <a:off x="565849" y="4460592"/>
          <a:ext cx="2475865" cy="1073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271"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II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III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0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53390" algn="l"/>
                        </a:tabLst>
                      </a:pPr>
                      <a:r>
                        <a:rPr sz="1500" baseline="-11111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A)	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76°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T w="6350">
                      <a:solidFill>
                        <a:srgbClr val="231F2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49°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T w="6350">
                      <a:solidFill>
                        <a:srgbClr val="231F2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2°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T w="6350">
                      <a:solidFill>
                        <a:srgbClr val="231F2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453390" algn="l"/>
                        </a:tabLst>
                      </a:pPr>
                      <a:r>
                        <a:rPr sz="1500" baseline="-11111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B)	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14°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41°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88°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453390" algn="l"/>
                        </a:tabLst>
                      </a:pPr>
                      <a:r>
                        <a:rPr sz="1500" spc="-7" baseline="-11111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C)	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71°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41°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2°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7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453390" algn="l"/>
                        </a:tabLst>
                      </a:pPr>
                      <a:r>
                        <a:rPr sz="1500" spc="-7" baseline="-11111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D)	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14°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49°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88°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6" name="object 126"/>
          <p:cNvGrpSpPr/>
          <p:nvPr/>
        </p:nvGrpSpPr>
        <p:grpSpPr>
          <a:xfrm>
            <a:off x="638874" y="6334118"/>
            <a:ext cx="892175" cy="782320"/>
            <a:chOff x="638874" y="6334118"/>
            <a:chExt cx="892175" cy="782320"/>
          </a:xfrm>
        </p:grpSpPr>
        <p:sp>
          <p:nvSpPr>
            <p:cNvPr id="127" name="object 127"/>
            <p:cNvSpPr/>
            <p:nvPr/>
          </p:nvSpPr>
          <p:spPr>
            <a:xfrm>
              <a:off x="642049" y="6484818"/>
              <a:ext cx="885825" cy="628650"/>
            </a:xfrm>
            <a:custGeom>
              <a:avLst/>
              <a:gdLst/>
              <a:ahLst/>
              <a:cxnLst/>
              <a:rect l="l" t="t" r="r" b="b"/>
              <a:pathLst>
                <a:path w="885825" h="628650">
                  <a:moveTo>
                    <a:pt x="0" y="0"/>
                  </a:moveTo>
                  <a:lnTo>
                    <a:pt x="885736" y="0"/>
                  </a:lnTo>
                  <a:lnTo>
                    <a:pt x="885736" y="628065"/>
                  </a:lnTo>
                  <a:lnTo>
                    <a:pt x="0" y="62806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24707" y="6334118"/>
              <a:ext cx="103078" cy="115838"/>
            </a:xfrm>
            <a:prstGeom prst="rect">
              <a:avLst/>
            </a:prstGeom>
          </p:spPr>
        </p:pic>
      </p:grpSp>
      <p:grpSp>
        <p:nvGrpSpPr>
          <p:cNvPr id="129" name="object 129"/>
          <p:cNvGrpSpPr/>
          <p:nvPr/>
        </p:nvGrpSpPr>
        <p:grpSpPr>
          <a:xfrm>
            <a:off x="1800391" y="6481643"/>
            <a:ext cx="892175" cy="635000"/>
            <a:chOff x="1800391" y="6481643"/>
            <a:chExt cx="892175" cy="635000"/>
          </a:xfrm>
        </p:grpSpPr>
        <p:sp>
          <p:nvSpPr>
            <p:cNvPr id="130" name="object 130"/>
            <p:cNvSpPr/>
            <p:nvPr/>
          </p:nvSpPr>
          <p:spPr>
            <a:xfrm>
              <a:off x="1803566" y="6484818"/>
              <a:ext cx="885825" cy="628650"/>
            </a:xfrm>
            <a:custGeom>
              <a:avLst/>
              <a:gdLst/>
              <a:ahLst/>
              <a:cxnLst/>
              <a:rect l="l" t="t" r="r" b="b"/>
              <a:pathLst>
                <a:path w="885825" h="628650">
                  <a:moveTo>
                    <a:pt x="0" y="0"/>
                  </a:moveTo>
                  <a:lnTo>
                    <a:pt x="885736" y="0"/>
                  </a:lnTo>
                  <a:lnTo>
                    <a:pt x="885736" y="628065"/>
                  </a:lnTo>
                  <a:lnTo>
                    <a:pt x="0" y="62806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041777" y="6484817"/>
              <a:ext cx="0" cy="628650"/>
            </a:xfrm>
            <a:custGeom>
              <a:avLst/>
              <a:gdLst/>
              <a:ahLst/>
              <a:cxnLst/>
              <a:rect l="l" t="t" r="r" b="b"/>
              <a:pathLst>
                <a:path h="628650">
                  <a:moveTo>
                    <a:pt x="0" y="0"/>
                  </a:moveTo>
                  <a:lnTo>
                    <a:pt x="0" y="628065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041781" y="6484818"/>
              <a:ext cx="647700" cy="628650"/>
            </a:xfrm>
            <a:custGeom>
              <a:avLst/>
              <a:gdLst/>
              <a:ahLst/>
              <a:cxnLst/>
              <a:rect l="l" t="t" r="r" b="b"/>
              <a:pathLst>
                <a:path w="647700" h="628650">
                  <a:moveTo>
                    <a:pt x="647522" y="628065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" name="object 133"/>
          <p:cNvGrpSpPr/>
          <p:nvPr/>
        </p:nvGrpSpPr>
        <p:grpSpPr>
          <a:xfrm>
            <a:off x="4114407" y="6482820"/>
            <a:ext cx="892175" cy="635000"/>
            <a:chOff x="4114407" y="6482820"/>
            <a:chExt cx="892175" cy="635000"/>
          </a:xfrm>
        </p:grpSpPr>
        <p:pic>
          <p:nvPicPr>
            <p:cNvPr id="134" name="object 13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136020" y="6495385"/>
              <a:ext cx="111734" cy="96148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4117582" y="6485995"/>
              <a:ext cx="885825" cy="628650"/>
            </a:xfrm>
            <a:custGeom>
              <a:avLst/>
              <a:gdLst/>
              <a:ahLst/>
              <a:cxnLst/>
              <a:rect l="l" t="t" r="r" b="b"/>
              <a:pathLst>
                <a:path w="885825" h="628650">
                  <a:moveTo>
                    <a:pt x="0" y="628065"/>
                  </a:moveTo>
                  <a:lnTo>
                    <a:pt x="885723" y="628065"/>
                  </a:lnTo>
                  <a:lnTo>
                    <a:pt x="885723" y="0"/>
                  </a:lnTo>
                  <a:lnTo>
                    <a:pt x="647522" y="0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117587" y="6486000"/>
              <a:ext cx="647700" cy="628650"/>
            </a:xfrm>
            <a:custGeom>
              <a:avLst/>
              <a:gdLst/>
              <a:ahLst/>
              <a:cxnLst/>
              <a:rect l="l" t="t" r="r" b="b"/>
              <a:pathLst>
                <a:path w="647700" h="628650">
                  <a:moveTo>
                    <a:pt x="647522" y="0"/>
                  </a:moveTo>
                  <a:lnTo>
                    <a:pt x="0" y="0"/>
                  </a:lnTo>
                  <a:lnTo>
                    <a:pt x="0" y="628065"/>
                  </a:lnTo>
                </a:path>
              </a:pathLst>
            </a:custGeom>
            <a:ln w="6350">
              <a:solidFill>
                <a:srgbClr val="6D6E7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765109" y="6486000"/>
              <a:ext cx="0" cy="628650"/>
            </a:xfrm>
            <a:custGeom>
              <a:avLst/>
              <a:gdLst/>
              <a:ahLst/>
              <a:cxnLst/>
              <a:rect l="l" t="t" r="r" b="b"/>
              <a:pathLst>
                <a:path h="628650">
                  <a:moveTo>
                    <a:pt x="0" y="0"/>
                  </a:moveTo>
                  <a:lnTo>
                    <a:pt x="0" y="628065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117582" y="6485995"/>
              <a:ext cx="647700" cy="628650"/>
            </a:xfrm>
            <a:custGeom>
              <a:avLst/>
              <a:gdLst/>
              <a:ahLst/>
              <a:cxnLst/>
              <a:rect l="l" t="t" r="r" b="b"/>
              <a:pathLst>
                <a:path w="647700" h="628650">
                  <a:moveTo>
                    <a:pt x="0" y="628065"/>
                  </a:moveTo>
                  <a:lnTo>
                    <a:pt x="647522" y="0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9" name="object 13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589336" y="6779697"/>
            <a:ext cx="148193" cy="83752"/>
          </a:xfrm>
          <a:prstGeom prst="rect">
            <a:avLst/>
          </a:prstGeom>
        </p:spPr>
      </p:pic>
      <p:grpSp>
        <p:nvGrpSpPr>
          <p:cNvPr id="140" name="object 140"/>
          <p:cNvGrpSpPr/>
          <p:nvPr/>
        </p:nvGrpSpPr>
        <p:grpSpPr>
          <a:xfrm>
            <a:off x="5267354" y="6479297"/>
            <a:ext cx="892175" cy="641985"/>
            <a:chOff x="5267354" y="6479297"/>
            <a:chExt cx="892175" cy="641985"/>
          </a:xfrm>
        </p:grpSpPr>
        <p:sp>
          <p:nvSpPr>
            <p:cNvPr id="141" name="object 141"/>
            <p:cNvSpPr/>
            <p:nvPr/>
          </p:nvSpPr>
          <p:spPr>
            <a:xfrm>
              <a:off x="5270529" y="6482473"/>
              <a:ext cx="885825" cy="628650"/>
            </a:xfrm>
            <a:custGeom>
              <a:avLst/>
              <a:gdLst/>
              <a:ahLst/>
              <a:cxnLst/>
              <a:rect l="l" t="t" r="r" b="b"/>
              <a:pathLst>
                <a:path w="885825" h="628650">
                  <a:moveTo>
                    <a:pt x="0" y="628065"/>
                  </a:moveTo>
                  <a:lnTo>
                    <a:pt x="885723" y="628065"/>
                  </a:lnTo>
                  <a:lnTo>
                    <a:pt x="885723" y="0"/>
                  </a:lnTo>
                  <a:lnTo>
                    <a:pt x="647509" y="0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270534" y="6482472"/>
              <a:ext cx="647700" cy="628650"/>
            </a:xfrm>
            <a:custGeom>
              <a:avLst/>
              <a:gdLst/>
              <a:ahLst/>
              <a:cxnLst/>
              <a:rect l="l" t="t" r="r" b="b"/>
              <a:pathLst>
                <a:path w="647700" h="628650">
                  <a:moveTo>
                    <a:pt x="647509" y="0"/>
                  </a:moveTo>
                  <a:lnTo>
                    <a:pt x="0" y="0"/>
                  </a:lnTo>
                  <a:lnTo>
                    <a:pt x="0" y="628065"/>
                  </a:lnTo>
                </a:path>
              </a:pathLst>
            </a:custGeom>
            <a:ln w="6349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508732" y="6489518"/>
              <a:ext cx="647700" cy="628650"/>
            </a:xfrm>
            <a:custGeom>
              <a:avLst/>
              <a:gdLst/>
              <a:ahLst/>
              <a:cxnLst/>
              <a:rect l="l" t="t" r="r" b="b"/>
              <a:pathLst>
                <a:path w="647700" h="628650">
                  <a:moveTo>
                    <a:pt x="647522" y="628065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6D6E7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876768" y="6489517"/>
              <a:ext cx="272415" cy="264160"/>
            </a:xfrm>
            <a:custGeom>
              <a:avLst/>
              <a:gdLst/>
              <a:ahLst/>
              <a:cxnLst/>
              <a:rect l="l" t="t" r="r" b="b"/>
              <a:pathLst>
                <a:path w="272414" h="264159">
                  <a:moveTo>
                    <a:pt x="0" y="264045"/>
                  </a:moveTo>
                  <a:lnTo>
                    <a:pt x="272224" y="0"/>
                  </a:lnTo>
                </a:path>
              </a:pathLst>
            </a:custGeom>
            <a:ln w="6350">
              <a:solidFill>
                <a:srgbClr val="6D6E7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508728" y="6753568"/>
              <a:ext cx="368300" cy="357505"/>
            </a:xfrm>
            <a:custGeom>
              <a:avLst/>
              <a:gdLst/>
              <a:ahLst/>
              <a:cxnLst/>
              <a:rect l="l" t="t" r="r" b="b"/>
              <a:pathLst>
                <a:path w="368300" h="357504">
                  <a:moveTo>
                    <a:pt x="0" y="356971"/>
                  </a:moveTo>
                  <a:lnTo>
                    <a:pt x="368033" y="0"/>
                  </a:lnTo>
                </a:path>
              </a:pathLst>
            </a:custGeom>
            <a:ln w="6350">
              <a:solidFill>
                <a:srgbClr val="6D6E7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347300" y="5855179"/>
            <a:ext cx="7054850" cy="615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 indent="-238125">
              <a:lnSpc>
                <a:spcPct val="116700"/>
              </a:lnSpc>
              <a:spcBef>
                <a:spcPts val="100"/>
              </a:spcBef>
              <a:tabLst>
                <a:tab pos="250190" algn="l"/>
              </a:tabLst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2.	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Arzu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Öğretmen,</a:t>
            </a:r>
            <a:r>
              <a:rPr sz="1000" spc="9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öğrencilerine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masalarına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A4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kâğıdı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çıkarmalarını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söylüyor.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Daha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sonra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A4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kâğıdını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şekildeki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gibi</a:t>
            </a:r>
            <a:r>
              <a:rPr sz="1000" spc="1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adım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adım katlamalarını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istiyor.</a:t>
            </a:r>
            <a:endParaRPr sz="1000">
              <a:latin typeface="Microsoft Sans Serif"/>
              <a:cs typeface="Microsoft Sans Serif"/>
            </a:endParaRPr>
          </a:p>
          <a:p>
            <a:pPr marL="1769745">
              <a:lnSpc>
                <a:spcPct val="100000"/>
              </a:lnSpc>
              <a:spcBef>
                <a:spcPts val="880"/>
              </a:spcBef>
              <a:tabLst>
                <a:tab pos="3088005" algn="l"/>
                <a:tab pos="3982085" algn="l"/>
              </a:tabLst>
            </a:pPr>
            <a:r>
              <a:rPr sz="800" spc="-10" dirty="0">
                <a:solidFill>
                  <a:srgbClr val="231F20"/>
                </a:solidFill>
                <a:latin typeface="Trebuchet MS"/>
                <a:cs typeface="Trebuchet MS"/>
              </a:rPr>
              <a:t>Katlanıyor	</a:t>
            </a:r>
            <a:r>
              <a:rPr sz="800" spc="-5" dirty="0">
                <a:solidFill>
                  <a:srgbClr val="231F20"/>
                </a:solidFill>
                <a:latin typeface="Trebuchet MS"/>
                <a:cs typeface="Trebuchet MS"/>
              </a:rPr>
              <a:t>Açılıyor	</a:t>
            </a:r>
            <a:r>
              <a:rPr sz="1200" spc="-15" baseline="3472" dirty="0">
                <a:solidFill>
                  <a:srgbClr val="231F20"/>
                </a:solidFill>
                <a:latin typeface="Trebuchet MS"/>
                <a:cs typeface="Trebuchet MS"/>
              </a:rPr>
              <a:t>Katlanıyor</a:t>
            </a:r>
            <a:endParaRPr sz="1200" baseline="3472">
              <a:latin typeface="Trebuchet MS"/>
              <a:cs typeface="Trebuchet MS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2960765" y="6481643"/>
            <a:ext cx="892175" cy="635000"/>
            <a:chOff x="2960765" y="6481643"/>
            <a:chExt cx="892175" cy="635000"/>
          </a:xfrm>
        </p:grpSpPr>
        <p:sp>
          <p:nvSpPr>
            <p:cNvPr id="148" name="object 148"/>
            <p:cNvSpPr/>
            <p:nvPr/>
          </p:nvSpPr>
          <p:spPr>
            <a:xfrm>
              <a:off x="2963940" y="6484818"/>
              <a:ext cx="885825" cy="628650"/>
            </a:xfrm>
            <a:custGeom>
              <a:avLst/>
              <a:gdLst/>
              <a:ahLst/>
              <a:cxnLst/>
              <a:rect l="l" t="t" r="r" b="b"/>
              <a:pathLst>
                <a:path w="885825" h="628650">
                  <a:moveTo>
                    <a:pt x="0" y="0"/>
                  </a:moveTo>
                  <a:lnTo>
                    <a:pt x="885736" y="0"/>
                  </a:lnTo>
                  <a:lnTo>
                    <a:pt x="885736" y="628065"/>
                  </a:lnTo>
                  <a:lnTo>
                    <a:pt x="0" y="628065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202145" y="6484818"/>
              <a:ext cx="647700" cy="628650"/>
            </a:xfrm>
            <a:custGeom>
              <a:avLst/>
              <a:gdLst/>
              <a:ahLst/>
              <a:cxnLst/>
              <a:rect l="l" t="t" r="r" b="b"/>
              <a:pathLst>
                <a:path w="647700" h="628650">
                  <a:moveTo>
                    <a:pt x="647522" y="628065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6D6E7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0" name="object 150"/>
          <p:cNvGrpSpPr/>
          <p:nvPr/>
        </p:nvGrpSpPr>
        <p:grpSpPr>
          <a:xfrm>
            <a:off x="5773072" y="6723560"/>
            <a:ext cx="111760" cy="153035"/>
            <a:chOff x="5773072" y="6723560"/>
            <a:chExt cx="111760" cy="153035"/>
          </a:xfrm>
        </p:grpSpPr>
        <p:sp>
          <p:nvSpPr>
            <p:cNvPr id="151" name="object 151"/>
            <p:cNvSpPr/>
            <p:nvPr/>
          </p:nvSpPr>
          <p:spPr>
            <a:xfrm>
              <a:off x="5776247" y="6726735"/>
              <a:ext cx="104775" cy="22860"/>
            </a:xfrm>
            <a:custGeom>
              <a:avLst/>
              <a:gdLst/>
              <a:ahLst/>
              <a:cxnLst/>
              <a:rect l="l" t="t" r="r" b="b"/>
              <a:pathLst>
                <a:path w="104775" h="22859">
                  <a:moveTo>
                    <a:pt x="0" y="22263"/>
                  </a:moveTo>
                  <a:lnTo>
                    <a:pt x="10939" y="12992"/>
                  </a:lnTo>
                  <a:lnTo>
                    <a:pt x="23564" y="5983"/>
                  </a:lnTo>
                  <a:lnTo>
                    <a:pt x="37561" y="1548"/>
                  </a:lnTo>
                  <a:lnTo>
                    <a:pt x="52616" y="0"/>
                  </a:lnTo>
                  <a:lnTo>
                    <a:pt x="67383" y="1489"/>
                  </a:lnTo>
                  <a:lnTo>
                    <a:pt x="81140" y="5761"/>
                  </a:lnTo>
                  <a:lnTo>
                    <a:pt x="93592" y="12521"/>
                  </a:lnTo>
                  <a:lnTo>
                    <a:pt x="104444" y="21475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777024" y="6851057"/>
              <a:ext cx="104775" cy="22860"/>
            </a:xfrm>
            <a:custGeom>
              <a:avLst/>
              <a:gdLst/>
              <a:ahLst/>
              <a:cxnLst/>
              <a:rect l="l" t="t" r="r" b="b"/>
              <a:pathLst>
                <a:path w="104775" h="22859">
                  <a:moveTo>
                    <a:pt x="104444" y="0"/>
                  </a:moveTo>
                  <a:lnTo>
                    <a:pt x="93505" y="9275"/>
                  </a:lnTo>
                  <a:lnTo>
                    <a:pt x="80879" y="16284"/>
                  </a:lnTo>
                  <a:lnTo>
                    <a:pt x="66882" y="20716"/>
                  </a:lnTo>
                  <a:lnTo>
                    <a:pt x="51828" y="22263"/>
                  </a:lnTo>
                  <a:lnTo>
                    <a:pt x="37061" y="20774"/>
                  </a:lnTo>
                  <a:lnTo>
                    <a:pt x="23304" y="16503"/>
                  </a:lnTo>
                  <a:lnTo>
                    <a:pt x="10852" y="9747"/>
                  </a:lnTo>
                  <a:lnTo>
                    <a:pt x="0" y="800"/>
                  </a:lnTo>
                </a:path>
              </a:pathLst>
            </a:custGeom>
            <a:ln w="6350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5809836" y="6582218"/>
            <a:ext cx="69215" cy="426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e</a:t>
            </a:r>
            <a:endParaRPr sz="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f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5959086" y="6457148"/>
            <a:ext cx="692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5584588" y="6440689"/>
            <a:ext cx="63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c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5453423" y="6972667"/>
            <a:ext cx="5981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h   </a:t>
            </a:r>
            <a:r>
              <a:rPr sz="8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200" baseline="6944" dirty="0">
                <a:solidFill>
                  <a:srgbClr val="231F20"/>
                </a:solidFill>
                <a:latin typeface="Microsoft Sans Serif"/>
                <a:cs typeface="Microsoft Sans Serif"/>
              </a:rPr>
              <a:t>g	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6079888" y="6895958"/>
            <a:ext cx="692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158" name="object 15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748626" y="6779697"/>
            <a:ext cx="148188" cy="83752"/>
          </a:xfrm>
          <a:prstGeom prst="rect">
            <a:avLst/>
          </a:prstGeom>
        </p:spPr>
      </p:pic>
      <p:pic>
        <p:nvPicPr>
          <p:cNvPr id="159" name="object 15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911502" y="6779697"/>
            <a:ext cx="148188" cy="83752"/>
          </a:xfrm>
          <a:prstGeom prst="rect">
            <a:avLst/>
          </a:prstGeom>
        </p:spPr>
      </p:pic>
      <p:pic>
        <p:nvPicPr>
          <p:cNvPr id="160" name="object 16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062625" y="6779697"/>
            <a:ext cx="148201" cy="83752"/>
          </a:xfrm>
          <a:prstGeom prst="rect">
            <a:avLst/>
          </a:prstGeom>
        </p:spPr>
      </p:pic>
      <p:sp>
        <p:nvSpPr>
          <p:cNvPr id="161" name="object 161"/>
          <p:cNvSpPr txBox="1"/>
          <p:nvPr/>
        </p:nvSpPr>
        <p:spPr>
          <a:xfrm>
            <a:off x="584899" y="7243779"/>
            <a:ext cx="681672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Daha</a:t>
            </a:r>
            <a:r>
              <a:rPr sz="1000" spc="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sonra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Arzu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Öğretmen,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A4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kâğıdında</a:t>
            </a:r>
            <a:r>
              <a:rPr sz="1000" spc="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oluşan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ilgili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tablo</a:t>
            </a:r>
            <a:r>
              <a:rPr sz="1000" spc="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oluşturarak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tabloyu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aşağıdaki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gibi</a:t>
            </a:r>
            <a:r>
              <a:rPr sz="1000" spc="1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öğrencilere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doldurtuyor.</a:t>
            </a:r>
            <a:endParaRPr sz="1000">
              <a:latin typeface="Microsoft Sans Serif"/>
              <a:cs typeface="Microsoft Sans Serif"/>
            </a:endParaRPr>
          </a:p>
        </p:txBody>
      </p:sp>
      <p:graphicFrame>
        <p:nvGraphicFramePr>
          <p:cNvPr id="162" name="object 162"/>
          <p:cNvGraphicFramePr>
            <a:graphicFrameLocks noGrp="1"/>
          </p:cNvGraphicFramePr>
          <p:nvPr/>
        </p:nvGraphicFramePr>
        <p:xfrm>
          <a:off x="2548087" y="7709479"/>
          <a:ext cx="2903220" cy="1311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05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Komşu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Açılar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AF93C5"/>
                      </a:solidFill>
                      <a:prstDash val="solid"/>
                    </a:lnB>
                    <a:solidFill>
                      <a:srgbClr val="BCA6D0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Tümler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Açılar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6350">
                      <a:solidFill>
                        <a:srgbClr val="AF93C5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AF93C5"/>
                      </a:solidFill>
                      <a:prstDash val="solid"/>
                    </a:lnB>
                    <a:solidFill>
                      <a:srgbClr val="BCA6D0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Ters</a:t>
                      </a: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Açılar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6350">
                      <a:solidFill>
                        <a:srgbClr val="AF93C5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AF93C5"/>
                      </a:solidFill>
                      <a:prstDash val="solid"/>
                    </a:lnB>
                    <a:solidFill>
                      <a:srgbClr val="BCA6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lnT w="6350">
                      <a:solidFill>
                        <a:srgbClr val="AF93C5"/>
                      </a:solidFill>
                      <a:prstDash val="solid"/>
                    </a:lnT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g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875" marB="0">
                    <a:lnL w="6350">
                      <a:solidFill>
                        <a:srgbClr val="AF93C5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lnT w="6350">
                      <a:solidFill>
                        <a:srgbClr val="AF93C5"/>
                      </a:solidFill>
                      <a:prstDash val="solid"/>
                    </a:lnT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f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875" marB="0">
                    <a:lnL w="6350">
                      <a:solidFill>
                        <a:srgbClr val="AF93C5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AF93C5"/>
                      </a:solidFill>
                      <a:prstDash val="solid"/>
                    </a:lnT>
                    <a:solidFill>
                      <a:srgbClr val="F3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4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g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40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f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f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F3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26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1000" spc="-2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6350">
                      <a:solidFill>
                        <a:srgbClr val="AF93C5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3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F93C5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3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3" name="object 163"/>
          <p:cNvSpPr txBox="1"/>
          <p:nvPr/>
        </p:nvSpPr>
        <p:spPr>
          <a:xfrm>
            <a:off x="584901" y="9079898"/>
            <a:ext cx="453453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Buna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yukarıdaki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tabloda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yapılan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eşleştirmelerin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kaç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tanesi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doğrudur?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65"/>
              </a:spcBef>
              <a:tabLst>
                <a:tab pos="1374775" algn="l"/>
                <a:tab pos="2670175" algn="l"/>
                <a:tab pos="410527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5	B)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6	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C)</a:t>
            </a:r>
            <a:r>
              <a:rPr sz="1000" spc="7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7	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D)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8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1256" y="9857137"/>
            <a:ext cx="934719" cy="0"/>
          </a:xfrm>
          <a:custGeom>
            <a:avLst/>
            <a:gdLst/>
            <a:ahLst/>
            <a:cxnLst/>
            <a:rect l="l" t="t" r="r" b="b"/>
            <a:pathLst>
              <a:path w="934719">
                <a:moveTo>
                  <a:pt x="0" y="0"/>
                </a:moveTo>
                <a:lnTo>
                  <a:pt x="93449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7153" y="9722712"/>
            <a:ext cx="7296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7998" y="310083"/>
            <a:ext cx="1340485" cy="728980"/>
            <a:chOff x="467998" y="310083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574015" y="313258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4" h="722630">
                  <a:moveTo>
                    <a:pt x="1231214" y="90614"/>
                  </a:moveTo>
                  <a:lnTo>
                    <a:pt x="1143393" y="587400"/>
                  </a:lnTo>
                  <a:lnTo>
                    <a:pt x="113525" y="722566"/>
                  </a:lnTo>
                  <a:lnTo>
                    <a:pt x="0" y="0"/>
                  </a:lnTo>
                  <a:lnTo>
                    <a:pt x="1231214" y="90614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7265" y="324895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1229461" y="0"/>
                  </a:moveTo>
                  <a:lnTo>
                    <a:pt x="0" y="38163"/>
                  </a:lnTo>
                  <a:lnTo>
                    <a:pt x="13721" y="139104"/>
                  </a:lnTo>
                  <a:lnTo>
                    <a:pt x="87820" y="659942"/>
                  </a:lnTo>
                  <a:lnTo>
                    <a:pt x="1136319" y="659942"/>
                  </a:lnTo>
                  <a:lnTo>
                    <a:pt x="1229461" y="0"/>
                  </a:lnTo>
                  <a:close/>
                </a:path>
              </a:pathLst>
            </a:custGeom>
            <a:solidFill>
              <a:srgbClr val="A42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5847" y="324895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0" y="0"/>
                  </a:moveTo>
                  <a:lnTo>
                    <a:pt x="109156" y="694702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7998" y="734057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5" h="218440">
                  <a:moveTo>
                    <a:pt x="0" y="0"/>
                  </a:moveTo>
                  <a:lnTo>
                    <a:pt x="86372" y="217817"/>
                  </a:lnTo>
                  <a:lnTo>
                    <a:pt x="971600" y="198246"/>
                  </a:lnTo>
                  <a:lnTo>
                    <a:pt x="1067219" y="24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876" y="907755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80" h="95884">
                  <a:moveTo>
                    <a:pt x="728433" y="0"/>
                  </a:moveTo>
                  <a:lnTo>
                    <a:pt x="0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55617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207772" y="0"/>
                </a:moveTo>
                <a:lnTo>
                  <a:pt x="0" y="119240"/>
                </a:lnTo>
                <a:lnTo>
                  <a:pt x="173773" y="702002"/>
                </a:lnTo>
                <a:lnTo>
                  <a:pt x="379861" y="702002"/>
                </a:lnTo>
                <a:lnTo>
                  <a:pt x="207772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6340" y="9637093"/>
            <a:ext cx="616270" cy="1879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941659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035" y="9677550"/>
            <a:ext cx="1581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7999" y="466500"/>
            <a:ext cx="320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Açılar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9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300" y="5258359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4.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46834" y="5692052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8064" y="5429600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K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74391" y="5315251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L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75483" y="6174681"/>
            <a:ext cx="121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6559" y="6316378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4215" y="5937405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c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60527" y="581890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39453" y="578929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97198" y="5394510"/>
            <a:ext cx="2188210" cy="1024890"/>
            <a:chOff x="997198" y="5394510"/>
            <a:chExt cx="2188210" cy="1024890"/>
          </a:xfrm>
        </p:grpSpPr>
        <p:sp>
          <p:nvSpPr>
            <p:cNvPr id="26" name="object 26"/>
            <p:cNvSpPr/>
            <p:nvPr/>
          </p:nvSpPr>
          <p:spPr>
            <a:xfrm>
              <a:off x="1182179" y="558395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7983" y="0"/>
                  </a:moveTo>
                  <a:lnTo>
                    <a:pt x="10978" y="1415"/>
                  </a:lnTo>
                  <a:lnTo>
                    <a:pt x="5262" y="5275"/>
                  </a:lnTo>
                  <a:lnTo>
                    <a:pt x="1411" y="10999"/>
                  </a:lnTo>
                  <a:lnTo>
                    <a:pt x="0" y="18008"/>
                  </a:lnTo>
                  <a:lnTo>
                    <a:pt x="1415" y="25015"/>
                  </a:lnTo>
                  <a:lnTo>
                    <a:pt x="5275" y="30734"/>
                  </a:lnTo>
                  <a:lnTo>
                    <a:pt x="10999" y="34585"/>
                  </a:lnTo>
                  <a:lnTo>
                    <a:pt x="18008" y="35991"/>
                  </a:lnTo>
                  <a:lnTo>
                    <a:pt x="25015" y="34576"/>
                  </a:lnTo>
                  <a:lnTo>
                    <a:pt x="30734" y="30716"/>
                  </a:lnTo>
                  <a:lnTo>
                    <a:pt x="34585" y="24992"/>
                  </a:lnTo>
                  <a:lnTo>
                    <a:pt x="35991" y="17983"/>
                  </a:lnTo>
                  <a:lnTo>
                    <a:pt x="34576" y="10976"/>
                  </a:lnTo>
                  <a:lnTo>
                    <a:pt x="30716" y="5257"/>
                  </a:lnTo>
                  <a:lnTo>
                    <a:pt x="24992" y="1406"/>
                  </a:lnTo>
                  <a:lnTo>
                    <a:pt x="1798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82179" y="558395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0" y="18008"/>
                  </a:moveTo>
                  <a:lnTo>
                    <a:pt x="1411" y="10999"/>
                  </a:lnTo>
                  <a:lnTo>
                    <a:pt x="5262" y="5275"/>
                  </a:lnTo>
                  <a:lnTo>
                    <a:pt x="10978" y="1415"/>
                  </a:lnTo>
                  <a:lnTo>
                    <a:pt x="17983" y="0"/>
                  </a:lnTo>
                  <a:lnTo>
                    <a:pt x="24992" y="1406"/>
                  </a:lnTo>
                  <a:lnTo>
                    <a:pt x="30716" y="5257"/>
                  </a:lnTo>
                  <a:lnTo>
                    <a:pt x="34576" y="10976"/>
                  </a:lnTo>
                  <a:lnTo>
                    <a:pt x="35991" y="17983"/>
                  </a:lnTo>
                  <a:lnTo>
                    <a:pt x="34585" y="24992"/>
                  </a:lnTo>
                  <a:lnTo>
                    <a:pt x="30734" y="30716"/>
                  </a:lnTo>
                  <a:lnTo>
                    <a:pt x="25015" y="34576"/>
                  </a:lnTo>
                  <a:lnTo>
                    <a:pt x="18008" y="35991"/>
                  </a:lnTo>
                  <a:lnTo>
                    <a:pt x="10999" y="34585"/>
                  </a:lnTo>
                  <a:lnTo>
                    <a:pt x="5275" y="30734"/>
                  </a:lnTo>
                  <a:lnTo>
                    <a:pt x="1415" y="25015"/>
                  </a:lnTo>
                  <a:lnTo>
                    <a:pt x="0" y="18008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3634" y="629840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6357" y="0"/>
                  </a:moveTo>
                  <a:lnTo>
                    <a:pt x="9501" y="2019"/>
                  </a:lnTo>
                  <a:lnTo>
                    <a:pt x="4140" y="6362"/>
                  </a:lnTo>
                  <a:lnTo>
                    <a:pt x="798" y="12401"/>
                  </a:lnTo>
                  <a:lnTo>
                    <a:pt x="0" y="19507"/>
                  </a:lnTo>
                  <a:lnTo>
                    <a:pt x="2026" y="26363"/>
                  </a:lnTo>
                  <a:lnTo>
                    <a:pt x="6373" y="31723"/>
                  </a:lnTo>
                  <a:lnTo>
                    <a:pt x="12414" y="35060"/>
                  </a:lnTo>
                  <a:lnTo>
                    <a:pt x="19519" y="35852"/>
                  </a:lnTo>
                  <a:lnTo>
                    <a:pt x="26370" y="33832"/>
                  </a:lnTo>
                  <a:lnTo>
                    <a:pt x="31730" y="29489"/>
                  </a:lnTo>
                  <a:lnTo>
                    <a:pt x="35071" y="23450"/>
                  </a:lnTo>
                  <a:lnTo>
                    <a:pt x="35864" y="16344"/>
                  </a:lnTo>
                  <a:lnTo>
                    <a:pt x="33845" y="9488"/>
                  </a:lnTo>
                  <a:lnTo>
                    <a:pt x="29502" y="4129"/>
                  </a:lnTo>
                  <a:lnTo>
                    <a:pt x="23463" y="791"/>
                  </a:lnTo>
                  <a:lnTo>
                    <a:pt x="1635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3634" y="629840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9519" y="35852"/>
                  </a:moveTo>
                  <a:lnTo>
                    <a:pt x="12414" y="35060"/>
                  </a:lnTo>
                  <a:lnTo>
                    <a:pt x="6373" y="31723"/>
                  </a:lnTo>
                  <a:lnTo>
                    <a:pt x="2026" y="26363"/>
                  </a:lnTo>
                  <a:lnTo>
                    <a:pt x="0" y="19507"/>
                  </a:lnTo>
                  <a:lnTo>
                    <a:pt x="798" y="12401"/>
                  </a:lnTo>
                  <a:lnTo>
                    <a:pt x="4140" y="6362"/>
                  </a:lnTo>
                  <a:lnTo>
                    <a:pt x="9501" y="2019"/>
                  </a:lnTo>
                  <a:lnTo>
                    <a:pt x="16357" y="0"/>
                  </a:lnTo>
                  <a:lnTo>
                    <a:pt x="23463" y="791"/>
                  </a:lnTo>
                  <a:lnTo>
                    <a:pt x="29502" y="4129"/>
                  </a:lnTo>
                  <a:lnTo>
                    <a:pt x="33845" y="9488"/>
                  </a:lnTo>
                  <a:lnTo>
                    <a:pt x="35864" y="16344"/>
                  </a:lnTo>
                  <a:lnTo>
                    <a:pt x="35071" y="23450"/>
                  </a:lnTo>
                  <a:lnTo>
                    <a:pt x="31730" y="29489"/>
                  </a:lnTo>
                  <a:lnTo>
                    <a:pt x="26370" y="33832"/>
                  </a:lnTo>
                  <a:lnTo>
                    <a:pt x="19519" y="35852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25844" y="54685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6344" y="0"/>
                  </a:moveTo>
                  <a:lnTo>
                    <a:pt x="9495" y="2026"/>
                  </a:lnTo>
                  <a:lnTo>
                    <a:pt x="4138" y="6372"/>
                  </a:lnTo>
                  <a:lnTo>
                    <a:pt x="798" y="12408"/>
                  </a:lnTo>
                  <a:lnTo>
                    <a:pt x="0" y="19507"/>
                  </a:lnTo>
                  <a:lnTo>
                    <a:pt x="2019" y="26363"/>
                  </a:lnTo>
                  <a:lnTo>
                    <a:pt x="6362" y="31724"/>
                  </a:lnTo>
                  <a:lnTo>
                    <a:pt x="12401" y="35066"/>
                  </a:lnTo>
                  <a:lnTo>
                    <a:pt x="19507" y="35864"/>
                  </a:lnTo>
                  <a:lnTo>
                    <a:pt x="26358" y="33838"/>
                  </a:lnTo>
                  <a:lnTo>
                    <a:pt x="31718" y="29492"/>
                  </a:lnTo>
                  <a:lnTo>
                    <a:pt x="35059" y="23456"/>
                  </a:lnTo>
                  <a:lnTo>
                    <a:pt x="35852" y="16357"/>
                  </a:lnTo>
                  <a:lnTo>
                    <a:pt x="33832" y="9499"/>
                  </a:lnTo>
                  <a:lnTo>
                    <a:pt x="29489" y="4135"/>
                  </a:lnTo>
                  <a:lnTo>
                    <a:pt x="23450" y="793"/>
                  </a:lnTo>
                  <a:lnTo>
                    <a:pt x="1634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25844" y="546859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9507" y="35864"/>
                  </a:moveTo>
                  <a:lnTo>
                    <a:pt x="12401" y="35066"/>
                  </a:lnTo>
                  <a:lnTo>
                    <a:pt x="6362" y="31724"/>
                  </a:lnTo>
                  <a:lnTo>
                    <a:pt x="2019" y="26363"/>
                  </a:lnTo>
                  <a:lnTo>
                    <a:pt x="0" y="19507"/>
                  </a:lnTo>
                  <a:lnTo>
                    <a:pt x="798" y="12408"/>
                  </a:lnTo>
                  <a:lnTo>
                    <a:pt x="4138" y="6372"/>
                  </a:lnTo>
                  <a:lnTo>
                    <a:pt x="9495" y="2026"/>
                  </a:lnTo>
                  <a:lnTo>
                    <a:pt x="16344" y="0"/>
                  </a:lnTo>
                  <a:lnTo>
                    <a:pt x="23450" y="793"/>
                  </a:lnTo>
                  <a:lnTo>
                    <a:pt x="29489" y="4135"/>
                  </a:lnTo>
                  <a:lnTo>
                    <a:pt x="33832" y="9499"/>
                  </a:lnTo>
                  <a:lnTo>
                    <a:pt x="35852" y="16357"/>
                  </a:lnTo>
                  <a:lnTo>
                    <a:pt x="35059" y="23456"/>
                  </a:lnTo>
                  <a:lnTo>
                    <a:pt x="31718" y="29492"/>
                  </a:lnTo>
                  <a:lnTo>
                    <a:pt x="26358" y="33838"/>
                  </a:lnTo>
                  <a:lnTo>
                    <a:pt x="19507" y="35864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27965" y="6177671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6344" y="0"/>
                  </a:moveTo>
                  <a:lnTo>
                    <a:pt x="9494" y="2026"/>
                  </a:lnTo>
                  <a:lnTo>
                    <a:pt x="4133" y="6372"/>
                  </a:lnTo>
                  <a:lnTo>
                    <a:pt x="792" y="12408"/>
                  </a:lnTo>
                  <a:lnTo>
                    <a:pt x="0" y="19507"/>
                  </a:lnTo>
                  <a:lnTo>
                    <a:pt x="2019" y="26365"/>
                  </a:lnTo>
                  <a:lnTo>
                    <a:pt x="6362" y="31729"/>
                  </a:lnTo>
                  <a:lnTo>
                    <a:pt x="12401" y="35071"/>
                  </a:lnTo>
                  <a:lnTo>
                    <a:pt x="19507" y="35864"/>
                  </a:lnTo>
                  <a:lnTo>
                    <a:pt x="26356" y="33845"/>
                  </a:lnTo>
                  <a:lnTo>
                    <a:pt x="31713" y="29502"/>
                  </a:lnTo>
                  <a:lnTo>
                    <a:pt x="35053" y="23463"/>
                  </a:lnTo>
                  <a:lnTo>
                    <a:pt x="35852" y="16357"/>
                  </a:lnTo>
                  <a:lnTo>
                    <a:pt x="33831" y="9501"/>
                  </a:lnTo>
                  <a:lnTo>
                    <a:pt x="29484" y="4140"/>
                  </a:lnTo>
                  <a:lnTo>
                    <a:pt x="23445" y="798"/>
                  </a:lnTo>
                  <a:lnTo>
                    <a:pt x="1634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27965" y="6177671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9507" y="35864"/>
                  </a:moveTo>
                  <a:lnTo>
                    <a:pt x="12401" y="35071"/>
                  </a:lnTo>
                  <a:lnTo>
                    <a:pt x="6362" y="31729"/>
                  </a:lnTo>
                  <a:lnTo>
                    <a:pt x="2019" y="26365"/>
                  </a:lnTo>
                  <a:lnTo>
                    <a:pt x="0" y="19507"/>
                  </a:lnTo>
                  <a:lnTo>
                    <a:pt x="792" y="12408"/>
                  </a:lnTo>
                  <a:lnTo>
                    <a:pt x="4133" y="6372"/>
                  </a:lnTo>
                  <a:lnTo>
                    <a:pt x="9494" y="2026"/>
                  </a:lnTo>
                  <a:lnTo>
                    <a:pt x="16344" y="0"/>
                  </a:lnTo>
                  <a:lnTo>
                    <a:pt x="23445" y="798"/>
                  </a:lnTo>
                  <a:lnTo>
                    <a:pt x="29484" y="4140"/>
                  </a:lnTo>
                  <a:lnTo>
                    <a:pt x="33831" y="9501"/>
                  </a:lnTo>
                  <a:lnTo>
                    <a:pt x="35852" y="16357"/>
                  </a:lnTo>
                  <a:lnTo>
                    <a:pt x="35053" y="23463"/>
                  </a:lnTo>
                  <a:lnTo>
                    <a:pt x="31713" y="29502"/>
                  </a:lnTo>
                  <a:lnTo>
                    <a:pt x="26356" y="33845"/>
                  </a:lnTo>
                  <a:lnTo>
                    <a:pt x="19507" y="35864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16521" y="5424339"/>
              <a:ext cx="1950085" cy="965200"/>
            </a:xfrm>
            <a:custGeom>
              <a:avLst/>
              <a:gdLst/>
              <a:ahLst/>
              <a:cxnLst/>
              <a:rect l="l" t="t" r="r" b="b"/>
              <a:pathLst>
                <a:path w="1950085" h="965200">
                  <a:moveTo>
                    <a:pt x="0" y="964806"/>
                  </a:moveTo>
                  <a:lnTo>
                    <a:pt x="1949538" y="0"/>
                  </a:lnTo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56246" y="5394515"/>
              <a:ext cx="2070100" cy="1024890"/>
            </a:xfrm>
            <a:custGeom>
              <a:avLst/>
              <a:gdLst/>
              <a:ahLst/>
              <a:cxnLst/>
              <a:rect l="l" t="t" r="r" b="b"/>
              <a:pathLst>
                <a:path w="2070100" h="1024889">
                  <a:moveTo>
                    <a:pt x="102108" y="1017143"/>
                  </a:moveTo>
                  <a:lnTo>
                    <a:pt x="64782" y="992416"/>
                  </a:lnTo>
                  <a:lnTo>
                    <a:pt x="67754" y="947737"/>
                  </a:lnTo>
                  <a:lnTo>
                    <a:pt x="0" y="1024470"/>
                  </a:lnTo>
                  <a:lnTo>
                    <a:pt x="102108" y="1017143"/>
                  </a:lnTo>
                  <a:close/>
                </a:path>
                <a:path w="2070100" h="1024889">
                  <a:moveTo>
                    <a:pt x="2070087" y="0"/>
                  </a:moveTo>
                  <a:lnTo>
                    <a:pt x="1967992" y="7340"/>
                  </a:lnTo>
                  <a:lnTo>
                    <a:pt x="2005304" y="32054"/>
                  </a:lnTo>
                  <a:lnTo>
                    <a:pt x="2002332" y="76733"/>
                  </a:lnTo>
                  <a:lnTo>
                    <a:pt x="207008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60909" y="5558587"/>
              <a:ext cx="2061210" cy="696595"/>
            </a:xfrm>
            <a:custGeom>
              <a:avLst/>
              <a:gdLst/>
              <a:ahLst/>
              <a:cxnLst/>
              <a:rect l="l" t="t" r="r" b="b"/>
              <a:pathLst>
                <a:path w="2061210" h="696595">
                  <a:moveTo>
                    <a:pt x="0" y="0"/>
                  </a:moveTo>
                  <a:lnTo>
                    <a:pt x="2060765" y="696315"/>
                  </a:lnTo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97191" y="5530710"/>
              <a:ext cx="2188210" cy="752475"/>
            </a:xfrm>
            <a:custGeom>
              <a:avLst/>
              <a:gdLst/>
              <a:ahLst/>
              <a:cxnLst/>
              <a:rect l="l" t="t" r="r" b="b"/>
              <a:pathLst>
                <a:path w="2188210" h="752475">
                  <a:moveTo>
                    <a:pt x="102171" y="0"/>
                  </a:moveTo>
                  <a:lnTo>
                    <a:pt x="0" y="6350"/>
                  </a:lnTo>
                  <a:lnTo>
                    <a:pt x="77381" y="73367"/>
                  </a:lnTo>
                  <a:lnTo>
                    <a:pt x="68478" y="29489"/>
                  </a:lnTo>
                  <a:lnTo>
                    <a:pt x="102171" y="0"/>
                  </a:lnTo>
                  <a:close/>
                </a:path>
                <a:path w="2188210" h="752475">
                  <a:moveTo>
                    <a:pt x="2188184" y="745718"/>
                  </a:moveTo>
                  <a:lnTo>
                    <a:pt x="2110790" y="678713"/>
                  </a:lnTo>
                  <a:lnTo>
                    <a:pt x="2119706" y="722579"/>
                  </a:lnTo>
                  <a:lnTo>
                    <a:pt x="2086013" y="752068"/>
                  </a:lnTo>
                  <a:lnTo>
                    <a:pt x="2188184" y="74571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9610" y="5835916"/>
              <a:ext cx="276045" cy="14254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64899" y="6549559"/>
            <a:ext cx="263652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</a:t>
            </a:r>
            <a:r>
              <a:rPr sz="1000" spc="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iki</a:t>
            </a:r>
            <a:r>
              <a:rPr sz="1000" spc="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doğrunun</a:t>
            </a:r>
            <a:r>
              <a:rPr sz="1000" spc="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oluşturduğu</a:t>
            </a:r>
            <a:r>
              <a:rPr sz="1000" spc="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açılar</a:t>
            </a:r>
            <a:r>
              <a:rPr sz="1000" spc="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veril-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miştir.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4899" y="7002559"/>
            <a:ext cx="2636520" cy="135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indent="-219710">
              <a:lnSpc>
                <a:spcPct val="100000"/>
              </a:lnSpc>
              <a:spcBef>
                <a:spcPts val="100"/>
              </a:spcBef>
              <a:buAutoNum type="romanUcPeriod"/>
              <a:tabLst>
                <a:tab pos="231775" algn="l"/>
                <a:tab pos="232410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bilinirse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b,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açıları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bulunabilir.</a:t>
            </a:r>
            <a:endParaRPr sz="1000">
              <a:latin typeface="Microsoft Sans Serif"/>
              <a:cs typeface="Microsoft Sans Serif"/>
            </a:endParaRPr>
          </a:p>
          <a:p>
            <a:pPr marL="231775" indent="-219710">
              <a:lnSpc>
                <a:spcPct val="100000"/>
              </a:lnSpc>
              <a:spcBef>
                <a:spcPts val="765"/>
              </a:spcBef>
              <a:buAutoNum type="romanUcPeriod"/>
              <a:tabLst>
                <a:tab pos="232410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+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bilinirse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bulunabilir.</a:t>
            </a:r>
            <a:endParaRPr sz="1000">
              <a:latin typeface="Microsoft Sans Serif"/>
              <a:cs typeface="Microsoft Sans Serif"/>
            </a:endParaRPr>
          </a:p>
          <a:p>
            <a:pPr marL="231775" indent="-219710">
              <a:lnSpc>
                <a:spcPct val="100000"/>
              </a:lnSpc>
              <a:spcBef>
                <a:spcPts val="765"/>
              </a:spcBef>
              <a:buAutoNum type="romanUcPeriod"/>
              <a:tabLst>
                <a:tab pos="232410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bilinirse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bulunabilir.</a:t>
            </a:r>
            <a:endParaRPr sz="1000">
              <a:latin typeface="Microsoft Sans Serif"/>
              <a:cs typeface="Microsoft Sans Serif"/>
            </a:endParaRPr>
          </a:p>
          <a:p>
            <a:pPr marL="231775" indent="-219710">
              <a:lnSpc>
                <a:spcPct val="100000"/>
              </a:lnSpc>
              <a:spcBef>
                <a:spcPts val="770"/>
              </a:spcBef>
              <a:buAutoNum type="romanUcPeriod"/>
              <a:tabLst>
                <a:tab pos="232410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260" dirty="0">
                <a:solidFill>
                  <a:srgbClr val="231F20"/>
                </a:solidFill>
                <a:latin typeface="Microsoft Sans Serif"/>
                <a:cs typeface="Microsoft Sans Serif"/>
              </a:rPr>
              <a:t>–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bilinirse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bulunabilir.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6700"/>
              </a:lnSpc>
              <a:spcBef>
                <a:spcPts val="565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Buna</a:t>
            </a:r>
            <a:r>
              <a:rPr sz="1000" b="1" spc="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229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yukarıda</a:t>
            </a:r>
            <a:r>
              <a:rPr sz="1000" b="1" spc="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1000" b="1" spc="2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ifadelerden </a:t>
            </a:r>
            <a:r>
              <a:rPr sz="1000" b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hangileri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doğrudur?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8499" y="8367960"/>
            <a:ext cx="731520" cy="4533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C)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I,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III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IV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27481" y="8367960"/>
            <a:ext cx="601345" cy="4533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B)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III.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)</a:t>
            </a:r>
            <a:r>
              <a:rPr sz="1000" spc="-1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Yalnı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z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07799" y="4697360"/>
            <a:ext cx="2874645" cy="20554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4000" indent="-241300">
              <a:lnSpc>
                <a:spcPct val="100000"/>
              </a:lnSpc>
              <a:spcBef>
                <a:spcPts val="580"/>
              </a:spcBef>
              <a:buClr>
                <a:srgbClr val="EC008C"/>
              </a:buClr>
              <a:buFont typeface="Arial"/>
              <a:buAutoNum type="arabicPeriod" startAt="5"/>
              <a:tabLst>
                <a:tab pos="253365" algn="l"/>
                <a:tab pos="254000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I.  </a:t>
            </a:r>
            <a:r>
              <a:rPr sz="1000" spc="1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Her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tümleri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yine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açıdır.</a:t>
            </a:r>
            <a:endParaRPr sz="1000">
              <a:latin typeface="Microsoft Sans Serif"/>
              <a:cs typeface="Microsoft Sans Serif"/>
            </a:endParaRPr>
          </a:p>
          <a:p>
            <a:pPr marL="469900" marR="5715" lvl="1" indent="-203200">
              <a:lnSpc>
                <a:spcPct val="116700"/>
              </a:lnSpc>
              <a:spcBef>
                <a:spcPts val="285"/>
              </a:spcBef>
              <a:buAutoNum type="romanUcPeriod" startAt="2"/>
              <a:tabLst>
                <a:tab pos="469900" algn="l"/>
              </a:tabLst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Her</a:t>
            </a:r>
            <a:r>
              <a:rPr sz="1000" spc="2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geniş</a:t>
            </a:r>
            <a:r>
              <a:rPr sz="1000" spc="2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</a:t>
            </a:r>
            <a:r>
              <a:rPr sz="1000" spc="2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bütünleri</a:t>
            </a:r>
            <a:r>
              <a:rPr sz="1000" spc="2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yine</a:t>
            </a:r>
            <a:r>
              <a:rPr sz="1000" spc="2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2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geniş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açıdır.</a:t>
            </a:r>
            <a:endParaRPr sz="1000">
              <a:latin typeface="Microsoft Sans Serif"/>
              <a:cs typeface="Microsoft Sans Serif"/>
            </a:endParaRPr>
          </a:p>
          <a:p>
            <a:pPr marL="469900" marR="5080" lvl="1" indent="-203200">
              <a:lnSpc>
                <a:spcPct val="116700"/>
              </a:lnSpc>
              <a:spcBef>
                <a:spcPts val="284"/>
              </a:spcBef>
              <a:buAutoNum type="romanUcPeriod" startAt="2"/>
              <a:tabLst>
                <a:tab pos="469900" algn="l"/>
              </a:tabLst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</a:t>
            </a:r>
            <a:r>
              <a:rPr sz="1000" spc="8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tümleri</a:t>
            </a:r>
            <a:r>
              <a:rPr sz="1000" spc="9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bütünleri</a:t>
            </a:r>
            <a:r>
              <a:rPr sz="1000" spc="8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toplamı</a:t>
            </a:r>
            <a:r>
              <a:rPr sz="1000" spc="8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dai-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geniş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açıdır.</a:t>
            </a:r>
            <a:endParaRPr sz="1000">
              <a:latin typeface="Microsoft Sans Serif"/>
              <a:cs typeface="Microsoft Sans Serif"/>
            </a:endParaRPr>
          </a:p>
          <a:p>
            <a:pPr marL="469900" marR="5080" lvl="1" indent="-203200">
              <a:lnSpc>
                <a:spcPct val="116700"/>
              </a:lnSpc>
              <a:spcBef>
                <a:spcPts val="280"/>
              </a:spcBef>
              <a:buAutoNum type="romanUcPeriod" startAt="2"/>
              <a:tabLst>
                <a:tab pos="469900" algn="l"/>
              </a:tabLst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dar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bütünleri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tümlerinin</a:t>
            </a:r>
            <a:r>
              <a:rPr sz="1000" spc="1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farkı </a:t>
            </a:r>
            <a:r>
              <a:rPr sz="1000" spc="-2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daima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90°’dir.</a:t>
            </a:r>
            <a:endParaRPr sz="1000">
              <a:latin typeface="Microsoft Sans Serif"/>
              <a:cs typeface="Microsoft Sans Serif"/>
            </a:endParaRPr>
          </a:p>
          <a:p>
            <a:pPr marL="250190" marR="5080">
              <a:lnSpc>
                <a:spcPct val="116700"/>
              </a:lnSpc>
              <a:spcBef>
                <a:spcPts val="285"/>
              </a:spcBef>
            </a:pP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Yukarıdaki</a:t>
            </a:r>
            <a:r>
              <a:rPr sz="100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ifadelerden</a:t>
            </a:r>
            <a:r>
              <a:rPr sz="100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kaç</a:t>
            </a:r>
            <a:r>
              <a:rPr sz="10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tanesi</a:t>
            </a:r>
            <a:r>
              <a:rPr sz="1000" b="1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doğru- </a:t>
            </a:r>
            <a:r>
              <a:rPr sz="1000" b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dur?</a:t>
            </a:r>
            <a:endParaRPr sz="1000">
              <a:latin typeface="Arial"/>
              <a:cs typeface="Arial"/>
            </a:endParaRPr>
          </a:p>
          <a:p>
            <a:pPr marL="254000">
              <a:lnSpc>
                <a:spcPct val="100000"/>
              </a:lnSpc>
              <a:spcBef>
                <a:spcPts val="765"/>
              </a:spcBef>
              <a:tabLst>
                <a:tab pos="926465" algn="l"/>
                <a:tab pos="1612265" algn="l"/>
                <a:tab pos="224726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1	B)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2	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3	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D)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83462" y="1152322"/>
            <a:ext cx="1198880" cy="1198880"/>
            <a:chOff x="883462" y="1152322"/>
            <a:chExt cx="1198880" cy="1198880"/>
          </a:xfrm>
        </p:grpSpPr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9309" y="1198182"/>
              <a:ext cx="1106932" cy="110694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20089" y="1288948"/>
              <a:ext cx="925830" cy="923925"/>
            </a:xfrm>
            <a:custGeom>
              <a:avLst/>
              <a:gdLst/>
              <a:ahLst/>
              <a:cxnLst/>
              <a:rect l="l" t="t" r="r" b="b"/>
              <a:pathLst>
                <a:path w="925830" h="923925">
                  <a:moveTo>
                    <a:pt x="43307" y="451065"/>
                  </a:moveTo>
                  <a:lnTo>
                    <a:pt x="43205" y="449300"/>
                  </a:lnTo>
                  <a:lnTo>
                    <a:pt x="42037" y="440918"/>
                  </a:lnTo>
                  <a:lnTo>
                    <a:pt x="39293" y="435521"/>
                  </a:lnTo>
                  <a:lnTo>
                    <a:pt x="38036" y="433044"/>
                  </a:lnTo>
                  <a:lnTo>
                    <a:pt x="31254" y="427697"/>
                  </a:lnTo>
                  <a:lnTo>
                    <a:pt x="29667" y="427380"/>
                  </a:lnTo>
                  <a:lnTo>
                    <a:pt x="29667" y="441528"/>
                  </a:lnTo>
                  <a:lnTo>
                    <a:pt x="29565" y="449300"/>
                  </a:lnTo>
                  <a:lnTo>
                    <a:pt x="29400" y="450189"/>
                  </a:lnTo>
                  <a:lnTo>
                    <a:pt x="28943" y="451065"/>
                  </a:lnTo>
                  <a:lnTo>
                    <a:pt x="27711" y="453097"/>
                  </a:lnTo>
                  <a:lnTo>
                    <a:pt x="25158" y="454774"/>
                  </a:lnTo>
                  <a:lnTo>
                    <a:pt x="16052" y="454774"/>
                  </a:lnTo>
                  <a:lnTo>
                    <a:pt x="13322" y="450532"/>
                  </a:lnTo>
                  <a:lnTo>
                    <a:pt x="13322" y="439572"/>
                  </a:lnTo>
                  <a:lnTo>
                    <a:pt x="16598" y="435521"/>
                  </a:lnTo>
                  <a:lnTo>
                    <a:pt x="27355" y="435521"/>
                  </a:lnTo>
                  <a:lnTo>
                    <a:pt x="29667" y="441528"/>
                  </a:lnTo>
                  <a:lnTo>
                    <a:pt x="29667" y="427380"/>
                  </a:lnTo>
                  <a:lnTo>
                    <a:pt x="21628" y="425716"/>
                  </a:lnTo>
                  <a:lnTo>
                    <a:pt x="12928" y="427367"/>
                  </a:lnTo>
                  <a:lnTo>
                    <a:pt x="6083" y="431838"/>
                  </a:lnTo>
                  <a:lnTo>
                    <a:pt x="1612" y="438416"/>
                  </a:lnTo>
                  <a:lnTo>
                    <a:pt x="0" y="446379"/>
                  </a:lnTo>
                  <a:lnTo>
                    <a:pt x="0" y="457593"/>
                  </a:lnTo>
                  <a:lnTo>
                    <a:pt x="8115" y="464312"/>
                  </a:lnTo>
                  <a:lnTo>
                    <a:pt x="23037" y="464312"/>
                  </a:lnTo>
                  <a:lnTo>
                    <a:pt x="26847" y="462800"/>
                  </a:lnTo>
                  <a:lnTo>
                    <a:pt x="29400" y="460159"/>
                  </a:lnTo>
                  <a:lnTo>
                    <a:pt x="29565" y="460248"/>
                  </a:lnTo>
                  <a:lnTo>
                    <a:pt x="28600" y="464578"/>
                  </a:lnTo>
                  <a:lnTo>
                    <a:pt x="26136" y="468376"/>
                  </a:lnTo>
                  <a:lnTo>
                    <a:pt x="22326" y="470941"/>
                  </a:lnTo>
                  <a:lnTo>
                    <a:pt x="19329" y="473062"/>
                  </a:lnTo>
                  <a:lnTo>
                    <a:pt x="15176" y="474205"/>
                  </a:lnTo>
                  <a:lnTo>
                    <a:pt x="10985" y="474472"/>
                  </a:lnTo>
                  <a:lnTo>
                    <a:pt x="8369" y="474560"/>
                  </a:lnTo>
                  <a:lnTo>
                    <a:pt x="6959" y="474649"/>
                  </a:lnTo>
                  <a:lnTo>
                    <a:pt x="5207" y="474472"/>
                  </a:lnTo>
                  <a:lnTo>
                    <a:pt x="5207" y="484886"/>
                  </a:lnTo>
                  <a:lnTo>
                    <a:pt x="6705" y="484974"/>
                  </a:lnTo>
                  <a:lnTo>
                    <a:pt x="9093" y="485063"/>
                  </a:lnTo>
                  <a:lnTo>
                    <a:pt x="11290" y="484886"/>
                  </a:lnTo>
                  <a:lnTo>
                    <a:pt x="20218" y="484530"/>
                  </a:lnTo>
                  <a:lnTo>
                    <a:pt x="43002" y="454774"/>
                  </a:lnTo>
                  <a:lnTo>
                    <a:pt x="43307" y="451065"/>
                  </a:lnTo>
                  <a:close/>
                </a:path>
                <a:path w="925830" h="923925">
                  <a:moveTo>
                    <a:pt x="100444" y="213233"/>
                  </a:moveTo>
                  <a:lnTo>
                    <a:pt x="89408" y="213233"/>
                  </a:lnTo>
                  <a:lnTo>
                    <a:pt x="74129" y="220294"/>
                  </a:lnTo>
                  <a:lnTo>
                    <a:pt x="76339" y="230352"/>
                  </a:lnTo>
                  <a:lnTo>
                    <a:pt x="87287" y="225145"/>
                  </a:lnTo>
                  <a:lnTo>
                    <a:pt x="87464" y="225145"/>
                  </a:lnTo>
                  <a:lnTo>
                    <a:pt x="87464" y="270637"/>
                  </a:lnTo>
                  <a:lnTo>
                    <a:pt x="100444" y="270637"/>
                  </a:lnTo>
                  <a:lnTo>
                    <a:pt x="100444" y="213233"/>
                  </a:lnTo>
                  <a:close/>
                </a:path>
                <a:path w="925830" h="923925">
                  <a:moveTo>
                    <a:pt x="111937" y="688975"/>
                  </a:moveTo>
                  <a:lnTo>
                    <a:pt x="110858" y="687920"/>
                  </a:lnTo>
                  <a:lnTo>
                    <a:pt x="106997" y="684199"/>
                  </a:lnTo>
                  <a:lnTo>
                    <a:pt x="101333" y="682091"/>
                  </a:lnTo>
                  <a:lnTo>
                    <a:pt x="101333" y="681824"/>
                  </a:lnTo>
                  <a:lnTo>
                    <a:pt x="107073" y="678992"/>
                  </a:lnTo>
                  <a:lnTo>
                    <a:pt x="107645" y="677951"/>
                  </a:lnTo>
                  <a:lnTo>
                    <a:pt x="109677" y="674230"/>
                  </a:lnTo>
                  <a:lnTo>
                    <a:pt x="109728" y="663536"/>
                  </a:lnTo>
                  <a:lnTo>
                    <a:pt x="109728" y="662216"/>
                  </a:lnTo>
                  <a:lnTo>
                    <a:pt x="104165" y="654443"/>
                  </a:lnTo>
                  <a:lnTo>
                    <a:pt x="98259" y="654443"/>
                  </a:lnTo>
                  <a:lnTo>
                    <a:pt x="98259" y="701421"/>
                  </a:lnTo>
                  <a:lnTo>
                    <a:pt x="95072" y="704532"/>
                  </a:lnTo>
                  <a:lnTo>
                    <a:pt x="85356" y="704532"/>
                  </a:lnTo>
                  <a:lnTo>
                    <a:pt x="82169" y="700633"/>
                  </a:lnTo>
                  <a:lnTo>
                    <a:pt x="82270" y="692327"/>
                  </a:lnTo>
                  <a:lnTo>
                    <a:pt x="84836" y="689152"/>
                  </a:lnTo>
                  <a:lnTo>
                    <a:pt x="89255" y="687920"/>
                  </a:lnTo>
                  <a:lnTo>
                    <a:pt x="94462" y="689330"/>
                  </a:lnTo>
                  <a:lnTo>
                    <a:pt x="98247" y="692327"/>
                  </a:lnTo>
                  <a:lnTo>
                    <a:pt x="98259" y="701421"/>
                  </a:lnTo>
                  <a:lnTo>
                    <a:pt x="98259" y="654443"/>
                  </a:lnTo>
                  <a:lnTo>
                    <a:pt x="97104" y="654443"/>
                  </a:lnTo>
                  <a:lnTo>
                    <a:pt x="97104" y="667080"/>
                  </a:lnTo>
                  <a:lnTo>
                    <a:pt x="97104" y="674230"/>
                  </a:lnTo>
                  <a:lnTo>
                    <a:pt x="94373" y="677049"/>
                  </a:lnTo>
                  <a:lnTo>
                    <a:pt x="91274" y="677951"/>
                  </a:lnTo>
                  <a:lnTo>
                    <a:pt x="86690" y="676529"/>
                  </a:lnTo>
                  <a:lnTo>
                    <a:pt x="83350" y="674128"/>
                  </a:lnTo>
                  <a:lnTo>
                    <a:pt x="83235" y="666635"/>
                  </a:lnTo>
                  <a:lnTo>
                    <a:pt x="85534" y="663536"/>
                  </a:lnTo>
                  <a:lnTo>
                    <a:pt x="95072" y="663549"/>
                  </a:lnTo>
                  <a:lnTo>
                    <a:pt x="97104" y="667080"/>
                  </a:lnTo>
                  <a:lnTo>
                    <a:pt x="97104" y="654443"/>
                  </a:lnTo>
                  <a:lnTo>
                    <a:pt x="90741" y="654443"/>
                  </a:lnTo>
                  <a:lnTo>
                    <a:pt x="82740" y="655612"/>
                  </a:lnTo>
                  <a:lnTo>
                    <a:pt x="76327" y="658888"/>
                  </a:lnTo>
                  <a:lnTo>
                    <a:pt x="72072" y="663994"/>
                  </a:lnTo>
                  <a:lnTo>
                    <a:pt x="70637" y="670166"/>
                  </a:lnTo>
                  <a:lnTo>
                    <a:pt x="70523" y="675640"/>
                  </a:lnTo>
                  <a:lnTo>
                    <a:pt x="73266" y="680313"/>
                  </a:lnTo>
                  <a:lnTo>
                    <a:pt x="78816" y="683234"/>
                  </a:lnTo>
                  <a:lnTo>
                    <a:pt x="78816" y="683412"/>
                  </a:lnTo>
                  <a:lnTo>
                    <a:pt x="72555" y="686155"/>
                  </a:lnTo>
                  <a:lnTo>
                    <a:pt x="68580" y="690918"/>
                  </a:lnTo>
                  <a:lnTo>
                    <a:pt x="68580" y="697814"/>
                  </a:lnTo>
                  <a:lnTo>
                    <a:pt x="69862" y="703592"/>
                  </a:lnTo>
                  <a:lnTo>
                    <a:pt x="73761" y="708723"/>
                  </a:lnTo>
                  <a:lnTo>
                    <a:pt x="80391" y="712406"/>
                  </a:lnTo>
                  <a:lnTo>
                    <a:pt x="89865" y="713803"/>
                  </a:lnTo>
                  <a:lnTo>
                    <a:pt x="98945" y="712533"/>
                  </a:lnTo>
                  <a:lnTo>
                    <a:pt x="105905" y="708964"/>
                  </a:lnTo>
                  <a:lnTo>
                    <a:pt x="109486" y="704532"/>
                  </a:lnTo>
                  <a:lnTo>
                    <a:pt x="110363" y="703440"/>
                  </a:lnTo>
                  <a:lnTo>
                    <a:pt x="111899" y="696493"/>
                  </a:lnTo>
                  <a:lnTo>
                    <a:pt x="111937" y="688975"/>
                  </a:lnTo>
                  <a:close/>
                </a:path>
                <a:path w="925830" h="923925">
                  <a:moveTo>
                    <a:pt x="149758" y="241655"/>
                  </a:moveTo>
                  <a:lnTo>
                    <a:pt x="148564" y="230428"/>
                  </a:lnTo>
                  <a:lnTo>
                    <a:pt x="145338" y="222402"/>
                  </a:lnTo>
                  <a:lnTo>
                    <a:pt x="144805" y="221056"/>
                  </a:lnTo>
                  <a:lnTo>
                    <a:pt x="138176" y="214642"/>
                  </a:lnTo>
                  <a:lnTo>
                    <a:pt x="136232" y="214172"/>
                  </a:lnTo>
                  <a:lnTo>
                    <a:pt x="136232" y="255168"/>
                  </a:lnTo>
                  <a:lnTo>
                    <a:pt x="133515" y="261429"/>
                  </a:lnTo>
                  <a:lnTo>
                    <a:pt x="123177" y="261429"/>
                  </a:lnTo>
                  <a:lnTo>
                    <a:pt x="120002" y="255168"/>
                  </a:lnTo>
                  <a:lnTo>
                    <a:pt x="120002" y="228574"/>
                  </a:lnTo>
                  <a:lnTo>
                    <a:pt x="123355" y="222402"/>
                  </a:lnTo>
                  <a:lnTo>
                    <a:pt x="133591" y="222402"/>
                  </a:lnTo>
                  <a:lnTo>
                    <a:pt x="136131" y="228574"/>
                  </a:lnTo>
                  <a:lnTo>
                    <a:pt x="136232" y="255168"/>
                  </a:lnTo>
                  <a:lnTo>
                    <a:pt x="136232" y="214172"/>
                  </a:lnTo>
                  <a:lnTo>
                    <a:pt x="106565" y="242011"/>
                  </a:lnTo>
                  <a:lnTo>
                    <a:pt x="107861" y="253492"/>
                  </a:lnTo>
                  <a:lnTo>
                    <a:pt x="111760" y="262902"/>
                  </a:lnTo>
                  <a:lnTo>
                    <a:pt x="118427" y="269252"/>
                  </a:lnTo>
                  <a:lnTo>
                    <a:pt x="128028" y="271589"/>
                  </a:lnTo>
                  <a:lnTo>
                    <a:pt x="137566" y="269405"/>
                  </a:lnTo>
                  <a:lnTo>
                    <a:pt x="144360" y="263258"/>
                  </a:lnTo>
                  <a:lnTo>
                    <a:pt x="145135" y="261429"/>
                  </a:lnTo>
                  <a:lnTo>
                    <a:pt x="148412" y="253796"/>
                  </a:lnTo>
                  <a:lnTo>
                    <a:pt x="149758" y="241655"/>
                  </a:lnTo>
                  <a:close/>
                </a:path>
                <a:path w="925830" h="923925">
                  <a:moveTo>
                    <a:pt x="248297" y="62877"/>
                  </a:moveTo>
                  <a:lnTo>
                    <a:pt x="237261" y="62877"/>
                  </a:lnTo>
                  <a:lnTo>
                    <a:pt x="221983" y="69938"/>
                  </a:lnTo>
                  <a:lnTo>
                    <a:pt x="224205" y="80010"/>
                  </a:lnTo>
                  <a:lnTo>
                    <a:pt x="235153" y="74803"/>
                  </a:lnTo>
                  <a:lnTo>
                    <a:pt x="235331" y="74803"/>
                  </a:lnTo>
                  <a:lnTo>
                    <a:pt x="235331" y="120281"/>
                  </a:lnTo>
                  <a:lnTo>
                    <a:pt x="248297" y="120281"/>
                  </a:lnTo>
                  <a:lnTo>
                    <a:pt x="248297" y="62877"/>
                  </a:lnTo>
                  <a:close/>
                </a:path>
                <a:path w="925830" h="923925">
                  <a:moveTo>
                    <a:pt x="275221" y="806196"/>
                  </a:moveTo>
                  <a:lnTo>
                    <a:pt x="234683" y="806196"/>
                  </a:lnTo>
                  <a:lnTo>
                    <a:pt x="234683" y="817245"/>
                  </a:lnTo>
                  <a:lnTo>
                    <a:pt x="260997" y="817245"/>
                  </a:lnTo>
                  <a:lnTo>
                    <a:pt x="260997" y="817410"/>
                  </a:lnTo>
                  <a:lnTo>
                    <a:pt x="237324" y="863600"/>
                  </a:lnTo>
                  <a:lnTo>
                    <a:pt x="251548" y="863600"/>
                  </a:lnTo>
                  <a:lnTo>
                    <a:pt x="275221" y="814666"/>
                  </a:lnTo>
                  <a:lnTo>
                    <a:pt x="275221" y="806196"/>
                  </a:lnTo>
                  <a:close/>
                </a:path>
                <a:path w="925830" h="923925">
                  <a:moveTo>
                    <a:pt x="287540" y="62877"/>
                  </a:moveTo>
                  <a:lnTo>
                    <a:pt x="276504" y="62877"/>
                  </a:lnTo>
                  <a:lnTo>
                    <a:pt x="261226" y="69938"/>
                  </a:lnTo>
                  <a:lnTo>
                    <a:pt x="263448" y="80010"/>
                  </a:lnTo>
                  <a:lnTo>
                    <a:pt x="274396" y="74803"/>
                  </a:lnTo>
                  <a:lnTo>
                    <a:pt x="274561" y="74803"/>
                  </a:lnTo>
                  <a:lnTo>
                    <a:pt x="274561" y="120281"/>
                  </a:lnTo>
                  <a:lnTo>
                    <a:pt x="287540" y="120281"/>
                  </a:lnTo>
                  <a:lnTo>
                    <a:pt x="287540" y="62877"/>
                  </a:lnTo>
                  <a:close/>
                </a:path>
                <a:path w="925830" h="923925">
                  <a:moveTo>
                    <a:pt x="444690" y="977"/>
                  </a:moveTo>
                  <a:lnTo>
                    <a:pt x="433654" y="977"/>
                  </a:lnTo>
                  <a:lnTo>
                    <a:pt x="418376" y="8039"/>
                  </a:lnTo>
                  <a:lnTo>
                    <a:pt x="420598" y="18110"/>
                  </a:lnTo>
                  <a:lnTo>
                    <a:pt x="431533" y="12903"/>
                  </a:lnTo>
                  <a:lnTo>
                    <a:pt x="431711" y="12903"/>
                  </a:lnTo>
                  <a:lnTo>
                    <a:pt x="431711" y="58394"/>
                  </a:lnTo>
                  <a:lnTo>
                    <a:pt x="444690" y="58394"/>
                  </a:lnTo>
                  <a:lnTo>
                    <a:pt x="444690" y="977"/>
                  </a:lnTo>
                  <a:close/>
                </a:path>
                <a:path w="925830" h="923925">
                  <a:moveTo>
                    <a:pt x="485559" y="902589"/>
                  </a:moveTo>
                  <a:lnTo>
                    <a:pt x="484136" y="894638"/>
                  </a:lnTo>
                  <a:lnTo>
                    <a:pt x="483336" y="893406"/>
                  </a:lnTo>
                  <a:lnTo>
                    <a:pt x="480301" y="888758"/>
                  </a:lnTo>
                  <a:lnTo>
                    <a:pt x="479704" y="888377"/>
                  </a:lnTo>
                  <a:lnTo>
                    <a:pt x="474649" y="885126"/>
                  </a:lnTo>
                  <a:lnTo>
                    <a:pt x="471957" y="884631"/>
                  </a:lnTo>
                  <a:lnTo>
                    <a:pt x="471957" y="898004"/>
                  </a:lnTo>
                  <a:lnTo>
                    <a:pt x="471957" y="909116"/>
                  </a:lnTo>
                  <a:lnTo>
                    <a:pt x="468947" y="913447"/>
                  </a:lnTo>
                  <a:lnTo>
                    <a:pt x="458089" y="913447"/>
                  </a:lnTo>
                  <a:lnTo>
                    <a:pt x="455180" y="907961"/>
                  </a:lnTo>
                  <a:lnTo>
                    <a:pt x="454977" y="903300"/>
                  </a:lnTo>
                  <a:lnTo>
                    <a:pt x="454914" y="900290"/>
                  </a:lnTo>
                  <a:lnTo>
                    <a:pt x="455079" y="899236"/>
                  </a:lnTo>
                  <a:lnTo>
                    <a:pt x="455523" y="898436"/>
                  </a:lnTo>
                  <a:lnTo>
                    <a:pt x="456768" y="895616"/>
                  </a:lnTo>
                  <a:lnTo>
                    <a:pt x="459778" y="893406"/>
                  </a:lnTo>
                  <a:lnTo>
                    <a:pt x="469138" y="893406"/>
                  </a:lnTo>
                  <a:lnTo>
                    <a:pt x="471957" y="898004"/>
                  </a:lnTo>
                  <a:lnTo>
                    <a:pt x="471957" y="884631"/>
                  </a:lnTo>
                  <a:lnTo>
                    <a:pt x="467817" y="883869"/>
                  </a:lnTo>
                  <a:lnTo>
                    <a:pt x="462495" y="883869"/>
                  </a:lnTo>
                  <a:lnTo>
                    <a:pt x="458444" y="885545"/>
                  </a:lnTo>
                  <a:lnTo>
                    <a:pt x="455612" y="888377"/>
                  </a:lnTo>
                  <a:lnTo>
                    <a:pt x="455345" y="888377"/>
                  </a:lnTo>
                  <a:lnTo>
                    <a:pt x="456857" y="881748"/>
                  </a:lnTo>
                  <a:lnTo>
                    <a:pt x="462153" y="875652"/>
                  </a:lnTo>
                  <a:lnTo>
                    <a:pt x="476199" y="874496"/>
                  </a:lnTo>
                  <a:lnTo>
                    <a:pt x="477786" y="874420"/>
                  </a:lnTo>
                  <a:lnTo>
                    <a:pt x="479285" y="874496"/>
                  </a:lnTo>
                  <a:lnTo>
                    <a:pt x="479298" y="864171"/>
                  </a:lnTo>
                  <a:lnTo>
                    <a:pt x="476377" y="864006"/>
                  </a:lnTo>
                  <a:lnTo>
                    <a:pt x="473900" y="864273"/>
                  </a:lnTo>
                  <a:lnTo>
                    <a:pt x="464985" y="864704"/>
                  </a:lnTo>
                  <a:lnTo>
                    <a:pt x="457466" y="867448"/>
                  </a:lnTo>
                  <a:lnTo>
                    <a:pt x="441604" y="898004"/>
                  </a:lnTo>
                  <a:lnTo>
                    <a:pt x="441604" y="898436"/>
                  </a:lnTo>
                  <a:lnTo>
                    <a:pt x="443001" y="907973"/>
                  </a:lnTo>
                  <a:lnTo>
                    <a:pt x="447255" y="915949"/>
                  </a:lnTo>
                  <a:lnTo>
                    <a:pt x="454393" y="921359"/>
                  </a:lnTo>
                  <a:lnTo>
                    <a:pt x="464451" y="923353"/>
                  </a:lnTo>
                  <a:lnTo>
                    <a:pt x="472960" y="921715"/>
                  </a:lnTo>
                  <a:lnTo>
                    <a:pt x="479640" y="917257"/>
                  </a:lnTo>
                  <a:lnTo>
                    <a:pt x="482142" y="913447"/>
                  </a:lnTo>
                  <a:lnTo>
                    <a:pt x="483997" y="910653"/>
                  </a:lnTo>
                  <a:lnTo>
                    <a:pt x="485559" y="902589"/>
                  </a:lnTo>
                  <a:close/>
                </a:path>
                <a:path w="925830" h="923925">
                  <a:moveTo>
                    <a:pt x="498106" y="47332"/>
                  </a:moveTo>
                  <a:lnTo>
                    <a:pt x="476377" y="47332"/>
                  </a:lnTo>
                  <a:lnTo>
                    <a:pt x="476377" y="47155"/>
                  </a:lnTo>
                  <a:lnTo>
                    <a:pt x="481672" y="42735"/>
                  </a:lnTo>
                  <a:lnTo>
                    <a:pt x="487603" y="37109"/>
                  </a:lnTo>
                  <a:lnTo>
                    <a:pt x="492455" y="31203"/>
                  </a:lnTo>
                  <a:lnTo>
                    <a:pt x="495744" y="24866"/>
                  </a:lnTo>
                  <a:lnTo>
                    <a:pt x="496951" y="17919"/>
                  </a:lnTo>
                  <a:lnTo>
                    <a:pt x="495642" y="10769"/>
                  </a:lnTo>
                  <a:lnTo>
                    <a:pt x="491782" y="5092"/>
                  </a:lnTo>
                  <a:lnTo>
                    <a:pt x="485470" y="1358"/>
                  </a:lnTo>
                  <a:lnTo>
                    <a:pt x="476808" y="0"/>
                  </a:lnTo>
                  <a:lnTo>
                    <a:pt x="469125" y="0"/>
                  </a:lnTo>
                  <a:lnTo>
                    <a:pt x="462330" y="2641"/>
                  </a:lnTo>
                  <a:lnTo>
                    <a:pt x="458089" y="5918"/>
                  </a:lnTo>
                  <a:lnTo>
                    <a:pt x="461886" y="15455"/>
                  </a:lnTo>
                  <a:lnTo>
                    <a:pt x="464896" y="13246"/>
                  </a:lnTo>
                  <a:lnTo>
                    <a:pt x="469226" y="10769"/>
                  </a:lnTo>
                  <a:lnTo>
                    <a:pt x="480796" y="10769"/>
                  </a:lnTo>
                  <a:lnTo>
                    <a:pt x="483527" y="14478"/>
                  </a:lnTo>
                  <a:lnTo>
                    <a:pt x="483527" y="19177"/>
                  </a:lnTo>
                  <a:lnTo>
                    <a:pt x="482333" y="24244"/>
                  </a:lnTo>
                  <a:lnTo>
                    <a:pt x="478828" y="29692"/>
                  </a:lnTo>
                  <a:lnTo>
                    <a:pt x="472973" y="35991"/>
                  </a:lnTo>
                  <a:lnTo>
                    <a:pt x="464718" y="43637"/>
                  </a:lnTo>
                  <a:lnTo>
                    <a:pt x="457390" y="50253"/>
                  </a:lnTo>
                  <a:lnTo>
                    <a:pt x="457390" y="58369"/>
                  </a:lnTo>
                  <a:lnTo>
                    <a:pt x="498106" y="58369"/>
                  </a:lnTo>
                  <a:lnTo>
                    <a:pt x="498106" y="47332"/>
                  </a:lnTo>
                  <a:close/>
                </a:path>
                <a:path w="925830" h="923925">
                  <a:moveTo>
                    <a:pt x="675855" y="57429"/>
                  </a:moveTo>
                  <a:lnTo>
                    <a:pt x="664819" y="57429"/>
                  </a:lnTo>
                  <a:lnTo>
                    <a:pt x="649541" y="64490"/>
                  </a:lnTo>
                  <a:lnTo>
                    <a:pt x="651751" y="74561"/>
                  </a:lnTo>
                  <a:lnTo>
                    <a:pt x="662711" y="69342"/>
                  </a:lnTo>
                  <a:lnTo>
                    <a:pt x="662876" y="69342"/>
                  </a:lnTo>
                  <a:lnTo>
                    <a:pt x="662876" y="114833"/>
                  </a:lnTo>
                  <a:lnTo>
                    <a:pt x="675855" y="114833"/>
                  </a:lnTo>
                  <a:lnTo>
                    <a:pt x="675855" y="57429"/>
                  </a:lnTo>
                  <a:close/>
                </a:path>
                <a:path w="925830" h="923925">
                  <a:moveTo>
                    <a:pt x="703326" y="837234"/>
                  </a:moveTo>
                  <a:lnTo>
                    <a:pt x="700671" y="832472"/>
                  </a:lnTo>
                  <a:lnTo>
                    <a:pt x="696341" y="829551"/>
                  </a:lnTo>
                  <a:lnTo>
                    <a:pt x="692365" y="826643"/>
                  </a:lnTo>
                  <a:lnTo>
                    <a:pt x="686714" y="825411"/>
                  </a:lnTo>
                  <a:lnTo>
                    <a:pt x="678776" y="825411"/>
                  </a:lnTo>
                  <a:lnTo>
                    <a:pt x="677532" y="825588"/>
                  </a:lnTo>
                  <a:lnTo>
                    <a:pt x="678776" y="816749"/>
                  </a:lnTo>
                  <a:lnTo>
                    <a:pt x="701027" y="816749"/>
                  </a:lnTo>
                  <a:lnTo>
                    <a:pt x="701027" y="805713"/>
                  </a:lnTo>
                  <a:lnTo>
                    <a:pt x="669404" y="805713"/>
                  </a:lnTo>
                  <a:lnTo>
                    <a:pt x="665708" y="835825"/>
                  </a:lnTo>
                  <a:lnTo>
                    <a:pt x="667994" y="835482"/>
                  </a:lnTo>
                  <a:lnTo>
                    <a:pt x="670204" y="835291"/>
                  </a:lnTo>
                  <a:lnTo>
                    <a:pt x="684872" y="835291"/>
                  </a:lnTo>
                  <a:lnTo>
                    <a:pt x="689559" y="838923"/>
                  </a:lnTo>
                  <a:lnTo>
                    <a:pt x="689559" y="850925"/>
                  </a:lnTo>
                  <a:lnTo>
                    <a:pt x="683628" y="853579"/>
                  </a:lnTo>
                  <a:lnTo>
                    <a:pt x="672858" y="853579"/>
                  </a:lnTo>
                  <a:lnTo>
                    <a:pt x="667651" y="851992"/>
                  </a:lnTo>
                  <a:lnTo>
                    <a:pt x="665175" y="850747"/>
                  </a:lnTo>
                  <a:lnTo>
                    <a:pt x="662698" y="860818"/>
                  </a:lnTo>
                  <a:lnTo>
                    <a:pt x="665873" y="862507"/>
                  </a:lnTo>
                  <a:lnTo>
                    <a:pt x="671703" y="864095"/>
                  </a:lnTo>
                  <a:lnTo>
                    <a:pt x="678675" y="864095"/>
                  </a:lnTo>
                  <a:lnTo>
                    <a:pt x="689063" y="862444"/>
                  </a:lnTo>
                  <a:lnTo>
                    <a:pt x="696810" y="858037"/>
                  </a:lnTo>
                  <a:lnTo>
                    <a:pt x="701649" y="851611"/>
                  </a:lnTo>
                  <a:lnTo>
                    <a:pt x="703326" y="843953"/>
                  </a:lnTo>
                  <a:lnTo>
                    <a:pt x="703326" y="837234"/>
                  </a:lnTo>
                  <a:close/>
                </a:path>
                <a:path w="925830" h="923925">
                  <a:moveTo>
                    <a:pt x="853795" y="252717"/>
                  </a:moveTo>
                  <a:lnTo>
                    <a:pt x="832065" y="252717"/>
                  </a:lnTo>
                  <a:lnTo>
                    <a:pt x="832065" y="252552"/>
                  </a:lnTo>
                  <a:lnTo>
                    <a:pt x="837361" y="248132"/>
                  </a:lnTo>
                  <a:lnTo>
                    <a:pt x="843292" y="242493"/>
                  </a:lnTo>
                  <a:lnTo>
                    <a:pt x="848144" y="236588"/>
                  </a:lnTo>
                  <a:lnTo>
                    <a:pt x="851433" y="230251"/>
                  </a:lnTo>
                  <a:lnTo>
                    <a:pt x="852639" y="223304"/>
                  </a:lnTo>
                  <a:lnTo>
                    <a:pt x="851331" y="216154"/>
                  </a:lnTo>
                  <a:lnTo>
                    <a:pt x="847471" y="210477"/>
                  </a:lnTo>
                  <a:lnTo>
                    <a:pt x="841159" y="206730"/>
                  </a:lnTo>
                  <a:lnTo>
                    <a:pt x="832497" y="205384"/>
                  </a:lnTo>
                  <a:lnTo>
                    <a:pt x="824814" y="205384"/>
                  </a:lnTo>
                  <a:lnTo>
                    <a:pt x="818019" y="208026"/>
                  </a:lnTo>
                  <a:lnTo>
                    <a:pt x="813777" y="211302"/>
                  </a:lnTo>
                  <a:lnTo>
                    <a:pt x="817575" y="220840"/>
                  </a:lnTo>
                  <a:lnTo>
                    <a:pt x="820572" y="218630"/>
                  </a:lnTo>
                  <a:lnTo>
                    <a:pt x="824915" y="216154"/>
                  </a:lnTo>
                  <a:lnTo>
                    <a:pt x="836472" y="216154"/>
                  </a:lnTo>
                  <a:lnTo>
                    <a:pt x="839216" y="219862"/>
                  </a:lnTo>
                  <a:lnTo>
                    <a:pt x="839216" y="224548"/>
                  </a:lnTo>
                  <a:lnTo>
                    <a:pt x="838022" y="229616"/>
                  </a:lnTo>
                  <a:lnTo>
                    <a:pt x="834517" y="235064"/>
                  </a:lnTo>
                  <a:lnTo>
                    <a:pt x="828662" y="241363"/>
                  </a:lnTo>
                  <a:lnTo>
                    <a:pt x="820407" y="249008"/>
                  </a:lnTo>
                  <a:lnTo>
                    <a:pt x="813066" y="255638"/>
                  </a:lnTo>
                  <a:lnTo>
                    <a:pt x="813066" y="263766"/>
                  </a:lnTo>
                  <a:lnTo>
                    <a:pt x="853795" y="263766"/>
                  </a:lnTo>
                  <a:lnTo>
                    <a:pt x="853795" y="252717"/>
                  </a:lnTo>
                  <a:close/>
                </a:path>
                <a:path w="925830" h="923925">
                  <a:moveTo>
                    <a:pt x="858761" y="689076"/>
                  </a:moveTo>
                  <a:lnTo>
                    <a:pt x="851954" y="689076"/>
                  </a:lnTo>
                  <a:lnTo>
                    <a:pt x="851954" y="665670"/>
                  </a:lnTo>
                  <a:lnTo>
                    <a:pt x="851954" y="655421"/>
                  </a:lnTo>
                  <a:lnTo>
                    <a:pt x="839597" y="655421"/>
                  </a:lnTo>
                  <a:lnTo>
                    <a:pt x="839597" y="665670"/>
                  </a:lnTo>
                  <a:lnTo>
                    <a:pt x="839241" y="672731"/>
                  </a:lnTo>
                  <a:lnTo>
                    <a:pt x="839241" y="689076"/>
                  </a:lnTo>
                  <a:lnTo>
                    <a:pt x="826249" y="689076"/>
                  </a:lnTo>
                  <a:lnTo>
                    <a:pt x="833945" y="676363"/>
                  </a:lnTo>
                  <a:lnTo>
                    <a:pt x="835888" y="672731"/>
                  </a:lnTo>
                  <a:lnTo>
                    <a:pt x="837476" y="669378"/>
                  </a:lnTo>
                  <a:lnTo>
                    <a:pt x="839330" y="665670"/>
                  </a:lnTo>
                  <a:lnTo>
                    <a:pt x="839597" y="665670"/>
                  </a:lnTo>
                  <a:lnTo>
                    <a:pt x="839597" y="655421"/>
                  </a:lnTo>
                  <a:lnTo>
                    <a:pt x="835444" y="655421"/>
                  </a:lnTo>
                  <a:lnTo>
                    <a:pt x="813803" y="690397"/>
                  </a:lnTo>
                  <a:lnTo>
                    <a:pt x="813803" y="699135"/>
                  </a:lnTo>
                  <a:lnTo>
                    <a:pt x="839241" y="699135"/>
                  </a:lnTo>
                  <a:lnTo>
                    <a:pt x="839241" y="712838"/>
                  </a:lnTo>
                  <a:lnTo>
                    <a:pt x="851954" y="712838"/>
                  </a:lnTo>
                  <a:lnTo>
                    <a:pt x="851954" y="699135"/>
                  </a:lnTo>
                  <a:lnTo>
                    <a:pt x="858761" y="699135"/>
                  </a:lnTo>
                  <a:lnTo>
                    <a:pt x="858761" y="689076"/>
                  </a:lnTo>
                  <a:close/>
                </a:path>
                <a:path w="925830" h="923925">
                  <a:moveTo>
                    <a:pt x="925385" y="467309"/>
                  </a:moveTo>
                  <a:lnTo>
                    <a:pt x="919822" y="462102"/>
                  </a:lnTo>
                  <a:lnTo>
                    <a:pt x="912939" y="460857"/>
                  </a:lnTo>
                  <a:lnTo>
                    <a:pt x="912939" y="460679"/>
                  </a:lnTo>
                  <a:lnTo>
                    <a:pt x="920000" y="458304"/>
                  </a:lnTo>
                  <a:lnTo>
                    <a:pt x="923455" y="453440"/>
                  </a:lnTo>
                  <a:lnTo>
                    <a:pt x="923455" y="439483"/>
                  </a:lnTo>
                  <a:lnTo>
                    <a:pt x="916647" y="433031"/>
                  </a:lnTo>
                  <a:lnTo>
                    <a:pt x="896950" y="433031"/>
                  </a:lnTo>
                  <a:lnTo>
                    <a:pt x="890155" y="435152"/>
                  </a:lnTo>
                  <a:lnTo>
                    <a:pt x="886701" y="437362"/>
                  </a:lnTo>
                  <a:lnTo>
                    <a:pt x="889444" y="447078"/>
                  </a:lnTo>
                  <a:lnTo>
                    <a:pt x="891743" y="445668"/>
                  </a:lnTo>
                  <a:lnTo>
                    <a:pt x="896683" y="443636"/>
                  </a:lnTo>
                  <a:lnTo>
                    <a:pt x="907110" y="443636"/>
                  </a:lnTo>
                  <a:lnTo>
                    <a:pt x="909840" y="446201"/>
                  </a:lnTo>
                  <a:lnTo>
                    <a:pt x="909840" y="454494"/>
                  </a:lnTo>
                  <a:lnTo>
                    <a:pt x="904201" y="456260"/>
                  </a:lnTo>
                  <a:lnTo>
                    <a:pt x="894397" y="456260"/>
                  </a:lnTo>
                  <a:lnTo>
                    <a:pt x="894397" y="465886"/>
                  </a:lnTo>
                  <a:lnTo>
                    <a:pt x="905776" y="465886"/>
                  </a:lnTo>
                  <a:lnTo>
                    <a:pt x="911428" y="468452"/>
                  </a:lnTo>
                  <a:lnTo>
                    <a:pt x="911428" y="478434"/>
                  </a:lnTo>
                  <a:lnTo>
                    <a:pt x="907897" y="481787"/>
                  </a:lnTo>
                  <a:lnTo>
                    <a:pt x="895451" y="481787"/>
                  </a:lnTo>
                  <a:lnTo>
                    <a:pt x="889965" y="479577"/>
                  </a:lnTo>
                  <a:lnTo>
                    <a:pt x="887590" y="478256"/>
                  </a:lnTo>
                  <a:lnTo>
                    <a:pt x="884847" y="488416"/>
                  </a:lnTo>
                  <a:lnTo>
                    <a:pt x="888212" y="490448"/>
                  </a:lnTo>
                  <a:lnTo>
                    <a:pt x="894473" y="492391"/>
                  </a:lnTo>
                  <a:lnTo>
                    <a:pt x="901890" y="492391"/>
                  </a:lnTo>
                  <a:lnTo>
                    <a:pt x="911720" y="491070"/>
                  </a:lnTo>
                  <a:lnTo>
                    <a:pt x="919111" y="487413"/>
                  </a:lnTo>
                  <a:lnTo>
                    <a:pt x="923772" y="481876"/>
                  </a:lnTo>
                  <a:lnTo>
                    <a:pt x="925385" y="474903"/>
                  </a:lnTo>
                  <a:lnTo>
                    <a:pt x="925385" y="467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23201" y="1312173"/>
              <a:ext cx="626745" cy="506095"/>
            </a:xfrm>
            <a:custGeom>
              <a:avLst/>
              <a:gdLst/>
              <a:ahLst/>
              <a:cxnLst/>
              <a:rect l="l" t="t" r="r" b="b"/>
              <a:pathLst>
                <a:path w="626744" h="506094">
                  <a:moveTo>
                    <a:pt x="370522" y="0"/>
                  </a:moveTo>
                  <a:lnTo>
                    <a:pt x="367576" y="0"/>
                  </a:lnTo>
                  <a:lnTo>
                    <a:pt x="366369" y="1422"/>
                  </a:lnTo>
                  <a:lnTo>
                    <a:pt x="366369" y="425437"/>
                  </a:lnTo>
                  <a:lnTo>
                    <a:pt x="360857" y="426072"/>
                  </a:lnTo>
                  <a:lnTo>
                    <a:pt x="355930" y="428574"/>
                  </a:lnTo>
                  <a:lnTo>
                    <a:pt x="352234" y="432308"/>
                  </a:lnTo>
                  <a:lnTo>
                    <a:pt x="7226" y="230555"/>
                  </a:lnTo>
                  <a:lnTo>
                    <a:pt x="3225" y="231228"/>
                  </a:lnTo>
                  <a:lnTo>
                    <a:pt x="0" y="236728"/>
                  </a:lnTo>
                  <a:lnTo>
                    <a:pt x="1384" y="240563"/>
                  </a:lnTo>
                  <a:lnTo>
                    <a:pt x="346341" y="442290"/>
                  </a:lnTo>
                  <a:lnTo>
                    <a:pt x="345732" y="444398"/>
                  </a:lnTo>
                  <a:lnTo>
                    <a:pt x="345389" y="446633"/>
                  </a:lnTo>
                  <a:lnTo>
                    <a:pt x="345503" y="451104"/>
                  </a:lnTo>
                  <a:lnTo>
                    <a:pt x="328930" y="461645"/>
                  </a:lnTo>
                  <a:lnTo>
                    <a:pt x="327393" y="468490"/>
                  </a:lnTo>
                  <a:lnTo>
                    <a:pt x="333895" y="478701"/>
                  </a:lnTo>
                  <a:lnTo>
                    <a:pt x="340741" y="480199"/>
                  </a:lnTo>
                  <a:lnTo>
                    <a:pt x="357466" y="469544"/>
                  </a:lnTo>
                  <a:lnTo>
                    <a:pt x="360146" y="471068"/>
                  </a:lnTo>
                  <a:lnTo>
                    <a:pt x="363156" y="472071"/>
                  </a:lnTo>
                  <a:lnTo>
                    <a:pt x="366369" y="472427"/>
                  </a:lnTo>
                  <a:lnTo>
                    <a:pt x="366369" y="504215"/>
                  </a:lnTo>
                  <a:lnTo>
                    <a:pt x="367563" y="505637"/>
                  </a:lnTo>
                  <a:lnTo>
                    <a:pt x="370522" y="505637"/>
                  </a:lnTo>
                  <a:lnTo>
                    <a:pt x="371729" y="504215"/>
                  </a:lnTo>
                  <a:lnTo>
                    <a:pt x="371729" y="472427"/>
                  </a:lnTo>
                  <a:lnTo>
                    <a:pt x="377304" y="471805"/>
                  </a:lnTo>
                  <a:lnTo>
                    <a:pt x="382270" y="469239"/>
                  </a:lnTo>
                  <a:lnTo>
                    <a:pt x="385991" y="465429"/>
                  </a:lnTo>
                  <a:lnTo>
                    <a:pt x="426758" y="489242"/>
                  </a:lnTo>
                  <a:lnTo>
                    <a:pt x="430758" y="488569"/>
                  </a:lnTo>
                  <a:lnTo>
                    <a:pt x="433971" y="483057"/>
                  </a:lnTo>
                  <a:lnTo>
                    <a:pt x="432600" y="479234"/>
                  </a:lnTo>
                  <a:lnTo>
                    <a:pt x="391807" y="455396"/>
                  </a:lnTo>
                  <a:lnTo>
                    <a:pt x="392391" y="453339"/>
                  </a:lnTo>
                  <a:lnTo>
                    <a:pt x="392709" y="451167"/>
                  </a:lnTo>
                  <a:lnTo>
                    <a:pt x="392633" y="447179"/>
                  </a:lnTo>
                  <a:lnTo>
                    <a:pt x="624865" y="299389"/>
                  </a:lnTo>
                  <a:lnTo>
                    <a:pt x="626402" y="292544"/>
                  </a:lnTo>
                  <a:lnTo>
                    <a:pt x="623150" y="287451"/>
                  </a:lnTo>
                  <a:lnTo>
                    <a:pt x="619899" y="282346"/>
                  </a:lnTo>
                  <a:lnTo>
                    <a:pt x="613054" y="280835"/>
                  </a:lnTo>
                  <a:lnTo>
                    <a:pt x="381000" y="428523"/>
                  </a:lnTo>
                  <a:lnTo>
                    <a:pt x="378218" y="426897"/>
                  </a:lnTo>
                  <a:lnTo>
                    <a:pt x="375081" y="425818"/>
                  </a:lnTo>
                  <a:lnTo>
                    <a:pt x="371729" y="425437"/>
                  </a:lnTo>
                  <a:lnTo>
                    <a:pt x="371729" y="1422"/>
                  </a:lnTo>
                  <a:lnTo>
                    <a:pt x="370522" y="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32662" y="1583551"/>
              <a:ext cx="307975" cy="205104"/>
            </a:xfrm>
            <a:custGeom>
              <a:avLst/>
              <a:gdLst/>
              <a:ahLst/>
              <a:cxnLst/>
              <a:rect l="l" t="t" r="r" b="b"/>
              <a:pathLst>
                <a:path w="307975" h="205105">
                  <a:moveTo>
                    <a:pt x="294131" y="0"/>
                  </a:moveTo>
                  <a:lnTo>
                    <a:pt x="62077" y="147675"/>
                  </a:lnTo>
                  <a:lnTo>
                    <a:pt x="58572" y="145630"/>
                  </a:lnTo>
                  <a:lnTo>
                    <a:pt x="54495" y="144449"/>
                  </a:lnTo>
                  <a:lnTo>
                    <a:pt x="50126" y="144449"/>
                  </a:lnTo>
                  <a:lnTo>
                    <a:pt x="40916" y="146308"/>
                  </a:lnTo>
                  <a:lnTo>
                    <a:pt x="33396" y="151377"/>
                  </a:lnTo>
                  <a:lnTo>
                    <a:pt x="28325" y="158894"/>
                  </a:lnTo>
                  <a:lnTo>
                    <a:pt x="26466" y="168097"/>
                  </a:lnTo>
                  <a:lnTo>
                    <a:pt x="26581" y="170281"/>
                  </a:lnTo>
                  <a:lnTo>
                    <a:pt x="1549" y="186207"/>
                  </a:lnTo>
                  <a:lnTo>
                    <a:pt x="0" y="193039"/>
                  </a:lnTo>
                  <a:lnTo>
                    <a:pt x="6515" y="203238"/>
                  </a:lnTo>
                  <a:lnTo>
                    <a:pt x="13360" y="204749"/>
                  </a:lnTo>
                  <a:lnTo>
                    <a:pt x="38544" y="188721"/>
                  </a:lnTo>
                  <a:lnTo>
                    <a:pt x="41960" y="190652"/>
                  </a:lnTo>
                  <a:lnTo>
                    <a:pt x="45910" y="191769"/>
                  </a:lnTo>
                  <a:lnTo>
                    <a:pt x="50126" y="191769"/>
                  </a:lnTo>
                  <a:lnTo>
                    <a:pt x="59336" y="189909"/>
                  </a:lnTo>
                  <a:lnTo>
                    <a:pt x="66857" y="184835"/>
                  </a:lnTo>
                  <a:lnTo>
                    <a:pt x="71927" y="177314"/>
                  </a:lnTo>
                  <a:lnTo>
                    <a:pt x="73761" y="166928"/>
                  </a:lnTo>
                  <a:lnTo>
                    <a:pt x="73698" y="166357"/>
                  </a:lnTo>
                  <a:lnTo>
                    <a:pt x="305943" y="18554"/>
                  </a:lnTo>
                  <a:lnTo>
                    <a:pt x="307479" y="11709"/>
                  </a:lnTo>
                  <a:lnTo>
                    <a:pt x="304228" y="6616"/>
                  </a:lnTo>
                  <a:lnTo>
                    <a:pt x="300990" y="1511"/>
                  </a:lnTo>
                  <a:lnTo>
                    <a:pt x="294131" y="0"/>
                  </a:lnTo>
                  <a:close/>
                </a:path>
              </a:pathLst>
            </a:custGeom>
            <a:solidFill>
              <a:srgbClr val="DD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18379" y="1535961"/>
              <a:ext cx="429895" cy="256540"/>
            </a:xfrm>
            <a:custGeom>
              <a:avLst/>
              <a:gdLst/>
              <a:ahLst/>
              <a:cxnLst/>
              <a:rect l="l" t="t" r="r" b="b"/>
              <a:pathLst>
                <a:path w="429894" h="256539">
                  <a:moveTo>
                    <a:pt x="7226" y="0"/>
                  </a:moveTo>
                  <a:lnTo>
                    <a:pt x="3213" y="673"/>
                  </a:lnTo>
                  <a:lnTo>
                    <a:pt x="0" y="6197"/>
                  </a:lnTo>
                  <a:lnTo>
                    <a:pt x="1384" y="10020"/>
                  </a:lnTo>
                  <a:lnTo>
                    <a:pt x="348716" y="213131"/>
                  </a:lnTo>
                  <a:lnTo>
                    <a:pt x="348500" y="215696"/>
                  </a:lnTo>
                  <a:lnTo>
                    <a:pt x="348500" y="224485"/>
                  </a:lnTo>
                  <a:lnTo>
                    <a:pt x="355625" y="231597"/>
                  </a:lnTo>
                  <a:lnTo>
                    <a:pt x="368173" y="231597"/>
                  </a:lnTo>
                  <a:lnTo>
                    <a:pt x="371627" y="230301"/>
                  </a:lnTo>
                  <a:lnTo>
                    <a:pt x="374357" y="228104"/>
                  </a:lnTo>
                  <a:lnTo>
                    <a:pt x="422122" y="256006"/>
                  </a:lnTo>
                  <a:lnTo>
                    <a:pt x="426123" y="255333"/>
                  </a:lnTo>
                  <a:lnTo>
                    <a:pt x="429348" y="249834"/>
                  </a:lnTo>
                  <a:lnTo>
                    <a:pt x="427964" y="245986"/>
                  </a:lnTo>
                  <a:lnTo>
                    <a:pt x="424662" y="244068"/>
                  </a:lnTo>
                  <a:lnTo>
                    <a:pt x="380149" y="218058"/>
                  </a:lnTo>
                  <a:lnTo>
                    <a:pt x="380314" y="215696"/>
                  </a:lnTo>
                  <a:lnTo>
                    <a:pt x="380314" y="206908"/>
                  </a:lnTo>
                  <a:lnTo>
                    <a:pt x="373189" y="199783"/>
                  </a:lnTo>
                  <a:lnTo>
                    <a:pt x="360718" y="199783"/>
                  </a:lnTo>
                  <a:lnTo>
                    <a:pt x="357314" y="201040"/>
                  </a:lnTo>
                  <a:lnTo>
                    <a:pt x="354609" y="203149"/>
                  </a:lnTo>
                  <a:lnTo>
                    <a:pt x="7226" y="0"/>
                  </a:lnTo>
                  <a:close/>
                </a:path>
              </a:pathLst>
            </a:custGeom>
            <a:solidFill>
              <a:srgbClr val="F1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1625" y="1302715"/>
              <a:ext cx="22301" cy="50565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477680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4">
                  <a:moveTo>
                    <a:pt x="7924" y="0"/>
                  </a:moveTo>
                  <a:lnTo>
                    <a:pt x="5105" y="0"/>
                  </a:lnTo>
                  <a:lnTo>
                    <a:pt x="2286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86" y="10210"/>
                  </a:lnTo>
                  <a:lnTo>
                    <a:pt x="7924" y="10210"/>
                  </a:lnTo>
                  <a:lnTo>
                    <a:pt x="10198" y="7924"/>
                  </a:lnTo>
                  <a:lnTo>
                    <a:pt x="10198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E6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9382" y="1201699"/>
              <a:ext cx="46812" cy="4682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9382" y="2253234"/>
              <a:ext cx="46812" cy="4681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85784" y="1726197"/>
              <a:ext cx="46799" cy="4683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3462" y="1152322"/>
              <a:ext cx="1198676" cy="119866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26551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34" y="0"/>
                  </a:moveTo>
                  <a:lnTo>
                    <a:pt x="508240" y="2041"/>
                  </a:lnTo>
                  <a:lnTo>
                    <a:pt x="461380" y="8055"/>
                  </a:lnTo>
                  <a:lnTo>
                    <a:pt x="415820" y="17874"/>
                  </a:lnTo>
                  <a:lnTo>
                    <a:pt x="371728" y="31331"/>
                  </a:lnTo>
                  <a:lnTo>
                    <a:pt x="329270" y="48259"/>
                  </a:lnTo>
                  <a:lnTo>
                    <a:pt x="288614" y="68492"/>
                  </a:lnTo>
                  <a:lnTo>
                    <a:pt x="249927" y="91862"/>
                  </a:lnTo>
                  <a:lnTo>
                    <a:pt x="213375" y="118202"/>
                  </a:lnTo>
                  <a:lnTo>
                    <a:pt x="179126" y="147346"/>
                  </a:lnTo>
                  <a:lnTo>
                    <a:pt x="147346" y="179126"/>
                  </a:lnTo>
                  <a:lnTo>
                    <a:pt x="118202" y="213375"/>
                  </a:lnTo>
                  <a:lnTo>
                    <a:pt x="91862" y="249927"/>
                  </a:lnTo>
                  <a:lnTo>
                    <a:pt x="68492" y="288614"/>
                  </a:lnTo>
                  <a:lnTo>
                    <a:pt x="48259" y="329270"/>
                  </a:lnTo>
                  <a:lnTo>
                    <a:pt x="31331" y="371728"/>
                  </a:lnTo>
                  <a:lnTo>
                    <a:pt x="17874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4" y="696653"/>
                  </a:lnTo>
                  <a:lnTo>
                    <a:pt x="31331" y="740747"/>
                  </a:lnTo>
                  <a:lnTo>
                    <a:pt x="48259" y="783205"/>
                  </a:lnTo>
                  <a:lnTo>
                    <a:pt x="68492" y="823862"/>
                  </a:lnTo>
                  <a:lnTo>
                    <a:pt x="91862" y="862551"/>
                  </a:lnTo>
                  <a:lnTo>
                    <a:pt x="118202" y="899103"/>
                  </a:lnTo>
                  <a:lnTo>
                    <a:pt x="147346" y="933353"/>
                  </a:lnTo>
                  <a:lnTo>
                    <a:pt x="179126" y="965134"/>
                  </a:lnTo>
                  <a:lnTo>
                    <a:pt x="213375" y="994278"/>
                  </a:lnTo>
                  <a:lnTo>
                    <a:pt x="249927" y="1020618"/>
                  </a:lnTo>
                  <a:lnTo>
                    <a:pt x="288614" y="1043988"/>
                  </a:lnTo>
                  <a:lnTo>
                    <a:pt x="329270" y="1064221"/>
                  </a:lnTo>
                  <a:lnTo>
                    <a:pt x="371728" y="1081150"/>
                  </a:lnTo>
                  <a:lnTo>
                    <a:pt x="415820" y="1094607"/>
                  </a:lnTo>
                  <a:lnTo>
                    <a:pt x="461380" y="1104426"/>
                  </a:lnTo>
                  <a:lnTo>
                    <a:pt x="508240" y="1110440"/>
                  </a:lnTo>
                  <a:lnTo>
                    <a:pt x="556234" y="1112481"/>
                  </a:lnTo>
                  <a:lnTo>
                    <a:pt x="604230" y="1110440"/>
                  </a:lnTo>
                  <a:lnTo>
                    <a:pt x="651092" y="1104426"/>
                  </a:lnTo>
                  <a:lnTo>
                    <a:pt x="696653" y="1094607"/>
                  </a:lnTo>
                  <a:lnTo>
                    <a:pt x="740747" y="1081150"/>
                  </a:lnTo>
                  <a:lnTo>
                    <a:pt x="783205" y="1064221"/>
                  </a:lnTo>
                  <a:lnTo>
                    <a:pt x="823862" y="1043988"/>
                  </a:lnTo>
                  <a:lnTo>
                    <a:pt x="862551" y="1020618"/>
                  </a:lnTo>
                  <a:lnTo>
                    <a:pt x="899103" y="994278"/>
                  </a:lnTo>
                  <a:lnTo>
                    <a:pt x="933353" y="965134"/>
                  </a:lnTo>
                  <a:lnTo>
                    <a:pt x="965134" y="933353"/>
                  </a:lnTo>
                  <a:lnTo>
                    <a:pt x="994278" y="899103"/>
                  </a:lnTo>
                  <a:lnTo>
                    <a:pt x="1020618" y="862551"/>
                  </a:lnTo>
                  <a:lnTo>
                    <a:pt x="1043988" y="823862"/>
                  </a:lnTo>
                  <a:lnTo>
                    <a:pt x="1064221" y="783205"/>
                  </a:lnTo>
                  <a:lnTo>
                    <a:pt x="1081150" y="740747"/>
                  </a:lnTo>
                  <a:lnTo>
                    <a:pt x="1094607" y="696653"/>
                  </a:lnTo>
                  <a:lnTo>
                    <a:pt x="1104426" y="651092"/>
                  </a:lnTo>
                  <a:lnTo>
                    <a:pt x="1110440" y="604230"/>
                  </a:lnTo>
                  <a:lnTo>
                    <a:pt x="1112481" y="556234"/>
                  </a:lnTo>
                  <a:lnTo>
                    <a:pt x="1110440" y="508240"/>
                  </a:lnTo>
                  <a:lnTo>
                    <a:pt x="1104426" y="461380"/>
                  </a:lnTo>
                  <a:lnTo>
                    <a:pt x="1094607" y="415820"/>
                  </a:lnTo>
                  <a:lnTo>
                    <a:pt x="1081150" y="371728"/>
                  </a:lnTo>
                  <a:lnTo>
                    <a:pt x="1064221" y="329270"/>
                  </a:lnTo>
                  <a:lnTo>
                    <a:pt x="1043988" y="288614"/>
                  </a:lnTo>
                  <a:lnTo>
                    <a:pt x="1020618" y="249927"/>
                  </a:lnTo>
                  <a:lnTo>
                    <a:pt x="994278" y="213375"/>
                  </a:lnTo>
                  <a:lnTo>
                    <a:pt x="965134" y="179126"/>
                  </a:lnTo>
                  <a:lnTo>
                    <a:pt x="933353" y="147346"/>
                  </a:lnTo>
                  <a:lnTo>
                    <a:pt x="899103" y="118202"/>
                  </a:lnTo>
                  <a:lnTo>
                    <a:pt x="862551" y="91862"/>
                  </a:lnTo>
                  <a:lnTo>
                    <a:pt x="823862" y="68492"/>
                  </a:lnTo>
                  <a:lnTo>
                    <a:pt x="783205" y="48260"/>
                  </a:lnTo>
                  <a:lnTo>
                    <a:pt x="740747" y="31331"/>
                  </a:lnTo>
                  <a:lnTo>
                    <a:pt x="696653" y="17874"/>
                  </a:lnTo>
                  <a:lnTo>
                    <a:pt x="651092" y="8055"/>
                  </a:lnTo>
                  <a:lnTo>
                    <a:pt x="604230" y="2041"/>
                  </a:lnTo>
                  <a:lnTo>
                    <a:pt x="55623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3462" y="1152322"/>
              <a:ext cx="1198676" cy="119866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26551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34" y="0"/>
                  </a:moveTo>
                  <a:lnTo>
                    <a:pt x="508240" y="2041"/>
                  </a:lnTo>
                  <a:lnTo>
                    <a:pt x="461380" y="8055"/>
                  </a:lnTo>
                  <a:lnTo>
                    <a:pt x="415820" y="17874"/>
                  </a:lnTo>
                  <a:lnTo>
                    <a:pt x="371728" y="31331"/>
                  </a:lnTo>
                  <a:lnTo>
                    <a:pt x="329270" y="48259"/>
                  </a:lnTo>
                  <a:lnTo>
                    <a:pt x="288614" y="68492"/>
                  </a:lnTo>
                  <a:lnTo>
                    <a:pt x="249927" y="91862"/>
                  </a:lnTo>
                  <a:lnTo>
                    <a:pt x="213375" y="118202"/>
                  </a:lnTo>
                  <a:lnTo>
                    <a:pt x="179126" y="147346"/>
                  </a:lnTo>
                  <a:lnTo>
                    <a:pt x="147346" y="179126"/>
                  </a:lnTo>
                  <a:lnTo>
                    <a:pt x="118202" y="213375"/>
                  </a:lnTo>
                  <a:lnTo>
                    <a:pt x="91862" y="249927"/>
                  </a:lnTo>
                  <a:lnTo>
                    <a:pt x="68492" y="288614"/>
                  </a:lnTo>
                  <a:lnTo>
                    <a:pt x="48259" y="329270"/>
                  </a:lnTo>
                  <a:lnTo>
                    <a:pt x="31331" y="371728"/>
                  </a:lnTo>
                  <a:lnTo>
                    <a:pt x="17874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4" y="696653"/>
                  </a:lnTo>
                  <a:lnTo>
                    <a:pt x="31331" y="740747"/>
                  </a:lnTo>
                  <a:lnTo>
                    <a:pt x="48259" y="783205"/>
                  </a:lnTo>
                  <a:lnTo>
                    <a:pt x="68492" y="823862"/>
                  </a:lnTo>
                  <a:lnTo>
                    <a:pt x="91862" y="862551"/>
                  </a:lnTo>
                  <a:lnTo>
                    <a:pt x="118202" y="899103"/>
                  </a:lnTo>
                  <a:lnTo>
                    <a:pt x="147346" y="933353"/>
                  </a:lnTo>
                  <a:lnTo>
                    <a:pt x="179126" y="965134"/>
                  </a:lnTo>
                  <a:lnTo>
                    <a:pt x="213375" y="994278"/>
                  </a:lnTo>
                  <a:lnTo>
                    <a:pt x="249927" y="1020618"/>
                  </a:lnTo>
                  <a:lnTo>
                    <a:pt x="288614" y="1043988"/>
                  </a:lnTo>
                  <a:lnTo>
                    <a:pt x="329270" y="1064221"/>
                  </a:lnTo>
                  <a:lnTo>
                    <a:pt x="371728" y="1081150"/>
                  </a:lnTo>
                  <a:lnTo>
                    <a:pt x="415820" y="1094607"/>
                  </a:lnTo>
                  <a:lnTo>
                    <a:pt x="461380" y="1104426"/>
                  </a:lnTo>
                  <a:lnTo>
                    <a:pt x="508240" y="1110440"/>
                  </a:lnTo>
                  <a:lnTo>
                    <a:pt x="556234" y="1112481"/>
                  </a:lnTo>
                  <a:lnTo>
                    <a:pt x="604230" y="1110440"/>
                  </a:lnTo>
                  <a:lnTo>
                    <a:pt x="651092" y="1104426"/>
                  </a:lnTo>
                  <a:lnTo>
                    <a:pt x="696653" y="1094607"/>
                  </a:lnTo>
                  <a:lnTo>
                    <a:pt x="740747" y="1081150"/>
                  </a:lnTo>
                  <a:lnTo>
                    <a:pt x="783205" y="1064221"/>
                  </a:lnTo>
                  <a:lnTo>
                    <a:pt x="823862" y="1043988"/>
                  </a:lnTo>
                  <a:lnTo>
                    <a:pt x="862551" y="1020618"/>
                  </a:lnTo>
                  <a:lnTo>
                    <a:pt x="899103" y="994278"/>
                  </a:lnTo>
                  <a:lnTo>
                    <a:pt x="933353" y="965134"/>
                  </a:lnTo>
                  <a:lnTo>
                    <a:pt x="965134" y="933353"/>
                  </a:lnTo>
                  <a:lnTo>
                    <a:pt x="994278" y="899103"/>
                  </a:lnTo>
                  <a:lnTo>
                    <a:pt x="1020618" y="862551"/>
                  </a:lnTo>
                  <a:lnTo>
                    <a:pt x="1043988" y="823862"/>
                  </a:lnTo>
                  <a:lnTo>
                    <a:pt x="1064221" y="783205"/>
                  </a:lnTo>
                  <a:lnTo>
                    <a:pt x="1081150" y="740747"/>
                  </a:lnTo>
                  <a:lnTo>
                    <a:pt x="1094607" y="696653"/>
                  </a:lnTo>
                  <a:lnTo>
                    <a:pt x="1104426" y="651092"/>
                  </a:lnTo>
                  <a:lnTo>
                    <a:pt x="1110440" y="604230"/>
                  </a:lnTo>
                  <a:lnTo>
                    <a:pt x="1112481" y="556234"/>
                  </a:lnTo>
                  <a:lnTo>
                    <a:pt x="1110440" y="508240"/>
                  </a:lnTo>
                  <a:lnTo>
                    <a:pt x="1104426" y="461380"/>
                  </a:lnTo>
                  <a:lnTo>
                    <a:pt x="1094607" y="415820"/>
                  </a:lnTo>
                  <a:lnTo>
                    <a:pt x="1081150" y="371728"/>
                  </a:lnTo>
                  <a:lnTo>
                    <a:pt x="1064221" y="329270"/>
                  </a:lnTo>
                  <a:lnTo>
                    <a:pt x="1043988" y="288614"/>
                  </a:lnTo>
                  <a:lnTo>
                    <a:pt x="1020618" y="249927"/>
                  </a:lnTo>
                  <a:lnTo>
                    <a:pt x="994278" y="213375"/>
                  </a:lnTo>
                  <a:lnTo>
                    <a:pt x="965134" y="179126"/>
                  </a:lnTo>
                  <a:lnTo>
                    <a:pt x="933353" y="147346"/>
                  </a:lnTo>
                  <a:lnTo>
                    <a:pt x="899103" y="118202"/>
                  </a:lnTo>
                  <a:lnTo>
                    <a:pt x="862551" y="91862"/>
                  </a:lnTo>
                  <a:lnTo>
                    <a:pt x="823862" y="68492"/>
                  </a:lnTo>
                  <a:lnTo>
                    <a:pt x="783205" y="48260"/>
                  </a:lnTo>
                  <a:lnTo>
                    <a:pt x="740747" y="31331"/>
                  </a:lnTo>
                  <a:lnTo>
                    <a:pt x="696653" y="17874"/>
                  </a:lnTo>
                  <a:lnTo>
                    <a:pt x="651092" y="8055"/>
                  </a:lnTo>
                  <a:lnTo>
                    <a:pt x="604230" y="2041"/>
                  </a:lnTo>
                  <a:lnTo>
                    <a:pt x="556234" y="0"/>
                  </a:lnTo>
                  <a:close/>
                </a:path>
              </a:pathLst>
            </a:custGeom>
            <a:solidFill>
              <a:srgbClr val="DED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7285" y="1256131"/>
              <a:ext cx="991019" cy="991044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459588" y="1450430"/>
              <a:ext cx="46990" cy="356870"/>
            </a:xfrm>
            <a:custGeom>
              <a:avLst/>
              <a:gdLst/>
              <a:ahLst/>
              <a:cxnLst/>
              <a:rect l="l" t="t" r="r" b="b"/>
              <a:pathLst>
                <a:path w="46990" h="356869">
                  <a:moveTo>
                    <a:pt x="28057" y="0"/>
                  </a:moveTo>
                  <a:lnTo>
                    <a:pt x="22012" y="25"/>
                  </a:lnTo>
                  <a:lnTo>
                    <a:pt x="15967" y="50"/>
                  </a:lnTo>
                  <a:lnTo>
                    <a:pt x="11039" y="5054"/>
                  </a:lnTo>
                  <a:lnTo>
                    <a:pt x="12449" y="280111"/>
                  </a:lnTo>
                  <a:lnTo>
                    <a:pt x="8829" y="281990"/>
                  </a:lnTo>
                  <a:lnTo>
                    <a:pt x="5654" y="284797"/>
                  </a:lnTo>
                  <a:lnTo>
                    <a:pt x="3330" y="288505"/>
                  </a:lnTo>
                  <a:lnTo>
                    <a:pt x="0" y="297284"/>
                  </a:lnTo>
                  <a:lnTo>
                    <a:pt x="287" y="306346"/>
                  </a:lnTo>
                  <a:lnTo>
                    <a:pt x="3954" y="314641"/>
                  </a:lnTo>
                  <a:lnTo>
                    <a:pt x="10760" y="321119"/>
                  </a:lnTo>
                  <a:lnTo>
                    <a:pt x="12665" y="322186"/>
                  </a:lnTo>
                  <a:lnTo>
                    <a:pt x="12804" y="351853"/>
                  </a:lnTo>
                  <a:lnTo>
                    <a:pt x="17770" y="356806"/>
                  </a:lnTo>
                  <a:lnTo>
                    <a:pt x="29873" y="356730"/>
                  </a:lnTo>
                  <a:lnTo>
                    <a:pt x="34801" y="351726"/>
                  </a:lnTo>
                  <a:lnTo>
                    <a:pt x="34648" y="321894"/>
                  </a:lnTo>
                  <a:lnTo>
                    <a:pt x="38103" y="320014"/>
                  </a:lnTo>
                  <a:lnTo>
                    <a:pt x="41138" y="317258"/>
                  </a:lnTo>
                  <a:lnTo>
                    <a:pt x="43386" y="313702"/>
                  </a:lnTo>
                  <a:lnTo>
                    <a:pt x="46717" y="304916"/>
                  </a:lnTo>
                  <a:lnTo>
                    <a:pt x="46431" y="295851"/>
                  </a:lnTo>
                  <a:lnTo>
                    <a:pt x="42768" y="287554"/>
                  </a:lnTo>
                  <a:lnTo>
                    <a:pt x="35461" y="280758"/>
                  </a:lnTo>
                  <a:lnTo>
                    <a:pt x="34433" y="280212"/>
                  </a:lnTo>
                  <a:lnTo>
                    <a:pt x="33036" y="4940"/>
                  </a:lnTo>
                  <a:lnTo>
                    <a:pt x="28057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06027" y="1734686"/>
              <a:ext cx="494030" cy="31750"/>
            </a:xfrm>
            <a:custGeom>
              <a:avLst/>
              <a:gdLst/>
              <a:ahLst/>
              <a:cxnLst/>
              <a:rect l="l" t="t" r="r" b="b"/>
              <a:pathLst>
                <a:path w="494030" h="31750">
                  <a:moveTo>
                    <a:pt x="71510" y="0"/>
                  </a:moveTo>
                  <a:lnTo>
                    <a:pt x="65506" y="1948"/>
                  </a:lnTo>
                  <a:lnTo>
                    <a:pt x="62229" y="3802"/>
                  </a:lnTo>
                  <a:lnTo>
                    <a:pt x="59855" y="6634"/>
                  </a:lnTo>
                  <a:lnTo>
                    <a:pt x="58572" y="9873"/>
                  </a:lnTo>
                  <a:lnTo>
                    <a:pt x="3251" y="9060"/>
                  </a:lnTo>
                  <a:lnTo>
                    <a:pt x="101" y="11613"/>
                  </a:lnTo>
                  <a:lnTo>
                    <a:pt x="0" y="17988"/>
                  </a:lnTo>
                  <a:lnTo>
                    <a:pt x="3086" y="20655"/>
                  </a:lnTo>
                  <a:lnTo>
                    <a:pt x="6908" y="20706"/>
                  </a:lnTo>
                  <a:lnTo>
                    <a:pt x="58458" y="21481"/>
                  </a:lnTo>
                  <a:lnTo>
                    <a:pt x="59474" y="23627"/>
                  </a:lnTo>
                  <a:lnTo>
                    <a:pt x="63606" y="28402"/>
                  </a:lnTo>
                  <a:lnTo>
                    <a:pt x="69061" y="31131"/>
                  </a:lnTo>
                  <a:lnTo>
                    <a:pt x="75142" y="31619"/>
                  </a:lnTo>
                  <a:lnTo>
                    <a:pt x="81152" y="29672"/>
                  </a:lnTo>
                  <a:lnTo>
                    <a:pt x="84366" y="27843"/>
                  </a:lnTo>
                  <a:lnTo>
                    <a:pt x="86702" y="25088"/>
                  </a:lnTo>
                  <a:lnTo>
                    <a:pt x="88023" y="21913"/>
                  </a:lnTo>
                  <a:lnTo>
                    <a:pt x="490397" y="28123"/>
                  </a:lnTo>
                  <a:lnTo>
                    <a:pt x="493560" y="25557"/>
                  </a:lnTo>
                  <a:lnTo>
                    <a:pt x="493648" y="19182"/>
                  </a:lnTo>
                  <a:lnTo>
                    <a:pt x="490562" y="16528"/>
                  </a:lnTo>
                  <a:lnTo>
                    <a:pt x="88252" y="10317"/>
                  </a:lnTo>
                  <a:lnTo>
                    <a:pt x="87172" y="7993"/>
                  </a:lnTo>
                  <a:lnTo>
                    <a:pt x="83040" y="3213"/>
                  </a:lnTo>
                  <a:lnTo>
                    <a:pt x="77587" y="484"/>
                  </a:lnTo>
                  <a:lnTo>
                    <a:pt x="7151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4056" y="1203287"/>
              <a:ext cx="37452" cy="3746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4055" y="2272589"/>
              <a:ext cx="37452" cy="3743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99335" y="1745551"/>
              <a:ext cx="37452" cy="3745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7658" y="1738884"/>
              <a:ext cx="37464" cy="3746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71625" y="1740496"/>
              <a:ext cx="22301" cy="22313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477680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4">
                  <a:moveTo>
                    <a:pt x="7924" y="0"/>
                  </a:moveTo>
                  <a:lnTo>
                    <a:pt x="5105" y="0"/>
                  </a:lnTo>
                  <a:lnTo>
                    <a:pt x="2286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86" y="10210"/>
                  </a:lnTo>
                  <a:lnTo>
                    <a:pt x="7924" y="10210"/>
                  </a:lnTo>
                  <a:lnTo>
                    <a:pt x="10198" y="7924"/>
                  </a:lnTo>
                  <a:lnTo>
                    <a:pt x="10198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9309" y="1198182"/>
              <a:ext cx="1106932" cy="1106944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01900" y="314387"/>
            <a:ext cx="1079500" cy="13042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14960" marR="166370" algn="ctr">
              <a:lnSpc>
                <a:spcPts val="1500"/>
              </a:lnSpc>
              <a:spcBef>
                <a:spcPts val="400"/>
              </a:spcBef>
            </a:pPr>
            <a:r>
              <a:rPr sz="1500" b="1" spc="-10" dirty="0">
                <a:solidFill>
                  <a:srgbClr val="FFFFFF"/>
                </a:solidFill>
                <a:latin typeface="Trebuchet MS"/>
                <a:cs typeface="Trebuchet MS"/>
              </a:rPr>
              <a:t>Analiz </a:t>
            </a:r>
            <a:r>
              <a:rPr sz="15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5" dirty="0">
                <a:solidFill>
                  <a:srgbClr val="FFFFFF"/>
                </a:solidFill>
                <a:latin typeface="Trebuchet MS"/>
                <a:cs typeface="Trebuchet MS"/>
              </a:rPr>
              <a:t>Sen</a:t>
            </a:r>
            <a:r>
              <a:rPr sz="1500" b="1" spc="-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500" b="1" spc="-7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500" b="1" spc="-55" dirty="0">
                <a:solidFill>
                  <a:srgbClr val="FFFFFF"/>
                </a:solidFill>
                <a:latin typeface="Trebuchet MS"/>
                <a:cs typeface="Trebuchet MS"/>
              </a:rPr>
              <a:t>z</a:t>
            </a:r>
            <a:endParaRPr sz="1500">
              <a:latin typeface="Trebuchet MS"/>
              <a:cs typeface="Trebuchet MS"/>
            </a:endParaRPr>
          </a:p>
          <a:p>
            <a:pPr marL="84455">
              <a:lnSpc>
                <a:spcPts val="1689"/>
              </a:lnSpc>
            </a:pPr>
            <a:r>
              <a:rPr sz="1500" b="1" spc="-125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5" dirty="0">
                <a:solidFill>
                  <a:srgbClr val="FFFFFF"/>
                </a:solidFill>
                <a:latin typeface="Yu Gothic UI"/>
                <a:cs typeface="Yu Gothic UI"/>
              </a:rPr>
              <a:t>e</a:t>
            </a:r>
            <a:r>
              <a:rPr sz="1500" b="1" spc="-10" dirty="0">
                <a:solidFill>
                  <a:srgbClr val="FFFFFF"/>
                </a:solidFill>
                <a:latin typeface="Yu Gothic UI"/>
                <a:cs typeface="Yu Gothic UI"/>
              </a:rPr>
              <a:t>s</a:t>
            </a:r>
            <a:r>
              <a:rPr sz="1500" b="1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-8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Yu Gothic UI"/>
                <a:cs typeface="Yu Gothic UI"/>
              </a:rPr>
              <a:t>-</a:t>
            </a:r>
            <a:r>
              <a:rPr sz="1500" b="1" spc="-16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14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  <a:p>
            <a:pPr marL="38100">
              <a:lnSpc>
                <a:spcPts val="1150"/>
              </a:lnSpc>
              <a:spcBef>
                <a:spcPts val="885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3.</a:t>
            </a:r>
            <a:endParaRPr sz="1000">
              <a:latin typeface="Arial"/>
              <a:cs typeface="Arial"/>
            </a:endParaRPr>
          </a:p>
          <a:p>
            <a:pPr marL="699135">
              <a:lnSpc>
                <a:spcPts val="1030"/>
              </a:lnSpc>
            </a:pPr>
            <a:r>
              <a:rPr sz="1350" spc="-7" baseline="-33950" dirty="0">
                <a:solidFill>
                  <a:srgbClr val="231F20"/>
                </a:solidFill>
                <a:latin typeface="Microsoft Sans Serif"/>
                <a:cs typeface="Microsoft Sans Serif"/>
              </a:rPr>
              <a:t>11</a:t>
            </a:r>
            <a:r>
              <a:rPr sz="1350" spc="547" baseline="-339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12</a:t>
            </a:r>
            <a:endParaRPr sz="900">
              <a:latin typeface="Microsoft Sans Serif"/>
              <a:cs typeface="Microsoft Sans Serif"/>
            </a:endParaRPr>
          </a:p>
          <a:p>
            <a:pPr marL="134620" algn="ctr">
              <a:lnSpc>
                <a:spcPct val="100000"/>
              </a:lnSpc>
              <a:spcBef>
                <a:spcPts val="925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12742" y="2053401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60505" y="204340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838572" y="1883578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823416" y="1433109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656697" y="129795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80994" y="1616711"/>
            <a:ext cx="150495" cy="4330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9</a:t>
            </a:r>
            <a:endParaRPr sz="900">
              <a:latin typeface="Microsoft Sans Serif"/>
              <a:cs typeface="Microsoft Sans Serif"/>
            </a:endParaRPr>
          </a:p>
          <a:p>
            <a:pPr marL="73025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8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907561" y="1671962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434144" y="210048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6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476919" y="1635398"/>
            <a:ext cx="119380" cy="115570"/>
          </a:xfrm>
          <a:custGeom>
            <a:avLst/>
            <a:gdLst/>
            <a:ahLst/>
            <a:cxnLst/>
            <a:rect l="l" t="t" r="r" b="b"/>
            <a:pathLst>
              <a:path w="119380" h="115569">
                <a:moveTo>
                  <a:pt x="0" y="63"/>
                </a:moveTo>
                <a:lnTo>
                  <a:pt x="1320" y="25"/>
                </a:lnTo>
                <a:lnTo>
                  <a:pt x="2654" y="0"/>
                </a:lnTo>
                <a:lnTo>
                  <a:pt x="4000" y="0"/>
                </a:lnTo>
                <a:lnTo>
                  <a:pt x="48906" y="9066"/>
                </a:lnTo>
                <a:lnTo>
                  <a:pt x="85577" y="33789"/>
                </a:lnTo>
                <a:lnTo>
                  <a:pt x="110301" y="70460"/>
                </a:lnTo>
                <a:lnTo>
                  <a:pt x="119367" y="115366"/>
                </a:lnTo>
              </a:path>
            </a:pathLst>
          </a:custGeom>
          <a:ln w="4762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79"/>
          <p:cNvGrpSpPr/>
          <p:nvPr/>
        </p:nvGrpSpPr>
        <p:grpSpPr>
          <a:xfrm>
            <a:off x="2553080" y="1152322"/>
            <a:ext cx="1198880" cy="1198880"/>
            <a:chOff x="2553080" y="1152322"/>
            <a:chExt cx="1198880" cy="1198880"/>
          </a:xfrm>
        </p:grpSpPr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98940" y="1198182"/>
              <a:ext cx="1106944" cy="1106944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689720" y="1288948"/>
              <a:ext cx="925830" cy="923925"/>
            </a:xfrm>
            <a:custGeom>
              <a:avLst/>
              <a:gdLst/>
              <a:ahLst/>
              <a:cxnLst/>
              <a:rect l="l" t="t" r="r" b="b"/>
              <a:pathLst>
                <a:path w="925829" h="923925">
                  <a:moveTo>
                    <a:pt x="43307" y="451065"/>
                  </a:moveTo>
                  <a:lnTo>
                    <a:pt x="29667" y="427380"/>
                  </a:lnTo>
                  <a:lnTo>
                    <a:pt x="29667" y="441528"/>
                  </a:lnTo>
                  <a:lnTo>
                    <a:pt x="29565" y="449300"/>
                  </a:lnTo>
                  <a:lnTo>
                    <a:pt x="29400" y="450189"/>
                  </a:lnTo>
                  <a:lnTo>
                    <a:pt x="28943" y="451065"/>
                  </a:lnTo>
                  <a:lnTo>
                    <a:pt x="27711" y="453097"/>
                  </a:lnTo>
                  <a:lnTo>
                    <a:pt x="25158" y="454774"/>
                  </a:lnTo>
                  <a:lnTo>
                    <a:pt x="16052" y="454774"/>
                  </a:lnTo>
                  <a:lnTo>
                    <a:pt x="13322" y="450532"/>
                  </a:lnTo>
                  <a:lnTo>
                    <a:pt x="13322" y="439572"/>
                  </a:lnTo>
                  <a:lnTo>
                    <a:pt x="16586" y="435521"/>
                  </a:lnTo>
                  <a:lnTo>
                    <a:pt x="27355" y="435521"/>
                  </a:lnTo>
                  <a:lnTo>
                    <a:pt x="29667" y="441528"/>
                  </a:lnTo>
                  <a:lnTo>
                    <a:pt x="29667" y="427380"/>
                  </a:lnTo>
                  <a:lnTo>
                    <a:pt x="21628" y="425716"/>
                  </a:lnTo>
                  <a:lnTo>
                    <a:pt x="12928" y="427367"/>
                  </a:lnTo>
                  <a:lnTo>
                    <a:pt x="6083" y="431838"/>
                  </a:lnTo>
                  <a:lnTo>
                    <a:pt x="1612" y="438416"/>
                  </a:lnTo>
                  <a:lnTo>
                    <a:pt x="0" y="446379"/>
                  </a:lnTo>
                  <a:lnTo>
                    <a:pt x="0" y="457593"/>
                  </a:lnTo>
                  <a:lnTo>
                    <a:pt x="8115" y="464312"/>
                  </a:lnTo>
                  <a:lnTo>
                    <a:pt x="23037" y="464312"/>
                  </a:lnTo>
                  <a:lnTo>
                    <a:pt x="26835" y="462800"/>
                  </a:lnTo>
                  <a:lnTo>
                    <a:pt x="29400" y="460159"/>
                  </a:lnTo>
                  <a:lnTo>
                    <a:pt x="29565" y="460248"/>
                  </a:lnTo>
                  <a:lnTo>
                    <a:pt x="28600" y="464578"/>
                  </a:lnTo>
                  <a:lnTo>
                    <a:pt x="26123" y="468376"/>
                  </a:lnTo>
                  <a:lnTo>
                    <a:pt x="22326" y="470941"/>
                  </a:lnTo>
                  <a:lnTo>
                    <a:pt x="19329" y="473062"/>
                  </a:lnTo>
                  <a:lnTo>
                    <a:pt x="15176" y="474205"/>
                  </a:lnTo>
                  <a:lnTo>
                    <a:pt x="11023" y="474472"/>
                  </a:lnTo>
                  <a:lnTo>
                    <a:pt x="8369" y="474560"/>
                  </a:lnTo>
                  <a:lnTo>
                    <a:pt x="6959" y="474649"/>
                  </a:lnTo>
                  <a:lnTo>
                    <a:pt x="5194" y="474472"/>
                  </a:lnTo>
                  <a:lnTo>
                    <a:pt x="5194" y="484886"/>
                  </a:lnTo>
                  <a:lnTo>
                    <a:pt x="6705" y="484974"/>
                  </a:lnTo>
                  <a:lnTo>
                    <a:pt x="9093" y="485063"/>
                  </a:lnTo>
                  <a:lnTo>
                    <a:pt x="11290" y="484886"/>
                  </a:lnTo>
                  <a:lnTo>
                    <a:pt x="20218" y="484530"/>
                  </a:lnTo>
                  <a:lnTo>
                    <a:pt x="43002" y="454774"/>
                  </a:lnTo>
                  <a:lnTo>
                    <a:pt x="43307" y="451065"/>
                  </a:lnTo>
                  <a:close/>
                </a:path>
                <a:path w="925829" h="923925">
                  <a:moveTo>
                    <a:pt x="100444" y="213233"/>
                  </a:moveTo>
                  <a:lnTo>
                    <a:pt x="89408" y="213233"/>
                  </a:lnTo>
                  <a:lnTo>
                    <a:pt x="74129" y="220294"/>
                  </a:lnTo>
                  <a:lnTo>
                    <a:pt x="76339" y="230352"/>
                  </a:lnTo>
                  <a:lnTo>
                    <a:pt x="87287" y="225145"/>
                  </a:lnTo>
                  <a:lnTo>
                    <a:pt x="87464" y="225145"/>
                  </a:lnTo>
                  <a:lnTo>
                    <a:pt x="87464" y="270637"/>
                  </a:lnTo>
                  <a:lnTo>
                    <a:pt x="100444" y="270637"/>
                  </a:lnTo>
                  <a:lnTo>
                    <a:pt x="100444" y="213233"/>
                  </a:lnTo>
                  <a:close/>
                </a:path>
                <a:path w="925829" h="923925">
                  <a:moveTo>
                    <a:pt x="111937" y="688975"/>
                  </a:moveTo>
                  <a:lnTo>
                    <a:pt x="110845" y="687920"/>
                  </a:lnTo>
                  <a:lnTo>
                    <a:pt x="106997" y="684199"/>
                  </a:lnTo>
                  <a:lnTo>
                    <a:pt x="101346" y="682091"/>
                  </a:lnTo>
                  <a:lnTo>
                    <a:pt x="101346" y="681824"/>
                  </a:lnTo>
                  <a:lnTo>
                    <a:pt x="107073" y="678992"/>
                  </a:lnTo>
                  <a:lnTo>
                    <a:pt x="107645" y="677951"/>
                  </a:lnTo>
                  <a:lnTo>
                    <a:pt x="109677" y="674230"/>
                  </a:lnTo>
                  <a:lnTo>
                    <a:pt x="109740" y="663536"/>
                  </a:lnTo>
                  <a:lnTo>
                    <a:pt x="109740" y="662216"/>
                  </a:lnTo>
                  <a:lnTo>
                    <a:pt x="104165" y="654443"/>
                  </a:lnTo>
                  <a:lnTo>
                    <a:pt x="98259" y="654443"/>
                  </a:lnTo>
                  <a:lnTo>
                    <a:pt x="98259" y="701421"/>
                  </a:lnTo>
                  <a:lnTo>
                    <a:pt x="95084" y="704532"/>
                  </a:lnTo>
                  <a:lnTo>
                    <a:pt x="85356" y="704532"/>
                  </a:lnTo>
                  <a:lnTo>
                    <a:pt x="82181" y="700633"/>
                  </a:lnTo>
                  <a:lnTo>
                    <a:pt x="82270" y="692327"/>
                  </a:lnTo>
                  <a:lnTo>
                    <a:pt x="84836" y="689152"/>
                  </a:lnTo>
                  <a:lnTo>
                    <a:pt x="89255" y="687920"/>
                  </a:lnTo>
                  <a:lnTo>
                    <a:pt x="94462" y="689330"/>
                  </a:lnTo>
                  <a:lnTo>
                    <a:pt x="98234" y="692327"/>
                  </a:lnTo>
                  <a:lnTo>
                    <a:pt x="98259" y="701421"/>
                  </a:lnTo>
                  <a:lnTo>
                    <a:pt x="98259" y="654443"/>
                  </a:lnTo>
                  <a:lnTo>
                    <a:pt x="97116" y="654443"/>
                  </a:lnTo>
                  <a:lnTo>
                    <a:pt x="97116" y="667080"/>
                  </a:lnTo>
                  <a:lnTo>
                    <a:pt x="97116" y="674230"/>
                  </a:lnTo>
                  <a:lnTo>
                    <a:pt x="94373" y="677049"/>
                  </a:lnTo>
                  <a:lnTo>
                    <a:pt x="91274" y="677951"/>
                  </a:lnTo>
                  <a:lnTo>
                    <a:pt x="86690" y="676529"/>
                  </a:lnTo>
                  <a:lnTo>
                    <a:pt x="83337" y="674128"/>
                  </a:lnTo>
                  <a:lnTo>
                    <a:pt x="83235" y="666635"/>
                  </a:lnTo>
                  <a:lnTo>
                    <a:pt x="85547" y="663536"/>
                  </a:lnTo>
                  <a:lnTo>
                    <a:pt x="95084" y="663549"/>
                  </a:lnTo>
                  <a:lnTo>
                    <a:pt x="97116" y="667080"/>
                  </a:lnTo>
                  <a:lnTo>
                    <a:pt x="97116" y="654443"/>
                  </a:lnTo>
                  <a:lnTo>
                    <a:pt x="90741" y="654443"/>
                  </a:lnTo>
                  <a:lnTo>
                    <a:pt x="82740" y="655612"/>
                  </a:lnTo>
                  <a:lnTo>
                    <a:pt x="76327" y="658888"/>
                  </a:lnTo>
                  <a:lnTo>
                    <a:pt x="72059" y="663994"/>
                  </a:lnTo>
                  <a:lnTo>
                    <a:pt x="70624" y="670166"/>
                  </a:lnTo>
                  <a:lnTo>
                    <a:pt x="70523" y="675640"/>
                  </a:lnTo>
                  <a:lnTo>
                    <a:pt x="73266" y="680313"/>
                  </a:lnTo>
                  <a:lnTo>
                    <a:pt x="78828" y="683234"/>
                  </a:lnTo>
                  <a:lnTo>
                    <a:pt x="78828" y="683412"/>
                  </a:lnTo>
                  <a:lnTo>
                    <a:pt x="72555" y="686155"/>
                  </a:lnTo>
                  <a:lnTo>
                    <a:pt x="68580" y="690918"/>
                  </a:lnTo>
                  <a:lnTo>
                    <a:pt x="68580" y="697814"/>
                  </a:lnTo>
                  <a:lnTo>
                    <a:pt x="69850" y="703592"/>
                  </a:lnTo>
                  <a:lnTo>
                    <a:pt x="73748" y="708723"/>
                  </a:lnTo>
                  <a:lnTo>
                    <a:pt x="80391" y="712406"/>
                  </a:lnTo>
                  <a:lnTo>
                    <a:pt x="89865" y="713803"/>
                  </a:lnTo>
                  <a:lnTo>
                    <a:pt x="98933" y="712533"/>
                  </a:lnTo>
                  <a:lnTo>
                    <a:pt x="105892" y="708964"/>
                  </a:lnTo>
                  <a:lnTo>
                    <a:pt x="109474" y="704532"/>
                  </a:lnTo>
                  <a:lnTo>
                    <a:pt x="110363" y="703440"/>
                  </a:lnTo>
                  <a:lnTo>
                    <a:pt x="111887" y="696493"/>
                  </a:lnTo>
                  <a:lnTo>
                    <a:pt x="111937" y="688975"/>
                  </a:lnTo>
                  <a:close/>
                </a:path>
                <a:path w="925829" h="923925">
                  <a:moveTo>
                    <a:pt x="149758" y="241655"/>
                  </a:moveTo>
                  <a:lnTo>
                    <a:pt x="148564" y="230428"/>
                  </a:lnTo>
                  <a:lnTo>
                    <a:pt x="145338" y="222402"/>
                  </a:lnTo>
                  <a:lnTo>
                    <a:pt x="144805" y="221056"/>
                  </a:lnTo>
                  <a:lnTo>
                    <a:pt x="138176" y="214642"/>
                  </a:lnTo>
                  <a:lnTo>
                    <a:pt x="136232" y="214172"/>
                  </a:lnTo>
                  <a:lnTo>
                    <a:pt x="136232" y="255168"/>
                  </a:lnTo>
                  <a:lnTo>
                    <a:pt x="133515" y="261429"/>
                  </a:lnTo>
                  <a:lnTo>
                    <a:pt x="123177" y="261429"/>
                  </a:lnTo>
                  <a:lnTo>
                    <a:pt x="120002" y="255168"/>
                  </a:lnTo>
                  <a:lnTo>
                    <a:pt x="120002" y="228574"/>
                  </a:lnTo>
                  <a:lnTo>
                    <a:pt x="123355" y="222402"/>
                  </a:lnTo>
                  <a:lnTo>
                    <a:pt x="133591" y="222402"/>
                  </a:lnTo>
                  <a:lnTo>
                    <a:pt x="136118" y="228574"/>
                  </a:lnTo>
                  <a:lnTo>
                    <a:pt x="136232" y="255168"/>
                  </a:lnTo>
                  <a:lnTo>
                    <a:pt x="136232" y="214172"/>
                  </a:lnTo>
                  <a:lnTo>
                    <a:pt x="106565" y="242011"/>
                  </a:lnTo>
                  <a:lnTo>
                    <a:pt x="107861" y="253492"/>
                  </a:lnTo>
                  <a:lnTo>
                    <a:pt x="111760" y="262902"/>
                  </a:lnTo>
                  <a:lnTo>
                    <a:pt x="118414" y="269252"/>
                  </a:lnTo>
                  <a:lnTo>
                    <a:pt x="128028" y="271589"/>
                  </a:lnTo>
                  <a:lnTo>
                    <a:pt x="137566" y="269405"/>
                  </a:lnTo>
                  <a:lnTo>
                    <a:pt x="144348" y="263258"/>
                  </a:lnTo>
                  <a:lnTo>
                    <a:pt x="145135" y="261429"/>
                  </a:lnTo>
                  <a:lnTo>
                    <a:pt x="148412" y="253796"/>
                  </a:lnTo>
                  <a:lnTo>
                    <a:pt x="149758" y="241655"/>
                  </a:lnTo>
                  <a:close/>
                </a:path>
                <a:path w="925829" h="923925">
                  <a:moveTo>
                    <a:pt x="248297" y="62877"/>
                  </a:moveTo>
                  <a:lnTo>
                    <a:pt x="237261" y="62877"/>
                  </a:lnTo>
                  <a:lnTo>
                    <a:pt x="221983" y="69938"/>
                  </a:lnTo>
                  <a:lnTo>
                    <a:pt x="224193" y="80010"/>
                  </a:lnTo>
                  <a:lnTo>
                    <a:pt x="235140" y="74803"/>
                  </a:lnTo>
                  <a:lnTo>
                    <a:pt x="235318" y="74803"/>
                  </a:lnTo>
                  <a:lnTo>
                    <a:pt x="235318" y="120281"/>
                  </a:lnTo>
                  <a:lnTo>
                    <a:pt x="248297" y="120281"/>
                  </a:lnTo>
                  <a:lnTo>
                    <a:pt x="248297" y="62877"/>
                  </a:lnTo>
                  <a:close/>
                </a:path>
                <a:path w="925829" h="923925">
                  <a:moveTo>
                    <a:pt x="275221" y="806196"/>
                  </a:moveTo>
                  <a:lnTo>
                    <a:pt x="234683" y="806196"/>
                  </a:lnTo>
                  <a:lnTo>
                    <a:pt x="234683" y="817245"/>
                  </a:lnTo>
                  <a:lnTo>
                    <a:pt x="260997" y="817245"/>
                  </a:lnTo>
                  <a:lnTo>
                    <a:pt x="260997" y="817410"/>
                  </a:lnTo>
                  <a:lnTo>
                    <a:pt x="237324" y="863600"/>
                  </a:lnTo>
                  <a:lnTo>
                    <a:pt x="251548" y="863600"/>
                  </a:lnTo>
                  <a:lnTo>
                    <a:pt x="275221" y="814666"/>
                  </a:lnTo>
                  <a:lnTo>
                    <a:pt x="275221" y="806196"/>
                  </a:lnTo>
                  <a:close/>
                </a:path>
                <a:path w="925829" h="923925">
                  <a:moveTo>
                    <a:pt x="287540" y="62877"/>
                  </a:moveTo>
                  <a:lnTo>
                    <a:pt x="276504" y="62877"/>
                  </a:lnTo>
                  <a:lnTo>
                    <a:pt x="261226" y="69938"/>
                  </a:lnTo>
                  <a:lnTo>
                    <a:pt x="263436" y="80010"/>
                  </a:lnTo>
                  <a:lnTo>
                    <a:pt x="274396" y="74803"/>
                  </a:lnTo>
                  <a:lnTo>
                    <a:pt x="274561" y="74803"/>
                  </a:lnTo>
                  <a:lnTo>
                    <a:pt x="274561" y="120281"/>
                  </a:lnTo>
                  <a:lnTo>
                    <a:pt x="287540" y="120281"/>
                  </a:lnTo>
                  <a:lnTo>
                    <a:pt x="287540" y="62877"/>
                  </a:lnTo>
                  <a:close/>
                </a:path>
                <a:path w="925829" h="923925">
                  <a:moveTo>
                    <a:pt x="444703" y="977"/>
                  </a:moveTo>
                  <a:lnTo>
                    <a:pt x="433654" y="977"/>
                  </a:lnTo>
                  <a:lnTo>
                    <a:pt x="418376" y="8039"/>
                  </a:lnTo>
                  <a:lnTo>
                    <a:pt x="420598" y="18110"/>
                  </a:lnTo>
                  <a:lnTo>
                    <a:pt x="431546" y="12903"/>
                  </a:lnTo>
                  <a:lnTo>
                    <a:pt x="431723" y="12903"/>
                  </a:lnTo>
                  <a:lnTo>
                    <a:pt x="431723" y="58394"/>
                  </a:lnTo>
                  <a:lnTo>
                    <a:pt x="444703" y="58394"/>
                  </a:lnTo>
                  <a:lnTo>
                    <a:pt x="444703" y="977"/>
                  </a:lnTo>
                  <a:close/>
                </a:path>
                <a:path w="925829" h="923925">
                  <a:moveTo>
                    <a:pt x="485559" y="902589"/>
                  </a:moveTo>
                  <a:lnTo>
                    <a:pt x="471944" y="884631"/>
                  </a:lnTo>
                  <a:lnTo>
                    <a:pt x="471944" y="898004"/>
                  </a:lnTo>
                  <a:lnTo>
                    <a:pt x="471944" y="909116"/>
                  </a:lnTo>
                  <a:lnTo>
                    <a:pt x="468947" y="913447"/>
                  </a:lnTo>
                  <a:lnTo>
                    <a:pt x="458076" y="913447"/>
                  </a:lnTo>
                  <a:lnTo>
                    <a:pt x="455168" y="907961"/>
                  </a:lnTo>
                  <a:lnTo>
                    <a:pt x="454964" y="903300"/>
                  </a:lnTo>
                  <a:lnTo>
                    <a:pt x="454901" y="900290"/>
                  </a:lnTo>
                  <a:lnTo>
                    <a:pt x="455079" y="899236"/>
                  </a:lnTo>
                  <a:lnTo>
                    <a:pt x="455523" y="898436"/>
                  </a:lnTo>
                  <a:lnTo>
                    <a:pt x="456755" y="895616"/>
                  </a:lnTo>
                  <a:lnTo>
                    <a:pt x="459765" y="893406"/>
                  </a:lnTo>
                  <a:lnTo>
                    <a:pt x="469125" y="893406"/>
                  </a:lnTo>
                  <a:lnTo>
                    <a:pt x="471944" y="898004"/>
                  </a:lnTo>
                  <a:lnTo>
                    <a:pt x="471944" y="884631"/>
                  </a:lnTo>
                  <a:lnTo>
                    <a:pt x="467804" y="883869"/>
                  </a:lnTo>
                  <a:lnTo>
                    <a:pt x="462495" y="883869"/>
                  </a:lnTo>
                  <a:lnTo>
                    <a:pt x="458444" y="885545"/>
                  </a:lnTo>
                  <a:lnTo>
                    <a:pt x="455612" y="888377"/>
                  </a:lnTo>
                  <a:lnTo>
                    <a:pt x="455345" y="888377"/>
                  </a:lnTo>
                  <a:lnTo>
                    <a:pt x="456857" y="881748"/>
                  </a:lnTo>
                  <a:lnTo>
                    <a:pt x="462153" y="875652"/>
                  </a:lnTo>
                  <a:lnTo>
                    <a:pt x="476186" y="874496"/>
                  </a:lnTo>
                  <a:lnTo>
                    <a:pt x="477774" y="874420"/>
                  </a:lnTo>
                  <a:lnTo>
                    <a:pt x="479285" y="874496"/>
                  </a:lnTo>
                  <a:lnTo>
                    <a:pt x="479285" y="864171"/>
                  </a:lnTo>
                  <a:lnTo>
                    <a:pt x="476377" y="864006"/>
                  </a:lnTo>
                  <a:lnTo>
                    <a:pt x="473900" y="864273"/>
                  </a:lnTo>
                  <a:lnTo>
                    <a:pt x="464985" y="864704"/>
                  </a:lnTo>
                  <a:lnTo>
                    <a:pt x="441604" y="898004"/>
                  </a:lnTo>
                  <a:lnTo>
                    <a:pt x="441604" y="898436"/>
                  </a:lnTo>
                  <a:lnTo>
                    <a:pt x="443001" y="907973"/>
                  </a:lnTo>
                  <a:lnTo>
                    <a:pt x="447255" y="915949"/>
                  </a:lnTo>
                  <a:lnTo>
                    <a:pt x="454393" y="921359"/>
                  </a:lnTo>
                  <a:lnTo>
                    <a:pt x="464439" y="923353"/>
                  </a:lnTo>
                  <a:lnTo>
                    <a:pt x="472960" y="921715"/>
                  </a:lnTo>
                  <a:lnTo>
                    <a:pt x="479640" y="917257"/>
                  </a:lnTo>
                  <a:lnTo>
                    <a:pt x="482142" y="913447"/>
                  </a:lnTo>
                  <a:lnTo>
                    <a:pt x="483997" y="910653"/>
                  </a:lnTo>
                  <a:lnTo>
                    <a:pt x="485559" y="902589"/>
                  </a:lnTo>
                  <a:close/>
                </a:path>
                <a:path w="925829" h="923925">
                  <a:moveTo>
                    <a:pt x="498106" y="47332"/>
                  </a:moveTo>
                  <a:lnTo>
                    <a:pt x="476377" y="47332"/>
                  </a:lnTo>
                  <a:lnTo>
                    <a:pt x="476377" y="47155"/>
                  </a:lnTo>
                  <a:lnTo>
                    <a:pt x="481672" y="42735"/>
                  </a:lnTo>
                  <a:lnTo>
                    <a:pt x="487591" y="37109"/>
                  </a:lnTo>
                  <a:lnTo>
                    <a:pt x="492455" y="31203"/>
                  </a:lnTo>
                  <a:lnTo>
                    <a:pt x="495731" y="24866"/>
                  </a:lnTo>
                  <a:lnTo>
                    <a:pt x="496951" y="17919"/>
                  </a:lnTo>
                  <a:lnTo>
                    <a:pt x="495630" y="10769"/>
                  </a:lnTo>
                  <a:lnTo>
                    <a:pt x="491769" y="5092"/>
                  </a:lnTo>
                  <a:lnTo>
                    <a:pt x="485457" y="1358"/>
                  </a:lnTo>
                  <a:lnTo>
                    <a:pt x="476808" y="0"/>
                  </a:lnTo>
                  <a:lnTo>
                    <a:pt x="469125" y="0"/>
                  </a:lnTo>
                  <a:lnTo>
                    <a:pt x="462330" y="2641"/>
                  </a:lnTo>
                  <a:lnTo>
                    <a:pt x="458089" y="5918"/>
                  </a:lnTo>
                  <a:lnTo>
                    <a:pt x="461886" y="15455"/>
                  </a:lnTo>
                  <a:lnTo>
                    <a:pt x="464896" y="13246"/>
                  </a:lnTo>
                  <a:lnTo>
                    <a:pt x="469226" y="10769"/>
                  </a:lnTo>
                  <a:lnTo>
                    <a:pt x="480796" y="10769"/>
                  </a:lnTo>
                  <a:lnTo>
                    <a:pt x="483527" y="14478"/>
                  </a:lnTo>
                  <a:lnTo>
                    <a:pt x="483527" y="19177"/>
                  </a:lnTo>
                  <a:lnTo>
                    <a:pt x="482320" y="24244"/>
                  </a:lnTo>
                  <a:lnTo>
                    <a:pt x="478828" y="29692"/>
                  </a:lnTo>
                  <a:lnTo>
                    <a:pt x="472973" y="35991"/>
                  </a:lnTo>
                  <a:lnTo>
                    <a:pt x="464718" y="43637"/>
                  </a:lnTo>
                  <a:lnTo>
                    <a:pt x="457390" y="50253"/>
                  </a:lnTo>
                  <a:lnTo>
                    <a:pt x="457390" y="58369"/>
                  </a:lnTo>
                  <a:lnTo>
                    <a:pt x="498106" y="58369"/>
                  </a:lnTo>
                  <a:lnTo>
                    <a:pt x="498106" y="47332"/>
                  </a:lnTo>
                  <a:close/>
                </a:path>
                <a:path w="925829" h="923925">
                  <a:moveTo>
                    <a:pt x="675843" y="57429"/>
                  </a:moveTo>
                  <a:lnTo>
                    <a:pt x="664819" y="57429"/>
                  </a:lnTo>
                  <a:lnTo>
                    <a:pt x="649528" y="64490"/>
                  </a:lnTo>
                  <a:lnTo>
                    <a:pt x="651751" y="74561"/>
                  </a:lnTo>
                  <a:lnTo>
                    <a:pt x="662698" y="69342"/>
                  </a:lnTo>
                  <a:lnTo>
                    <a:pt x="662863" y="69342"/>
                  </a:lnTo>
                  <a:lnTo>
                    <a:pt x="662863" y="114833"/>
                  </a:lnTo>
                  <a:lnTo>
                    <a:pt x="675843" y="114833"/>
                  </a:lnTo>
                  <a:lnTo>
                    <a:pt x="675843" y="57429"/>
                  </a:lnTo>
                  <a:close/>
                </a:path>
                <a:path w="925829" h="923925">
                  <a:moveTo>
                    <a:pt x="703326" y="837234"/>
                  </a:moveTo>
                  <a:lnTo>
                    <a:pt x="700671" y="832472"/>
                  </a:lnTo>
                  <a:lnTo>
                    <a:pt x="696341" y="829551"/>
                  </a:lnTo>
                  <a:lnTo>
                    <a:pt x="692365" y="826643"/>
                  </a:lnTo>
                  <a:lnTo>
                    <a:pt x="686714" y="825411"/>
                  </a:lnTo>
                  <a:lnTo>
                    <a:pt x="678764" y="825411"/>
                  </a:lnTo>
                  <a:lnTo>
                    <a:pt x="677519" y="825588"/>
                  </a:lnTo>
                  <a:lnTo>
                    <a:pt x="678764" y="816749"/>
                  </a:lnTo>
                  <a:lnTo>
                    <a:pt x="701027" y="816749"/>
                  </a:lnTo>
                  <a:lnTo>
                    <a:pt x="701027" y="805713"/>
                  </a:lnTo>
                  <a:lnTo>
                    <a:pt x="669404" y="805713"/>
                  </a:lnTo>
                  <a:lnTo>
                    <a:pt x="665695" y="835825"/>
                  </a:lnTo>
                  <a:lnTo>
                    <a:pt x="667994" y="835482"/>
                  </a:lnTo>
                  <a:lnTo>
                    <a:pt x="670204" y="835291"/>
                  </a:lnTo>
                  <a:lnTo>
                    <a:pt x="684872" y="835291"/>
                  </a:lnTo>
                  <a:lnTo>
                    <a:pt x="689559" y="838923"/>
                  </a:lnTo>
                  <a:lnTo>
                    <a:pt x="689559" y="850925"/>
                  </a:lnTo>
                  <a:lnTo>
                    <a:pt x="683628" y="853579"/>
                  </a:lnTo>
                  <a:lnTo>
                    <a:pt x="672858" y="853579"/>
                  </a:lnTo>
                  <a:lnTo>
                    <a:pt x="667651" y="851992"/>
                  </a:lnTo>
                  <a:lnTo>
                    <a:pt x="665175" y="850747"/>
                  </a:lnTo>
                  <a:lnTo>
                    <a:pt x="662698" y="860818"/>
                  </a:lnTo>
                  <a:lnTo>
                    <a:pt x="665873" y="862507"/>
                  </a:lnTo>
                  <a:lnTo>
                    <a:pt x="671703" y="864095"/>
                  </a:lnTo>
                  <a:lnTo>
                    <a:pt x="678675" y="864095"/>
                  </a:lnTo>
                  <a:lnTo>
                    <a:pt x="689051" y="862444"/>
                  </a:lnTo>
                  <a:lnTo>
                    <a:pt x="696798" y="858037"/>
                  </a:lnTo>
                  <a:lnTo>
                    <a:pt x="701649" y="851611"/>
                  </a:lnTo>
                  <a:lnTo>
                    <a:pt x="703326" y="843953"/>
                  </a:lnTo>
                  <a:lnTo>
                    <a:pt x="703326" y="837234"/>
                  </a:lnTo>
                  <a:close/>
                </a:path>
                <a:path w="925829" h="923925">
                  <a:moveTo>
                    <a:pt x="853795" y="252717"/>
                  </a:moveTo>
                  <a:lnTo>
                    <a:pt x="832065" y="252717"/>
                  </a:lnTo>
                  <a:lnTo>
                    <a:pt x="832065" y="252552"/>
                  </a:lnTo>
                  <a:lnTo>
                    <a:pt x="837361" y="248132"/>
                  </a:lnTo>
                  <a:lnTo>
                    <a:pt x="843280" y="242493"/>
                  </a:lnTo>
                  <a:lnTo>
                    <a:pt x="848144" y="236588"/>
                  </a:lnTo>
                  <a:lnTo>
                    <a:pt x="851433" y="230251"/>
                  </a:lnTo>
                  <a:lnTo>
                    <a:pt x="852639" y="223304"/>
                  </a:lnTo>
                  <a:lnTo>
                    <a:pt x="851331" y="216154"/>
                  </a:lnTo>
                  <a:lnTo>
                    <a:pt x="847471" y="210477"/>
                  </a:lnTo>
                  <a:lnTo>
                    <a:pt x="841159" y="206730"/>
                  </a:lnTo>
                  <a:lnTo>
                    <a:pt x="832497" y="205384"/>
                  </a:lnTo>
                  <a:lnTo>
                    <a:pt x="824814" y="205384"/>
                  </a:lnTo>
                  <a:lnTo>
                    <a:pt x="818019" y="208026"/>
                  </a:lnTo>
                  <a:lnTo>
                    <a:pt x="813777" y="211302"/>
                  </a:lnTo>
                  <a:lnTo>
                    <a:pt x="817575" y="220840"/>
                  </a:lnTo>
                  <a:lnTo>
                    <a:pt x="820572" y="218630"/>
                  </a:lnTo>
                  <a:lnTo>
                    <a:pt x="824903" y="216154"/>
                  </a:lnTo>
                  <a:lnTo>
                    <a:pt x="836472" y="216154"/>
                  </a:lnTo>
                  <a:lnTo>
                    <a:pt x="839216" y="219862"/>
                  </a:lnTo>
                  <a:lnTo>
                    <a:pt x="839216" y="224548"/>
                  </a:lnTo>
                  <a:lnTo>
                    <a:pt x="838009" y="229616"/>
                  </a:lnTo>
                  <a:lnTo>
                    <a:pt x="834517" y="235064"/>
                  </a:lnTo>
                  <a:lnTo>
                    <a:pt x="828662" y="241363"/>
                  </a:lnTo>
                  <a:lnTo>
                    <a:pt x="820407" y="249008"/>
                  </a:lnTo>
                  <a:lnTo>
                    <a:pt x="813066" y="255638"/>
                  </a:lnTo>
                  <a:lnTo>
                    <a:pt x="813066" y="263766"/>
                  </a:lnTo>
                  <a:lnTo>
                    <a:pt x="853795" y="263766"/>
                  </a:lnTo>
                  <a:lnTo>
                    <a:pt x="853795" y="252717"/>
                  </a:lnTo>
                  <a:close/>
                </a:path>
                <a:path w="925829" h="923925">
                  <a:moveTo>
                    <a:pt x="858748" y="689076"/>
                  </a:moveTo>
                  <a:lnTo>
                    <a:pt x="851941" y="689076"/>
                  </a:lnTo>
                  <a:lnTo>
                    <a:pt x="851941" y="665670"/>
                  </a:lnTo>
                  <a:lnTo>
                    <a:pt x="851941" y="655421"/>
                  </a:lnTo>
                  <a:lnTo>
                    <a:pt x="839584" y="655421"/>
                  </a:lnTo>
                  <a:lnTo>
                    <a:pt x="839584" y="665670"/>
                  </a:lnTo>
                  <a:lnTo>
                    <a:pt x="839241" y="672731"/>
                  </a:lnTo>
                  <a:lnTo>
                    <a:pt x="839228" y="689076"/>
                  </a:lnTo>
                  <a:lnTo>
                    <a:pt x="826236" y="689076"/>
                  </a:lnTo>
                  <a:lnTo>
                    <a:pt x="833932" y="676363"/>
                  </a:lnTo>
                  <a:lnTo>
                    <a:pt x="835875" y="672731"/>
                  </a:lnTo>
                  <a:lnTo>
                    <a:pt x="837463" y="669378"/>
                  </a:lnTo>
                  <a:lnTo>
                    <a:pt x="839317" y="665670"/>
                  </a:lnTo>
                  <a:lnTo>
                    <a:pt x="839584" y="665670"/>
                  </a:lnTo>
                  <a:lnTo>
                    <a:pt x="839584" y="655421"/>
                  </a:lnTo>
                  <a:lnTo>
                    <a:pt x="835418" y="655421"/>
                  </a:lnTo>
                  <a:lnTo>
                    <a:pt x="813790" y="690397"/>
                  </a:lnTo>
                  <a:lnTo>
                    <a:pt x="813790" y="699135"/>
                  </a:lnTo>
                  <a:lnTo>
                    <a:pt x="839228" y="699135"/>
                  </a:lnTo>
                  <a:lnTo>
                    <a:pt x="839228" y="712838"/>
                  </a:lnTo>
                  <a:lnTo>
                    <a:pt x="851941" y="712838"/>
                  </a:lnTo>
                  <a:lnTo>
                    <a:pt x="851941" y="699135"/>
                  </a:lnTo>
                  <a:lnTo>
                    <a:pt x="858748" y="699135"/>
                  </a:lnTo>
                  <a:lnTo>
                    <a:pt x="858748" y="689076"/>
                  </a:lnTo>
                  <a:close/>
                </a:path>
                <a:path w="925829" h="923925">
                  <a:moveTo>
                    <a:pt x="925385" y="467309"/>
                  </a:moveTo>
                  <a:lnTo>
                    <a:pt x="919822" y="462102"/>
                  </a:lnTo>
                  <a:lnTo>
                    <a:pt x="912939" y="460857"/>
                  </a:lnTo>
                  <a:lnTo>
                    <a:pt x="912939" y="460679"/>
                  </a:lnTo>
                  <a:lnTo>
                    <a:pt x="920000" y="458304"/>
                  </a:lnTo>
                  <a:lnTo>
                    <a:pt x="923455" y="453440"/>
                  </a:lnTo>
                  <a:lnTo>
                    <a:pt x="923455" y="439483"/>
                  </a:lnTo>
                  <a:lnTo>
                    <a:pt x="916647" y="433031"/>
                  </a:lnTo>
                  <a:lnTo>
                    <a:pt x="896937" y="433031"/>
                  </a:lnTo>
                  <a:lnTo>
                    <a:pt x="890143" y="435152"/>
                  </a:lnTo>
                  <a:lnTo>
                    <a:pt x="886701" y="437362"/>
                  </a:lnTo>
                  <a:lnTo>
                    <a:pt x="889444" y="447078"/>
                  </a:lnTo>
                  <a:lnTo>
                    <a:pt x="891743" y="445668"/>
                  </a:lnTo>
                  <a:lnTo>
                    <a:pt x="896683" y="443636"/>
                  </a:lnTo>
                  <a:lnTo>
                    <a:pt x="907110" y="443636"/>
                  </a:lnTo>
                  <a:lnTo>
                    <a:pt x="909840" y="446201"/>
                  </a:lnTo>
                  <a:lnTo>
                    <a:pt x="909840" y="454494"/>
                  </a:lnTo>
                  <a:lnTo>
                    <a:pt x="904189" y="456260"/>
                  </a:lnTo>
                  <a:lnTo>
                    <a:pt x="894384" y="456260"/>
                  </a:lnTo>
                  <a:lnTo>
                    <a:pt x="894384" y="465886"/>
                  </a:lnTo>
                  <a:lnTo>
                    <a:pt x="905776" y="465886"/>
                  </a:lnTo>
                  <a:lnTo>
                    <a:pt x="911428" y="468452"/>
                  </a:lnTo>
                  <a:lnTo>
                    <a:pt x="911428" y="478434"/>
                  </a:lnTo>
                  <a:lnTo>
                    <a:pt x="907897" y="481787"/>
                  </a:lnTo>
                  <a:lnTo>
                    <a:pt x="895451" y="481787"/>
                  </a:lnTo>
                  <a:lnTo>
                    <a:pt x="889965" y="479577"/>
                  </a:lnTo>
                  <a:lnTo>
                    <a:pt x="887590" y="478256"/>
                  </a:lnTo>
                  <a:lnTo>
                    <a:pt x="884847" y="488416"/>
                  </a:lnTo>
                  <a:lnTo>
                    <a:pt x="888212" y="490448"/>
                  </a:lnTo>
                  <a:lnTo>
                    <a:pt x="894473" y="492391"/>
                  </a:lnTo>
                  <a:lnTo>
                    <a:pt x="901890" y="492391"/>
                  </a:lnTo>
                  <a:lnTo>
                    <a:pt x="911707" y="491070"/>
                  </a:lnTo>
                  <a:lnTo>
                    <a:pt x="919099" y="487413"/>
                  </a:lnTo>
                  <a:lnTo>
                    <a:pt x="923759" y="481876"/>
                  </a:lnTo>
                  <a:lnTo>
                    <a:pt x="925385" y="474903"/>
                  </a:lnTo>
                  <a:lnTo>
                    <a:pt x="925385" y="467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792830" y="1312173"/>
              <a:ext cx="626745" cy="506095"/>
            </a:xfrm>
            <a:custGeom>
              <a:avLst/>
              <a:gdLst/>
              <a:ahLst/>
              <a:cxnLst/>
              <a:rect l="l" t="t" r="r" b="b"/>
              <a:pathLst>
                <a:path w="626745" h="506094">
                  <a:moveTo>
                    <a:pt x="370522" y="0"/>
                  </a:moveTo>
                  <a:lnTo>
                    <a:pt x="367563" y="0"/>
                  </a:lnTo>
                  <a:lnTo>
                    <a:pt x="366356" y="1422"/>
                  </a:lnTo>
                  <a:lnTo>
                    <a:pt x="366356" y="425437"/>
                  </a:lnTo>
                  <a:lnTo>
                    <a:pt x="360857" y="426072"/>
                  </a:lnTo>
                  <a:lnTo>
                    <a:pt x="355930" y="428574"/>
                  </a:lnTo>
                  <a:lnTo>
                    <a:pt x="352221" y="432308"/>
                  </a:lnTo>
                  <a:lnTo>
                    <a:pt x="7226" y="230555"/>
                  </a:lnTo>
                  <a:lnTo>
                    <a:pt x="3225" y="231228"/>
                  </a:lnTo>
                  <a:lnTo>
                    <a:pt x="0" y="236728"/>
                  </a:lnTo>
                  <a:lnTo>
                    <a:pt x="1384" y="240563"/>
                  </a:lnTo>
                  <a:lnTo>
                    <a:pt x="346341" y="442290"/>
                  </a:lnTo>
                  <a:lnTo>
                    <a:pt x="345732" y="444398"/>
                  </a:lnTo>
                  <a:lnTo>
                    <a:pt x="345389" y="446633"/>
                  </a:lnTo>
                  <a:lnTo>
                    <a:pt x="345503" y="451104"/>
                  </a:lnTo>
                  <a:lnTo>
                    <a:pt x="328930" y="461645"/>
                  </a:lnTo>
                  <a:lnTo>
                    <a:pt x="327393" y="468490"/>
                  </a:lnTo>
                  <a:lnTo>
                    <a:pt x="333895" y="478701"/>
                  </a:lnTo>
                  <a:lnTo>
                    <a:pt x="340741" y="480199"/>
                  </a:lnTo>
                  <a:lnTo>
                    <a:pt x="357466" y="469544"/>
                  </a:lnTo>
                  <a:lnTo>
                    <a:pt x="360146" y="471068"/>
                  </a:lnTo>
                  <a:lnTo>
                    <a:pt x="363156" y="472071"/>
                  </a:lnTo>
                  <a:lnTo>
                    <a:pt x="366356" y="472427"/>
                  </a:lnTo>
                  <a:lnTo>
                    <a:pt x="366356" y="504215"/>
                  </a:lnTo>
                  <a:lnTo>
                    <a:pt x="367563" y="505637"/>
                  </a:lnTo>
                  <a:lnTo>
                    <a:pt x="370522" y="505637"/>
                  </a:lnTo>
                  <a:lnTo>
                    <a:pt x="371729" y="504215"/>
                  </a:lnTo>
                  <a:lnTo>
                    <a:pt x="371729" y="472427"/>
                  </a:lnTo>
                  <a:lnTo>
                    <a:pt x="377304" y="471805"/>
                  </a:lnTo>
                  <a:lnTo>
                    <a:pt x="382270" y="469239"/>
                  </a:lnTo>
                  <a:lnTo>
                    <a:pt x="385978" y="465429"/>
                  </a:lnTo>
                  <a:lnTo>
                    <a:pt x="426758" y="489242"/>
                  </a:lnTo>
                  <a:lnTo>
                    <a:pt x="430758" y="488569"/>
                  </a:lnTo>
                  <a:lnTo>
                    <a:pt x="433971" y="483057"/>
                  </a:lnTo>
                  <a:lnTo>
                    <a:pt x="432600" y="479234"/>
                  </a:lnTo>
                  <a:lnTo>
                    <a:pt x="391795" y="455396"/>
                  </a:lnTo>
                  <a:lnTo>
                    <a:pt x="392379" y="453339"/>
                  </a:lnTo>
                  <a:lnTo>
                    <a:pt x="392709" y="451167"/>
                  </a:lnTo>
                  <a:lnTo>
                    <a:pt x="392633" y="447179"/>
                  </a:lnTo>
                  <a:lnTo>
                    <a:pt x="624865" y="299389"/>
                  </a:lnTo>
                  <a:lnTo>
                    <a:pt x="626389" y="292544"/>
                  </a:lnTo>
                  <a:lnTo>
                    <a:pt x="623150" y="287451"/>
                  </a:lnTo>
                  <a:lnTo>
                    <a:pt x="619899" y="282346"/>
                  </a:lnTo>
                  <a:lnTo>
                    <a:pt x="613054" y="280835"/>
                  </a:lnTo>
                  <a:lnTo>
                    <a:pt x="381000" y="428523"/>
                  </a:lnTo>
                  <a:lnTo>
                    <a:pt x="378218" y="426897"/>
                  </a:lnTo>
                  <a:lnTo>
                    <a:pt x="375081" y="425818"/>
                  </a:lnTo>
                  <a:lnTo>
                    <a:pt x="371729" y="425437"/>
                  </a:lnTo>
                  <a:lnTo>
                    <a:pt x="371729" y="1422"/>
                  </a:lnTo>
                  <a:lnTo>
                    <a:pt x="370522" y="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102291" y="1583551"/>
              <a:ext cx="307975" cy="205104"/>
            </a:xfrm>
            <a:custGeom>
              <a:avLst/>
              <a:gdLst/>
              <a:ahLst/>
              <a:cxnLst/>
              <a:rect l="l" t="t" r="r" b="b"/>
              <a:pathLst>
                <a:path w="307975" h="205105">
                  <a:moveTo>
                    <a:pt x="294131" y="0"/>
                  </a:moveTo>
                  <a:lnTo>
                    <a:pt x="62077" y="147675"/>
                  </a:lnTo>
                  <a:lnTo>
                    <a:pt x="58572" y="145630"/>
                  </a:lnTo>
                  <a:lnTo>
                    <a:pt x="54482" y="144449"/>
                  </a:lnTo>
                  <a:lnTo>
                    <a:pt x="50126" y="144449"/>
                  </a:lnTo>
                  <a:lnTo>
                    <a:pt x="40916" y="146308"/>
                  </a:lnTo>
                  <a:lnTo>
                    <a:pt x="33396" y="151377"/>
                  </a:lnTo>
                  <a:lnTo>
                    <a:pt x="28325" y="158894"/>
                  </a:lnTo>
                  <a:lnTo>
                    <a:pt x="26466" y="168097"/>
                  </a:lnTo>
                  <a:lnTo>
                    <a:pt x="26581" y="170281"/>
                  </a:lnTo>
                  <a:lnTo>
                    <a:pt x="1549" y="186207"/>
                  </a:lnTo>
                  <a:lnTo>
                    <a:pt x="0" y="193039"/>
                  </a:lnTo>
                  <a:lnTo>
                    <a:pt x="6515" y="203238"/>
                  </a:lnTo>
                  <a:lnTo>
                    <a:pt x="13360" y="204749"/>
                  </a:lnTo>
                  <a:lnTo>
                    <a:pt x="38544" y="188721"/>
                  </a:lnTo>
                  <a:lnTo>
                    <a:pt x="41960" y="190652"/>
                  </a:lnTo>
                  <a:lnTo>
                    <a:pt x="45910" y="191769"/>
                  </a:lnTo>
                  <a:lnTo>
                    <a:pt x="50126" y="191769"/>
                  </a:lnTo>
                  <a:lnTo>
                    <a:pt x="59336" y="189909"/>
                  </a:lnTo>
                  <a:lnTo>
                    <a:pt x="66857" y="184835"/>
                  </a:lnTo>
                  <a:lnTo>
                    <a:pt x="71927" y="177314"/>
                  </a:lnTo>
                  <a:lnTo>
                    <a:pt x="73786" y="167512"/>
                  </a:lnTo>
                  <a:lnTo>
                    <a:pt x="73698" y="166357"/>
                  </a:lnTo>
                  <a:lnTo>
                    <a:pt x="305942" y="18554"/>
                  </a:lnTo>
                  <a:lnTo>
                    <a:pt x="307466" y="11709"/>
                  </a:lnTo>
                  <a:lnTo>
                    <a:pt x="304228" y="6616"/>
                  </a:lnTo>
                  <a:lnTo>
                    <a:pt x="300989" y="1511"/>
                  </a:lnTo>
                  <a:lnTo>
                    <a:pt x="294131" y="0"/>
                  </a:lnTo>
                  <a:close/>
                </a:path>
              </a:pathLst>
            </a:custGeom>
            <a:solidFill>
              <a:srgbClr val="DD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788008" y="1535961"/>
              <a:ext cx="429895" cy="256540"/>
            </a:xfrm>
            <a:custGeom>
              <a:avLst/>
              <a:gdLst/>
              <a:ahLst/>
              <a:cxnLst/>
              <a:rect l="l" t="t" r="r" b="b"/>
              <a:pathLst>
                <a:path w="429894" h="256539">
                  <a:moveTo>
                    <a:pt x="7226" y="0"/>
                  </a:moveTo>
                  <a:lnTo>
                    <a:pt x="3213" y="673"/>
                  </a:lnTo>
                  <a:lnTo>
                    <a:pt x="0" y="6197"/>
                  </a:lnTo>
                  <a:lnTo>
                    <a:pt x="1371" y="10020"/>
                  </a:lnTo>
                  <a:lnTo>
                    <a:pt x="348716" y="213131"/>
                  </a:lnTo>
                  <a:lnTo>
                    <a:pt x="348500" y="215696"/>
                  </a:lnTo>
                  <a:lnTo>
                    <a:pt x="348500" y="224485"/>
                  </a:lnTo>
                  <a:lnTo>
                    <a:pt x="355625" y="231597"/>
                  </a:lnTo>
                  <a:lnTo>
                    <a:pt x="368173" y="231597"/>
                  </a:lnTo>
                  <a:lnTo>
                    <a:pt x="371627" y="230301"/>
                  </a:lnTo>
                  <a:lnTo>
                    <a:pt x="374357" y="228104"/>
                  </a:lnTo>
                  <a:lnTo>
                    <a:pt x="422122" y="256006"/>
                  </a:lnTo>
                  <a:lnTo>
                    <a:pt x="426123" y="255333"/>
                  </a:lnTo>
                  <a:lnTo>
                    <a:pt x="429336" y="249834"/>
                  </a:lnTo>
                  <a:lnTo>
                    <a:pt x="427964" y="245986"/>
                  </a:lnTo>
                  <a:lnTo>
                    <a:pt x="424662" y="244068"/>
                  </a:lnTo>
                  <a:lnTo>
                    <a:pt x="380149" y="218058"/>
                  </a:lnTo>
                  <a:lnTo>
                    <a:pt x="380314" y="215696"/>
                  </a:lnTo>
                  <a:lnTo>
                    <a:pt x="380314" y="206908"/>
                  </a:lnTo>
                  <a:lnTo>
                    <a:pt x="373189" y="199783"/>
                  </a:lnTo>
                  <a:lnTo>
                    <a:pt x="360718" y="199783"/>
                  </a:lnTo>
                  <a:lnTo>
                    <a:pt x="357314" y="201040"/>
                  </a:lnTo>
                  <a:lnTo>
                    <a:pt x="354609" y="203149"/>
                  </a:lnTo>
                  <a:lnTo>
                    <a:pt x="7226" y="0"/>
                  </a:lnTo>
                  <a:close/>
                </a:path>
              </a:pathLst>
            </a:custGeom>
            <a:solidFill>
              <a:srgbClr val="F1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41255" y="1302715"/>
              <a:ext cx="22301" cy="50565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147302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4">
                  <a:moveTo>
                    <a:pt x="7924" y="0"/>
                  </a:moveTo>
                  <a:lnTo>
                    <a:pt x="5105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85" y="10210"/>
                  </a:lnTo>
                  <a:lnTo>
                    <a:pt x="7924" y="10210"/>
                  </a:lnTo>
                  <a:lnTo>
                    <a:pt x="10210" y="7924"/>
                  </a:lnTo>
                  <a:lnTo>
                    <a:pt x="10210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E6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9000" y="1201699"/>
              <a:ext cx="46812" cy="4682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9000" y="2253234"/>
              <a:ext cx="46812" cy="4681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55415" y="1726197"/>
              <a:ext cx="46812" cy="4683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53080" y="1152322"/>
              <a:ext cx="1198664" cy="119866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596179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34" y="0"/>
                  </a:moveTo>
                  <a:lnTo>
                    <a:pt x="508240" y="2041"/>
                  </a:lnTo>
                  <a:lnTo>
                    <a:pt x="461380" y="8055"/>
                  </a:lnTo>
                  <a:lnTo>
                    <a:pt x="415820" y="17874"/>
                  </a:lnTo>
                  <a:lnTo>
                    <a:pt x="371728" y="31331"/>
                  </a:lnTo>
                  <a:lnTo>
                    <a:pt x="329270" y="48259"/>
                  </a:lnTo>
                  <a:lnTo>
                    <a:pt x="288614" y="68492"/>
                  </a:lnTo>
                  <a:lnTo>
                    <a:pt x="249927" y="91862"/>
                  </a:lnTo>
                  <a:lnTo>
                    <a:pt x="213375" y="118202"/>
                  </a:lnTo>
                  <a:lnTo>
                    <a:pt x="179126" y="147346"/>
                  </a:lnTo>
                  <a:lnTo>
                    <a:pt x="147346" y="179126"/>
                  </a:lnTo>
                  <a:lnTo>
                    <a:pt x="118202" y="213375"/>
                  </a:lnTo>
                  <a:lnTo>
                    <a:pt x="91862" y="249927"/>
                  </a:lnTo>
                  <a:lnTo>
                    <a:pt x="68492" y="288614"/>
                  </a:lnTo>
                  <a:lnTo>
                    <a:pt x="48259" y="329270"/>
                  </a:lnTo>
                  <a:lnTo>
                    <a:pt x="31331" y="371728"/>
                  </a:lnTo>
                  <a:lnTo>
                    <a:pt x="17874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4" y="696653"/>
                  </a:lnTo>
                  <a:lnTo>
                    <a:pt x="31331" y="740747"/>
                  </a:lnTo>
                  <a:lnTo>
                    <a:pt x="48259" y="783205"/>
                  </a:lnTo>
                  <a:lnTo>
                    <a:pt x="68492" y="823862"/>
                  </a:lnTo>
                  <a:lnTo>
                    <a:pt x="91862" y="862551"/>
                  </a:lnTo>
                  <a:lnTo>
                    <a:pt x="118202" y="899103"/>
                  </a:lnTo>
                  <a:lnTo>
                    <a:pt x="147346" y="933353"/>
                  </a:lnTo>
                  <a:lnTo>
                    <a:pt x="179126" y="965134"/>
                  </a:lnTo>
                  <a:lnTo>
                    <a:pt x="213375" y="994278"/>
                  </a:lnTo>
                  <a:lnTo>
                    <a:pt x="249927" y="1020618"/>
                  </a:lnTo>
                  <a:lnTo>
                    <a:pt x="288614" y="1043988"/>
                  </a:lnTo>
                  <a:lnTo>
                    <a:pt x="329270" y="1064221"/>
                  </a:lnTo>
                  <a:lnTo>
                    <a:pt x="371728" y="1081150"/>
                  </a:lnTo>
                  <a:lnTo>
                    <a:pt x="415820" y="1094607"/>
                  </a:lnTo>
                  <a:lnTo>
                    <a:pt x="461380" y="1104426"/>
                  </a:lnTo>
                  <a:lnTo>
                    <a:pt x="508240" y="1110440"/>
                  </a:lnTo>
                  <a:lnTo>
                    <a:pt x="556234" y="1112481"/>
                  </a:lnTo>
                  <a:lnTo>
                    <a:pt x="604228" y="1110440"/>
                  </a:lnTo>
                  <a:lnTo>
                    <a:pt x="651089" y="1104426"/>
                  </a:lnTo>
                  <a:lnTo>
                    <a:pt x="696649" y="1094607"/>
                  </a:lnTo>
                  <a:lnTo>
                    <a:pt x="740742" y="1081150"/>
                  </a:lnTo>
                  <a:lnTo>
                    <a:pt x="783200" y="1064221"/>
                  </a:lnTo>
                  <a:lnTo>
                    <a:pt x="823857" y="1043988"/>
                  </a:lnTo>
                  <a:lnTo>
                    <a:pt x="862545" y="1020618"/>
                  </a:lnTo>
                  <a:lnTo>
                    <a:pt x="899098" y="994278"/>
                  </a:lnTo>
                  <a:lnTo>
                    <a:pt x="933348" y="965134"/>
                  </a:lnTo>
                  <a:lnTo>
                    <a:pt x="965129" y="933353"/>
                  </a:lnTo>
                  <a:lnTo>
                    <a:pt x="994274" y="899103"/>
                  </a:lnTo>
                  <a:lnTo>
                    <a:pt x="1020615" y="862551"/>
                  </a:lnTo>
                  <a:lnTo>
                    <a:pt x="1043986" y="823862"/>
                  </a:lnTo>
                  <a:lnTo>
                    <a:pt x="1064219" y="783205"/>
                  </a:lnTo>
                  <a:lnTo>
                    <a:pt x="1081148" y="740747"/>
                  </a:lnTo>
                  <a:lnTo>
                    <a:pt x="1094606" y="696653"/>
                  </a:lnTo>
                  <a:lnTo>
                    <a:pt x="1104425" y="651092"/>
                  </a:lnTo>
                  <a:lnTo>
                    <a:pt x="1110440" y="604230"/>
                  </a:lnTo>
                  <a:lnTo>
                    <a:pt x="1112481" y="556234"/>
                  </a:lnTo>
                  <a:lnTo>
                    <a:pt x="1110440" y="508240"/>
                  </a:lnTo>
                  <a:lnTo>
                    <a:pt x="1104425" y="461380"/>
                  </a:lnTo>
                  <a:lnTo>
                    <a:pt x="1094606" y="415820"/>
                  </a:lnTo>
                  <a:lnTo>
                    <a:pt x="1081148" y="371728"/>
                  </a:lnTo>
                  <a:lnTo>
                    <a:pt x="1064219" y="329270"/>
                  </a:lnTo>
                  <a:lnTo>
                    <a:pt x="1043986" y="288614"/>
                  </a:lnTo>
                  <a:lnTo>
                    <a:pt x="1020615" y="249927"/>
                  </a:lnTo>
                  <a:lnTo>
                    <a:pt x="994274" y="213375"/>
                  </a:lnTo>
                  <a:lnTo>
                    <a:pt x="965129" y="179126"/>
                  </a:lnTo>
                  <a:lnTo>
                    <a:pt x="933348" y="147346"/>
                  </a:lnTo>
                  <a:lnTo>
                    <a:pt x="899098" y="118202"/>
                  </a:lnTo>
                  <a:lnTo>
                    <a:pt x="862545" y="91862"/>
                  </a:lnTo>
                  <a:lnTo>
                    <a:pt x="823857" y="68492"/>
                  </a:lnTo>
                  <a:lnTo>
                    <a:pt x="783200" y="48260"/>
                  </a:lnTo>
                  <a:lnTo>
                    <a:pt x="740742" y="31331"/>
                  </a:lnTo>
                  <a:lnTo>
                    <a:pt x="696649" y="17874"/>
                  </a:lnTo>
                  <a:lnTo>
                    <a:pt x="651089" y="8055"/>
                  </a:lnTo>
                  <a:lnTo>
                    <a:pt x="604228" y="2041"/>
                  </a:lnTo>
                  <a:lnTo>
                    <a:pt x="55623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53080" y="1152322"/>
              <a:ext cx="1198664" cy="1198664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2596179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34" y="0"/>
                  </a:moveTo>
                  <a:lnTo>
                    <a:pt x="508240" y="2041"/>
                  </a:lnTo>
                  <a:lnTo>
                    <a:pt x="461380" y="8055"/>
                  </a:lnTo>
                  <a:lnTo>
                    <a:pt x="415820" y="17874"/>
                  </a:lnTo>
                  <a:lnTo>
                    <a:pt x="371728" y="31331"/>
                  </a:lnTo>
                  <a:lnTo>
                    <a:pt x="329270" y="48259"/>
                  </a:lnTo>
                  <a:lnTo>
                    <a:pt x="288614" y="68492"/>
                  </a:lnTo>
                  <a:lnTo>
                    <a:pt x="249927" y="91862"/>
                  </a:lnTo>
                  <a:lnTo>
                    <a:pt x="213375" y="118202"/>
                  </a:lnTo>
                  <a:lnTo>
                    <a:pt x="179126" y="147346"/>
                  </a:lnTo>
                  <a:lnTo>
                    <a:pt x="147346" y="179126"/>
                  </a:lnTo>
                  <a:lnTo>
                    <a:pt x="118202" y="213375"/>
                  </a:lnTo>
                  <a:lnTo>
                    <a:pt x="91862" y="249927"/>
                  </a:lnTo>
                  <a:lnTo>
                    <a:pt x="68492" y="288614"/>
                  </a:lnTo>
                  <a:lnTo>
                    <a:pt x="48259" y="329270"/>
                  </a:lnTo>
                  <a:lnTo>
                    <a:pt x="31331" y="371728"/>
                  </a:lnTo>
                  <a:lnTo>
                    <a:pt x="17874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4" y="696653"/>
                  </a:lnTo>
                  <a:lnTo>
                    <a:pt x="31331" y="740747"/>
                  </a:lnTo>
                  <a:lnTo>
                    <a:pt x="48259" y="783205"/>
                  </a:lnTo>
                  <a:lnTo>
                    <a:pt x="68492" y="823862"/>
                  </a:lnTo>
                  <a:lnTo>
                    <a:pt x="91862" y="862551"/>
                  </a:lnTo>
                  <a:lnTo>
                    <a:pt x="118202" y="899103"/>
                  </a:lnTo>
                  <a:lnTo>
                    <a:pt x="147346" y="933353"/>
                  </a:lnTo>
                  <a:lnTo>
                    <a:pt x="179126" y="965134"/>
                  </a:lnTo>
                  <a:lnTo>
                    <a:pt x="213375" y="994278"/>
                  </a:lnTo>
                  <a:lnTo>
                    <a:pt x="249927" y="1020618"/>
                  </a:lnTo>
                  <a:lnTo>
                    <a:pt x="288614" y="1043988"/>
                  </a:lnTo>
                  <a:lnTo>
                    <a:pt x="329270" y="1064221"/>
                  </a:lnTo>
                  <a:lnTo>
                    <a:pt x="371728" y="1081150"/>
                  </a:lnTo>
                  <a:lnTo>
                    <a:pt x="415820" y="1094607"/>
                  </a:lnTo>
                  <a:lnTo>
                    <a:pt x="461380" y="1104426"/>
                  </a:lnTo>
                  <a:lnTo>
                    <a:pt x="508240" y="1110440"/>
                  </a:lnTo>
                  <a:lnTo>
                    <a:pt x="556234" y="1112481"/>
                  </a:lnTo>
                  <a:lnTo>
                    <a:pt x="604228" y="1110440"/>
                  </a:lnTo>
                  <a:lnTo>
                    <a:pt x="651089" y="1104426"/>
                  </a:lnTo>
                  <a:lnTo>
                    <a:pt x="696649" y="1094607"/>
                  </a:lnTo>
                  <a:lnTo>
                    <a:pt x="740742" y="1081150"/>
                  </a:lnTo>
                  <a:lnTo>
                    <a:pt x="783200" y="1064221"/>
                  </a:lnTo>
                  <a:lnTo>
                    <a:pt x="823857" y="1043988"/>
                  </a:lnTo>
                  <a:lnTo>
                    <a:pt x="862545" y="1020618"/>
                  </a:lnTo>
                  <a:lnTo>
                    <a:pt x="899098" y="994278"/>
                  </a:lnTo>
                  <a:lnTo>
                    <a:pt x="933348" y="965134"/>
                  </a:lnTo>
                  <a:lnTo>
                    <a:pt x="965129" y="933353"/>
                  </a:lnTo>
                  <a:lnTo>
                    <a:pt x="994274" y="899103"/>
                  </a:lnTo>
                  <a:lnTo>
                    <a:pt x="1020615" y="862551"/>
                  </a:lnTo>
                  <a:lnTo>
                    <a:pt x="1043986" y="823862"/>
                  </a:lnTo>
                  <a:lnTo>
                    <a:pt x="1064219" y="783205"/>
                  </a:lnTo>
                  <a:lnTo>
                    <a:pt x="1081148" y="740747"/>
                  </a:lnTo>
                  <a:lnTo>
                    <a:pt x="1094606" y="696653"/>
                  </a:lnTo>
                  <a:lnTo>
                    <a:pt x="1104425" y="651092"/>
                  </a:lnTo>
                  <a:lnTo>
                    <a:pt x="1110440" y="604230"/>
                  </a:lnTo>
                  <a:lnTo>
                    <a:pt x="1112481" y="556234"/>
                  </a:lnTo>
                  <a:lnTo>
                    <a:pt x="1110440" y="508240"/>
                  </a:lnTo>
                  <a:lnTo>
                    <a:pt x="1104425" y="461380"/>
                  </a:lnTo>
                  <a:lnTo>
                    <a:pt x="1094606" y="415820"/>
                  </a:lnTo>
                  <a:lnTo>
                    <a:pt x="1081148" y="371728"/>
                  </a:lnTo>
                  <a:lnTo>
                    <a:pt x="1064219" y="329270"/>
                  </a:lnTo>
                  <a:lnTo>
                    <a:pt x="1043986" y="288614"/>
                  </a:lnTo>
                  <a:lnTo>
                    <a:pt x="1020615" y="249927"/>
                  </a:lnTo>
                  <a:lnTo>
                    <a:pt x="994274" y="213375"/>
                  </a:lnTo>
                  <a:lnTo>
                    <a:pt x="965129" y="179126"/>
                  </a:lnTo>
                  <a:lnTo>
                    <a:pt x="933348" y="147346"/>
                  </a:lnTo>
                  <a:lnTo>
                    <a:pt x="899098" y="118202"/>
                  </a:lnTo>
                  <a:lnTo>
                    <a:pt x="862545" y="91862"/>
                  </a:lnTo>
                  <a:lnTo>
                    <a:pt x="823857" y="68492"/>
                  </a:lnTo>
                  <a:lnTo>
                    <a:pt x="783200" y="48260"/>
                  </a:lnTo>
                  <a:lnTo>
                    <a:pt x="740742" y="31331"/>
                  </a:lnTo>
                  <a:lnTo>
                    <a:pt x="696649" y="17874"/>
                  </a:lnTo>
                  <a:lnTo>
                    <a:pt x="651089" y="8055"/>
                  </a:lnTo>
                  <a:lnTo>
                    <a:pt x="604228" y="2041"/>
                  </a:lnTo>
                  <a:lnTo>
                    <a:pt x="556234" y="0"/>
                  </a:lnTo>
                  <a:close/>
                </a:path>
              </a:pathLst>
            </a:custGeom>
            <a:solidFill>
              <a:srgbClr val="DED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56903" y="1256131"/>
              <a:ext cx="991031" cy="99104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129216" y="1450430"/>
              <a:ext cx="46990" cy="356870"/>
            </a:xfrm>
            <a:custGeom>
              <a:avLst/>
              <a:gdLst/>
              <a:ahLst/>
              <a:cxnLst/>
              <a:rect l="l" t="t" r="r" b="b"/>
              <a:pathLst>
                <a:path w="46989" h="356869">
                  <a:moveTo>
                    <a:pt x="28057" y="0"/>
                  </a:moveTo>
                  <a:lnTo>
                    <a:pt x="22012" y="25"/>
                  </a:lnTo>
                  <a:lnTo>
                    <a:pt x="15967" y="50"/>
                  </a:lnTo>
                  <a:lnTo>
                    <a:pt x="11039" y="5054"/>
                  </a:lnTo>
                  <a:lnTo>
                    <a:pt x="12436" y="280111"/>
                  </a:lnTo>
                  <a:lnTo>
                    <a:pt x="8830" y="281990"/>
                  </a:lnTo>
                  <a:lnTo>
                    <a:pt x="5655" y="284797"/>
                  </a:lnTo>
                  <a:lnTo>
                    <a:pt x="3330" y="288505"/>
                  </a:lnTo>
                  <a:lnTo>
                    <a:pt x="0" y="297284"/>
                  </a:lnTo>
                  <a:lnTo>
                    <a:pt x="286" y="306346"/>
                  </a:lnTo>
                  <a:lnTo>
                    <a:pt x="3948" y="314641"/>
                  </a:lnTo>
                  <a:lnTo>
                    <a:pt x="10747" y="321119"/>
                  </a:lnTo>
                  <a:lnTo>
                    <a:pt x="12652" y="322186"/>
                  </a:lnTo>
                  <a:lnTo>
                    <a:pt x="12805" y="351853"/>
                  </a:lnTo>
                  <a:lnTo>
                    <a:pt x="17770" y="356806"/>
                  </a:lnTo>
                  <a:lnTo>
                    <a:pt x="29873" y="356730"/>
                  </a:lnTo>
                  <a:lnTo>
                    <a:pt x="34788" y="351726"/>
                  </a:lnTo>
                  <a:lnTo>
                    <a:pt x="34649" y="321894"/>
                  </a:lnTo>
                  <a:lnTo>
                    <a:pt x="38103" y="320014"/>
                  </a:lnTo>
                  <a:lnTo>
                    <a:pt x="41138" y="317258"/>
                  </a:lnTo>
                  <a:lnTo>
                    <a:pt x="43386" y="313702"/>
                  </a:lnTo>
                  <a:lnTo>
                    <a:pt x="46717" y="304916"/>
                  </a:lnTo>
                  <a:lnTo>
                    <a:pt x="46431" y="295851"/>
                  </a:lnTo>
                  <a:lnTo>
                    <a:pt x="42768" y="287554"/>
                  </a:lnTo>
                  <a:lnTo>
                    <a:pt x="35461" y="280758"/>
                  </a:lnTo>
                  <a:lnTo>
                    <a:pt x="34433" y="280212"/>
                  </a:lnTo>
                  <a:lnTo>
                    <a:pt x="33036" y="4940"/>
                  </a:lnTo>
                  <a:lnTo>
                    <a:pt x="28057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784111" y="1711506"/>
              <a:ext cx="433705" cy="249554"/>
            </a:xfrm>
            <a:custGeom>
              <a:avLst/>
              <a:gdLst/>
              <a:ahLst/>
              <a:cxnLst/>
              <a:rect l="l" t="t" r="r" b="b"/>
              <a:pathLst>
                <a:path w="433705" h="249555">
                  <a:moveTo>
                    <a:pt x="425945" y="0"/>
                  </a:moveTo>
                  <a:lnTo>
                    <a:pt x="422617" y="1879"/>
                  </a:lnTo>
                  <a:lnTo>
                    <a:pt x="377723" y="27216"/>
                  </a:lnTo>
                  <a:lnTo>
                    <a:pt x="375754" y="25882"/>
                  </a:lnTo>
                  <a:lnTo>
                    <a:pt x="369780" y="23844"/>
                  </a:lnTo>
                  <a:lnTo>
                    <a:pt x="351510" y="38354"/>
                  </a:lnTo>
                  <a:lnTo>
                    <a:pt x="351980" y="41757"/>
                  </a:lnTo>
                  <a:lnTo>
                    <a:pt x="1435" y="239407"/>
                  </a:lnTo>
                  <a:lnTo>
                    <a:pt x="0" y="243205"/>
                  </a:lnTo>
                  <a:lnTo>
                    <a:pt x="3136" y="248767"/>
                  </a:lnTo>
                  <a:lnTo>
                    <a:pt x="7137" y="249516"/>
                  </a:lnTo>
                  <a:lnTo>
                    <a:pt x="357631" y="51892"/>
                  </a:lnTo>
                  <a:lnTo>
                    <a:pt x="359727" y="53352"/>
                  </a:lnTo>
                  <a:lnTo>
                    <a:pt x="365709" y="55395"/>
                  </a:lnTo>
                  <a:lnTo>
                    <a:pt x="371795" y="55000"/>
                  </a:lnTo>
                  <a:lnTo>
                    <a:pt x="377286" y="52352"/>
                  </a:lnTo>
                  <a:lnTo>
                    <a:pt x="381482" y="47637"/>
                  </a:lnTo>
                  <a:lnTo>
                    <a:pt x="383374" y="44386"/>
                  </a:lnTo>
                  <a:lnTo>
                    <a:pt x="383997" y="40741"/>
                  </a:lnTo>
                  <a:lnTo>
                    <a:pt x="383476" y="37287"/>
                  </a:lnTo>
                  <a:lnTo>
                    <a:pt x="431660" y="10083"/>
                  </a:lnTo>
                  <a:lnTo>
                    <a:pt x="433082" y="6286"/>
                  </a:lnTo>
                  <a:lnTo>
                    <a:pt x="429958" y="736"/>
                  </a:lnTo>
                  <a:lnTo>
                    <a:pt x="42594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33674" y="1203287"/>
              <a:ext cx="37452" cy="3746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33673" y="2272589"/>
              <a:ext cx="37452" cy="37439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68966" y="1745551"/>
              <a:ext cx="37439" cy="37452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97289" y="1738884"/>
              <a:ext cx="37452" cy="3746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41255" y="1740496"/>
              <a:ext cx="22301" cy="22313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147302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4">
                  <a:moveTo>
                    <a:pt x="7924" y="0"/>
                  </a:moveTo>
                  <a:lnTo>
                    <a:pt x="5105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85" y="10210"/>
                  </a:lnTo>
                  <a:lnTo>
                    <a:pt x="7924" y="10210"/>
                  </a:lnTo>
                  <a:lnTo>
                    <a:pt x="10210" y="7924"/>
                  </a:lnTo>
                  <a:lnTo>
                    <a:pt x="10210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98940" y="1198182"/>
              <a:ext cx="1106944" cy="1106944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2861258" y="1199595"/>
            <a:ext cx="364490" cy="25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>
              <a:lnSpc>
                <a:spcPts val="885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12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ts val="885"/>
              </a:lnSpc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711774" y="1447616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2710962" y="1887000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8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2882366" y="205343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330129" y="2043445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492558" y="1429835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332087" y="1257831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655863" y="1665653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9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508195" y="1597588"/>
            <a:ext cx="140335" cy="44894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685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103882" y="2100522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6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3021008" y="1635388"/>
            <a:ext cx="127000" cy="180340"/>
          </a:xfrm>
          <a:custGeom>
            <a:avLst/>
            <a:gdLst/>
            <a:ahLst/>
            <a:cxnLst/>
            <a:rect l="l" t="t" r="r" b="b"/>
            <a:pathLst>
              <a:path w="127000" h="180339">
                <a:moveTo>
                  <a:pt x="19697" y="179882"/>
                </a:moveTo>
                <a:lnTo>
                  <a:pt x="11374" y="165394"/>
                </a:lnTo>
                <a:lnTo>
                  <a:pt x="5186" y="149683"/>
                </a:lnTo>
                <a:lnTo>
                  <a:pt x="1329" y="132946"/>
                </a:lnTo>
                <a:lnTo>
                  <a:pt x="0" y="115379"/>
                </a:lnTo>
                <a:lnTo>
                  <a:pt x="9066" y="70471"/>
                </a:lnTo>
                <a:lnTo>
                  <a:pt x="33789" y="33796"/>
                </a:lnTo>
                <a:lnTo>
                  <a:pt x="70460" y="9067"/>
                </a:lnTo>
                <a:lnTo>
                  <a:pt x="115366" y="0"/>
                </a:lnTo>
                <a:lnTo>
                  <a:pt x="119214" y="0"/>
                </a:lnTo>
                <a:lnTo>
                  <a:pt x="123024" y="203"/>
                </a:lnTo>
                <a:lnTo>
                  <a:pt x="126784" y="558"/>
                </a:lnTo>
              </a:path>
            </a:pathLst>
          </a:custGeom>
          <a:ln w="4762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5" name="object 115"/>
          <p:cNvGrpSpPr/>
          <p:nvPr/>
        </p:nvGrpSpPr>
        <p:grpSpPr>
          <a:xfrm>
            <a:off x="4298911" y="1152322"/>
            <a:ext cx="1198880" cy="1198880"/>
            <a:chOff x="4298911" y="1152322"/>
            <a:chExt cx="1198880" cy="1198880"/>
          </a:xfrm>
        </p:grpSpPr>
        <p:pic>
          <p:nvPicPr>
            <p:cNvPr id="116" name="object 11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44771" y="1198182"/>
              <a:ext cx="1106932" cy="1106944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4435538" y="1288948"/>
              <a:ext cx="925830" cy="923925"/>
            </a:xfrm>
            <a:custGeom>
              <a:avLst/>
              <a:gdLst/>
              <a:ahLst/>
              <a:cxnLst/>
              <a:rect l="l" t="t" r="r" b="b"/>
              <a:pathLst>
                <a:path w="925829" h="923925">
                  <a:moveTo>
                    <a:pt x="43307" y="451065"/>
                  </a:moveTo>
                  <a:lnTo>
                    <a:pt x="29667" y="427380"/>
                  </a:lnTo>
                  <a:lnTo>
                    <a:pt x="29667" y="441528"/>
                  </a:lnTo>
                  <a:lnTo>
                    <a:pt x="29578" y="449300"/>
                  </a:lnTo>
                  <a:lnTo>
                    <a:pt x="29413" y="450189"/>
                  </a:lnTo>
                  <a:lnTo>
                    <a:pt x="28956" y="451065"/>
                  </a:lnTo>
                  <a:lnTo>
                    <a:pt x="27724" y="453097"/>
                  </a:lnTo>
                  <a:lnTo>
                    <a:pt x="25171" y="454774"/>
                  </a:lnTo>
                  <a:lnTo>
                    <a:pt x="16065" y="454774"/>
                  </a:lnTo>
                  <a:lnTo>
                    <a:pt x="13335" y="450532"/>
                  </a:lnTo>
                  <a:lnTo>
                    <a:pt x="13335" y="439572"/>
                  </a:lnTo>
                  <a:lnTo>
                    <a:pt x="16611" y="435521"/>
                  </a:lnTo>
                  <a:lnTo>
                    <a:pt x="27368" y="435521"/>
                  </a:lnTo>
                  <a:lnTo>
                    <a:pt x="29667" y="441528"/>
                  </a:lnTo>
                  <a:lnTo>
                    <a:pt x="29667" y="427380"/>
                  </a:lnTo>
                  <a:lnTo>
                    <a:pt x="21628" y="425716"/>
                  </a:lnTo>
                  <a:lnTo>
                    <a:pt x="12928" y="427367"/>
                  </a:lnTo>
                  <a:lnTo>
                    <a:pt x="6083" y="431838"/>
                  </a:lnTo>
                  <a:lnTo>
                    <a:pt x="1600" y="438416"/>
                  </a:lnTo>
                  <a:lnTo>
                    <a:pt x="0" y="446379"/>
                  </a:lnTo>
                  <a:lnTo>
                    <a:pt x="0" y="457593"/>
                  </a:lnTo>
                  <a:lnTo>
                    <a:pt x="8128" y="464312"/>
                  </a:lnTo>
                  <a:lnTo>
                    <a:pt x="23050" y="464312"/>
                  </a:lnTo>
                  <a:lnTo>
                    <a:pt x="26847" y="462800"/>
                  </a:lnTo>
                  <a:lnTo>
                    <a:pt x="29413" y="460159"/>
                  </a:lnTo>
                  <a:lnTo>
                    <a:pt x="29578" y="460248"/>
                  </a:lnTo>
                  <a:lnTo>
                    <a:pt x="28613" y="464578"/>
                  </a:lnTo>
                  <a:lnTo>
                    <a:pt x="26149" y="468376"/>
                  </a:lnTo>
                  <a:lnTo>
                    <a:pt x="22339" y="470941"/>
                  </a:lnTo>
                  <a:lnTo>
                    <a:pt x="19342" y="473062"/>
                  </a:lnTo>
                  <a:lnTo>
                    <a:pt x="15189" y="474205"/>
                  </a:lnTo>
                  <a:lnTo>
                    <a:pt x="11023" y="474472"/>
                  </a:lnTo>
                  <a:lnTo>
                    <a:pt x="8382" y="474560"/>
                  </a:lnTo>
                  <a:lnTo>
                    <a:pt x="6972" y="474649"/>
                  </a:lnTo>
                  <a:lnTo>
                    <a:pt x="5207" y="474472"/>
                  </a:lnTo>
                  <a:lnTo>
                    <a:pt x="5207" y="484886"/>
                  </a:lnTo>
                  <a:lnTo>
                    <a:pt x="6718" y="484974"/>
                  </a:lnTo>
                  <a:lnTo>
                    <a:pt x="9093" y="485063"/>
                  </a:lnTo>
                  <a:lnTo>
                    <a:pt x="11303" y="484886"/>
                  </a:lnTo>
                  <a:lnTo>
                    <a:pt x="20231" y="484530"/>
                  </a:lnTo>
                  <a:lnTo>
                    <a:pt x="27825" y="481876"/>
                  </a:lnTo>
                  <a:lnTo>
                    <a:pt x="33299" y="476935"/>
                  </a:lnTo>
                  <a:lnTo>
                    <a:pt x="35255" y="474649"/>
                  </a:lnTo>
                  <a:lnTo>
                    <a:pt x="37515" y="472020"/>
                  </a:lnTo>
                  <a:lnTo>
                    <a:pt x="40678" y="466001"/>
                  </a:lnTo>
                  <a:lnTo>
                    <a:pt x="42291" y="460159"/>
                  </a:lnTo>
                  <a:lnTo>
                    <a:pt x="42672" y="458825"/>
                  </a:lnTo>
                  <a:lnTo>
                    <a:pt x="43002" y="454774"/>
                  </a:lnTo>
                  <a:lnTo>
                    <a:pt x="43307" y="451065"/>
                  </a:lnTo>
                  <a:close/>
                </a:path>
                <a:path w="925829" h="923925">
                  <a:moveTo>
                    <a:pt x="100457" y="213233"/>
                  </a:moveTo>
                  <a:lnTo>
                    <a:pt x="89420" y="213233"/>
                  </a:lnTo>
                  <a:lnTo>
                    <a:pt x="74142" y="220294"/>
                  </a:lnTo>
                  <a:lnTo>
                    <a:pt x="76352" y="230352"/>
                  </a:lnTo>
                  <a:lnTo>
                    <a:pt x="87299" y="225145"/>
                  </a:lnTo>
                  <a:lnTo>
                    <a:pt x="87477" y="225145"/>
                  </a:lnTo>
                  <a:lnTo>
                    <a:pt x="87477" y="270637"/>
                  </a:lnTo>
                  <a:lnTo>
                    <a:pt x="100457" y="270637"/>
                  </a:lnTo>
                  <a:lnTo>
                    <a:pt x="100457" y="213233"/>
                  </a:lnTo>
                  <a:close/>
                </a:path>
                <a:path w="925829" h="923925">
                  <a:moveTo>
                    <a:pt x="111950" y="688975"/>
                  </a:moveTo>
                  <a:lnTo>
                    <a:pt x="110858" y="687920"/>
                  </a:lnTo>
                  <a:lnTo>
                    <a:pt x="106997" y="684199"/>
                  </a:lnTo>
                  <a:lnTo>
                    <a:pt x="101346" y="682091"/>
                  </a:lnTo>
                  <a:lnTo>
                    <a:pt x="101346" y="681824"/>
                  </a:lnTo>
                  <a:lnTo>
                    <a:pt x="107086" y="678992"/>
                  </a:lnTo>
                  <a:lnTo>
                    <a:pt x="107657" y="677951"/>
                  </a:lnTo>
                  <a:lnTo>
                    <a:pt x="109689" y="674230"/>
                  </a:lnTo>
                  <a:lnTo>
                    <a:pt x="109740" y="663536"/>
                  </a:lnTo>
                  <a:lnTo>
                    <a:pt x="109740" y="662216"/>
                  </a:lnTo>
                  <a:lnTo>
                    <a:pt x="104165" y="654443"/>
                  </a:lnTo>
                  <a:lnTo>
                    <a:pt x="98272" y="654443"/>
                  </a:lnTo>
                  <a:lnTo>
                    <a:pt x="98272" y="701421"/>
                  </a:lnTo>
                  <a:lnTo>
                    <a:pt x="95084" y="704532"/>
                  </a:lnTo>
                  <a:lnTo>
                    <a:pt x="85369" y="704532"/>
                  </a:lnTo>
                  <a:lnTo>
                    <a:pt x="82181" y="700633"/>
                  </a:lnTo>
                  <a:lnTo>
                    <a:pt x="82283" y="692327"/>
                  </a:lnTo>
                  <a:lnTo>
                    <a:pt x="84848" y="689152"/>
                  </a:lnTo>
                  <a:lnTo>
                    <a:pt x="89268" y="687920"/>
                  </a:lnTo>
                  <a:lnTo>
                    <a:pt x="94475" y="689330"/>
                  </a:lnTo>
                  <a:lnTo>
                    <a:pt x="98259" y="692327"/>
                  </a:lnTo>
                  <a:lnTo>
                    <a:pt x="98272" y="701421"/>
                  </a:lnTo>
                  <a:lnTo>
                    <a:pt x="98272" y="654443"/>
                  </a:lnTo>
                  <a:lnTo>
                    <a:pt x="97116" y="654443"/>
                  </a:lnTo>
                  <a:lnTo>
                    <a:pt x="97116" y="667080"/>
                  </a:lnTo>
                  <a:lnTo>
                    <a:pt x="97116" y="674230"/>
                  </a:lnTo>
                  <a:lnTo>
                    <a:pt x="94386" y="677049"/>
                  </a:lnTo>
                  <a:lnTo>
                    <a:pt x="91287" y="677951"/>
                  </a:lnTo>
                  <a:lnTo>
                    <a:pt x="86690" y="676529"/>
                  </a:lnTo>
                  <a:lnTo>
                    <a:pt x="83350" y="674128"/>
                  </a:lnTo>
                  <a:lnTo>
                    <a:pt x="83248" y="666635"/>
                  </a:lnTo>
                  <a:lnTo>
                    <a:pt x="85547" y="663536"/>
                  </a:lnTo>
                  <a:lnTo>
                    <a:pt x="95084" y="663549"/>
                  </a:lnTo>
                  <a:lnTo>
                    <a:pt x="97116" y="667080"/>
                  </a:lnTo>
                  <a:lnTo>
                    <a:pt x="97116" y="654443"/>
                  </a:lnTo>
                  <a:lnTo>
                    <a:pt x="90754" y="654443"/>
                  </a:lnTo>
                  <a:lnTo>
                    <a:pt x="82753" y="655612"/>
                  </a:lnTo>
                  <a:lnTo>
                    <a:pt x="76327" y="658888"/>
                  </a:lnTo>
                  <a:lnTo>
                    <a:pt x="72072" y="663994"/>
                  </a:lnTo>
                  <a:lnTo>
                    <a:pt x="70624" y="670166"/>
                  </a:lnTo>
                  <a:lnTo>
                    <a:pt x="70523" y="675640"/>
                  </a:lnTo>
                  <a:lnTo>
                    <a:pt x="73279" y="680313"/>
                  </a:lnTo>
                  <a:lnTo>
                    <a:pt x="78828" y="683234"/>
                  </a:lnTo>
                  <a:lnTo>
                    <a:pt x="78828" y="683412"/>
                  </a:lnTo>
                  <a:lnTo>
                    <a:pt x="72555" y="686155"/>
                  </a:lnTo>
                  <a:lnTo>
                    <a:pt x="68592" y="690918"/>
                  </a:lnTo>
                  <a:lnTo>
                    <a:pt x="68592" y="697814"/>
                  </a:lnTo>
                  <a:lnTo>
                    <a:pt x="69862" y="703592"/>
                  </a:lnTo>
                  <a:lnTo>
                    <a:pt x="73761" y="708723"/>
                  </a:lnTo>
                  <a:lnTo>
                    <a:pt x="80391" y="712406"/>
                  </a:lnTo>
                  <a:lnTo>
                    <a:pt x="89865" y="713803"/>
                  </a:lnTo>
                  <a:lnTo>
                    <a:pt x="98945" y="712533"/>
                  </a:lnTo>
                  <a:lnTo>
                    <a:pt x="105905" y="708964"/>
                  </a:lnTo>
                  <a:lnTo>
                    <a:pt x="109486" y="704532"/>
                  </a:lnTo>
                  <a:lnTo>
                    <a:pt x="110375" y="703440"/>
                  </a:lnTo>
                  <a:lnTo>
                    <a:pt x="111912" y="696493"/>
                  </a:lnTo>
                  <a:lnTo>
                    <a:pt x="111950" y="688975"/>
                  </a:lnTo>
                  <a:close/>
                </a:path>
                <a:path w="925829" h="923925">
                  <a:moveTo>
                    <a:pt x="149771" y="241655"/>
                  </a:moveTo>
                  <a:lnTo>
                    <a:pt x="136220" y="214172"/>
                  </a:lnTo>
                  <a:lnTo>
                    <a:pt x="136220" y="255168"/>
                  </a:lnTo>
                  <a:lnTo>
                    <a:pt x="133515" y="261429"/>
                  </a:lnTo>
                  <a:lnTo>
                    <a:pt x="123190" y="261429"/>
                  </a:lnTo>
                  <a:lnTo>
                    <a:pt x="120015" y="255168"/>
                  </a:lnTo>
                  <a:lnTo>
                    <a:pt x="120015" y="228574"/>
                  </a:lnTo>
                  <a:lnTo>
                    <a:pt x="123367" y="222402"/>
                  </a:lnTo>
                  <a:lnTo>
                    <a:pt x="133604" y="222402"/>
                  </a:lnTo>
                  <a:lnTo>
                    <a:pt x="136118" y="228574"/>
                  </a:lnTo>
                  <a:lnTo>
                    <a:pt x="136220" y="255168"/>
                  </a:lnTo>
                  <a:lnTo>
                    <a:pt x="136220" y="214172"/>
                  </a:lnTo>
                  <a:lnTo>
                    <a:pt x="106578" y="242011"/>
                  </a:lnTo>
                  <a:lnTo>
                    <a:pt x="107873" y="253492"/>
                  </a:lnTo>
                  <a:lnTo>
                    <a:pt x="111772" y="262902"/>
                  </a:lnTo>
                  <a:lnTo>
                    <a:pt x="118427" y="269252"/>
                  </a:lnTo>
                  <a:lnTo>
                    <a:pt x="128041" y="271589"/>
                  </a:lnTo>
                  <a:lnTo>
                    <a:pt x="137579" y="269405"/>
                  </a:lnTo>
                  <a:lnTo>
                    <a:pt x="144360" y="263258"/>
                  </a:lnTo>
                  <a:lnTo>
                    <a:pt x="145135" y="261429"/>
                  </a:lnTo>
                  <a:lnTo>
                    <a:pt x="148412" y="253796"/>
                  </a:lnTo>
                  <a:lnTo>
                    <a:pt x="149771" y="241655"/>
                  </a:lnTo>
                  <a:close/>
                </a:path>
                <a:path w="925829" h="923925">
                  <a:moveTo>
                    <a:pt x="248297" y="62877"/>
                  </a:moveTo>
                  <a:lnTo>
                    <a:pt x="237261" y="62877"/>
                  </a:lnTo>
                  <a:lnTo>
                    <a:pt x="221983" y="69938"/>
                  </a:lnTo>
                  <a:lnTo>
                    <a:pt x="224193" y="80010"/>
                  </a:lnTo>
                  <a:lnTo>
                    <a:pt x="235140" y="74803"/>
                  </a:lnTo>
                  <a:lnTo>
                    <a:pt x="235318" y="74803"/>
                  </a:lnTo>
                  <a:lnTo>
                    <a:pt x="235318" y="120281"/>
                  </a:lnTo>
                  <a:lnTo>
                    <a:pt x="248297" y="120281"/>
                  </a:lnTo>
                  <a:lnTo>
                    <a:pt x="248297" y="62877"/>
                  </a:lnTo>
                  <a:close/>
                </a:path>
                <a:path w="925829" h="923925">
                  <a:moveTo>
                    <a:pt x="275221" y="806196"/>
                  </a:moveTo>
                  <a:lnTo>
                    <a:pt x="234696" y="806196"/>
                  </a:lnTo>
                  <a:lnTo>
                    <a:pt x="234696" y="817245"/>
                  </a:lnTo>
                  <a:lnTo>
                    <a:pt x="260997" y="817245"/>
                  </a:lnTo>
                  <a:lnTo>
                    <a:pt x="260997" y="817410"/>
                  </a:lnTo>
                  <a:lnTo>
                    <a:pt x="237337" y="863600"/>
                  </a:lnTo>
                  <a:lnTo>
                    <a:pt x="251561" y="863600"/>
                  </a:lnTo>
                  <a:lnTo>
                    <a:pt x="275221" y="814666"/>
                  </a:lnTo>
                  <a:lnTo>
                    <a:pt x="275221" y="806196"/>
                  </a:lnTo>
                  <a:close/>
                </a:path>
                <a:path w="925829" h="923925">
                  <a:moveTo>
                    <a:pt x="287540" y="62877"/>
                  </a:moveTo>
                  <a:lnTo>
                    <a:pt x="276504" y="62877"/>
                  </a:lnTo>
                  <a:lnTo>
                    <a:pt x="261226" y="69938"/>
                  </a:lnTo>
                  <a:lnTo>
                    <a:pt x="263448" y="80010"/>
                  </a:lnTo>
                  <a:lnTo>
                    <a:pt x="274396" y="74803"/>
                  </a:lnTo>
                  <a:lnTo>
                    <a:pt x="274561" y="74803"/>
                  </a:lnTo>
                  <a:lnTo>
                    <a:pt x="274561" y="120281"/>
                  </a:lnTo>
                  <a:lnTo>
                    <a:pt x="287540" y="120281"/>
                  </a:lnTo>
                  <a:lnTo>
                    <a:pt x="287540" y="62877"/>
                  </a:lnTo>
                  <a:close/>
                </a:path>
                <a:path w="925829" h="923925">
                  <a:moveTo>
                    <a:pt x="444690" y="977"/>
                  </a:moveTo>
                  <a:lnTo>
                    <a:pt x="433654" y="977"/>
                  </a:lnTo>
                  <a:lnTo>
                    <a:pt x="418376" y="8039"/>
                  </a:lnTo>
                  <a:lnTo>
                    <a:pt x="420598" y="18110"/>
                  </a:lnTo>
                  <a:lnTo>
                    <a:pt x="431533" y="12903"/>
                  </a:lnTo>
                  <a:lnTo>
                    <a:pt x="431711" y="12903"/>
                  </a:lnTo>
                  <a:lnTo>
                    <a:pt x="431711" y="58394"/>
                  </a:lnTo>
                  <a:lnTo>
                    <a:pt x="444690" y="58394"/>
                  </a:lnTo>
                  <a:lnTo>
                    <a:pt x="444690" y="977"/>
                  </a:lnTo>
                  <a:close/>
                </a:path>
                <a:path w="925829" h="923925">
                  <a:moveTo>
                    <a:pt x="485559" y="902589"/>
                  </a:moveTo>
                  <a:lnTo>
                    <a:pt x="484149" y="894638"/>
                  </a:lnTo>
                  <a:lnTo>
                    <a:pt x="483336" y="893406"/>
                  </a:lnTo>
                  <a:lnTo>
                    <a:pt x="480301" y="888758"/>
                  </a:lnTo>
                  <a:lnTo>
                    <a:pt x="479717" y="888377"/>
                  </a:lnTo>
                  <a:lnTo>
                    <a:pt x="474649" y="885126"/>
                  </a:lnTo>
                  <a:lnTo>
                    <a:pt x="471957" y="884631"/>
                  </a:lnTo>
                  <a:lnTo>
                    <a:pt x="471957" y="898004"/>
                  </a:lnTo>
                  <a:lnTo>
                    <a:pt x="471957" y="909116"/>
                  </a:lnTo>
                  <a:lnTo>
                    <a:pt x="468947" y="913447"/>
                  </a:lnTo>
                  <a:lnTo>
                    <a:pt x="458076" y="913447"/>
                  </a:lnTo>
                  <a:lnTo>
                    <a:pt x="455180" y="907961"/>
                  </a:lnTo>
                  <a:lnTo>
                    <a:pt x="454964" y="903300"/>
                  </a:lnTo>
                  <a:lnTo>
                    <a:pt x="454901" y="900290"/>
                  </a:lnTo>
                  <a:lnTo>
                    <a:pt x="455079" y="899236"/>
                  </a:lnTo>
                  <a:lnTo>
                    <a:pt x="455523" y="898436"/>
                  </a:lnTo>
                  <a:lnTo>
                    <a:pt x="456768" y="895616"/>
                  </a:lnTo>
                  <a:lnTo>
                    <a:pt x="459765" y="893406"/>
                  </a:lnTo>
                  <a:lnTo>
                    <a:pt x="469125" y="893406"/>
                  </a:lnTo>
                  <a:lnTo>
                    <a:pt x="471957" y="898004"/>
                  </a:lnTo>
                  <a:lnTo>
                    <a:pt x="471957" y="884631"/>
                  </a:lnTo>
                  <a:lnTo>
                    <a:pt x="467817" y="883869"/>
                  </a:lnTo>
                  <a:lnTo>
                    <a:pt x="462495" y="883869"/>
                  </a:lnTo>
                  <a:lnTo>
                    <a:pt x="458444" y="885545"/>
                  </a:lnTo>
                  <a:lnTo>
                    <a:pt x="455612" y="888377"/>
                  </a:lnTo>
                  <a:lnTo>
                    <a:pt x="455345" y="888377"/>
                  </a:lnTo>
                  <a:lnTo>
                    <a:pt x="456857" y="881748"/>
                  </a:lnTo>
                  <a:lnTo>
                    <a:pt x="462153" y="875652"/>
                  </a:lnTo>
                  <a:lnTo>
                    <a:pt x="476199" y="874496"/>
                  </a:lnTo>
                  <a:lnTo>
                    <a:pt x="477786" y="874420"/>
                  </a:lnTo>
                  <a:lnTo>
                    <a:pt x="479285" y="874496"/>
                  </a:lnTo>
                  <a:lnTo>
                    <a:pt x="479285" y="864171"/>
                  </a:lnTo>
                  <a:lnTo>
                    <a:pt x="476377" y="864006"/>
                  </a:lnTo>
                  <a:lnTo>
                    <a:pt x="473900" y="864273"/>
                  </a:lnTo>
                  <a:lnTo>
                    <a:pt x="464985" y="864704"/>
                  </a:lnTo>
                  <a:lnTo>
                    <a:pt x="441604" y="898004"/>
                  </a:lnTo>
                  <a:lnTo>
                    <a:pt x="441604" y="898436"/>
                  </a:lnTo>
                  <a:lnTo>
                    <a:pt x="443001" y="907973"/>
                  </a:lnTo>
                  <a:lnTo>
                    <a:pt x="447255" y="915949"/>
                  </a:lnTo>
                  <a:lnTo>
                    <a:pt x="454393" y="921359"/>
                  </a:lnTo>
                  <a:lnTo>
                    <a:pt x="464451" y="923353"/>
                  </a:lnTo>
                  <a:lnTo>
                    <a:pt x="472973" y="921715"/>
                  </a:lnTo>
                  <a:lnTo>
                    <a:pt x="479653" y="917257"/>
                  </a:lnTo>
                  <a:lnTo>
                    <a:pt x="482155" y="913447"/>
                  </a:lnTo>
                  <a:lnTo>
                    <a:pt x="484009" y="910653"/>
                  </a:lnTo>
                  <a:lnTo>
                    <a:pt x="485559" y="902589"/>
                  </a:lnTo>
                  <a:close/>
                </a:path>
                <a:path w="925829" h="923925">
                  <a:moveTo>
                    <a:pt x="498106" y="47332"/>
                  </a:moveTo>
                  <a:lnTo>
                    <a:pt x="476377" y="47332"/>
                  </a:lnTo>
                  <a:lnTo>
                    <a:pt x="476377" y="47155"/>
                  </a:lnTo>
                  <a:lnTo>
                    <a:pt x="481672" y="42735"/>
                  </a:lnTo>
                  <a:lnTo>
                    <a:pt x="487603" y="37109"/>
                  </a:lnTo>
                  <a:lnTo>
                    <a:pt x="492455" y="31203"/>
                  </a:lnTo>
                  <a:lnTo>
                    <a:pt x="495744" y="24866"/>
                  </a:lnTo>
                  <a:lnTo>
                    <a:pt x="496951" y="17919"/>
                  </a:lnTo>
                  <a:lnTo>
                    <a:pt x="495642" y="10769"/>
                  </a:lnTo>
                  <a:lnTo>
                    <a:pt x="491782" y="5092"/>
                  </a:lnTo>
                  <a:lnTo>
                    <a:pt x="485470" y="1358"/>
                  </a:lnTo>
                  <a:lnTo>
                    <a:pt x="476808" y="0"/>
                  </a:lnTo>
                  <a:lnTo>
                    <a:pt x="469125" y="0"/>
                  </a:lnTo>
                  <a:lnTo>
                    <a:pt x="462330" y="2641"/>
                  </a:lnTo>
                  <a:lnTo>
                    <a:pt x="458101" y="5918"/>
                  </a:lnTo>
                  <a:lnTo>
                    <a:pt x="461886" y="15455"/>
                  </a:lnTo>
                  <a:lnTo>
                    <a:pt x="464896" y="13246"/>
                  </a:lnTo>
                  <a:lnTo>
                    <a:pt x="469226" y="10769"/>
                  </a:lnTo>
                  <a:lnTo>
                    <a:pt x="480796" y="10769"/>
                  </a:lnTo>
                  <a:lnTo>
                    <a:pt x="483539" y="14478"/>
                  </a:lnTo>
                  <a:lnTo>
                    <a:pt x="483539" y="19177"/>
                  </a:lnTo>
                  <a:lnTo>
                    <a:pt x="482333" y="24244"/>
                  </a:lnTo>
                  <a:lnTo>
                    <a:pt x="478828" y="29692"/>
                  </a:lnTo>
                  <a:lnTo>
                    <a:pt x="472973" y="35991"/>
                  </a:lnTo>
                  <a:lnTo>
                    <a:pt x="464718" y="43637"/>
                  </a:lnTo>
                  <a:lnTo>
                    <a:pt x="457390" y="50253"/>
                  </a:lnTo>
                  <a:lnTo>
                    <a:pt x="457390" y="58369"/>
                  </a:lnTo>
                  <a:lnTo>
                    <a:pt x="498106" y="58369"/>
                  </a:lnTo>
                  <a:lnTo>
                    <a:pt x="498106" y="47332"/>
                  </a:lnTo>
                  <a:close/>
                </a:path>
                <a:path w="925829" h="923925">
                  <a:moveTo>
                    <a:pt x="675868" y="57429"/>
                  </a:moveTo>
                  <a:lnTo>
                    <a:pt x="664832" y="57429"/>
                  </a:lnTo>
                  <a:lnTo>
                    <a:pt x="649554" y="64490"/>
                  </a:lnTo>
                  <a:lnTo>
                    <a:pt x="651764" y="74561"/>
                  </a:lnTo>
                  <a:lnTo>
                    <a:pt x="662711" y="69342"/>
                  </a:lnTo>
                  <a:lnTo>
                    <a:pt x="662876" y="69342"/>
                  </a:lnTo>
                  <a:lnTo>
                    <a:pt x="662876" y="114833"/>
                  </a:lnTo>
                  <a:lnTo>
                    <a:pt x="675868" y="114833"/>
                  </a:lnTo>
                  <a:lnTo>
                    <a:pt x="675868" y="57429"/>
                  </a:lnTo>
                  <a:close/>
                </a:path>
                <a:path w="925829" h="923925">
                  <a:moveTo>
                    <a:pt x="703326" y="837234"/>
                  </a:moveTo>
                  <a:lnTo>
                    <a:pt x="700684" y="832472"/>
                  </a:lnTo>
                  <a:lnTo>
                    <a:pt x="696353" y="829551"/>
                  </a:lnTo>
                  <a:lnTo>
                    <a:pt x="692365" y="826643"/>
                  </a:lnTo>
                  <a:lnTo>
                    <a:pt x="686714" y="825411"/>
                  </a:lnTo>
                  <a:lnTo>
                    <a:pt x="678776" y="825411"/>
                  </a:lnTo>
                  <a:lnTo>
                    <a:pt x="677532" y="825588"/>
                  </a:lnTo>
                  <a:lnTo>
                    <a:pt x="678776" y="816749"/>
                  </a:lnTo>
                  <a:lnTo>
                    <a:pt x="701040" y="816749"/>
                  </a:lnTo>
                  <a:lnTo>
                    <a:pt x="701040" y="805713"/>
                  </a:lnTo>
                  <a:lnTo>
                    <a:pt x="669417" y="805713"/>
                  </a:lnTo>
                  <a:lnTo>
                    <a:pt x="665708" y="835825"/>
                  </a:lnTo>
                  <a:lnTo>
                    <a:pt x="667994" y="835482"/>
                  </a:lnTo>
                  <a:lnTo>
                    <a:pt x="670204" y="835291"/>
                  </a:lnTo>
                  <a:lnTo>
                    <a:pt x="684885" y="835291"/>
                  </a:lnTo>
                  <a:lnTo>
                    <a:pt x="689559" y="838923"/>
                  </a:lnTo>
                  <a:lnTo>
                    <a:pt x="689559" y="850925"/>
                  </a:lnTo>
                  <a:lnTo>
                    <a:pt x="683641" y="853579"/>
                  </a:lnTo>
                  <a:lnTo>
                    <a:pt x="672858" y="853579"/>
                  </a:lnTo>
                  <a:lnTo>
                    <a:pt x="667651" y="851992"/>
                  </a:lnTo>
                  <a:lnTo>
                    <a:pt x="665175" y="850747"/>
                  </a:lnTo>
                  <a:lnTo>
                    <a:pt x="662698" y="860818"/>
                  </a:lnTo>
                  <a:lnTo>
                    <a:pt x="665873" y="862507"/>
                  </a:lnTo>
                  <a:lnTo>
                    <a:pt x="671703" y="864095"/>
                  </a:lnTo>
                  <a:lnTo>
                    <a:pt x="678675" y="864095"/>
                  </a:lnTo>
                  <a:lnTo>
                    <a:pt x="689063" y="862444"/>
                  </a:lnTo>
                  <a:lnTo>
                    <a:pt x="696810" y="858037"/>
                  </a:lnTo>
                  <a:lnTo>
                    <a:pt x="701649" y="851611"/>
                  </a:lnTo>
                  <a:lnTo>
                    <a:pt x="703326" y="843953"/>
                  </a:lnTo>
                  <a:lnTo>
                    <a:pt x="703326" y="837234"/>
                  </a:lnTo>
                  <a:close/>
                </a:path>
                <a:path w="925829" h="923925">
                  <a:moveTo>
                    <a:pt x="853808" y="252717"/>
                  </a:moveTo>
                  <a:lnTo>
                    <a:pt x="832065" y="252717"/>
                  </a:lnTo>
                  <a:lnTo>
                    <a:pt x="832065" y="252552"/>
                  </a:lnTo>
                  <a:lnTo>
                    <a:pt x="837361" y="248132"/>
                  </a:lnTo>
                  <a:lnTo>
                    <a:pt x="843280" y="242493"/>
                  </a:lnTo>
                  <a:lnTo>
                    <a:pt x="848144" y="236588"/>
                  </a:lnTo>
                  <a:lnTo>
                    <a:pt x="851433" y="230251"/>
                  </a:lnTo>
                  <a:lnTo>
                    <a:pt x="852639" y="223304"/>
                  </a:lnTo>
                  <a:lnTo>
                    <a:pt x="851331" y="216154"/>
                  </a:lnTo>
                  <a:lnTo>
                    <a:pt x="847471" y="210477"/>
                  </a:lnTo>
                  <a:lnTo>
                    <a:pt x="841171" y="206730"/>
                  </a:lnTo>
                  <a:lnTo>
                    <a:pt x="832510" y="205384"/>
                  </a:lnTo>
                  <a:lnTo>
                    <a:pt x="824826" y="205384"/>
                  </a:lnTo>
                  <a:lnTo>
                    <a:pt x="818032" y="208026"/>
                  </a:lnTo>
                  <a:lnTo>
                    <a:pt x="813790" y="211302"/>
                  </a:lnTo>
                  <a:lnTo>
                    <a:pt x="817575" y="220840"/>
                  </a:lnTo>
                  <a:lnTo>
                    <a:pt x="820585" y="218630"/>
                  </a:lnTo>
                  <a:lnTo>
                    <a:pt x="824928" y="216154"/>
                  </a:lnTo>
                  <a:lnTo>
                    <a:pt x="836485" y="216154"/>
                  </a:lnTo>
                  <a:lnTo>
                    <a:pt x="839228" y="219862"/>
                  </a:lnTo>
                  <a:lnTo>
                    <a:pt x="839228" y="224548"/>
                  </a:lnTo>
                  <a:lnTo>
                    <a:pt x="838022" y="229616"/>
                  </a:lnTo>
                  <a:lnTo>
                    <a:pt x="834517" y="235064"/>
                  </a:lnTo>
                  <a:lnTo>
                    <a:pt x="828662" y="241363"/>
                  </a:lnTo>
                  <a:lnTo>
                    <a:pt x="820420" y="249008"/>
                  </a:lnTo>
                  <a:lnTo>
                    <a:pt x="813079" y="255638"/>
                  </a:lnTo>
                  <a:lnTo>
                    <a:pt x="813079" y="263766"/>
                  </a:lnTo>
                  <a:lnTo>
                    <a:pt x="853808" y="263766"/>
                  </a:lnTo>
                  <a:lnTo>
                    <a:pt x="853808" y="252717"/>
                  </a:lnTo>
                  <a:close/>
                </a:path>
                <a:path w="925829" h="923925">
                  <a:moveTo>
                    <a:pt x="858748" y="689076"/>
                  </a:moveTo>
                  <a:lnTo>
                    <a:pt x="851954" y="689076"/>
                  </a:lnTo>
                  <a:lnTo>
                    <a:pt x="851954" y="665670"/>
                  </a:lnTo>
                  <a:lnTo>
                    <a:pt x="851954" y="655421"/>
                  </a:lnTo>
                  <a:lnTo>
                    <a:pt x="839584" y="655421"/>
                  </a:lnTo>
                  <a:lnTo>
                    <a:pt x="839584" y="665670"/>
                  </a:lnTo>
                  <a:lnTo>
                    <a:pt x="839254" y="672731"/>
                  </a:lnTo>
                  <a:lnTo>
                    <a:pt x="839241" y="689076"/>
                  </a:lnTo>
                  <a:lnTo>
                    <a:pt x="826249" y="689076"/>
                  </a:lnTo>
                  <a:lnTo>
                    <a:pt x="826338" y="688898"/>
                  </a:lnTo>
                  <a:lnTo>
                    <a:pt x="833945" y="676363"/>
                  </a:lnTo>
                  <a:lnTo>
                    <a:pt x="835875" y="672731"/>
                  </a:lnTo>
                  <a:lnTo>
                    <a:pt x="837463" y="669378"/>
                  </a:lnTo>
                  <a:lnTo>
                    <a:pt x="839330" y="665670"/>
                  </a:lnTo>
                  <a:lnTo>
                    <a:pt x="839584" y="665670"/>
                  </a:lnTo>
                  <a:lnTo>
                    <a:pt x="839584" y="655421"/>
                  </a:lnTo>
                  <a:lnTo>
                    <a:pt x="835431" y="655421"/>
                  </a:lnTo>
                  <a:lnTo>
                    <a:pt x="813790" y="690397"/>
                  </a:lnTo>
                  <a:lnTo>
                    <a:pt x="813790" y="699135"/>
                  </a:lnTo>
                  <a:lnTo>
                    <a:pt x="839241" y="699135"/>
                  </a:lnTo>
                  <a:lnTo>
                    <a:pt x="839241" y="712838"/>
                  </a:lnTo>
                  <a:lnTo>
                    <a:pt x="851954" y="712838"/>
                  </a:lnTo>
                  <a:lnTo>
                    <a:pt x="851954" y="699135"/>
                  </a:lnTo>
                  <a:lnTo>
                    <a:pt x="858748" y="699135"/>
                  </a:lnTo>
                  <a:lnTo>
                    <a:pt x="858748" y="689076"/>
                  </a:lnTo>
                  <a:close/>
                </a:path>
                <a:path w="925829" h="923925">
                  <a:moveTo>
                    <a:pt x="925398" y="467309"/>
                  </a:moveTo>
                  <a:lnTo>
                    <a:pt x="919835" y="462102"/>
                  </a:lnTo>
                  <a:lnTo>
                    <a:pt x="912952" y="460857"/>
                  </a:lnTo>
                  <a:lnTo>
                    <a:pt x="912952" y="460679"/>
                  </a:lnTo>
                  <a:lnTo>
                    <a:pt x="920013" y="458304"/>
                  </a:lnTo>
                  <a:lnTo>
                    <a:pt x="923455" y="453440"/>
                  </a:lnTo>
                  <a:lnTo>
                    <a:pt x="923455" y="439483"/>
                  </a:lnTo>
                  <a:lnTo>
                    <a:pt x="916660" y="433031"/>
                  </a:lnTo>
                  <a:lnTo>
                    <a:pt x="896950" y="433031"/>
                  </a:lnTo>
                  <a:lnTo>
                    <a:pt x="890155" y="435152"/>
                  </a:lnTo>
                  <a:lnTo>
                    <a:pt x="886714" y="437362"/>
                  </a:lnTo>
                  <a:lnTo>
                    <a:pt x="889457" y="447078"/>
                  </a:lnTo>
                  <a:lnTo>
                    <a:pt x="891755" y="445668"/>
                  </a:lnTo>
                  <a:lnTo>
                    <a:pt x="896696" y="443636"/>
                  </a:lnTo>
                  <a:lnTo>
                    <a:pt x="907110" y="443636"/>
                  </a:lnTo>
                  <a:lnTo>
                    <a:pt x="909853" y="446201"/>
                  </a:lnTo>
                  <a:lnTo>
                    <a:pt x="909853" y="454494"/>
                  </a:lnTo>
                  <a:lnTo>
                    <a:pt x="904214" y="456260"/>
                  </a:lnTo>
                  <a:lnTo>
                    <a:pt x="894397" y="456260"/>
                  </a:lnTo>
                  <a:lnTo>
                    <a:pt x="894397" y="465886"/>
                  </a:lnTo>
                  <a:lnTo>
                    <a:pt x="905789" y="465886"/>
                  </a:lnTo>
                  <a:lnTo>
                    <a:pt x="911440" y="468452"/>
                  </a:lnTo>
                  <a:lnTo>
                    <a:pt x="911440" y="478434"/>
                  </a:lnTo>
                  <a:lnTo>
                    <a:pt x="907910" y="481787"/>
                  </a:lnTo>
                  <a:lnTo>
                    <a:pt x="895451" y="481787"/>
                  </a:lnTo>
                  <a:lnTo>
                    <a:pt x="889977" y="479577"/>
                  </a:lnTo>
                  <a:lnTo>
                    <a:pt x="887603" y="478256"/>
                  </a:lnTo>
                  <a:lnTo>
                    <a:pt x="884859" y="488416"/>
                  </a:lnTo>
                  <a:lnTo>
                    <a:pt x="888225" y="490448"/>
                  </a:lnTo>
                  <a:lnTo>
                    <a:pt x="894486" y="492391"/>
                  </a:lnTo>
                  <a:lnTo>
                    <a:pt x="901903" y="492391"/>
                  </a:lnTo>
                  <a:lnTo>
                    <a:pt x="911720" y="491070"/>
                  </a:lnTo>
                  <a:lnTo>
                    <a:pt x="919111" y="487413"/>
                  </a:lnTo>
                  <a:lnTo>
                    <a:pt x="923772" y="481876"/>
                  </a:lnTo>
                  <a:lnTo>
                    <a:pt x="925398" y="474903"/>
                  </a:lnTo>
                  <a:lnTo>
                    <a:pt x="925398" y="467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538666" y="1312173"/>
              <a:ext cx="626745" cy="506095"/>
            </a:xfrm>
            <a:custGeom>
              <a:avLst/>
              <a:gdLst/>
              <a:ahLst/>
              <a:cxnLst/>
              <a:rect l="l" t="t" r="r" b="b"/>
              <a:pathLst>
                <a:path w="626745" h="506094">
                  <a:moveTo>
                    <a:pt x="370509" y="0"/>
                  </a:moveTo>
                  <a:lnTo>
                    <a:pt x="367563" y="0"/>
                  </a:lnTo>
                  <a:lnTo>
                    <a:pt x="366356" y="1422"/>
                  </a:lnTo>
                  <a:lnTo>
                    <a:pt x="366356" y="425437"/>
                  </a:lnTo>
                  <a:lnTo>
                    <a:pt x="360857" y="426072"/>
                  </a:lnTo>
                  <a:lnTo>
                    <a:pt x="355917" y="428574"/>
                  </a:lnTo>
                  <a:lnTo>
                    <a:pt x="352221" y="432308"/>
                  </a:lnTo>
                  <a:lnTo>
                    <a:pt x="7226" y="230555"/>
                  </a:lnTo>
                  <a:lnTo>
                    <a:pt x="3213" y="231228"/>
                  </a:lnTo>
                  <a:lnTo>
                    <a:pt x="0" y="236728"/>
                  </a:lnTo>
                  <a:lnTo>
                    <a:pt x="1371" y="240563"/>
                  </a:lnTo>
                  <a:lnTo>
                    <a:pt x="346328" y="442290"/>
                  </a:lnTo>
                  <a:lnTo>
                    <a:pt x="345719" y="444398"/>
                  </a:lnTo>
                  <a:lnTo>
                    <a:pt x="345376" y="446633"/>
                  </a:lnTo>
                  <a:lnTo>
                    <a:pt x="345490" y="451104"/>
                  </a:lnTo>
                  <a:lnTo>
                    <a:pt x="328917" y="461645"/>
                  </a:lnTo>
                  <a:lnTo>
                    <a:pt x="327393" y="468490"/>
                  </a:lnTo>
                  <a:lnTo>
                    <a:pt x="333895" y="478701"/>
                  </a:lnTo>
                  <a:lnTo>
                    <a:pt x="340728" y="480199"/>
                  </a:lnTo>
                  <a:lnTo>
                    <a:pt x="357454" y="469544"/>
                  </a:lnTo>
                  <a:lnTo>
                    <a:pt x="360133" y="471068"/>
                  </a:lnTo>
                  <a:lnTo>
                    <a:pt x="363143" y="472071"/>
                  </a:lnTo>
                  <a:lnTo>
                    <a:pt x="366356" y="472427"/>
                  </a:lnTo>
                  <a:lnTo>
                    <a:pt x="366356" y="504215"/>
                  </a:lnTo>
                  <a:lnTo>
                    <a:pt x="367563" y="505637"/>
                  </a:lnTo>
                  <a:lnTo>
                    <a:pt x="370509" y="505637"/>
                  </a:lnTo>
                  <a:lnTo>
                    <a:pt x="371716" y="504215"/>
                  </a:lnTo>
                  <a:lnTo>
                    <a:pt x="371716" y="472427"/>
                  </a:lnTo>
                  <a:lnTo>
                    <a:pt x="377291" y="471805"/>
                  </a:lnTo>
                  <a:lnTo>
                    <a:pt x="382257" y="469239"/>
                  </a:lnTo>
                  <a:lnTo>
                    <a:pt x="385978" y="465429"/>
                  </a:lnTo>
                  <a:lnTo>
                    <a:pt x="426745" y="489242"/>
                  </a:lnTo>
                  <a:lnTo>
                    <a:pt x="430758" y="488569"/>
                  </a:lnTo>
                  <a:lnTo>
                    <a:pt x="433958" y="483057"/>
                  </a:lnTo>
                  <a:lnTo>
                    <a:pt x="432587" y="479234"/>
                  </a:lnTo>
                  <a:lnTo>
                    <a:pt x="391794" y="455396"/>
                  </a:lnTo>
                  <a:lnTo>
                    <a:pt x="392379" y="453339"/>
                  </a:lnTo>
                  <a:lnTo>
                    <a:pt x="392696" y="451167"/>
                  </a:lnTo>
                  <a:lnTo>
                    <a:pt x="392633" y="447179"/>
                  </a:lnTo>
                  <a:lnTo>
                    <a:pt x="624852" y="299389"/>
                  </a:lnTo>
                  <a:lnTo>
                    <a:pt x="626389" y="292544"/>
                  </a:lnTo>
                  <a:lnTo>
                    <a:pt x="623138" y="287451"/>
                  </a:lnTo>
                  <a:lnTo>
                    <a:pt x="619886" y="282346"/>
                  </a:lnTo>
                  <a:lnTo>
                    <a:pt x="613041" y="280835"/>
                  </a:lnTo>
                  <a:lnTo>
                    <a:pt x="380999" y="428523"/>
                  </a:lnTo>
                  <a:lnTo>
                    <a:pt x="378218" y="426897"/>
                  </a:lnTo>
                  <a:lnTo>
                    <a:pt x="375081" y="425818"/>
                  </a:lnTo>
                  <a:lnTo>
                    <a:pt x="371716" y="425437"/>
                  </a:lnTo>
                  <a:lnTo>
                    <a:pt x="371716" y="1422"/>
                  </a:lnTo>
                  <a:lnTo>
                    <a:pt x="370509" y="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848124" y="1583551"/>
              <a:ext cx="307975" cy="205104"/>
            </a:xfrm>
            <a:custGeom>
              <a:avLst/>
              <a:gdLst/>
              <a:ahLst/>
              <a:cxnLst/>
              <a:rect l="l" t="t" r="r" b="b"/>
              <a:pathLst>
                <a:path w="307975" h="205105">
                  <a:moveTo>
                    <a:pt x="294119" y="0"/>
                  </a:moveTo>
                  <a:lnTo>
                    <a:pt x="62064" y="147675"/>
                  </a:lnTo>
                  <a:lnTo>
                    <a:pt x="58559" y="145630"/>
                  </a:lnTo>
                  <a:lnTo>
                    <a:pt x="54483" y="144449"/>
                  </a:lnTo>
                  <a:lnTo>
                    <a:pt x="50114" y="144449"/>
                  </a:lnTo>
                  <a:lnTo>
                    <a:pt x="40904" y="146308"/>
                  </a:lnTo>
                  <a:lnTo>
                    <a:pt x="33383" y="151377"/>
                  </a:lnTo>
                  <a:lnTo>
                    <a:pt x="28313" y="158894"/>
                  </a:lnTo>
                  <a:lnTo>
                    <a:pt x="26454" y="168097"/>
                  </a:lnTo>
                  <a:lnTo>
                    <a:pt x="26568" y="170281"/>
                  </a:lnTo>
                  <a:lnTo>
                    <a:pt x="1536" y="186207"/>
                  </a:lnTo>
                  <a:lnTo>
                    <a:pt x="0" y="193039"/>
                  </a:lnTo>
                  <a:lnTo>
                    <a:pt x="6502" y="203238"/>
                  </a:lnTo>
                  <a:lnTo>
                    <a:pt x="13360" y="204749"/>
                  </a:lnTo>
                  <a:lnTo>
                    <a:pt x="38531" y="188721"/>
                  </a:lnTo>
                  <a:lnTo>
                    <a:pt x="41960" y="190652"/>
                  </a:lnTo>
                  <a:lnTo>
                    <a:pt x="45897" y="191769"/>
                  </a:lnTo>
                  <a:lnTo>
                    <a:pt x="50114" y="191769"/>
                  </a:lnTo>
                  <a:lnTo>
                    <a:pt x="59324" y="189909"/>
                  </a:lnTo>
                  <a:lnTo>
                    <a:pt x="66844" y="184835"/>
                  </a:lnTo>
                  <a:lnTo>
                    <a:pt x="71915" y="177314"/>
                  </a:lnTo>
                  <a:lnTo>
                    <a:pt x="73748" y="166928"/>
                  </a:lnTo>
                  <a:lnTo>
                    <a:pt x="73698" y="166357"/>
                  </a:lnTo>
                  <a:lnTo>
                    <a:pt x="305943" y="18554"/>
                  </a:lnTo>
                  <a:lnTo>
                    <a:pt x="307467" y="11709"/>
                  </a:lnTo>
                  <a:lnTo>
                    <a:pt x="304215" y="6616"/>
                  </a:lnTo>
                  <a:lnTo>
                    <a:pt x="300977" y="1511"/>
                  </a:lnTo>
                  <a:lnTo>
                    <a:pt x="294119" y="0"/>
                  </a:lnTo>
                  <a:close/>
                </a:path>
              </a:pathLst>
            </a:custGeom>
            <a:solidFill>
              <a:srgbClr val="DD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533830" y="1535961"/>
              <a:ext cx="429895" cy="256540"/>
            </a:xfrm>
            <a:custGeom>
              <a:avLst/>
              <a:gdLst/>
              <a:ahLst/>
              <a:cxnLst/>
              <a:rect l="l" t="t" r="r" b="b"/>
              <a:pathLst>
                <a:path w="429895" h="256539">
                  <a:moveTo>
                    <a:pt x="7238" y="0"/>
                  </a:moveTo>
                  <a:lnTo>
                    <a:pt x="3213" y="673"/>
                  </a:lnTo>
                  <a:lnTo>
                    <a:pt x="0" y="6197"/>
                  </a:lnTo>
                  <a:lnTo>
                    <a:pt x="1384" y="10020"/>
                  </a:lnTo>
                  <a:lnTo>
                    <a:pt x="348729" y="213131"/>
                  </a:lnTo>
                  <a:lnTo>
                    <a:pt x="348513" y="215696"/>
                  </a:lnTo>
                  <a:lnTo>
                    <a:pt x="348513" y="224485"/>
                  </a:lnTo>
                  <a:lnTo>
                    <a:pt x="355625" y="231597"/>
                  </a:lnTo>
                  <a:lnTo>
                    <a:pt x="368172" y="231597"/>
                  </a:lnTo>
                  <a:lnTo>
                    <a:pt x="371627" y="230301"/>
                  </a:lnTo>
                  <a:lnTo>
                    <a:pt x="374357" y="228104"/>
                  </a:lnTo>
                  <a:lnTo>
                    <a:pt x="422135" y="256006"/>
                  </a:lnTo>
                  <a:lnTo>
                    <a:pt x="426123" y="255333"/>
                  </a:lnTo>
                  <a:lnTo>
                    <a:pt x="429348" y="249834"/>
                  </a:lnTo>
                  <a:lnTo>
                    <a:pt x="427977" y="245986"/>
                  </a:lnTo>
                  <a:lnTo>
                    <a:pt x="424662" y="244068"/>
                  </a:lnTo>
                  <a:lnTo>
                    <a:pt x="380149" y="218058"/>
                  </a:lnTo>
                  <a:lnTo>
                    <a:pt x="380314" y="215696"/>
                  </a:lnTo>
                  <a:lnTo>
                    <a:pt x="380314" y="206908"/>
                  </a:lnTo>
                  <a:lnTo>
                    <a:pt x="373189" y="199783"/>
                  </a:lnTo>
                  <a:lnTo>
                    <a:pt x="360718" y="199783"/>
                  </a:lnTo>
                  <a:lnTo>
                    <a:pt x="357314" y="201040"/>
                  </a:lnTo>
                  <a:lnTo>
                    <a:pt x="354609" y="203149"/>
                  </a:lnTo>
                  <a:lnTo>
                    <a:pt x="7238" y="0"/>
                  </a:lnTo>
                  <a:close/>
                </a:path>
              </a:pathLst>
            </a:custGeom>
            <a:solidFill>
              <a:srgbClr val="F1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7074" y="1302715"/>
              <a:ext cx="22313" cy="505650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893135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7924" y="0"/>
                  </a:moveTo>
                  <a:lnTo>
                    <a:pt x="5092" y="0"/>
                  </a:lnTo>
                  <a:lnTo>
                    <a:pt x="2273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73" y="10210"/>
                  </a:lnTo>
                  <a:lnTo>
                    <a:pt x="7924" y="10210"/>
                  </a:lnTo>
                  <a:lnTo>
                    <a:pt x="10198" y="7924"/>
                  </a:lnTo>
                  <a:lnTo>
                    <a:pt x="10198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E6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74831" y="1201699"/>
              <a:ext cx="46812" cy="46824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74831" y="2253234"/>
              <a:ext cx="46812" cy="46812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1233" y="1726197"/>
              <a:ext cx="46812" cy="46837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98911" y="1152322"/>
              <a:ext cx="1198676" cy="1198664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4341995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47" y="0"/>
                  </a:moveTo>
                  <a:lnTo>
                    <a:pt x="508253" y="2041"/>
                  </a:lnTo>
                  <a:lnTo>
                    <a:pt x="461392" y="8055"/>
                  </a:lnTo>
                  <a:lnTo>
                    <a:pt x="415832" y="17874"/>
                  </a:lnTo>
                  <a:lnTo>
                    <a:pt x="371739" y="31331"/>
                  </a:lnTo>
                  <a:lnTo>
                    <a:pt x="329281" y="48259"/>
                  </a:lnTo>
                  <a:lnTo>
                    <a:pt x="288624" y="68492"/>
                  </a:lnTo>
                  <a:lnTo>
                    <a:pt x="249936" y="91862"/>
                  </a:lnTo>
                  <a:lnTo>
                    <a:pt x="213383" y="118202"/>
                  </a:lnTo>
                  <a:lnTo>
                    <a:pt x="179133" y="147346"/>
                  </a:lnTo>
                  <a:lnTo>
                    <a:pt x="147352" y="179126"/>
                  </a:lnTo>
                  <a:lnTo>
                    <a:pt x="118207" y="213375"/>
                  </a:lnTo>
                  <a:lnTo>
                    <a:pt x="91866" y="249927"/>
                  </a:lnTo>
                  <a:lnTo>
                    <a:pt x="68495" y="288614"/>
                  </a:lnTo>
                  <a:lnTo>
                    <a:pt x="48262" y="329270"/>
                  </a:lnTo>
                  <a:lnTo>
                    <a:pt x="31333" y="371728"/>
                  </a:lnTo>
                  <a:lnTo>
                    <a:pt x="17875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5" y="696653"/>
                  </a:lnTo>
                  <a:lnTo>
                    <a:pt x="31333" y="740747"/>
                  </a:lnTo>
                  <a:lnTo>
                    <a:pt x="48262" y="783205"/>
                  </a:lnTo>
                  <a:lnTo>
                    <a:pt x="68495" y="823862"/>
                  </a:lnTo>
                  <a:lnTo>
                    <a:pt x="91866" y="862551"/>
                  </a:lnTo>
                  <a:lnTo>
                    <a:pt x="118207" y="899103"/>
                  </a:lnTo>
                  <a:lnTo>
                    <a:pt x="147352" y="933353"/>
                  </a:lnTo>
                  <a:lnTo>
                    <a:pt x="179133" y="965134"/>
                  </a:lnTo>
                  <a:lnTo>
                    <a:pt x="213383" y="994278"/>
                  </a:lnTo>
                  <a:lnTo>
                    <a:pt x="249936" y="1020618"/>
                  </a:lnTo>
                  <a:lnTo>
                    <a:pt x="288624" y="1043988"/>
                  </a:lnTo>
                  <a:lnTo>
                    <a:pt x="329281" y="1064221"/>
                  </a:lnTo>
                  <a:lnTo>
                    <a:pt x="371739" y="1081150"/>
                  </a:lnTo>
                  <a:lnTo>
                    <a:pt x="415832" y="1094607"/>
                  </a:lnTo>
                  <a:lnTo>
                    <a:pt x="461392" y="1104426"/>
                  </a:lnTo>
                  <a:lnTo>
                    <a:pt x="508253" y="1110440"/>
                  </a:lnTo>
                  <a:lnTo>
                    <a:pt x="556247" y="1112481"/>
                  </a:lnTo>
                  <a:lnTo>
                    <a:pt x="604241" y="1110440"/>
                  </a:lnTo>
                  <a:lnTo>
                    <a:pt x="651102" y="1104426"/>
                  </a:lnTo>
                  <a:lnTo>
                    <a:pt x="696662" y="1094607"/>
                  </a:lnTo>
                  <a:lnTo>
                    <a:pt x="740755" y="1081150"/>
                  </a:lnTo>
                  <a:lnTo>
                    <a:pt x="783213" y="1064221"/>
                  </a:lnTo>
                  <a:lnTo>
                    <a:pt x="823869" y="1043988"/>
                  </a:lnTo>
                  <a:lnTo>
                    <a:pt x="862558" y="1020618"/>
                  </a:lnTo>
                  <a:lnTo>
                    <a:pt x="899111" y="994278"/>
                  </a:lnTo>
                  <a:lnTo>
                    <a:pt x="933361" y="965134"/>
                  </a:lnTo>
                  <a:lnTo>
                    <a:pt x="965142" y="933353"/>
                  </a:lnTo>
                  <a:lnTo>
                    <a:pt x="994287" y="899103"/>
                  </a:lnTo>
                  <a:lnTo>
                    <a:pt x="1020628" y="862551"/>
                  </a:lnTo>
                  <a:lnTo>
                    <a:pt x="1043998" y="823862"/>
                  </a:lnTo>
                  <a:lnTo>
                    <a:pt x="1064232" y="783205"/>
                  </a:lnTo>
                  <a:lnTo>
                    <a:pt x="1081161" y="740747"/>
                  </a:lnTo>
                  <a:lnTo>
                    <a:pt x="1094619" y="696653"/>
                  </a:lnTo>
                  <a:lnTo>
                    <a:pt x="1104438" y="651092"/>
                  </a:lnTo>
                  <a:lnTo>
                    <a:pt x="1110452" y="604230"/>
                  </a:lnTo>
                  <a:lnTo>
                    <a:pt x="1112494" y="556234"/>
                  </a:lnTo>
                  <a:lnTo>
                    <a:pt x="1110452" y="508240"/>
                  </a:lnTo>
                  <a:lnTo>
                    <a:pt x="1104438" y="461380"/>
                  </a:lnTo>
                  <a:lnTo>
                    <a:pt x="1094619" y="415820"/>
                  </a:lnTo>
                  <a:lnTo>
                    <a:pt x="1081161" y="371728"/>
                  </a:lnTo>
                  <a:lnTo>
                    <a:pt x="1064232" y="329270"/>
                  </a:lnTo>
                  <a:lnTo>
                    <a:pt x="1043998" y="288614"/>
                  </a:lnTo>
                  <a:lnTo>
                    <a:pt x="1020628" y="249927"/>
                  </a:lnTo>
                  <a:lnTo>
                    <a:pt x="994287" y="213375"/>
                  </a:lnTo>
                  <a:lnTo>
                    <a:pt x="965142" y="179126"/>
                  </a:lnTo>
                  <a:lnTo>
                    <a:pt x="933361" y="147346"/>
                  </a:lnTo>
                  <a:lnTo>
                    <a:pt x="899111" y="118202"/>
                  </a:lnTo>
                  <a:lnTo>
                    <a:pt x="862558" y="91862"/>
                  </a:lnTo>
                  <a:lnTo>
                    <a:pt x="823869" y="68492"/>
                  </a:lnTo>
                  <a:lnTo>
                    <a:pt x="783213" y="48260"/>
                  </a:lnTo>
                  <a:lnTo>
                    <a:pt x="740755" y="31331"/>
                  </a:lnTo>
                  <a:lnTo>
                    <a:pt x="696662" y="17874"/>
                  </a:lnTo>
                  <a:lnTo>
                    <a:pt x="651102" y="8055"/>
                  </a:lnTo>
                  <a:lnTo>
                    <a:pt x="604241" y="2041"/>
                  </a:lnTo>
                  <a:lnTo>
                    <a:pt x="556247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98911" y="1152322"/>
              <a:ext cx="1198676" cy="1198664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4341995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47" y="0"/>
                  </a:moveTo>
                  <a:lnTo>
                    <a:pt x="508253" y="2041"/>
                  </a:lnTo>
                  <a:lnTo>
                    <a:pt x="461392" y="8055"/>
                  </a:lnTo>
                  <a:lnTo>
                    <a:pt x="415832" y="17874"/>
                  </a:lnTo>
                  <a:lnTo>
                    <a:pt x="371739" y="31331"/>
                  </a:lnTo>
                  <a:lnTo>
                    <a:pt x="329281" y="48259"/>
                  </a:lnTo>
                  <a:lnTo>
                    <a:pt x="288624" y="68492"/>
                  </a:lnTo>
                  <a:lnTo>
                    <a:pt x="249936" y="91862"/>
                  </a:lnTo>
                  <a:lnTo>
                    <a:pt x="213383" y="118202"/>
                  </a:lnTo>
                  <a:lnTo>
                    <a:pt x="179133" y="147346"/>
                  </a:lnTo>
                  <a:lnTo>
                    <a:pt x="147352" y="179126"/>
                  </a:lnTo>
                  <a:lnTo>
                    <a:pt x="118207" y="213375"/>
                  </a:lnTo>
                  <a:lnTo>
                    <a:pt x="91866" y="249927"/>
                  </a:lnTo>
                  <a:lnTo>
                    <a:pt x="68495" y="288614"/>
                  </a:lnTo>
                  <a:lnTo>
                    <a:pt x="48262" y="329270"/>
                  </a:lnTo>
                  <a:lnTo>
                    <a:pt x="31333" y="371728"/>
                  </a:lnTo>
                  <a:lnTo>
                    <a:pt x="17875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5" y="696653"/>
                  </a:lnTo>
                  <a:lnTo>
                    <a:pt x="31333" y="740747"/>
                  </a:lnTo>
                  <a:lnTo>
                    <a:pt x="48262" y="783205"/>
                  </a:lnTo>
                  <a:lnTo>
                    <a:pt x="68495" y="823862"/>
                  </a:lnTo>
                  <a:lnTo>
                    <a:pt x="91866" y="862551"/>
                  </a:lnTo>
                  <a:lnTo>
                    <a:pt x="118207" y="899103"/>
                  </a:lnTo>
                  <a:lnTo>
                    <a:pt x="147352" y="933353"/>
                  </a:lnTo>
                  <a:lnTo>
                    <a:pt x="179133" y="965134"/>
                  </a:lnTo>
                  <a:lnTo>
                    <a:pt x="213383" y="994278"/>
                  </a:lnTo>
                  <a:lnTo>
                    <a:pt x="249936" y="1020618"/>
                  </a:lnTo>
                  <a:lnTo>
                    <a:pt x="288624" y="1043988"/>
                  </a:lnTo>
                  <a:lnTo>
                    <a:pt x="329281" y="1064221"/>
                  </a:lnTo>
                  <a:lnTo>
                    <a:pt x="371739" y="1081150"/>
                  </a:lnTo>
                  <a:lnTo>
                    <a:pt x="415832" y="1094607"/>
                  </a:lnTo>
                  <a:lnTo>
                    <a:pt x="461392" y="1104426"/>
                  </a:lnTo>
                  <a:lnTo>
                    <a:pt x="508253" y="1110440"/>
                  </a:lnTo>
                  <a:lnTo>
                    <a:pt x="556247" y="1112481"/>
                  </a:lnTo>
                  <a:lnTo>
                    <a:pt x="604241" y="1110440"/>
                  </a:lnTo>
                  <a:lnTo>
                    <a:pt x="651102" y="1104426"/>
                  </a:lnTo>
                  <a:lnTo>
                    <a:pt x="696662" y="1094607"/>
                  </a:lnTo>
                  <a:lnTo>
                    <a:pt x="740755" y="1081150"/>
                  </a:lnTo>
                  <a:lnTo>
                    <a:pt x="783213" y="1064221"/>
                  </a:lnTo>
                  <a:lnTo>
                    <a:pt x="823869" y="1043988"/>
                  </a:lnTo>
                  <a:lnTo>
                    <a:pt x="862558" y="1020618"/>
                  </a:lnTo>
                  <a:lnTo>
                    <a:pt x="899111" y="994278"/>
                  </a:lnTo>
                  <a:lnTo>
                    <a:pt x="933361" y="965134"/>
                  </a:lnTo>
                  <a:lnTo>
                    <a:pt x="965142" y="933353"/>
                  </a:lnTo>
                  <a:lnTo>
                    <a:pt x="994287" y="899103"/>
                  </a:lnTo>
                  <a:lnTo>
                    <a:pt x="1020628" y="862551"/>
                  </a:lnTo>
                  <a:lnTo>
                    <a:pt x="1043998" y="823862"/>
                  </a:lnTo>
                  <a:lnTo>
                    <a:pt x="1064232" y="783205"/>
                  </a:lnTo>
                  <a:lnTo>
                    <a:pt x="1081161" y="740747"/>
                  </a:lnTo>
                  <a:lnTo>
                    <a:pt x="1094619" y="696653"/>
                  </a:lnTo>
                  <a:lnTo>
                    <a:pt x="1104438" y="651092"/>
                  </a:lnTo>
                  <a:lnTo>
                    <a:pt x="1110452" y="604230"/>
                  </a:lnTo>
                  <a:lnTo>
                    <a:pt x="1112494" y="556234"/>
                  </a:lnTo>
                  <a:lnTo>
                    <a:pt x="1110452" y="508240"/>
                  </a:lnTo>
                  <a:lnTo>
                    <a:pt x="1104438" y="461380"/>
                  </a:lnTo>
                  <a:lnTo>
                    <a:pt x="1094619" y="415820"/>
                  </a:lnTo>
                  <a:lnTo>
                    <a:pt x="1081161" y="371728"/>
                  </a:lnTo>
                  <a:lnTo>
                    <a:pt x="1064232" y="329270"/>
                  </a:lnTo>
                  <a:lnTo>
                    <a:pt x="1043998" y="288614"/>
                  </a:lnTo>
                  <a:lnTo>
                    <a:pt x="1020628" y="249927"/>
                  </a:lnTo>
                  <a:lnTo>
                    <a:pt x="994287" y="213375"/>
                  </a:lnTo>
                  <a:lnTo>
                    <a:pt x="965142" y="179126"/>
                  </a:lnTo>
                  <a:lnTo>
                    <a:pt x="933361" y="147346"/>
                  </a:lnTo>
                  <a:lnTo>
                    <a:pt x="899111" y="118202"/>
                  </a:lnTo>
                  <a:lnTo>
                    <a:pt x="862558" y="91862"/>
                  </a:lnTo>
                  <a:lnTo>
                    <a:pt x="823869" y="68492"/>
                  </a:lnTo>
                  <a:lnTo>
                    <a:pt x="783213" y="48260"/>
                  </a:lnTo>
                  <a:lnTo>
                    <a:pt x="740755" y="31331"/>
                  </a:lnTo>
                  <a:lnTo>
                    <a:pt x="696662" y="17874"/>
                  </a:lnTo>
                  <a:lnTo>
                    <a:pt x="651102" y="8055"/>
                  </a:lnTo>
                  <a:lnTo>
                    <a:pt x="604241" y="2041"/>
                  </a:lnTo>
                  <a:lnTo>
                    <a:pt x="556247" y="0"/>
                  </a:lnTo>
                  <a:close/>
                </a:path>
              </a:pathLst>
            </a:custGeom>
            <a:solidFill>
              <a:srgbClr val="DED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02721" y="1256131"/>
              <a:ext cx="991044" cy="991044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875037" y="1450430"/>
              <a:ext cx="46990" cy="356870"/>
            </a:xfrm>
            <a:custGeom>
              <a:avLst/>
              <a:gdLst/>
              <a:ahLst/>
              <a:cxnLst/>
              <a:rect l="l" t="t" r="r" b="b"/>
              <a:pathLst>
                <a:path w="46989" h="356869">
                  <a:moveTo>
                    <a:pt x="28070" y="0"/>
                  </a:moveTo>
                  <a:lnTo>
                    <a:pt x="22012" y="25"/>
                  </a:lnTo>
                  <a:lnTo>
                    <a:pt x="15967" y="50"/>
                  </a:lnTo>
                  <a:lnTo>
                    <a:pt x="11052" y="5054"/>
                  </a:lnTo>
                  <a:lnTo>
                    <a:pt x="12449" y="280111"/>
                  </a:lnTo>
                  <a:lnTo>
                    <a:pt x="8829" y="281990"/>
                  </a:lnTo>
                  <a:lnTo>
                    <a:pt x="5667" y="284797"/>
                  </a:lnTo>
                  <a:lnTo>
                    <a:pt x="3330" y="288505"/>
                  </a:lnTo>
                  <a:lnTo>
                    <a:pt x="0" y="297284"/>
                  </a:lnTo>
                  <a:lnTo>
                    <a:pt x="287" y="306346"/>
                  </a:lnTo>
                  <a:lnTo>
                    <a:pt x="3954" y="314641"/>
                  </a:lnTo>
                  <a:lnTo>
                    <a:pt x="10760" y="321119"/>
                  </a:lnTo>
                  <a:lnTo>
                    <a:pt x="12665" y="322186"/>
                  </a:lnTo>
                  <a:lnTo>
                    <a:pt x="12804" y="351853"/>
                  </a:lnTo>
                  <a:lnTo>
                    <a:pt x="17770" y="356806"/>
                  </a:lnTo>
                  <a:lnTo>
                    <a:pt x="29873" y="356730"/>
                  </a:lnTo>
                  <a:lnTo>
                    <a:pt x="34801" y="351726"/>
                  </a:lnTo>
                  <a:lnTo>
                    <a:pt x="34648" y="321894"/>
                  </a:lnTo>
                  <a:lnTo>
                    <a:pt x="38103" y="320014"/>
                  </a:lnTo>
                  <a:lnTo>
                    <a:pt x="41151" y="317258"/>
                  </a:lnTo>
                  <a:lnTo>
                    <a:pt x="43399" y="313702"/>
                  </a:lnTo>
                  <a:lnTo>
                    <a:pt x="46724" y="304916"/>
                  </a:lnTo>
                  <a:lnTo>
                    <a:pt x="46437" y="295851"/>
                  </a:lnTo>
                  <a:lnTo>
                    <a:pt x="42774" y="287554"/>
                  </a:lnTo>
                  <a:lnTo>
                    <a:pt x="35474" y="280758"/>
                  </a:lnTo>
                  <a:lnTo>
                    <a:pt x="34445" y="280212"/>
                  </a:lnTo>
                  <a:lnTo>
                    <a:pt x="33036" y="4940"/>
                  </a:lnTo>
                  <a:lnTo>
                    <a:pt x="28070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855543" y="1687012"/>
              <a:ext cx="261620" cy="426084"/>
            </a:xfrm>
            <a:custGeom>
              <a:avLst/>
              <a:gdLst/>
              <a:ahLst/>
              <a:cxnLst/>
              <a:rect l="l" t="t" r="r" b="b"/>
              <a:pathLst>
                <a:path w="261620" h="426085">
                  <a:moveTo>
                    <a:pt x="6083" y="0"/>
                  </a:moveTo>
                  <a:lnTo>
                    <a:pt x="634" y="3289"/>
                  </a:lnTo>
                  <a:lnTo>
                    <a:pt x="0" y="7315"/>
                  </a:lnTo>
                  <a:lnTo>
                    <a:pt x="1968" y="10591"/>
                  </a:lnTo>
                  <a:lnTo>
                    <a:pt x="28613" y="54736"/>
                  </a:lnTo>
                  <a:lnTo>
                    <a:pt x="27330" y="56730"/>
                  </a:lnTo>
                  <a:lnTo>
                    <a:pt x="25465" y="62763"/>
                  </a:lnTo>
                  <a:lnTo>
                    <a:pt x="26038" y="68835"/>
                  </a:lnTo>
                  <a:lnTo>
                    <a:pt x="28844" y="74252"/>
                  </a:lnTo>
                  <a:lnTo>
                    <a:pt x="33680" y="78320"/>
                  </a:lnTo>
                  <a:lnTo>
                    <a:pt x="36918" y="80086"/>
                  </a:lnTo>
                  <a:lnTo>
                    <a:pt x="40500" y="80606"/>
                  </a:lnTo>
                  <a:lnTo>
                    <a:pt x="43891" y="80035"/>
                  </a:lnTo>
                  <a:lnTo>
                    <a:pt x="251650" y="424687"/>
                  </a:lnTo>
                  <a:lnTo>
                    <a:pt x="255498" y="426008"/>
                  </a:lnTo>
                  <a:lnTo>
                    <a:pt x="260959" y="422719"/>
                  </a:lnTo>
                  <a:lnTo>
                    <a:pt x="261569" y="418693"/>
                  </a:lnTo>
                  <a:lnTo>
                    <a:pt x="53847" y="74091"/>
                  </a:lnTo>
                  <a:lnTo>
                    <a:pt x="55244" y="71958"/>
                  </a:lnTo>
                  <a:lnTo>
                    <a:pt x="57117" y="65920"/>
                  </a:lnTo>
                  <a:lnTo>
                    <a:pt x="56548" y="59848"/>
                  </a:lnTo>
                  <a:lnTo>
                    <a:pt x="53743" y="54434"/>
                  </a:lnTo>
                  <a:lnTo>
                    <a:pt x="48907" y="50368"/>
                  </a:lnTo>
                  <a:lnTo>
                    <a:pt x="45618" y="48577"/>
                  </a:lnTo>
                  <a:lnTo>
                    <a:pt x="41935" y="48069"/>
                  </a:lnTo>
                  <a:lnTo>
                    <a:pt x="38506" y="48691"/>
                  </a:lnTo>
                  <a:lnTo>
                    <a:pt x="9918" y="1320"/>
                  </a:lnTo>
                  <a:lnTo>
                    <a:pt x="608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879492" y="1203287"/>
              <a:ext cx="37464" cy="3746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879492" y="2272589"/>
              <a:ext cx="37464" cy="37439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14797" y="1745551"/>
              <a:ext cx="37439" cy="37452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43120" y="1738884"/>
              <a:ext cx="37439" cy="37464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87074" y="1740496"/>
              <a:ext cx="22313" cy="22313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893135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7924" y="0"/>
                  </a:moveTo>
                  <a:lnTo>
                    <a:pt x="5092" y="0"/>
                  </a:lnTo>
                  <a:lnTo>
                    <a:pt x="2273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73" y="10210"/>
                  </a:lnTo>
                  <a:lnTo>
                    <a:pt x="7924" y="10210"/>
                  </a:lnTo>
                  <a:lnTo>
                    <a:pt x="10198" y="7924"/>
                  </a:lnTo>
                  <a:lnTo>
                    <a:pt x="10198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44771" y="1198182"/>
              <a:ext cx="1106932" cy="1106944"/>
            </a:xfrm>
            <a:prstGeom prst="rect">
              <a:avLst/>
            </a:prstGeom>
          </p:spPr>
        </p:pic>
      </p:grpSp>
      <p:sp>
        <p:nvSpPr>
          <p:cNvPr id="140" name="object 140"/>
          <p:cNvSpPr txBox="1"/>
          <p:nvPr/>
        </p:nvSpPr>
        <p:spPr>
          <a:xfrm>
            <a:off x="4616484" y="1203194"/>
            <a:ext cx="35115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>
              <a:lnSpc>
                <a:spcPts val="869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12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ts val="869"/>
              </a:lnSpc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4456703" y="1886915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8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4628107" y="2053352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5075870" y="2043359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247221" y="1399166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074115" y="1234341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4406185" y="1446917"/>
            <a:ext cx="194945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9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5253936" y="1599847"/>
            <a:ext cx="135890" cy="4464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675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4849393" y="2100325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6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4895700" y="1635393"/>
            <a:ext cx="115570" cy="214629"/>
          </a:xfrm>
          <a:custGeom>
            <a:avLst/>
            <a:gdLst/>
            <a:ahLst/>
            <a:cxnLst/>
            <a:rect l="l" t="t" r="r" b="b"/>
            <a:pathLst>
              <a:path w="115570" h="214630">
                <a:moveTo>
                  <a:pt x="0" y="0"/>
                </a:moveTo>
                <a:lnTo>
                  <a:pt x="44906" y="9066"/>
                </a:lnTo>
                <a:lnTo>
                  <a:pt x="81576" y="33789"/>
                </a:lnTo>
                <a:lnTo>
                  <a:pt x="106300" y="70460"/>
                </a:lnTo>
                <a:lnTo>
                  <a:pt x="115366" y="115366"/>
                </a:lnTo>
                <a:lnTo>
                  <a:pt x="111365" y="145600"/>
                </a:lnTo>
                <a:lnTo>
                  <a:pt x="100061" y="172829"/>
                </a:lnTo>
                <a:lnTo>
                  <a:pt x="82507" y="196003"/>
                </a:lnTo>
                <a:lnTo>
                  <a:pt x="59753" y="214071"/>
                </a:lnTo>
              </a:path>
            </a:pathLst>
          </a:custGeom>
          <a:ln w="4762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0" name="object 150"/>
          <p:cNvGrpSpPr/>
          <p:nvPr/>
        </p:nvGrpSpPr>
        <p:grpSpPr>
          <a:xfrm>
            <a:off x="5930443" y="1152322"/>
            <a:ext cx="1198880" cy="1198880"/>
            <a:chOff x="5930443" y="1152322"/>
            <a:chExt cx="1198880" cy="1198880"/>
          </a:xfrm>
        </p:grpSpPr>
        <p:pic>
          <p:nvPicPr>
            <p:cNvPr id="151" name="object 15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76290" y="1198182"/>
              <a:ext cx="1106932" cy="1106944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6067069" y="1288948"/>
              <a:ext cx="925830" cy="923925"/>
            </a:xfrm>
            <a:custGeom>
              <a:avLst/>
              <a:gdLst/>
              <a:ahLst/>
              <a:cxnLst/>
              <a:rect l="l" t="t" r="r" b="b"/>
              <a:pathLst>
                <a:path w="925829" h="923925">
                  <a:moveTo>
                    <a:pt x="43307" y="451065"/>
                  </a:moveTo>
                  <a:lnTo>
                    <a:pt x="29667" y="427380"/>
                  </a:lnTo>
                  <a:lnTo>
                    <a:pt x="29667" y="441528"/>
                  </a:lnTo>
                  <a:lnTo>
                    <a:pt x="29578" y="449300"/>
                  </a:lnTo>
                  <a:lnTo>
                    <a:pt x="29413" y="450189"/>
                  </a:lnTo>
                  <a:lnTo>
                    <a:pt x="28956" y="451065"/>
                  </a:lnTo>
                  <a:lnTo>
                    <a:pt x="27724" y="453097"/>
                  </a:lnTo>
                  <a:lnTo>
                    <a:pt x="25171" y="454774"/>
                  </a:lnTo>
                  <a:lnTo>
                    <a:pt x="16065" y="454774"/>
                  </a:lnTo>
                  <a:lnTo>
                    <a:pt x="13335" y="450532"/>
                  </a:lnTo>
                  <a:lnTo>
                    <a:pt x="13335" y="439572"/>
                  </a:lnTo>
                  <a:lnTo>
                    <a:pt x="16598" y="435521"/>
                  </a:lnTo>
                  <a:lnTo>
                    <a:pt x="27368" y="435521"/>
                  </a:lnTo>
                  <a:lnTo>
                    <a:pt x="29667" y="441528"/>
                  </a:lnTo>
                  <a:lnTo>
                    <a:pt x="29667" y="427380"/>
                  </a:lnTo>
                  <a:lnTo>
                    <a:pt x="21628" y="425716"/>
                  </a:lnTo>
                  <a:lnTo>
                    <a:pt x="12915" y="427367"/>
                  </a:lnTo>
                  <a:lnTo>
                    <a:pt x="6083" y="431838"/>
                  </a:lnTo>
                  <a:lnTo>
                    <a:pt x="1600" y="438416"/>
                  </a:lnTo>
                  <a:lnTo>
                    <a:pt x="0" y="446379"/>
                  </a:lnTo>
                  <a:lnTo>
                    <a:pt x="0" y="457593"/>
                  </a:lnTo>
                  <a:lnTo>
                    <a:pt x="8128" y="464312"/>
                  </a:lnTo>
                  <a:lnTo>
                    <a:pt x="23050" y="464312"/>
                  </a:lnTo>
                  <a:lnTo>
                    <a:pt x="26847" y="462800"/>
                  </a:lnTo>
                  <a:lnTo>
                    <a:pt x="29413" y="460159"/>
                  </a:lnTo>
                  <a:lnTo>
                    <a:pt x="29578" y="460248"/>
                  </a:lnTo>
                  <a:lnTo>
                    <a:pt x="28613" y="464578"/>
                  </a:lnTo>
                  <a:lnTo>
                    <a:pt x="26136" y="468376"/>
                  </a:lnTo>
                  <a:lnTo>
                    <a:pt x="22339" y="470941"/>
                  </a:lnTo>
                  <a:lnTo>
                    <a:pt x="19342" y="473062"/>
                  </a:lnTo>
                  <a:lnTo>
                    <a:pt x="15189" y="474205"/>
                  </a:lnTo>
                  <a:lnTo>
                    <a:pt x="10985" y="474472"/>
                  </a:lnTo>
                  <a:lnTo>
                    <a:pt x="8382" y="474560"/>
                  </a:lnTo>
                  <a:lnTo>
                    <a:pt x="6959" y="474649"/>
                  </a:lnTo>
                  <a:lnTo>
                    <a:pt x="5207" y="474472"/>
                  </a:lnTo>
                  <a:lnTo>
                    <a:pt x="5207" y="484886"/>
                  </a:lnTo>
                  <a:lnTo>
                    <a:pt x="6705" y="484974"/>
                  </a:lnTo>
                  <a:lnTo>
                    <a:pt x="9093" y="485063"/>
                  </a:lnTo>
                  <a:lnTo>
                    <a:pt x="11303" y="484886"/>
                  </a:lnTo>
                  <a:lnTo>
                    <a:pt x="20231" y="484530"/>
                  </a:lnTo>
                  <a:lnTo>
                    <a:pt x="27825" y="481876"/>
                  </a:lnTo>
                  <a:lnTo>
                    <a:pt x="33299" y="476935"/>
                  </a:lnTo>
                  <a:lnTo>
                    <a:pt x="35255" y="474649"/>
                  </a:lnTo>
                  <a:lnTo>
                    <a:pt x="37515" y="472020"/>
                  </a:lnTo>
                  <a:lnTo>
                    <a:pt x="40678" y="466001"/>
                  </a:lnTo>
                  <a:lnTo>
                    <a:pt x="42291" y="460159"/>
                  </a:lnTo>
                  <a:lnTo>
                    <a:pt x="42659" y="458825"/>
                  </a:lnTo>
                  <a:lnTo>
                    <a:pt x="43002" y="454774"/>
                  </a:lnTo>
                  <a:lnTo>
                    <a:pt x="43307" y="451065"/>
                  </a:lnTo>
                  <a:close/>
                </a:path>
                <a:path w="925829" h="923925">
                  <a:moveTo>
                    <a:pt x="100444" y="213233"/>
                  </a:moveTo>
                  <a:lnTo>
                    <a:pt x="89408" y="213233"/>
                  </a:lnTo>
                  <a:lnTo>
                    <a:pt x="74129" y="220294"/>
                  </a:lnTo>
                  <a:lnTo>
                    <a:pt x="76352" y="230352"/>
                  </a:lnTo>
                  <a:lnTo>
                    <a:pt x="87299" y="225145"/>
                  </a:lnTo>
                  <a:lnTo>
                    <a:pt x="87477" y="225145"/>
                  </a:lnTo>
                  <a:lnTo>
                    <a:pt x="87477" y="270637"/>
                  </a:lnTo>
                  <a:lnTo>
                    <a:pt x="100444" y="270637"/>
                  </a:lnTo>
                  <a:lnTo>
                    <a:pt x="100444" y="213233"/>
                  </a:lnTo>
                  <a:close/>
                </a:path>
                <a:path w="925829" h="923925">
                  <a:moveTo>
                    <a:pt x="111937" y="688975"/>
                  </a:moveTo>
                  <a:lnTo>
                    <a:pt x="110845" y="687920"/>
                  </a:lnTo>
                  <a:lnTo>
                    <a:pt x="106997" y="684199"/>
                  </a:lnTo>
                  <a:lnTo>
                    <a:pt x="101346" y="682091"/>
                  </a:lnTo>
                  <a:lnTo>
                    <a:pt x="101346" y="681824"/>
                  </a:lnTo>
                  <a:lnTo>
                    <a:pt x="107086" y="678992"/>
                  </a:lnTo>
                  <a:lnTo>
                    <a:pt x="107657" y="677951"/>
                  </a:lnTo>
                  <a:lnTo>
                    <a:pt x="109677" y="674230"/>
                  </a:lnTo>
                  <a:lnTo>
                    <a:pt x="109740" y="663536"/>
                  </a:lnTo>
                  <a:lnTo>
                    <a:pt x="109740" y="662216"/>
                  </a:lnTo>
                  <a:lnTo>
                    <a:pt x="104165" y="654443"/>
                  </a:lnTo>
                  <a:lnTo>
                    <a:pt x="98272" y="654443"/>
                  </a:lnTo>
                  <a:lnTo>
                    <a:pt x="98272" y="701421"/>
                  </a:lnTo>
                  <a:lnTo>
                    <a:pt x="95084" y="704532"/>
                  </a:lnTo>
                  <a:lnTo>
                    <a:pt x="85369" y="704532"/>
                  </a:lnTo>
                  <a:lnTo>
                    <a:pt x="82181" y="700633"/>
                  </a:lnTo>
                  <a:lnTo>
                    <a:pt x="82283" y="692327"/>
                  </a:lnTo>
                  <a:lnTo>
                    <a:pt x="84848" y="689152"/>
                  </a:lnTo>
                  <a:lnTo>
                    <a:pt x="89255" y="687920"/>
                  </a:lnTo>
                  <a:lnTo>
                    <a:pt x="94475" y="689330"/>
                  </a:lnTo>
                  <a:lnTo>
                    <a:pt x="98259" y="692327"/>
                  </a:lnTo>
                  <a:lnTo>
                    <a:pt x="98272" y="701421"/>
                  </a:lnTo>
                  <a:lnTo>
                    <a:pt x="98272" y="654443"/>
                  </a:lnTo>
                  <a:lnTo>
                    <a:pt x="97116" y="654443"/>
                  </a:lnTo>
                  <a:lnTo>
                    <a:pt x="97116" y="667080"/>
                  </a:lnTo>
                  <a:lnTo>
                    <a:pt x="97116" y="674230"/>
                  </a:lnTo>
                  <a:lnTo>
                    <a:pt x="94373" y="677049"/>
                  </a:lnTo>
                  <a:lnTo>
                    <a:pt x="91287" y="677951"/>
                  </a:lnTo>
                  <a:lnTo>
                    <a:pt x="86690" y="676529"/>
                  </a:lnTo>
                  <a:lnTo>
                    <a:pt x="83337" y="674128"/>
                  </a:lnTo>
                  <a:lnTo>
                    <a:pt x="83235" y="666635"/>
                  </a:lnTo>
                  <a:lnTo>
                    <a:pt x="85547" y="663536"/>
                  </a:lnTo>
                  <a:lnTo>
                    <a:pt x="95084" y="663549"/>
                  </a:lnTo>
                  <a:lnTo>
                    <a:pt x="97116" y="667080"/>
                  </a:lnTo>
                  <a:lnTo>
                    <a:pt x="97116" y="654443"/>
                  </a:lnTo>
                  <a:lnTo>
                    <a:pt x="90754" y="654443"/>
                  </a:lnTo>
                  <a:lnTo>
                    <a:pt x="82753" y="655612"/>
                  </a:lnTo>
                  <a:lnTo>
                    <a:pt x="76327" y="658888"/>
                  </a:lnTo>
                  <a:lnTo>
                    <a:pt x="72072" y="663994"/>
                  </a:lnTo>
                  <a:lnTo>
                    <a:pt x="70624" y="670166"/>
                  </a:lnTo>
                  <a:lnTo>
                    <a:pt x="70523" y="675640"/>
                  </a:lnTo>
                  <a:lnTo>
                    <a:pt x="73279" y="680313"/>
                  </a:lnTo>
                  <a:lnTo>
                    <a:pt x="78828" y="683234"/>
                  </a:lnTo>
                  <a:lnTo>
                    <a:pt x="78828" y="683412"/>
                  </a:lnTo>
                  <a:lnTo>
                    <a:pt x="72555" y="686155"/>
                  </a:lnTo>
                  <a:lnTo>
                    <a:pt x="68592" y="690918"/>
                  </a:lnTo>
                  <a:lnTo>
                    <a:pt x="68592" y="697814"/>
                  </a:lnTo>
                  <a:lnTo>
                    <a:pt x="69862" y="703592"/>
                  </a:lnTo>
                  <a:lnTo>
                    <a:pt x="73761" y="708723"/>
                  </a:lnTo>
                  <a:lnTo>
                    <a:pt x="80391" y="712406"/>
                  </a:lnTo>
                  <a:lnTo>
                    <a:pt x="89865" y="713803"/>
                  </a:lnTo>
                  <a:lnTo>
                    <a:pt x="98933" y="712533"/>
                  </a:lnTo>
                  <a:lnTo>
                    <a:pt x="105905" y="708964"/>
                  </a:lnTo>
                  <a:lnTo>
                    <a:pt x="109474" y="704532"/>
                  </a:lnTo>
                  <a:lnTo>
                    <a:pt x="110363" y="703440"/>
                  </a:lnTo>
                  <a:lnTo>
                    <a:pt x="111887" y="696493"/>
                  </a:lnTo>
                  <a:lnTo>
                    <a:pt x="111937" y="688975"/>
                  </a:lnTo>
                  <a:close/>
                </a:path>
                <a:path w="925829" h="923925">
                  <a:moveTo>
                    <a:pt x="149758" y="241655"/>
                  </a:moveTo>
                  <a:lnTo>
                    <a:pt x="136220" y="214172"/>
                  </a:lnTo>
                  <a:lnTo>
                    <a:pt x="136220" y="255168"/>
                  </a:lnTo>
                  <a:lnTo>
                    <a:pt x="133502" y="261429"/>
                  </a:lnTo>
                  <a:lnTo>
                    <a:pt x="123177" y="261429"/>
                  </a:lnTo>
                  <a:lnTo>
                    <a:pt x="120002" y="255168"/>
                  </a:lnTo>
                  <a:lnTo>
                    <a:pt x="120002" y="228574"/>
                  </a:lnTo>
                  <a:lnTo>
                    <a:pt x="123355" y="222402"/>
                  </a:lnTo>
                  <a:lnTo>
                    <a:pt x="133591" y="222402"/>
                  </a:lnTo>
                  <a:lnTo>
                    <a:pt x="136118" y="228574"/>
                  </a:lnTo>
                  <a:lnTo>
                    <a:pt x="136220" y="255168"/>
                  </a:lnTo>
                  <a:lnTo>
                    <a:pt x="136220" y="214172"/>
                  </a:lnTo>
                  <a:lnTo>
                    <a:pt x="106565" y="242011"/>
                  </a:lnTo>
                  <a:lnTo>
                    <a:pt x="107873" y="253492"/>
                  </a:lnTo>
                  <a:lnTo>
                    <a:pt x="111760" y="262902"/>
                  </a:lnTo>
                  <a:lnTo>
                    <a:pt x="118427" y="269252"/>
                  </a:lnTo>
                  <a:lnTo>
                    <a:pt x="128028" y="271589"/>
                  </a:lnTo>
                  <a:lnTo>
                    <a:pt x="137579" y="269405"/>
                  </a:lnTo>
                  <a:lnTo>
                    <a:pt x="144360" y="263258"/>
                  </a:lnTo>
                  <a:lnTo>
                    <a:pt x="145135" y="261429"/>
                  </a:lnTo>
                  <a:lnTo>
                    <a:pt x="148412" y="253796"/>
                  </a:lnTo>
                  <a:lnTo>
                    <a:pt x="149758" y="241655"/>
                  </a:lnTo>
                  <a:close/>
                </a:path>
                <a:path w="925829" h="923925">
                  <a:moveTo>
                    <a:pt x="248297" y="62877"/>
                  </a:moveTo>
                  <a:lnTo>
                    <a:pt x="237261" y="62877"/>
                  </a:lnTo>
                  <a:lnTo>
                    <a:pt x="221983" y="69938"/>
                  </a:lnTo>
                  <a:lnTo>
                    <a:pt x="224193" y="80010"/>
                  </a:lnTo>
                  <a:lnTo>
                    <a:pt x="235140" y="74803"/>
                  </a:lnTo>
                  <a:lnTo>
                    <a:pt x="235318" y="74803"/>
                  </a:lnTo>
                  <a:lnTo>
                    <a:pt x="235318" y="120281"/>
                  </a:lnTo>
                  <a:lnTo>
                    <a:pt x="248297" y="120281"/>
                  </a:lnTo>
                  <a:lnTo>
                    <a:pt x="248297" y="62877"/>
                  </a:lnTo>
                  <a:close/>
                </a:path>
                <a:path w="925829" h="923925">
                  <a:moveTo>
                    <a:pt x="275221" y="806196"/>
                  </a:moveTo>
                  <a:lnTo>
                    <a:pt x="234683" y="806196"/>
                  </a:lnTo>
                  <a:lnTo>
                    <a:pt x="234683" y="817245"/>
                  </a:lnTo>
                  <a:lnTo>
                    <a:pt x="260997" y="817245"/>
                  </a:lnTo>
                  <a:lnTo>
                    <a:pt x="260997" y="817410"/>
                  </a:lnTo>
                  <a:lnTo>
                    <a:pt x="237337" y="863600"/>
                  </a:lnTo>
                  <a:lnTo>
                    <a:pt x="251561" y="863600"/>
                  </a:lnTo>
                  <a:lnTo>
                    <a:pt x="275221" y="814666"/>
                  </a:lnTo>
                  <a:lnTo>
                    <a:pt x="275221" y="806196"/>
                  </a:lnTo>
                  <a:close/>
                </a:path>
                <a:path w="925829" h="923925">
                  <a:moveTo>
                    <a:pt x="287540" y="62877"/>
                  </a:moveTo>
                  <a:lnTo>
                    <a:pt x="276504" y="62877"/>
                  </a:lnTo>
                  <a:lnTo>
                    <a:pt x="261226" y="69938"/>
                  </a:lnTo>
                  <a:lnTo>
                    <a:pt x="263436" y="80010"/>
                  </a:lnTo>
                  <a:lnTo>
                    <a:pt x="274396" y="74803"/>
                  </a:lnTo>
                  <a:lnTo>
                    <a:pt x="274561" y="74803"/>
                  </a:lnTo>
                  <a:lnTo>
                    <a:pt x="274561" y="120281"/>
                  </a:lnTo>
                  <a:lnTo>
                    <a:pt x="287540" y="120281"/>
                  </a:lnTo>
                  <a:lnTo>
                    <a:pt x="287540" y="62877"/>
                  </a:lnTo>
                  <a:close/>
                </a:path>
                <a:path w="925829" h="923925">
                  <a:moveTo>
                    <a:pt x="444690" y="977"/>
                  </a:moveTo>
                  <a:lnTo>
                    <a:pt x="433654" y="977"/>
                  </a:lnTo>
                  <a:lnTo>
                    <a:pt x="418376" y="8039"/>
                  </a:lnTo>
                  <a:lnTo>
                    <a:pt x="420585" y="18110"/>
                  </a:lnTo>
                  <a:lnTo>
                    <a:pt x="431533" y="12903"/>
                  </a:lnTo>
                  <a:lnTo>
                    <a:pt x="431711" y="12903"/>
                  </a:lnTo>
                  <a:lnTo>
                    <a:pt x="431711" y="58394"/>
                  </a:lnTo>
                  <a:lnTo>
                    <a:pt x="444690" y="58394"/>
                  </a:lnTo>
                  <a:lnTo>
                    <a:pt x="444690" y="977"/>
                  </a:lnTo>
                  <a:close/>
                </a:path>
                <a:path w="925829" h="923925">
                  <a:moveTo>
                    <a:pt x="485559" y="902589"/>
                  </a:moveTo>
                  <a:lnTo>
                    <a:pt x="484136" y="894638"/>
                  </a:lnTo>
                  <a:lnTo>
                    <a:pt x="483336" y="893406"/>
                  </a:lnTo>
                  <a:lnTo>
                    <a:pt x="480301" y="888758"/>
                  </a:lnTo>
                  <a:lnTo>
                    <a:pt x="479704" y="888377"/>
                  </a:lnTo>
                  <a:lnTo>
                    <a:pt x="474649" y="885126"/>
                  </a:lnTo>
                  <a:lnTo>
                    <a:pt x="471944" y="884631"/>
                  </a:lnTo>
                  <a:lnTo>
                    <a:pt x="471944" y="898004"/>
                  </a:lnTo>
                  <a:lnTo>
                    <a:pt x="471944" y="909116"/>
                  </a:lnTo>
                  <a:lnTo>
                    <a:pt x="468947" y="913447"/>
                  </a:lnTo>
                  <a:lnTo>
                    <a:pt x="458076" y="913447"/>
                  </a:lnTo>
                  <a:lnTo>
                    <a:pt x="455180" y="907961"/>
                  </a:lnTo>
                  <a:lnTo>
                    <a:pt x="454964" y="903300"/>
                  </a:lnTo>
                  <a:lnTo>
                    <a:pt x="454901" y="900290"/>
                  </a:lnTo>
                  <a:lnTo>
                    <a:pt x="455079" y="899236"/>
                  </a:lnTo>
                  <a:lnTo>
                    <a:pt x="455523" y="898436"/>
                  </a:lnTo>
                  <a:lnTo>
                    <a:pt x="456768" y="895616"/>
                  </a:lnTo>
                  <a:lnTo>
                    <a:pt x="459765" y="893406"/>
                  </a:lnTo>
                  <a:lnTo>
                    <a:pt x="469125" y="893406"/>
                  </a:lnTo>
                  <a:lnTo>
                    <a:pt x="471944" y="898004"/>
                  </a:lnTo>
                  <a:lnTo>
                    <a:pt x="471944" y="884631"/>
                  </a:lnTo>
                  <a:lnTo>
                    <a:pt x="467804" y="883869"/>
                  </a:lnTo>
                  <a:lnTo>
                    <a:pt x="462495" y="883869"/>
                  </a:lnTo>
                  <a:lnTo>
                    <a:pt x="458444" y="885545"/>
                  </a:lnTo>
                  <a:lnTo>
                    <a:pt x="455612" y="888377"/>
                  </a:lnTo>
                  <a:lnTo>
                    <a:pt x="455345" y="888377"/>
                  </a:lnTo>
                  <a:lnTo>
                    <a:pt x="456857" y="881748"/>
                  </a:lnTo>
                  <a:lnTo>
                    <a:pt x="462153" y="875652"/>
                  </a:lnTo>
                  <a:lnTo>
                    <a:pt x="476199" y="874496"/>
                  </a:lnTo>
                  <a:lnTo>
                    <a:pt x="477786" y="874420"/>
                  </a:lnTo>
                  <a:lnTo>
                    <a:pt x="479285" y="874496"/>
                  </a:lnTo>
                  <a:lnTo>
                    <a:pt x="479285" y="864171"/>
                  </a:lnTo>
                  <a:lnTo>
                    <a:pt x="476377" y="864006"/>
                  </a:lnTo>
                  <a:lnTo>
                    <a:pt x="473900" y="864273"/>
                  </a:lnTo>
                  <a:lnTo>
                    <a:pt x="464985" y="864704"/>
                  </a:lnTo>
                  <a:lnTo>
                    <a:pt x="441604" y="898004"/>
                  </a:lnTo>
                  <a:lnTo>
                    <a:pt x="441604" y="898436"/>
                  </a:lnTo>
                  <a:lnTo>
                    <a:pt x="443001" y="907973"/>
                  </a:lnTo>
                  <a:lnTo>
                    <a:pt x="447255" y="915949"/>
                  </a:lnTo>
                  <a:lnTo>
                    <a:pt x="454393" y="921359"/>
                  </a:lnTo>
                  <a:lnTo>
                    <a:pt x="464439" y="923353"/>
                  </a:lnTo>
                  <a:lnTo>
                    <a:pt x="472960" y="921715"/>
                  </a:lnTo>
                  <a:lnTo>
                    <a:pt x="479640" y="917257"/>
                  </a:lnTo>
                  <a:lnTo>
                    <a:pt x="482155" y="913447"/>
                  </a:lnTo>
                  <a:lnTo>
                    <a:pt x="483997" y="910653"/>
                  </a:lnTo>
                  <a:lnTo>
                    <a:pt x="485559" y="902589"/>
                  </a:lnTo>
                  <a:close/>
                </a:path>
                <a:path w="925829" h="923925">
                  <a:moveTo>
                    <a:pt x="498106" y="47332"/>
                  </a:moveTo>
                  <a:lnTo>
                    <a:pt x="476377" y="47332"/>
                  </a:lnTo>
                  <a:lnTo>
                    <a:pt x="476377" y="47155"/>
                  </a:lnTo>
                  <a:lnTo>
                    <a:pt x="481672" y="42735"/>
                  </a:lnTo>
                  <a:lnTo>
                    <a:pt x="487603" y="37109"/>
                  </a:lnTo>
                  <a:lnTo>
                    <a:pt x="492455" y="31203"/>
                  </a:lnTo>
                  <a:lnTo>
                    <a:pt x="495744" y="24866"/>
                  </a:lnTo>
                  <a:lnTo>
                    <a:pt x="496951" y="17919"/>
                  </a:lnTo>
                  <a:lnTo>
                    <a:pt x="495642" y="10769"/>
                  </a:lnTo>
                  <a:lnTo>
                    <a:pt x="491782" y="5092"/>
                  </a:lnTo>
                  <a:lnTo>
                    <a:pt x="485470" y="1358"/>
                  </a:lnTo>
                  <a:lnTo>
                    <a:pt x="476808" y="0"/>
                  </a:lnTo>
                  <a:lnTo>
                    <a:pt x="469125" y="0"/>
                  </a:lnTo>
                  <a:lnTo>
                    <a:pt x="462330" y="2641"/>
                  </a:lnTo>
                  <a:lnTo>
                    <a:pt x="458101" y="5918"/>
                  </a:lnTo>
                  <a:lnTo>
                    <a:pt x="461886" y="15455"/>
                  </a:lnTo>
                  <a:lnTo>
                    <a:pt x="464896" y="13246"/>
                  </a:lnTo>
                  <a:lnTo>
                    <a:pt x="469226" y="10769"/>
                  </a:lnTo>
                  <a:lnTo>
                    <a:pt x="480796" y="10769"/>
                  </a:lnTo>
                  <a:lnTo>
                    <a:pt x="483539" y="14478"/>
                  </a:lnTo>
                  <a:lnTo>
                    <a:pt x="483539" y="19177"/>
                  </a:lnTo>
                  <a:lnTo>
                    <a:pt x="482333" y="24244"/>
                  </a:lnTo>
                  <a:lnTo>
                    <a:pt x="478828" y="29692"/>
                  </a:lnTo>
                  <a:lnTo>
                    <a:pt x="472973" y="35991"/>
                  </a:lnTo>
                  <a:lnTo>
                    <a:pt x="464718" y="43637"/>
                  </a:lnTo>
                  <a:lnTo>
                    <a:pt x="457390" y="50253"/>
                  </a:lnTo>
                  <a:lnTo>
                    <a:pt x="457390" y="58369"/>
                  </a:lnTo>
                  <a:lnTo>
                    <a:pt x="498106" y="58369"/>
                  </a:lnTo>
                  <a:lnTo>
                    <a:pt x="498106" y="47332"/>
                  </a:lnTo>
                  <a:close/>
                </a:path>
                <a:path w="925829" h="923925">
                  <a:moveTo>
                    <a:pt x="675843" y="57429"/>
                  </a:moveTo>
                  <a:lnTo>
                    <a:pt x="664806" y="57429"/>
                  </a:lnTo>
                  <a:lnTo>
                    <a:pt x="649528" y="64490"/>
                  </a:lnTo>
                  <a:lnTo>
                    <a:pt x="651751" y="74561"/>
                  </a:lnTo>
                  <a:lnTo>
                    <a:pt x="662698" y="69342"/>
                  </a:lnTo>
                  <a:lnTo>
                    <a:pt x="662863" y="69342"/>
                  </a:lnTo>
                  <a:lnTo>
                    <a:pt x="662863" y="114833"/>
                  </a:lnTo>
                  <a:lnTo>
                    <a:pt x="675843" y="114833"/>
                  </a:lnTo>
                  <a:lnTo>
                    <a:pt x="675843" y="57429"/>
                  </a:lnTo>
                  <a:close/>
                </a:path>
                <a:path w="925829" h="923925">
                  <a:moveTo>
                    <a:pt x="703326" y="837234"/>
                  </a:moveTo>
                  <a:lnTo>
                    <a:pt x="700671" y="832472"/>
                  </a:lnTo>
                  <a:lnTo>
                    <a:pt x="696353" y="829551"/>
                  </a:lnTo>
                  <a:lnTo>
                    <a:pt x="692365" y="826643"/>
                  </a:lnTo>
                  <a:lnTo>
                    <a:pt x="686714" y="825411"/>
                  </a:lnTo>
                  <a:lnTo>
                    <a:pt x="678764" y="825411"/>
                  </a:lnTo>
                  <a:lnTo>
                    <a:pt x="677519" y="825588"/>
                  </a:lnTo>
                  <a:lnTo>
                    <a:pt x="678764" y="816749"/>
                  </a:lnTo>
                  <a:lnTo>
                    <a:pt x="701027" y="816749"/>
                  </a:lnTo>
                  <a:lnTo>
                    <a:pt x="701027" y="805713"/>
                  </a:lnTo>
                  <a:lnTo>
                    <a:pt x="669417" y="805713"/>
                  </a:lnTo>
                  <a:lnTo>
                    <a:pt x="665708" y="835825"/>
                  </a:lnTo>
                  <a:lnTo>
                    <a:pt x="667994" y="835482"/>
                  </a:lnTo>
                  <a:lnTo>
                    <a:pt x="670204" y="835291"/>
                  </a:lnTo>
                  <a:lnTo>
                    <a:pt x="684885" y="835291"/>
                  </a:lnTo>
                  <a:lnTo>
                    <a:pt x="689559" y="838923"/>
                  </a:lnTo>
                  <a:lnTo>
                    <a:pt x="689559" y="850925"/>
                  </a:lnTo>
                  <a:lnTo>
                    <a:pt x="683628" y="853579"/>
                  </a:lnTo>
                  <a:lnTo>
                    <a:pt x="672858" y="853579"/>
                  </a:lnTo>
                  <a:lnTo>
                    <a:pt x="667651" y="851992"/>
                  </a:lnTo>
                  <a:lnTo>
                    <a:pt x="665175" y="850747"/>
                  </a:lnTo>
                  <a:lnTo>
                    <a:pt x="662698" y="860818"/>
                  </a:lnTo>
                  <a:lnTo>
                    <a:pt x="665873" y="862507"/>
                  </a:lnTo>
                  <a:lnTo>
                    <a:pt x="671703" y="864095"/>
                  </a:lnTo>
                  <a:lnTo>
                    <a:pt x="678675" y="864095"/>
                  </a:lnTo>
                  <a:lnTo>
                    <a:pt x="689051" y="862444"/>
                  </a:lnTo>
                  <a:lnTo>
                    <a:pt x="696810" y="858037"/>
                  </a:lnTo>
                  <a:lnTo>
                    <a:pt x="701649" y="851611"/>
                  </a:lnTo>
                  <a:lnTo>
                    <a:pt x="703326" y="843953"/>
                  </a:lnTo>
                  <a:lnTo>
                    <a:pt x="703326" y="837234"/>
                  </a:lnTo>
                  <a:close/>
                </a:path>
                <a:path w="925829" h="923925">
                  <a:moveTo>
                    <a:pt x="853795" y="252717"/>
                  </a:moveTo>
                  <a:lnTo>
                    <a:pt x="832053" y="252717"/>
                  </a:lnTo>
                  <a:lnTo>
                    <a:pt x="832053" y="252552"/>
                  </a:lnTo>
                  <a:lnTo>
                    <a:pt x="837349" y="248132"/>
                  </a:lnTo>
                  <a:lnTo>
                    <a:pt x="843280" y="242493"/>
                  </a:lnTo>
                  <a:lnTo>
                    <a:pt x="848144" y="236588"/>
                  </a:lnTo>
                  <a:lnTo>
                    <a:pt x="851420" y="230251"/>
                  </a:lnTo>
                  <a:lnTo>
                    <a:pt x="852627" y="223304"/>
                  </a:lnTo>
                  <a:lnTo>
                    <a:pt x="851331" y="216154"/>
                  </a:lnTo>
                  <a:lnTo>
                    <a:pt x="847471" y="210477"/>
                  </a:lnTo>
                  <a:lnTo>
                    <a:pt x="841171" y="206730"/>
                  </a:lnTo>
                  <a:lnTo>
                    <a:pt x="832497" y="205384"/>
                  </a:lnTo>
                  <a:lnTo>
                    <a:pt x="824814" y="205384"/>
                  </a:lnTo>
                  <a:lnTo>
                    <a:pt x="818019" y="208026"/>
                  </a:lnTo>
                  <a:lnTo>
                    <a:pt x="813777" y="211302"/>
                  </a:lnTo>
                  <a:lnTo>
                    <a:pt x="817562" y="220840"/>
                  </a:lnTo>
                  <a:lnTo>
                    <a:pt x="820572" y="218630"/>
                  </a:lnTo>
                  <a:lnTo>
                    <a:pt x="824903" y="216154"/>
                  </a:lnTo>
                  <a:lnTo>
                    <a:pt x="836472" y="216154"/>
                  </a:lnTo>
                  <a:lnTo>
                    <a:pt x="839216" y="219862"/>
                  </a:lnTo>
                  <a:lnTo>
                    <a:pt x="839216" y="224548"/>
                  </a:lnTo>
                  <a:lnTo>
                    <a:pt x="838022" y="229616"/>
                  </a:lnTo>
                  <a:lnTo>
                    <a:pt x="834517" y="235064"/>
                  </a:lnTo>
                  <a:lnTo>
                    <a:pt x="828662" y="241363"/>
                  </a:lnTo>
                  <a:lnTo>
                    <a:pt x="820394" y="249008"/>
                  </a:lnTo>
                  <a:lnTo>
                    <a:pt x="813066" y="255638"/>
                  </a:lnTo>
                  <a:lnTo>
                    <a:pt x="813066" y="263766"/>
                  </a:lnTo>
                  <a:lnTo>
                    <a:pt x="853795" y="263766"/>
                  </a:lnTo>
                  <a:lnTo>
                    <a:pt x="853795" y="252717"/>
                  </a:lnTo>
                  <a:close/>
                </a:path>
                <a:path w="925829" h="923925">
                  <a:moveTo>
                    <a:pt x="858748" y="689076"/>
                  </a:moveTo>
                  <a:lnTo>
                    <a:pt x="851954" y="689076"/>
                  </a:lnTo>
                  <a:lnTo>
                    <a:pt x="851954" y="665670"/>
                  </a:lnTo>
                  <a:lnTo>
                    <a:pt x="851954" y="655421"/>
                  </a:lnTo>
                  <a:lnTo>
                    <a:pt x="839584" y="655421"/>
                  </a:lnTo>
                  <a:lnTo>
                    <a:pt x="839584" y="665670"/>
                  </a:lnTo>
                  <a:lnTo>
                    <a:pt x="839254" y="672731"/>
                  </a:lnTo>
                  <a:lnTo>
                    <a:pt x="839241" y="689076"/>
                  </a:lnTo>
                  <a:lnTo>
                    <a:pt x="826249" y="689076"/>
                  </a:lnTo>
                  <a:lnTo>
                    <a:pt x="826338" y="688898"/>
                  </a:lnTo>
                  <a:lnTo>
                    <a:pt x="833945" y="676363"/>
                  </a:lnTo>
                  <a:lnTo>
                    <a:pt x="835875" y="672731"/>
                  </a:lnTo>
                  <a:lnTo>
                    <a:pt x="837463" y="669378"/>
                  </a:lnTo>
                  <a:lnTo>
                    <a:pt x="839330" y="665670"/>
                  </a:lnTo>
                  <a:lnTo>
                    <a:pt x="839584" y="665670"/>
                  </a:lnTo>
                  <a:lnTo>
                    <a:pt x="839584" y="655421"/>
                  </a:lnTo>
                  <a:lnTo>
                    <a:pt x="835431" y="655421"/>
                  </a:lnTo>
                  <a:lnTo>
                    <a:pt x="813790" y="690397"/>
                  </a:lnTo>
                  <a:lnTo>
                    <a:pt x="813790" y="699135"/>
                  </a:lnTo>
                  <a:lnTo>
                    <a:pt x="839241" y="699135"/>
                  </a:lnTo>
                  <a:lnTo>
                    <a:pt x="839241" y="712838"/>
                  </a:lnTo>
                  <a:lnTo>
                    <a:pt x="851954" y="712838"/>
                  </a:lnTo>
                  <a:lnTo>
                    <a:pt x="851954" y="699135"/>
                  </a:lnTo>
                  <a:lnTo>
                    <a:pt x="858748" y="699135"/>
                  </a:lnTo>
                  <a:lnTo>
                    <a:pt x="858748" y="689076"/>
                  </a:lnTo>
                  <a:close/>
                </a:path>
                <a:path w="925829" h="923925">
                  <a:moveTo>
                    <a:pt x="925398" y="467309"/>
                  </a:moveTo>
                  <a:lnTo>
                    <a:pt x="919835" y="462102"/>
                  </a:lnTo>
                  <a:lnTo>
                    <a:pt x="912939" y="460857"/>
                  </a:lnTo>
                  <a:lnTo>
                    <a:pt x="912939" y="460679"/>
                  </a:lnTo>
                  <a:lnTo>
                    <a:pt x="920013" y="458304"/>
                  </a:lnTo>
                  <a:lnTo>
                    <a:pt x="923455" y="453440"/>
                  </a:lnTo>
                  <a:lnTo>
                    <a:pt x="923455" y="439483"/>
                  </a:lnTo>
                  <a:lnTo>
                    <a:pt x="916660" y="433031"/>
                  </a:lnTo>
                  <a:lnTo>
                    <a:pt x="896950" y="433031"/>
                  </a:lnTo>
                  <a:lnTo>
                    <a:pt x="890155" y="435152"/>
                  </a:lnTo>
                  <a:lnTo>
                    <a:pt x="886714" y="437362"/>
                  </a:lnTo>
                  <a:lnTo>
                    <a:pt x="889457" y="447078"/>
                  </a:lnTo>
                  <a:lnTo>
                    <a:pt x="891755" y="445668"/>
                  </a:lnTo>
                  <a:lnTo>
                    <a:pt x="896696" y="443636"/>
                  </a:lnTo>
                  <a:lnTo>
                    <a:pt x="907110" y="443636"/>
                  </a:lnTo>
                  <a:lnTo>
                    <a:pt x="909853" y="446201"/>
                  </a:lnTo>
                  <a:lnTo>
                    <a:pt x="909853" y="454494"/>
                  </a:lnTo>
                  <a:lnTo>
                    <a:pt x="904201" y="456260"/>
                  </a:lnTo>
                  <a:lnTo>
                    <a:pt x="894397" y="456260"/>
                  </a:lnTo>
                  <a:lnTo>
                    <a:pt x="894397" y="465886"/>
                  </a:lnTo>
                  <a:lnTo>
                    <a:pt x="905789" y="465886"/>
                  </a:lnTo>
                  <a:lnTo>
                    <a:pt x="911440" y="468452"/>
                  </a:lnTo>
                  <a:lnTo>
                    <a:pt x="911440" y="478434"/>
                  </a:lnTo>
                  <a:lnTo>
                    <a:pt x="907910" y="481787"/>
                  </a:lnTo>
                  <a:lnTo>
                    <a:pt x="895451" y="481787"/>
                  </a:lnTo>
                  <a:lnTo>
                    <a:pt x="889977" y="479577"/>
                  </a:lnTo>
                  <a:lnTo>
                    <a:pt x="887603" y="478256"/>
                  </a:lnTo>
                  <a:lnTo>
                    <a:pt x="884859" y="488416"/>
                  </a:lnTo>
                  <a:lnTo>
                    <a:pt x="888225" y="490448"/>
                  </a:lnTo>
                  <a:lnTo>
                    <a:pt x="894486" y="492391"/>
                  </a:lnTo>
                  <a:lnTo>
                    <a:pt x="901903" y="492391"/>
                  </a:lnTo>
                  <a:lnTo>
                    <a:pt x="911720" y="491070"/>
                  </a:lnTo>
                  <a:lnTo>
                    <a:pt x="919111" y="487413"/>
                  </a:lnTo>
                  <a:lnTo>
                    <a:pt x="923772" y="481876"/>
                  </a:lnTo>
                  <a:lnTo>
                    <a:pt x="925398" y="474903"/>
                  </a:lnTo>
                  <a:lnTo>
                    <a:pt x="925398" y="467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170194" y="1312173"/>
              <a:ext cx="626745" cy="506095"/>
            </a:xfrm>
            <a:custGeom>
              <a:avLst/>
              <a:gdLst/>
              <a:ahLst/>
              <a:cxnLst/>
              <a:rect l="l" t="t" r="r" b="b"/>
              <a:pathLst>
                <a:path w="626745" h="506094">
                  <a:moveTo>
                    <a:pt x="370509" y="0"/>
                  </a:moveTo>
                  <a:lnTo>
                    <a:pt x="367563" y="0"/>
                  </a:lnTo>
                  <a:lnTo>
                    <a:pt x="366344" y="1422"/>
                  </a:lnTo>
                  <a:lnTo>
                    <a:pt x="366344" y="425437"/>
                  </a:lnTo>
                  <a:lnTo>
                    <a:pt x="360857" y="426072"/>
                  </a:lnTo>
                  <a:lnTo>
                    <a:pt x="355917" y="428574"/>
                  </a:lnTo>
                  <a:lnTo>
                    <a:pt x="352221" y="432308"/>
                  </a:lnTo>
                  <a:lnTo>
                    <a:pt x="7213" y="230555"/>
                  </a:lnTo>
                  <a:lnTo>
                    <a:pt x="3213" y="231228"/>
                  </a:lnTo>
                  <a:lnTo>
                    <a:pt x="0" y="236728"/>
                  </a:lnTo>
                  <a:lnTo>
                    <a:pt x="1371" y="240563"/>
                  </a:lnTo>
                  <a:lnTo>
                    <a:pt x="346329" y="442290"/>
                  </a:lnTo>
                  <a:lnTo>
                    <a:pt x="345706" y="444398"/>
                  </a:lnTo>
                  <a:lnTo>
                    <a:pt x="345376" y="446633"/>
                  </a:lnTo>
                  <a:lnTo>
                    <a:pt x="345490" y="451104"/>
                  </a:lnTo>
                  <a:lnTo>
                    <a:pt x="328917" y="461645"/>
                  </a:lnTo>
                  <a:lnTo>
                    <a:pt x="327393" y="468490"/>
                  </a:lnTo>
                  <a:lnTo>
                    <a:pt x="333895" y="478701"/>
                  </a:lnTo>
                  <a:lnTo>
                    <a:pt x="340728" y="480199"/>
                  </a:lnTo>
                  <a:lnTo>
                    <a:pt x="357454" y="469544"/>
                  </a:lnTo>
                  <a:lnTo>
                    <a:pt x="360133" y="471068"/>
                  </a:lnTo>
                  <a:lnTo>
                    <a:pt x="363143" y="472071"/>
                  </a:lnTo>
                  <a:lnTo>
                    <a:pt x="366344" y="472427"/>
                  </a:lnTo>
                  <a:lnTo>
                    <a:pt x="366344" y="504215"/>
                  </a:lnTo>
                  <a:lnTo>
                    <a:pt x="367563" y="505637"/>
                  </a:lnTo>
                  <a:lnTo>
                    <a:pt x="370509" y="505637"/>
                  </a:lnTo>
                  <a:lnTo>
                    <a:pt x="371716" y="504215"/>
                  </a:lnTo>
                  <a:lnTo>
                    <a:pt x="371716" y="472427"/>
                  </a:lnTo>
                  <a:lnTo>
                    <a:pt x="377291" y="471805"/>
                  </a:lnTo>
                  <a:lnTo>
                    <a:pt x="382257" y="469239"/>
                  </a:lnTo>
                  <a:lnTo>
                    <a:pt x="385965" y="465429"/>
                  </a:lnTo>
                  <a:lnTo>
                    <a:pt x="426745" y="489242"/>
                  </a:lnTo>
                  <a:lnTo>
                    <a:pt x="430758" y="488569"/>
                  </a:lnTo>
                  <a:lnTo>
                    <a:pt x="433959" y="483057"/>
                  </a:lnTo>
                  <a:lnTo>
                    <a:pt x="432587" y="479234"/>
                  </a:lnTo>
                  <a:lnTo>
                    <a:pt x="391782" y="455396"/>
                  </a:lnTo>
                  <a:lnTo>
                    <a:pt x="392366" y="453339"/>
                  </a:lnTo>
                  <a:lnTo>
                    <a:pt x="392696" y="451167"/>
                  </a:lnTo>
                  <a:lnTo>
                    <a:pt x="392633" y="447179"/>
                  </a:lnTo>
                  <a:lnTo>
                    <a:pt x="624852" y="299389"/>
                  </a:lnTo>
                  <a:lnTo>
                    <a:pt x="626389" y="292544"/>
                  </a:lnTo>
                  <a:lnTo>
                    <a:pt x="623138" y="287451"/>
                  </a:lnTo>
                  <a:lnTo>
                    <a:pt x="619887" y="282346"/>
                  </a:lnTo>
                  <a:lnTo>
                    <a:pt x="613041" y="280835"/>
                  </a:lnTo>
                  <a:lnTo>
                    <a:pt x="380987" y="428523"/>
                  </a:lnTo>
                  <a:lnTo>
                    <a:pt x="378218" y="426897"/>
                  </a:lnTo>
                  <a:lnTo>
                    <a:pt x="375069" y="425818"/>
                  </a:lnTo>
                  <a:lnTo>
                    <a:pt x="371716" y="425437"/>
                  </a:lnTo>
                  <a:lnTo>
                    <a:pt x="371716" y="1422"/>
                  </a:lnTo>
                  <a:lnTo>
                    <a:pt x="370509" y="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479654" y="1583551"/>
              <a:ext cx="307975" cy="205104"/>
            </a:xfrm>
            <a:custGeom>
              <a:avLst/>
              <a:gdLst/>
              <a:ahLst/>
              <a:cxnLst/>
              <a:rect l="l" t="t" r="r" b="b"/>
              <a:pathLst>
                <a:path w="307975" h="205105">
                  <a:moveTo>
                    <a:pt x="294119" y="0"/>
                  </a:moveTo>
                  <a:lnTo>
                    <a:pt x="62064" y="147675"/>
                  </a:lnTo>
                  <a:lnTo>
                    <a:pt x="58547" y="145630"/>
                  </a:lnTo>
                  <a:lnTo>
                    <a:pt x="54483" y="144449"/>
                  </a:lnTo>
                  <a:lnTo>
                    <a:pt x="50114" y="144449"/>
                  </a:lnTo>
                  <a:lnTo>
                    <a:pt x="40904" y="146308"/>
                  </a:lnTo>
                  <a:lnTo>
                    <a:pt x="33383" y="151377"/>
                  </a:lnTo>
                  <a:lnTo>
                    <a:pt x="28313" y="158894"/>
                  </a:lnTo>
                  <a:lnTo>
                    <a:pt x="26454" y="168097"/>
                  </a:lnTo>
                  <a:lnTo>
                    <a:pt x="26568" y="170281"/>
                  </a:lnTo>
                  <a:lnTo>
                    <a:pt x="1536" y="186207"/>
                  </a:lnTo>
                  <a:lnTo>
                    <a:pt x="0" y="193039"/>
                  </a:lnTo>
                  <a:lnTo>
                    <a:pt x="6502" y="203238"/>
                  </a:lnTo>
                  <a:lnTo>
                    <a:pt x="13360" y="204749"/>
                  </a:lnTo>
                  <a:lnTo>
                    <a:pt x="38531" y="188721"/>
                  </a:lnTo>
                  <a:lnTo>
                    <a:pt x="41960" y="190652"/>
                  </a:lnTo>
                  <a:lnTo>
                    <a:pt x="45897" y="191769"/>
                  </a:lnTo>
                  <a:lnTo>
                    <a:pt x="50114" y="191769"/>
                  </a:lnTo>
                  <a:lnTo>
                    <a:pt x="59322" y="189909"/>
                  </a:lnTo>
                  <a:lnTo>
                    <a:pt x="66838" y="184835"/>
                  </a:lnTo>
                  <a:lnTo>
                    <a:pt x="71904" y="177314"/>
                  </a:lnTo>
                  <a:lnTo>
                    <a:pt x="73748" y="166928"/>
                  </a:lnTo>
                  <a:lnTo>
                    <a:pt x="73698" y="166357"/>
                  </a:lnTo>
                  <a:lnTo>
                    <a:pt x="305930" y="18554"/>
                  </a:lnTo>
                  <a:lnTo>
                    <a:pt x="307467" y="11709"/>
                  </a:lnTo>
                  <a:lnTo>
                    <a:pt x="304215" y="6616"/>
                  </a:lnTo>
                  <a:lnTo>
                    <a:pt x="300977" y="1511"/>
                  </a:lnTo>
                  <a:lnTo>
                    <a:pt x="294119" y="0"/>
                  </a:lnTo>
                  <a:close/>
                </a:path>
              </a:pathLst>
            </a:custGeom>
            <a:solidFill>
              <a:srgbClr val="DD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165358" y="1535961"/>
              <a:ext cx="429895" cy="256540"/>
            </a:xfrm>
            <a:custGeom>
              <a:avLst/>
              <a:gdLst/>
              <a:ahLst/>
              <a:cxnLst/>
              <a:rect l="l" t="t" r="r" b="b"/>
              <a:pathLst>
                <a:path w="429895" h="256539">
                  <a:moveTo>
                    <a:pt x="7226" y="0"/>
                  </a:moveTo>
                  <a:lnTo>
                    <a:pt x="3213" y="673"/>
                  </a:lnTo>
                  <a:lnTo>
                    <a:pt x="0" y="6197"/>
                  </a:lnTo>
                  <a:lnTo>
                    <a:pt x="1384" y="10020"/>
                  </a:lnTo>
                  <a:lnTo>
                    <a:pt x="348729" y="213131"/>
                  </a:lnTo>
                  <a:lnTo>
                    <a:pt x="348513" y="215696"/>
                  </a:lnTo>
                  <a:lnTo>
                    <a:pt x="348513" y="224485"/>
                  </a:lnTo>
                  <a:lnTo>
                    <a:pt x="355625" y="231597"/>
                  </a:lnTo>
                  <a:lnTo>
                    <a:pt x="368172" y="231597"/>
                  </a:lnTo>
                  <a:lnTo>
                    <a:pt x="371627" y="230301"/>
                  </a:lnTo>
                  <a:lnTo>
                    <a:pt x="374345" y="228104"/>
                  </a:lnTo>
                  <a:lnTo>
                    <a:pt x="422122" y="256006"/>
                  </a:lnTo>
                  <a:lnTo>
                    <a:pt x="426123" y="255333"/>
                  </a:lnTo>
                  <a:lnTo>
                    <a:pt x="429336" y="249834"/>
                  </a:lnTo>
                  <a:lnTo>
                    <a:pt x="427964" y="245986"/>
                  </a:lnTo>
                  <a:lnTo>
                    <a:pt x="424662" y="244068"/>
                  </a:lnTo>
                  <a:lnTo>
                    <a:pt x="380149" y="218058"/>
                  </a:lnTo>
                  <a:lnTo>
                    <a:pt x="380314" y="215696"/>
                  </a:lnTo>
                  <a:lnTo>
                    <a:pt x="380314" y="206908"/>
                  </a:lnTo>
                  <a:lnTo>
                    <a:pt x="373189" y="199783"/>
                  </a:lnTo>
                  <a:lnTo>
                    <a:pt x="360718" y="199783"/>
                  </a:lnTo>
                  <a:lnTo>
                    <a:pt x="357314" y="201040"/>
                  </a:lnTo>
                  <a:lnTo>
                    <a:pt x="354609" y="203149"/>
                  </a:lnTo>
                  <a:lnTo>
                    <a:pt x="7226" y="0"/>
                  </a:lnTo>
                  <a:close/>
                </a:path>
              </a:pathLst>
            </a:custGeom>
            <a:solidFill>
              <a:srgbClr val="F1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18604" y="1302715"/>
              <a:ext cx="22313" cy="505650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6524665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7924" y="0"/>
                  </a:moveTo>
                  <a:lnTo>
                    <a:pt x="5092" y="0"/>
                  </a:lnTo>
                  <a:lnTo>
                    <a:pt x="2273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73" y="10210"/>
                  </a:lnTo>
                  <a:lnTo>
                    <a:pt x="7924" y="10210"/>
                  </a:lnTo>
                  <a:lnTo>
                    <a:pt x="10198" y="7924"/>
                  </a:lnTo>
                  <a:lnTo>
                    <a:pt x="10198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E6E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06349" y="1201699"/>
              <a:ext cx="46812" cy="46824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06349" y="2253234"/>
              <a:ext cx="46812" cy="46812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32751" y="1726197"/>
              <a:ext cx="46824" cy="46837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30443" y="1152322"/>
              <a:ext cx="1198664" cy="1198664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5973523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47" y="0"/>
                  </a:moveTo>
                  <a:lnTo>
                    <a:pt x="508253" y="2041"/>
                  </a:lnTo>
                  <a:lnTo>
                    <a:pt x="461392" y="8055"/>
                  </a:lnTo>
                  <a:lnTo>
                    <a:pt x="415832" y="17874"/>
                  </a:lnTo>
                  <a:lnTo>
                    <a:pt x="371739" y="31331"/>
                  </a:lnTo>
                  <a:lnTo>
                    <a:pt x="329281" y="48259"/>
                  </a:lnTo>
                  <a:lnTo>
                    <a:pt x="288624" y="68492"/>
                  </a:lnTo>
                  <a:lnTo>
                    <a:pt x="249936" y="91862"/>
                  </a:lnTo>
                  <a:lnTo>
                    <a:pt x="213383" y="118202"/>
                  </a:lnTo>
                  <a:lnTo>
                    <a:pt x="179133" y="147346"/>
                  </a:lnTo>
                  <a:lnTo>
                    <a:pt x="147352" y="179126"/>
                  </a:lnTo>
                  <a:lnTo>
                    <a:pt x="118207" y="213375"/>
                  </a:lnTo>
                  <a:lnTo>
                    <a:pt x="91866" y="249927"/>
                  </a:lnTo>
                  <a:lnTo>
                    <a:pt x="68495" y="288614"/>
                  </a:lnTo>
                  <a:lnTo>
                    <a:pt x="48262" y="329270"/>
                  </a:lnTo>
                  <a:lnTo>
                    <a:pt x="31333" y="371728"/>
                  </a:lnTo>
                  <a:lnTo>
                    <a:pt x="17875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5" y="696653"/>
                  </a:lnTo>
                  <a:lnTo>
                    <a:pt x="31333" y="740747"/>
                  </a:lnTo>
                  <a:lnTo>
                    <a:pt x="48262" y="783205"/>
                  </a:lnTo>
                  <a:lnTo>
                    <a:pt x="68495" y="823862"/>
                  </a:lnTo>
                  <a:lnTo>
                    <a:pt x="91866" y="862551"/>
                  </a:lnTo>
                  <a:lnTo>
                    <a:pt x="118207" y="899103"/>
                  </a:lnTo>
                  <a:lnTo>
                    <a:pt x="147352" y="933353"/>
                  </a:lnTo>
                  <a:lnTo>
                    <a:pt x="179133" y="965134"/>
                  </a:lnTo>
                  <a:lnTo>
                    <a:pt x="213383" y="994278"/>
                  </a:lnTo>
                  <a:lnTo>
                    <a:pt x="249936" y="1020618"/>
                  </a:lnTo>
                  <a:lnTo>
                    <a:pt x="288624" y="1043988"/>
                  </a:lnTo>
                  <a:lnTo>
                    <a:pt x="329281" y="1064221"/>
                  </a:lnTo>
                  <a:lnTo>
                    <a:pt x="371739" y="1081150"/>
                  </a:lnTo>
                  <a:lnTo>
                    <a:pt x="415832" y="1094607"/>
                  </a:lnTo>
                  <a:lnTo>
                    <a:pt x="461392" y="1104426"/>
                  </a:lnTo>
                  <a:lnTo>
                    <a:pt x="508253" y="1110440"/>
                  </a:lnTo>
                  <a:lnTo>
                    <a:pt x="556247" y="1112481"/>
                  </a:lnTo>
                  <a:lnTo>
                    <a:pt x="604241" y="1110440"/>
                  </a:lnTo>
                  <a:lnTo>
                    <a:pt x="651102" y="1104426"/>
                  </a:lnTo>
                  <a:lnTo>
                    <a:pt x="696662" y="1094607"/>
                  </a:lnTo>
                  <a:lnTo>
                    <a:pt x="740755" y="1081150"/>
                  </a:lnTo>
                  <a:lnTo>
                    <a:pt x="783213" y="1064221"/>
                  </a:lnTo>
                  <a:lnTo>
                    <a:pt x="823869" y="1043988"/>
                  </a:lnTo>
                  <a:lnTo>
                    <a:pt x="862558" y="1020618"/>
                  </a:lnTo>
                  <a:lnTo>
                    <a:pt x="899111" y="994278"/>
                  </a:lnTo>
                  <a:lnTo>
                    <a:pt x="933361" y="965134"/>
                  </a:lnTo>
                  <a:lnTo>
                    <a:pt x="965142" y="933353"/>
                  </a:lnTo>
                  <a:lnTo>
                    <a:pt x="994287" y="899103"/>
                  </a:lnTo>
                  <a:lnTo>
                    <a:pt x="1020628" y="862551"/>
                  </a:lnTo>
                  <a:lnTo>
                    <a:pt x="1043998" y="823862"/>
                  </a:lnTo>
                  <a:lnTo>
                    <a:pt x="1064232" y="783205"/>
                  </a:lnTo>
                  <a:lnTo>
                    <a:pt x="1081161" y="740747"/>
                  </a:lnTo>
                  <a:lnTo>
                    <a:pt x="1094619" y="696653"/>
                  </a:lnTo>
                  <a:lnTo>
                    <a:pt x="1104438" y="651092"/>
                  </a:lnTo>
                  <a:lnTo>
                    <a:pt x="1110452" y="604230"/>
                  </a:lnTo>
                  <a:lnTo>
                    <a:pt x="1112494" y="556234"/>
                  </a:lnTo>
                  <a:lnTo>
                    <a:pt x="1110452" y="508240"/>
                  </a:lnTo>
                  <a:lnTo>
                    <a:pt x="1104438" y="461380"/>
                  </a:lnTo>
                  <a:lnTo>
                    <a:pt x="1094619" y="415820"/>
                  </a:lnTo>
                  <a:lnTo>
                    <a:pt x="1081161" y="371728"/>
                  </a:lnTo>
                  <a:lnTo>
                    <a:pt x="1064232" y="329270"/>
                  </a:lnTo>
                  <a:lnTo>
                    <a:pt x="1043998" y="288614"/>
                  </a:lnTo>
                  <a:lnTo>
                    <a:pt x="1020628" y="249927"/>
                  </a:lnTo>
                  <a:lnTo>
                    <a:pt x="994287" y="213375"/>
                  </a:lnTo>
                  <a:lnTo>
                    <a:pt x="965142" y="179126"/>
                  </a:lnTo>
                  <a:lnTo>
                    <a:pt x="933361" y="147346"/>
                  </a:lnTo>
                  <a:lnTo>
                    <a:pt x="899111" y="118202"/>
                  </a:lnTo>
                  <a:lnTo>
                    <a:pt x="862558" y="91862"/>
                  </a:lnTo>
                  <a:lnTo>
                    <a:pt x="823869" y="68492"/>
                  </a:lnTo>
                  <a:lnTo>
                    <a:pt x="783213" y="48260"/>
                  </a:lnTo>
                  <a:lnTo>
                    <a:pt x="740755" y="31331"/>
                  </a:lnTo>
                  <a:lnTo>
                    <a:pt x="696662" y="17874"/>
                  </a:lnTo>
                  <a:lnTo>
                    <a:pt x="651102" y="8055"/>
                  </a:lnTo>
                  <a:lnTo>
                    <a:pt x="604241" y="2041"/>
                  </a:lnTo>
                  <a:lnTo>
                    <a:pt x="556247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30443" y="1152322"/>
              <a:ext cx="1198664" cy="1198664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5973523" y="1195414"/>
              <a:ext cx="1112520" cy="1112520"/>
            </a:xfrm>
            <a:custGeom>
              <a:avLst/>
              <a:gdLst/>
              <a:ahLst/>
              <a:cxnLst/>
              <a:rect l="l" t="t" r="r" b="b"/>
              <a:pathLst>
                <a:path w="1112520" h="1112520">
                  <a:moveTo>
                    <a:pt x="556247" y="0"/>
                  </a:moveTo>
                  <a:lnTo>
                    <a:pt x="508253" y="2041"/>
                  </a:lnTo>
                  <a:lnTo>
                    <a:pt x="461392" y="8055"/>
                  </a:lnTo>
                  <a:lnTo>
                    <a:pt x="415832" y="17874"/>
                  </a:lnTo>
                  <a:lnTo>
                    <a:pt x="371739" y="31331"/>
                  </a:lnTo>
                  <a:lnTo>
                    <a:pt x="329281" y="48259"/>
                  </a:lnTo>
                  <a:lnTo>
                    <a:pt x="288624" y="68492"/>
                  </a:lnTo>
                  <a:lnTo>
                    <a:pt x="249936" y="91862"/>
                  </a:lnTo>
                  <a:lnTo>
                    <a:pt x="213383" y="118202"/>
                  </a:lnTo>
                  <a:lnTo>
                    <a:pt x="179133" y="147346"/>
                  </a:lnTo>
                  <a:lnTo>
                    <a:pt x="147352" y="179126"/>
                  </a:lnTo>
                  <a:lnTo>
                    <a:pt x="118207" y="213375"/>
                  </a:lnTo>
                  <a:lnTo>
                    <a:pt x="91866" y="249927"/>
                  </a:lnTo>
                  <a:lnTo>
                    <a:pt x="68495" y="288614"/>
                  </a:lnTo>
                  <a:lnTo>
                    <a:pt x="48262" y="329270"/>
                  </a:lnTo>
                  <a:lnTo>
                    <a:pt x="31333" y="371728"/>
                  </a:lnTo>
                  <a:lnTo>
                    <a:pt x="17875" y="415820"/>
                  </a:lnTo>
                  <a:lnTo>
                    <a:pt x="8055" y="461380"/>
                  </a:lnTo>
                  <a:lnTo>
                    <a:pt x="2041" y="508240"/>
                  </a:lnTo>
                  <a:lnTo>
                    <a:pt x="0" y="556234"/>
                  </a:lnTo>
                  <a:lnTo>
                    <a:pt x="2041" y="604230"/>
                  </a:lnTo>
                  <a:lnTo>
                    <a:pt x="8055" y="651092"/>
                  </a:lnTo>
                  <a:lnTo>
                    <a:pt x="17875" y="696653"/>
                  </a:lnTo>
                  <a:lnTo>
                    <a:pt x="31333" y="740747"/>
                  </a:lnTo>
                  <a:lnTo>
                    <a:pt x="48262" y="783205"/>
                  </a:lnTo>
                  <a:lnTo>
                    <a:pt x="68495" y="823862"/>
                  </a:lnTo>
                  <a:lnTo>
                    <a:pt x="91866" y="862551"/>
                  </a:lnTo>
                  <a:lnTo>
                    <a:pt x="118207" y="899103"/>
                  </a:lnTo>
                  <a:lnTo>
                    <a:pt x="147352" y="933353"/>
                  </a:lnTo>
                  <a:lnTo>
                    <a:pt x="179133" y="965134"/>
                  </a:lnTo>
                  <a:lnTo>
                    <a:pt x="213383" y="994278"/>
                  </a:lnTo>
                  <a:lnTo>
                    <a:pt x="249936" y="1020618"/>
                  </a:lnTo>
                  <a:lnTo>
                    <a:pt x="288624" y="1043988"/>
                  </a:lnTo>
                  <a:lnTo>
                    <a:pt x="329281" y="1064221"/>
                  </a:lnTo>
                  <a:lnTo>
                    <a:pt x="371739" y="1081150"/>
                  </a:lnTo>
                  <a:lnTo>
                    <a:pt x="415832" y="1094607"/>
                  </a:lnTo>
                  <a:lnTo>
                    <a:pt x="461392" y="1104426"/>
                  </a:lnTo>
                  <a:lnTo>
                    <a:pt x="508253" y="1110440"/>
                  </a:lnTo>
                  <a:lnTo>
                    <a:pt x="556247" y="1112481"/>
                  </a:lnTo>
                  <a:lnTo>
                    <a:pt x="604241" y="1110440"/>
                  </a:lnTo>
                  <a:lnTo>
                    <a:pt x="651102" y="1104426"/>
                  </a:lnTo>
                  <a:lnTo>
                    <a:pt x="696662" y="1094607"/>
                  </a:lnTo>
                  <a:lnTo>
                    <a:pt x="740755" y="1081150"/>
                  </a:lnTo>
                  <a:lnTo>
                    <a:pt x="783213" y="1064221"/>
                  </a:lnTo>
                  <a:lnTo>
                    <a:pt x="823869" y="1043988"/>
                  </a:lnTo>
                  <a:lnTo>
                    <a:pt x="862558" y="1020618"/>
                  </a:lnTo>
                  <a:lnTo>
                    <a:pt x="899111" y="994278"/>
                  </a:lnTo>
                  <a:lnTo>
                    <a:pt x="933361" y="965134"/>
                  </a:lnTo>
                  <a:lnTo>
                    <a:pt x="965142" y="933353"/>
                  </a:lnTo>
                  <a:lnTo>
                    <a:pt x="994287" y="899103"/>
                  </a:lnTo>
                  <a:lnTo>
                    <a:pt x="1020628" y="862551"/>
                  </a:lnTo>
                  <a:lnTo>
                    <a:pt x="1043998" y="823862"/>
                  </a:lnTo>
                  <a:lnTo>
                    <a:pt x="1064232" y="783205"/>
                  </a:lnTo>
                  <a:lnTo>
                    <a:pt x="1081161" y="740747"/>
                  </a:lnTo>
                  <a:lnTo>
                    <a:pt x="1094619" y="696653"/>
                  </a:lnTo>
                  <a:lnTo>
                    <a:pt x="1104438" y="651092"/>
                  </a:lnTo>
                  <a:lnTo>
                    <a:pt x="1110452" y="604230"/>
                  </a:lnTo>
                  <a:lnTo>
                    <a:pt x="1112494" y="556234"/>
                  </a:lnTo>
                  <a:lnTo>
                    <a:pt x="1110452" y="508240"/>
                  </a:lnTo>
                  <a:lnTo>
                    <a:pt x="1104438" y="461380"/>
                  </a:lnTo>
                  <a:lnTo>
                    <a:pt x="1094619" y="415820"/>
                  </a:lnTo>
                  <a:lnTo>
                    <a:pt x="1081161" y="371728"/>
                  </a:lnTo>
                  <a:lnTo>
                    <a:pt x="1064232" y="329270"/>
                  </a:lnTo>
                  <a:lnTo>
                    <a:pt x="1043998" y="288614"/>
                  </a:lnTo>
                  <a:lnTo>
                    <a:pt x="1020628" y="249927"/>
                  </a:lnTo>
                  <a:lnTo>
                    <a:pt x="994287" y="213375"/>
                  </a:lnTo>
                  <a:lnTo>
                    <a:pt x="965142" y="179126"/>
                  </a:lnTo>
                  <a:lnTo>
                    <a:pt x="933361" y="147346"/>
                  </a:lnTo>
                  <a:lnTo>
                    <a:pt x="899111" y="118202"/>
                  </a:lnTo>
                  <a:lnTo>
                    <a:pt x="862558" y="91862"/>
                  </a:lnTo>
                  <a:lnTo>
                    <a:pt x="823869" y="68492"/>
                  </a:lnTo>
                  <a:lnTo>
                    <a:pt x="783213" y="48260"/>
                  </a:lnTo>
                  <a:lnTo>
                    <a:pt x="740755" y="31331"/>
                  </a:lnTo>
                  <a:lnTo>
                    <a:pt x="696662" y="17874"/>
                  </a:lnTo>
                  <a:lnTo>
                    <a:pt x="651102" y="8055"/>
                  </a:lnTo>
                  <a:lnTo>
                    <a:pt x="604241" y="2041"/>
                  </a:lnTo>
                  <a:lnTo>
                    <a:pt x="556247" y="0"/>
                  </a:lnTo>
                  <a:close/>
                </a:path>
              </a:pathLst>
            </a:custGeom>
            <a:solidFill>
              <a:srgbClr val="DED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34252" y="1256131"/>
              <a:ext cx="991031" cy="991044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6506567" y="1450430"/>
              <a:ext cx="46990" cy="356870"/>
            </a:xfrm>
            <a:custGeom>
              <a:avLst/>
              <a:gdLst/>
              <a:ahLst/>
              <a:cxnLst/>
              <a:rect l="l" t="t" r="r" b="b"/>
              <a:pathLst>
                <a:path w="46990" h="356869">
                  <a:moveTo>
                    <a:pt x="28070" y="0"/>
                  </a:moveTo>
                  <a:lnTo>
                    <a:pt x="22012" y="25"/>
                  </a:lnTo>
                  <a:lnTo>
                    <a:pt x="15967" y="50"/>
                  </a:lnTo>
                  <a:lnTo>
                    <a:pt x="11052" y="5054"/>
                  </a:lnTo>
                  <a:lnTo>
                    <a:pt x="12436" y="280111"/>
                  </a:lnTo>
                  <a:lnTo>
                    <a:pt x="8830" y="281990"/>
                  </a:lnTo>
                  <a:lnTo>
                    <a:pt x="5667" y="284797"/>
                  </a:lnTo>
                  <a:lnTo>
                    <a:pt x="3330" y="288505"/>
                  </a:lnTo>
                  <a:lnTo>
                    <a:pt x="0" y="297284"/>
                  </a:lnTo>
                  <a:lnTo>
                    <a:pt x="286" y="306346"/>
                  </a:lnTo>
                  <a:lnTo>
                    <a:pt x="3948" y="314641"/>
                  </a:lnTo>
                  <a:lnTo>
                    <a:pt x="10747" y="321119"/>
                  </a:lnTo>
                  <a:lnTo>
                    <a:pt x="12665" y="322186"/>
                  </a:lnTo>
                  <a:lnTo>
                    <a:pt x="12805" y="351853"/>
                  </a:lnTo>
                  <a:lnTo>
                    <a:pt x="17770" y="356806"/>
                  </a:lnTo>
                  <a:lnTo>
                    <a:pt x="29873" y="356730"/>
                  </a:lnTo>
                  <a:lnTo>
                    <a:pt x="34801" y="351726"/>
                  </a:lnTo>
                  <a:lnTo>
                    <a:pt x="34649" y="321894"/>
                  </a:lnTo>
                  <a:lnTo>
                    <a:pt x="38103" y="320014"/>
                  </a:lnTo>
                  <a:lnTo>
                    <a:pt x="41151" y="317258"/>
                  </a:lnTo>
                  <a:lnTo>
                    <a:pt x="43386" y="313702"/>
                  </a:lnTo>
                  <a:lnTo>
                    <a:pt x="46717" y="304916"/>
                  </a:lnTo>
                  <a:lnTo>
                    <a:pt x="46431" y="295851"/>
                  </a:lnTo>
                  <a:lnTo>
                    <a:pt x="42768" y="287554"/>
                  </a:lnTo>
                  <a:lnTo>
                    <a:pt x="35461" y="280758"/>
                  </a:lnTo>
                  <a:lnTo>
                    <a:pt x="34445" y="280212"/>
                  </a:lnTo>
                  <a:lnTo>
                    <a:pt x="33036" y="4940"/>
                  </a:lnTo>
                  <a:lnTo>
                    <a:pt x="28070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6165522" y="1538865"/>
              <a:ext cx="429895" cy="255904"/>
            </a:xfrm>
            <a:custGeom>
              <a:avLst/>
              <a:gdLst/>
              <a:ahLst/>
              <a:cxnLst/>
              <a:rect l="l" t="t" r="r" b="b"/>
              <a:pathLst>
                <a:path w="429895" h="255905">
                  <a:moveTo>
                    <a:pt x="7226" y="0"/>
                  </a:moveTo>
                  <a:lnTo>
                    <a:pt x="3213" y="685"/>
                  </a:lnTo>
                  <a:lnTo>
                    <a:pt x="0" y="6197"/>
                  </a:lnTo>
                  <a:lnTo>
                    <a:pt x="1397" y="10033"/>
                  </a:lnTo>
                  <a:lnTo>
                    <a:pt x="349021" y="212648"/>
                  </a:lnTo>
                  <a:lnTo>
                    <a:pt x="348805" y="215201"/>
                  </a:lnTo>
                  <a:lnTo>
                    <a:pt x="348818" y="223989"/>
                  </a:lnTo>
                  <a:lnTo>
                    <a:pt x="355955" y="231101"/>
                  </a:lnTo>
                  <a:lnTo>
                    <a:pt x="368490" y="231089"/>
                  </a:lnTo>
                  <a:lnTo>
                    <a:pt x="371944" y="229768"/>
                  </a:lnTo>
                  <a:lnTo>
                    <a:pt x="374662" y="227584"/>
                  </a:lnTo>
                  <a:lnTo>
                    <a:pt x="422478" y="255422"/>
                  </a:lnTo>
                  <a:lnTo>
                    <a:pt x="426478" y="254736"/>
                  </a:lnTo>
                  <a:lnTo>
                    <a:pt x="429691" y="249224"/>
                  </a:lnTo>
                  <a:lnTo>
                    <a:pt x="428307" y="245389"/>
                  </a:lnTo>
                  <a:lnTo>
                    <a:pt x="425005" y="243471"/>
                  </a:lnTo>
                  <a:lnTo>
                    <a:pt x="380441" y="217525"/>
                  </a:lnTo>
                  <a:lnTo>
                    <a:pt x="380606" y="215163"/>
                  </a:lnTo>
                  <a:lnTo>
                    <a:pt x="380593" y="206375"/>
                  </a:lnTo>
                  <a:lnTo>
                    <a:pt x="373468" y="199263"/>
                  </a:lnTo>
                  <a:lnTo>
                    <a:pt x="360997" y="199275"/>
                  </a:lnTo>
                  <a:lnTo>
                    <a:pt x="357593" y="200545"/>
                  </a:lnTo>
                  <a:lnTo>
                    <a:pt x="354888" y="202653"/>
                  </a:lnTo>
                  <a:lnTo>
                    <a:pt x="7226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11035" y="1203287"/>
              <a:ext cx="37439" cy="37464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11035" y="2272589"/>
              <a:ext cx="37439" cy="3743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46315" y="1745551"/>
              <a:ext cx="37452" cy="37452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74651" y="1738884"/>
              <a:ext cx="37439" cy="37464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6524665" y="1746548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5" h="10794">
                  <a:moveTo>
                    <a:pt x="7924" y="0"/>
                  </a:moveTo>
                  <a:lnTo>
                    <a:pt x="5092" y="0"/>
                  </a:lnTo>
                  <a:lnTo>
                    <a:pt x="2273" y="0"/>
                  </a:lnTo>
                  <a:lnTo>
                    <a:pt x="0" y="2286"/>
                  </a:lnTo>
                  <a:lnTo>
                    <a:pt x="0" y="7924"/>
                  </a:lnTo>
                  <a:lnTo>
                    <a:pt x="2273" y="10210"/>
                  </a:lnTo>
                  <a:lnTo>
                    <a:pt x="7924" y="10210"/>
                  </a:lnTo>
                  <a:lnTo>
                    <a:pt x="10198" y="7924"/>
                  </a:lnTo>
                  <a:lnTo>
                    <a:pt x="10198" y="2286"/>
                  </a:lnTo>
                  <a:lnTo>
                    <a:pt x="7924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976290" y="1198182"/>
              <a:ext cx="1106932" cy="1106944"/>
            </a:xfrm>
            <a:prstGeom prst="rect">
              <a:avLst/>
            </a:prstGeom>
          </p:spPr>
        </p:pic>
      </p:grpSp>
      <p:sp>
        <p:nvSpPr>
          <p:cNvPr id="174" name="object 174"/>
          <p:cNvSpPr txBox="1"/>
          <p:nvPr/>
        </p:nvSpPr>
        <p:spPr>
          <a:xfrm>
            <a:off x="6233220" y="1201387"/>
            <a:ext cx="369570" cy="24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>
              <a:lnSpc>
                <a:spcPts val="88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12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ts val="880"/>
              </a:lnSpc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6053897" y="1432518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6088285" y="1886963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8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6259689" y="2053401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6707452" y="204340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6875241" y="1428044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6707546" y="126866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6033102" y="1669846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9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885519" y="1588958"/>
            <a:ext cx="133985" cy="4572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72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6481091" y="2100487"/>
            <a:ext cx="90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6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84" name="object 184"/>
          <p:cNvSpPr/>
          <p:nvPr/>
        </p:nvSpPr>
        <p:spPr>
          <a:xfrm>
            <a:off x="6426484" y="1635388"/>
            <a:ext cx="104139" cy="58419"/>
          </a:xfrm>
          <a:custGeom>
            <a:avLst/>
            <a:gdLst/>
            <a:ahLst/>
            <a:cxnLst/>
            <a:rect l="l" t="t" r="r" b="b"/>
            <a:pathLst>
              <a:path w="104140" h="58419">
                <a:moveTo>
                  <a:pt x="0" y="57911"/>
                </a:moveTo>
                <a:lnTo>
                  <a:pt x="18019" y="34263"/>
                </a:lnTo>
                <a:lnTo>
                  <a:pt x="41454" y="15978"/>
                </a:lnTo>
                <a:lnTo>
                  <a:pt x="69178" y="4182"/>
                </a:lnTo>
                <a:lnTo>
                  <a:pt x="100063" y="0"/>
                </a:lnTo>
                <a:lnTo>
                  <a:pt x="101409" y="0"/>
                </a:lnTo>
                <a:lnTo>
                  <a:pt x="102768" y="25"/>
                </a:lnTo>
                <a:lnTo>
                  <a:pt x="104101" y="76"/>
                </a:lnTo>
              </a:path>
            </a:pathLst>
          </a:custGeom>
          <a:ln w="4762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 txBox="1"/>
          <p:nvPr/>
        </p:nvSpPr>
        <p:spPr>
          <a:xfrm>
            <a:off x="764899" y="2366805"/>
            <a:ext cx="6816725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16230" algn="ctr">
              <a:lnSpc>
                <a:spcPct val="100000"/>
              </a:lnSpc>
              <a:spcBef>
                <a:spcPts val="100"/>
              </a:spcBef>
              <a:tabLst>
                <a:tab pos="1677035" algn="l"/>
                <a:tab pos="3398520" algn="l"/>
                <a:tab pos="5019040" algn="l"/>
              </a:tabLst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I	II	III	IV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900">
              <a:latin typeface="Microsoft Sans Serif"/>
              <a:cs typeface="Microsoft Sans Serif"/>
            </a:endParaRPr>
          </a:p>
          <a:p>
            <a:pPr marR="353060" algn="ctr">
              <a:lnSpc>
                <a:spcPct val="100000"/>
              </a:lnSpc>
              <a:spcBef>
                <a:spcPts val="785"/>
              </a:spcBef>
            </a:pP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verilen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saatler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ilgili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olarak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numaralı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saatler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saat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ileri,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III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IV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numaralı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saatler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saat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geridir.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6700"/>
              </a:lnSpc>
              <a:spcBef>
                <a:spcPts val="285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Buna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saatler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gerçek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zamanı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gösterseydi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akrep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yelkovan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arasındaki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küçük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açılar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aşağıdakilerden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hangisi </a:t>
            </a:r>
            <a:r>
              <a:rPr sz="1000" b="1" spc="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olurdu?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86" name="object 186"/>
          <p:cNvGraphicFramePr>
            <a:graphicFrameLocks noGrp="1"/>
          </p:cNvGraphicFramePr>
          <p:nvPr/>
        </p:nvGraphicFramePr>
        <p:xfrm>
          <a:off x="745849" y="3438754"/>
          <a:ext cx="3326765" cy="109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3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269"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II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III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IV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68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453390" algn="l"/>
                        </a:tabLst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A)	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60°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645"/>
                        </a:spcBef>
                        <a:tabLst>
                          <a:tab pos="417830" algn="l"/>
                        </a:tabLst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B)	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120°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640"/>
                        </a:spcBef>
                        <a:tabLst>
                          <a:tab pos="453390" algn="l"/>
                        </a:tabLst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C)	60°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645"/>
                        </a:spcBef>
                        <a:tabLst>
                          <a:tab pos="417830" algn="l"/>
                        </a:tabLst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D)	120°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" marB="0">
                    <a:lnT w="6350">
                      <a:solidFill>
                        <a:srgbClr val="231F2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150°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" marB="0">
                    <a:lnT w="6350">
                      <a:solidFill>
                        <a:srgbClr val="231F2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180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120°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" marB="0">
                    <a:lnT w="6350">
                      <a:solidFill>
                        <a:srgbClr val="231F2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30°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000" spc="-5" dirty="0">
                          <a:solidFill>
                            <a:srgbClr val="231F20"/>
                          </a:solidFill>
                          <a:latin typeface="Microsoft Sans Serif"/>
                          <a:cs typeface="Microsoft Sans Serif"/>
                        </a:rPr>
                        <a:t>90°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050" marB="0">
                    <a:lnT w="6350">
                      <a:solidFill>
                        <a:srgbClr val="231F2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7" name="object 187"/>
          <p:cNvGrpSpPr/>
          <p:nvPr/>
        </p:nvGrpSpPr>
        <p:grpSpPr>
          <a:xfrm>
            <a:off x="3388501" y="4806006"/>
            <a:ext cx="1188085" cy="4737100"/>
            <a:chOff x="3388501" y="4806006"/>
            <a:chExt cx="1188085" cy="4737100"/>
          </a:xfrm>
        </p:grpSpPr>
        <p:sp>
          <p:nvSpPr>
            <p:cNvPr id="188" name="object 188"/>
            <p:cNvSpPr/>
            <p:nvPr/>
          </p:nvSpPr>
          <p:spPr>
            <a:xfrm>
              <a:off x="3444640" y="4806006"/>
              <a:ext cx="1059815" cy="605790"/>
            </a:xfrm>
            <a:custGeom>
              <a:avLst/>
              <a:gdLst/>
              <a:ahLst/>
              <a:cxnLst/>
              <a:rect l="l" t="t" r="r" b="b"/>
              <a:pathLst>
                <a:path w="1059814" h="605789">
                  <a:moveTo>
                    <a:pt x="983742" y="605775"/>
                  </a:moveTo>
                  <a:lnTo>
                    <a:pt x="75666" y="605775"/>
                  </a:lnTo>
                  <a:lnTo>
                    <a:pt x="31921" y="604628"/>
                  </a:lnTo>
                  <a:lnTo>
                    <a:pt x="9458" y="596598"/>
                  </a:lnTo>
                  <a:lnTo>
                    <a:pt x="1182" y="574804"/>
                  </a:lnTo>
                  <a:lnTo>
                    <a:pt x="0" y="532363"/>
                  </a:lnTo>
                  <a:lnTo>
                    <a:pt x="0" y="73424"/>
                  </a:lnTo>
                  <a:lnTo>
                    <a:pt x="1182" y="30975"/>
                  </a:lnTo>
                  <a:lnTo>
                    <a:pt x="9458" y="9178"/>
                  </a:lnTo>
                  <a:lnTo>
                    <a:pt x="31921" y="1147"/>
                  </a:lnTo>
                  <a:lnTo>
                    <a:pt x="75666" y="0"/>
                  </a:lnTo>
                  <a:lnTo>
                    <a:pt x="983742" y="0"/>
                  </a:lnTo>
                  <a:lnTo>
                    <a:pt x="1027494" y="1147"/>
                  </a:lnTo>
                  <a:lnTo>
                    <a:pt x="1049961" y="9178"/>
                  </a:lnTo>
                  <a:lnTo>
                    <a:pt x="1058238" y="30975"/>
                  </a:lnTo>
                  <a:lnTo>
                    <a:pt x="1059421" y="73424"/>
                  </a:lnTo>
                  <a:lnTo>
                    <a:pt x="1059421" y="532363"/>
                  </a:lnTo>
                  <a:lnTo>
                    <a:pt x="1058238" y="574804"/>
                  </a:lnTo>
                  <a:lnTo>
                    <a:pt x="1049961" y="596598"/>
                  </a:lnTo>
                  <a:lnTo>
                    <a:pt x="1027494" y="604628"/>
                  </a:lnTo>
                  <a:lnTo>
                    <a:pt x="983742" y="605775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388501" y="4992285"/>
              <a:ext cx="1188085" cy="775970"/>
            </a:xfrm>
            <a:custGeom>
              <a:avLst/>
              <a:gdLst/>
              <a:ahLst/>
              <a:cxnLst/>
              <a:rect l="l" t="t" r="r" b="b"/>
              <a:pathLst>
                <a:path w="1188085" h="775970">
                  <a:moveTo>
                    <a:pt x="1187996" y="775614"/>
                  </a:moveTo>
                  <a:lnTo>
                    <a:pt x="0" y="775614"/>
                  </a:lnTo>
                  <a:lnTo>
                    <a:pt x="0" y="0"/>
                  </a:lnTo>
                  <a:lnTo>
                    <a:pt x="594004" y="194123"/>
                  </a:lnTo>
                  <a:lnTo>
                    <a:pt x="1187996" y="0"/>
                  </a:lnTo>
                  <a:lnTo>
                    <a:pt x="1187996" y="775614"/>
                  </a:lnTo>
                  <a:close/>
                </a:path>
              </a:pathLst>
            </a:custGeom>
            <a:solidFill>
              <a:srgbClr val="C7C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388501" y="5069997"/>
              <a:ext cx="1188085" cy="4472940"/>
            </a:xfrm>
            <a:custGeom>
              <a:avLst/>
              <a:gdLst/>
              <a:ahLst/>
              <a:cxnLst/>
              <a:rect l="l" t="t" r="r" b="b"/>
              <a:pathLst>
                <a:path w="1188085" h="4472940">
                  <a:moveTo>
                    <a:pt x="1187981" y="4472503"/>
                  </a:moveTo>
                  <a:lnTo>
                    <a:pt x="0" y="4472503"/>
                  </a:lnTo>
                  <a:lnTo>
                    <a:pt x="0" y="0"/>
                  </a:lnTo>
                  <a:lnTo>
                    <a:pt x="594004" y="193009"/>
                  </a:lnTo>
                  <a:lnTo>
                    <a:pt x="1187981" y="193009"/>
                  </a:lnTo>
                  <a:lnTo>
                    <a:pt x="1187981" y="4472503"/>
                  </a:lnTo>
                  <a:close/>
                </a:path>
                <a:path w="1188085" h="4472940">
                  <a:moveTo>
                    <a:pt x="1187981" y="193009"/>
                  </a:moveTo>
                  <a:lnTo>
                    <a:pt x="594004" y="193009"/>
                  </a:lnTo>
                  <a:lnTo>
                    <a:pt x="1187981" y="4"/>
                  </a:lnTo>
                  <a:lnTo>
                    <a:pt x="1187981" y="193009"/>
                  </a:lnTo>
                  <a:close/>
                </a:path>
              </a:pathLst>
            </a:custGeom>
            <a:solidFill>
              <a:srgbClr val="F4FB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388501" y="5070005"/>
              <a:ext cx="1188085" cy="4472940"/>
            </a:xfrm>
            <a:custGeom>
              <a:avLst/>
              <a:gdLst/>
              <a:ahLst/>
              <a:cxnLst/>
              <a:rect l="l" t="t" r="r" b="b"/>
              <a:pathLst>
                <a:path w="1188085" h="4472940">
                  <a:moveTo>
                    <a:pt x="1187981" y="4472495"/>
                  </a:moveTo>
                  <a:lnTo>
                    <a:pt x="0" y="4472495"/>
                  </a:lnTo>
                  <a:lnTo>
                    <a:pt x="0" y="0"/>
                  </a:lnTo>
                  <a:lnTo>
                    <a:pt x="594004" y="193001"/>
                  </a:lnTo>
                  <a:lnTo>
                    <a:pt x="1187981" y="193001"/>
                  </a:lnTo>
                  <a:lnTo>
                    <a:pt x="1187981" y="4472495"/>
                  </a:lnTo>
                  <a:close/>
                </a:path>
                <a:path w="1188085" h="4472940">
                  <a:moveTo>
                    <a:pt x="1187981" y="193001"/>
                  </a:moveTo>
                  <a:lnTo>
                    <a:pt x="594004" y="193001"/>
                  </a:lnTo>
                  <a:lnTo>
                    <a:pt x="1187981" y="0"/>
                  </a:lnTo>
                  <a:lnTo>
                    <a:pt x="1187981" y="193001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431934" y="537762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431934" y="5511102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431934" y="52391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431934" y="565105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431934" y="57910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3431934" y="593096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431934" y="607091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431934" y="6210874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3431934" y="635083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3431934" y="649078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3431934" y="663073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3431934" y="677068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431934" y="691063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431934" y="7050594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431934" y="719054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431934" y="733050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431934" y="747045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3431934" y="7610412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3431934" y="775036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431934" y="789032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431934" y="803027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431934" y="817022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431934" y="831018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431934" y="845013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431934" y="859009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431934" y="873004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431934" y="887000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431934" y="900995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431934" y="914990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431934" y="928986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431934" y="942981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3430346" y="5239118"/>
              <a:ext cx="1101090" cy="4303395"/>
            </a:xfrm>
            <a:custGeom>
              <a:avLst/>
              <a:gdLst/>
              <a:ahLst/>
              <a:cxnLst/>
              <a:rect l="l" t="t" r="r" b="b"/>
              <a:pathLst>
                <a:path w="1101089" h="4303395">
                  <a:moveTo>
                    <a:pt x="3162" y="0"/>
                  </a:moveTo>
                  <a:lnTo>
                    <a:pt x="0" y="0"/>
                  </a:lnTo>
                  <a:lnTo>
                    <a:pt x="0" y="4303382"/>
                  </a:lnTo>
                  <a:lnTo>
                    <a:pt x="3162" y="4303382"/>
                  </a:lnTo>
                  <a:lnTo>
                    <a:pt x="3162" y="0"/>
                  </a:lnTo>
                  <a:close/>
                </a:path>
                <a:path w="1101089" h="4303395">
                  <a:moveTo>
                    <a:pt x="140398" y="0"/>
                  </a:moveTo>
                  <a:lnTo>
                    <a:pt x="137236" y="0"/>
                  </a:lnTo>
                  <a:lnTo>
                    <a:pt x="137236" y="4303382"/>
                  </a:lnTo>
                  <a:lnTo>
                    <a:pt x="140398" y="4303382"/>
                  </a:lnTo>
                  <a:lnTo>
                    <a:pt x="140398" y="0"/>
                  </a:lnTo>
                  <a:close/>
                </a:path>
                <a:path w="1101089" h="4303395">
                  <a:moveTo>
                    <a:pt x="277622" y="0"/>
                  </a:moveTo>
                  <a:lnTo>
                    <a:pt x="274459" y="0"/>
                  </a:lnTo>
                  <a:lnTo>
                    <a:pt x="274459" y="4303382"/>
                  </a:lnTo>
                  <a:lnTo>
                    <a:pt x="277622" y="4303382"/>
                  </a:lnTo>
                  <a:lnTo>
                    <a:pt x="277622" y="0"/>
                  </a:lnTo>
                  <a:close/>
                </a:path>
                <a:path w="1101089" h="4303395">
                  <a:moveTo>
                    <a:pt x="414858" y="0"/>
                  </a:moveTo>
                  <a:lnTo>
                    <a:pt x="411695" y="0"/>
                  </a:lnTo>
                  <a:lnTo>
                    <a:pt x="411695" y="4303382"/>
                  </a:lnTo>
                  <a:lnTo>
                    <a:pt x="414858" y="4303382"/>
                  </a:lnTo>
                  <a:lnTo>
                    <a:pt x="414858" y="0"/>
                  </a:lnTo>
                  <a:close/>
                </a:path>
                <a:path w="1101089" h="4303395">
                  <a:moveTo>
                    <a:pt x="552094" y="0"/>
                  </a:moveTo>
                  <a:lnTo>
                    <a:pt x="548932" y="0"/>
                  </a:lnTo>
                  <a:lnTo>
                    <a:pt x="548932" y="4303382"/>
                  </a:lnTo>
                  <a:lnTo>
                    <a:pt x="552094" y="4303382"/>
                  </a:lnTo>
                  <a:lnTo>
                    <a:pt x="552094" y="0"/>
                  </a:lnTo>
                  <a:close/>
                </a:path>
                <a:path w="1101089" h="4303395">
                  <a:moveTo>
                    <a:pt x="689317" y="0"/>
                  </a:moveTo>
                  <a:lnTo>
                    <a:pt x="686155" y="0"/>
                  </a:lnTo>
                  <a:lnTo>
                    <a:pt x="686155" y="4303382"/>
                  </a:lnTo>
                  <a:lnTo>
                    <a:pt x="689317" y="4303382"/>
                  </a:lnTo>
                  <a:lnTo>
                    <a:pt x="689317" y="0"/>
                  </a:lnTo>
                  <a:close/>
                </a:path>
                <a:path w="1101089" h="4303395">
                  <a:moveTo>
                    <a:pt x="826554" y="0"/>
                  </a:moveTo>
                  <a:lnTo>
                    <a:pt x="823391" y="0"/>
                  </a:lnTo>
                  <a:lnTo>
                    <a:pt x="823391" y="4303382"/>
                  </a:lnTo>
                  <a:lnTo>
                    <a:pt x="826554" y="4303382"/>
                  </a:lnTo>
                  <a:lnTo>
                    <a:pt x="826554" y="0"/>
                  </a:lnTo>
                  <a:close/>
                </a:path>
                <a:path w="1101089" h="4303395">
                  <a:moveTo>
                    <a:pt x="963790" y="0"/>
                  </a:moveTo>
                  <a:lnTo>
                    <a:pt x="960628" y="0"/>
                  </a:lnTo>
                  <a:lnTo>
                    <a:pt x="960628" y="4303382"/>
                  </a:lnTo>
                  <a:lnTo>
                    <a:pt x="963790" y="4303382"/>
                  </a:lnTo>
                  <a:lnTo>
                    <a:pt x="963790" y="0"/>
                  </a:lnTo>
                  <a:close/>
                </a:path>
                <a:path w="1101089" h="4303395">
                  <a:moveTo>
                    <a:pt x="1101013" y="0"/>
                  </a:moveTo>
                  <a:lnTo>
                    <a:pt x="1097851" y="0"/>
                  </a:lnTo>
                  <a:lnTo>
                    <a:pt x="1097851" y="4303382"/>
                  </a:lnTo>
                  <a:lnTo>
                    <a:pt x="1101013" y="4303382"/>
                  </a:lnTo>
                  <a:lnTo>
                    <a:pt x="1101013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696812" y="4852329"/>
              <a:ext cx="565463" cy="195579"/>
            </a:xfrm>
            <a:prstGeom prst="rect">
              <a:avLst/>
            </a:prstGeom>
          </p:spPr>
        </p:pic>
      </p:grpSp>
      <p:sp>
        <p:nvSpPr>
          <p:cNvPr id="225" name="object 225"/>
          <p:cNvSpPr txBox="1"/>
          <p:nvPr/>
        </p:nvSpPr>
        <p:spPr>
          <a:xfrm>
            <a:off x="3674143" y="4761398"/>
            <a:ext cx="588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solidFill>
                  <a:srgbClr val="FFFFFF"/>
                </a:solidFill>
                <a:latin typeface="Trebuchet MS"/>
                <a:cs typeface="Trebuchet MS"/>
              </a:rPr>
              <a:t>İPUCU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3438518" y="5484368"/>
            <a:ext cx="956944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65" dirty="0">
                <a:solidFill>
                  <a:srgbClr val="ED1C24"/>
                </a:solidFill>
                <a:latin typeface="Segoe UI Symbol"/>
                <a:cs typeface="Segoe UI Symbol"/>
              </a:rPr>
              <a:t>❱❱</a:t>
            </a:r>
            <a:r>
              <a:rPr sz="750" spc="114" dirty="0">
                <a:solidFill>
                  <a:srgbClr val="231F20"/>
                </a:solidFill>
                <a:latin typeface="Segoe UI Symbol"/>
                <a:cs typeface="Segoe UI Symbol"/>
              </a:rPr>
              <a:t> 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açının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ölçüsü;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3438518" y="5757467"/>
            <a:ext cx="10102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Char char="•"/>
              <a:tabLst>
                <a:tab pos="165100" algn="l"/>
              </a:tabLst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0°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8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90°</a:t>
            </a:r>
            <a:r>
              <a:rPr sz="8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arasında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3590918" y="5922567"/>
            <a:ext cx="5226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ise</a:t>
            </a:r>
            <a:r>
              <a:rPr sz="8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dar</a:t>
            </a:r>
            <a:r>
              <a:rPr sz="800" spc="-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açı,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3438518" y="6195667"/>
            <a:ext cx="83946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Char char="•"/>
              <a:tabLst>
                <a:tab pos="165100" algn="l"/>
              </a:tabLst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90°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ise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dik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açı,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3438518" y="6468768"/>
            <a:ext cx="10445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Char char="•"/>
              <a:tabLst>
                <a:tab pos="165100" algn="l"/>
              </a:tabLst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90°</a:t>
            </a:r>
            <a:r>
              <a:rPr sz="8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180°</a:t>
            </a:r>
            <a:r>
              <a:rPr sz="8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arasın-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3590918" y="6633867"/>
            <a:ext cx="8782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da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ise</a:t>
            </a:r>
            <a:r>
              <a:rPr sz="800" spc="-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geniş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açıdır.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2513" y="9857137"/>
            <a:ext cx="829944" cy="0"/>
          </a:xfrm>
          <a:custGeom>
            <a:avLst/>
            <a:gdLst/>
            <a:ahLst/>
            <a:cxnLst/>
            <a:rect l="l" t="t" r="r" b="b"/>
            <a:pathLst>
              <a:path w="829945">
                <a:moveTo>
                  <a:pt x="0" y="0"/>
                </a:moveTo>
                <a:lnTo>
                  <a:pt x="82955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79813" y="9722712"/>
            <a:ext cx="7283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18075" y="312760"/>
            <a:ext cx="1340485" cy="728980"/>
            <a:chOff x="6118075" y="312760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6121250" y="315935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5" h="722630">
                  <a:moveTo>
                    <a:pt x="0" y="90614"/>
                  </a:moveTo>
                  <a:lnTo>
                    <a:pt x="87807" y="587400"/>
                  </a:lnTo>
                  <a:lnTo>
                    <a:pt x="1117688" y="722566"/>
                  </a:lnTo>
                  <a:lnTo>
                    <a:pt x="1231201" y="0"/>
                  </a:lnTo>
                  <a:lnTo>
                    <a:pt x="0" y="90614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9738" y="327572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0" y="0"/>
                  </a:moveTo>
                  <a:lnTo>
                    <a:pt x="93141" y="659942"/>
                  </a:lnTo>
                  <a:lnTo>
                    <a:pt x="1141641" y="659942"/>
                  </a:lnTo>
                  <a:lnTo>
                    <a:pt x="1215739" y="139104"/>
                  </a:lnTo>
                  <a:lnTo>
                    <a:pt x="1229461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C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41475" y="327572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109156" y="0"/>
                  </a:moveTo>
                  <a:lnTo>
                    <a:pt x="0" y="694702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91260" y="736734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4" h="218440">
                  <a:moveTo>
                    <a:pt x="1067206" y="0"/>
                  </a:moveTo>
                  <a:lnTo>
                    <a:pt x="0" y="24485"/>
                  </a:lnTo>
                  <a:lnTo>
                    <a:pt x="95618" y="198246"/>
                  </a:lnTo>
                  <a:lnTo>
                    <a:pt x="980846" y="217817"/>
                  </a:lnTo>
                  <a:lnTo>
                    <a:pt x="1067206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63169" y="910434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79" h="95884">
                  <a:moveTo>
                    <a:pt x="0" y="0"/>
                  </a:moveTo>
                  <a:lnTo>
                    <a:pt x="728421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174819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172089" y="0"/>
                </a:moveTo>
                <a:lnTo>
                  <a:pt x="0" y="702002"/>
                </a:lnTo>
                <a:lnTo>
                  <a:pt x="206088" y="702002"/>
                </a:lnTo>
                <a:lnTo>
                  <a:pt x="379861" y="119240"/>
                </a:lnTo>
                <a:lnTo>
                  <a:pt x="172089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58264" y="9677550"/>
            <a:ext cx="2527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b="1" spc="-82" baseline="-11904" dirty="0">
                <a:solidFill>
                  <a:srgbClr val="797A7D"/>
                </a:solidFill>
                <a:latin typeface="Trebuchet MS"/>
                <a:cs typeface="Trebuchet MS"/>
              </a:rPr>
              <a:t>.</a:t>
            </a:r>
            <a:r>
              <a:rPr sz="1050" b="1" spc="-104" baseline="-11904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441" y="9637093"/>
            <a:ext cx="616270" cy="18796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78760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99036" y="267261"/>
            <a:ext cx="46037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ts val="3525"/>
              </a:lnSpc>
              <a:spcBef>
                <a:spcPts val="100"/>
              </a:spcBef>
            </a:pPr>
            <a:r>
              <a:rPr sz="3000" spc="-65" dirty="0">
                <a:solidFill>
                  <a:srgbClr val="FFFFFF"/>
                </a:solidFill>
                <a:latin typeface="Tahoma"/>
                <a:cs typeface="Tahoma"/>
              </a:rPr>
              <a:t>2.</a:t>
            </a:r>
            <a:endParaRPr sz="3000">
              <a:latin typeface="Tahoma"/>
              <a:cs typeface="Tahoma"/>
            </a:endParaRPr>
          </a:p>
          <a:p>
            <a:pPr marL="12700">
              <a:lnSpc>
                <a:spcPts val="1725"/>
              </a:lnSpc>
            </a:pPr>
            <a:r>
              <a:rPr sz="1500" b="1" spc="-135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1500" b="1" spc="-114" dirty="0">
                <a:solidFill>
                  <a:srgbClr val="FFFFFF"/>
                </a:solidFill>
                <a:latin typeface="Tahoma"/>
                <a:cs typeface="Tahoma"/>
              </a:rPr>
              <a:t>onu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358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63574" y="466500"/>
            <a:ext cx="619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Alan</a:t>
            </a:r>
            <a:r>
              <a:rPr sz="900" spc="-30" dirty="0">
                <a:solidFill>
                  <a:srgbClr val="58595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8595B"/>
                </a:solidFill>
                <a:latin typeface="Microsoft Sans Serif"/>
                <a:cs typeface="Microsoft Sans Serif"/>
              </a:rPr>
              <a:t>Ölçme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3649" y="5116154"/>
            <a:ext cx="6716395" cy="431800"/>
            <a:chOff x="353649" y="5116154"/>
            <a:chExt cx="6716395" cy="431800"/>
          </a:xfrm>
        </p:grpSpPr>
        <p:sp>
          <p:nvSpPr>
            <p:cNvPr id="18" name="object 18"/>
            <p:cNvSpPr/>
            <p:nvPr/>
          </p:nvSpPr>
          <p:spPr>
            <a:xfrm>
              <a:off x="359999" y="5541599"/>
              <a:ext cx="6703695" cy="0"/>
            </a:xfrm>
            <a:custGeom>
              <a:avLst/>
              <a:gdLst/>
              <a:ahLst/>
              <a:cxnLst/>
              <a:rect l="l" t="t" r="r" b="b"/>
              <a:pathLst>
                <a:path w="6703695">
                  <a:moveTo>
                    <a:pt x="0" y="0"/>
                  </a:moveTo>
                  <a:lnTo>
                    <a:pt x="6703199" y="0"/>
                  </a:lnTo>
                </a:path>
              </a:pathLst>
            </a:custGeom>
            <a:ln w="12700">
              <a:solidFill>
                <a:srgbClr val="F15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1870" y="512059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54928" y="512059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01033" y="5266180"/>
            <a:ext cx="483870" cy="25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19"/>
              </a:lnSpc>
              <a:spcBef>
                <a:spcPts val="100"/>
              </a:spcBef>
            </a:pPr>
            <a:r>
              <a:rPr sz="1200" i="1" spc="-37" baseline="6944" dirty="0">
                <a:solidFill>
                  <a:srgbClr val="F15A29"/>
                </a:solidFill>
                <a:latin typeface="Trebuchet MS"/>
                <a:cs typeface="Trebuchet MS"/>
              </a:rPr>
              <a:t>DÜ</a:t>
            </a:r>
            <a:r>
              <a:rPr sz="1200" i="1" spc="-419" baseline="6944" dirty="0">
                <a:solidFill>
                  <a:srgbClr val="F15A29"/>
                </a:solidFill>
                <a:latin typeface="Trebuchet MS"/>
                <a:cs typeface="Trebuchet MS"/>
              </a:rPr>
              <a:t>S</a:t>
            </a:r>
            <a:r>
              <a:rPr sz="800" i="1" spc="-105" dirty="0">
                <a:solidFill>
                  <a:srgbClr val="F15A29"/>
                </a:solidFill>
                <a:latin typeface="Trebuchet MS"/>
                <a:cs typeface="Trebuchet MS"/>
              </a:rPr>
              <a:t>,</a:t>
            </a:r>
            <a:r>
              <a:rPr sz="800" i="1" spc="-25" dirty="0">
                <a:solidFill>
                  <a:srgbClr val="F15A29"/>
                </a:solidFill>
                <a:latin typeface="Trebuchet MS"/>
                <a:cs typeface="Trebuchet MS"/>
              </a:rPr>
              <a:t> </a:t>
            </a:r>
            <a:r>
              <a:rPr sz="1200" i="1" spc="22" baseline="6944" dirty="0">
                <a:solidFill>
                  <a:srgbClr val="F15A29"/>
                </a:solidFill>
                <a:latin typeface="Trebuchet MS"/>
                <a:cs typeface="Trebuchet MS"/>
              </a:rPr>
              <a:t>ün,</a:t>
            </a:r>
            <a:endParaRPr sz="1200" baseline="6944">
              <a:latin typeface="Trebuchet MS"/>
              <a:cs typeface="Trebuchet MS"/>
            </a:endParaRPr>
          </a:p>
          <a:p>
            <a:pPr marL="12700">
              <a:lnSpc>
                <a:spcPts val="919"/>
              </a:lnSpc>
            </a:pPr>
            <a:r>
              <a:rPr sz="800" i="1" spc="95" dirty="0">
                <a:solidFill>
                  <a:srgbClr val="F15A29"/>
                </a:solidFill>
                <a:latin typeface="Trebuchet MS"/>
                <a:cs typeface="Trebuchet MS"/>
              </a:rPr>
              <a:t>yorumla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8999" y="1533207"/>
            <a:ext cx="328930" cy="3965575"/>
            <a:chOff x="368999" y="1533207"/>
            <a:chExt cx="328930" cy="3965575"/>
          </a:xfrm>
        </p:grpSpPr>
        <p:sp>
          <p:nvSpPr>
            <p:cNvPr id="23" name="object 23"/>
            <p:cNvSpPr/>
            <p:nvPr/>
          </p:nvSpPr>
          <p:spPr>
            <a:xfrm>
              <a:off x="534200" y="5333149"/>
              <a:ext cx="28575" cy="96520"/>
            </a:xfrm>
            <a:custGeom>
              <a:avLst/>
              <a:gdLst/>
              <a:ahLst/>
              <a:cxnLst/>
              <a:rect l="l" t="t" r="r" b="b"/>
              <a:pathLst>
                <a:path w="28575" h="96520">
                  <a:moveTo>
                    <a:pt x="28067" y="85801"/>
                  </a:moveTo>
                  <a:lnTo>
                    <a:pt x="22059" y="21386"/>
                  </a:lnTo>
                  <a:lnTo>
                    <a:pt x="23329" y="22352"/>
                  </a:lnTo>
                  <a:lnTo>
                    <a:pt x="26301" y="18580"/>
                  </a:lnTo>
                  <a:lnTo>
                    <a:pt x="26733" y="18034"/>
                  </a:lnTo>
                  <a:lnTo>
                    <a:pt x="24866" y="5410"/>
                  </a:lnTo>
                  <a:lnTo>
                    <a:pt x="18084" y="0"/>
                  </a:lnTo>
                  <a:lnTo>
                    <a:pt x="7581" y="4673"/>
                  </a:lnTo>
                  <a:lnTo>
                    <a:pt x="5473" y="9042"/>
                  </a:lnTo>
                  <a:lnTo>
                    <a:pt x="8077" y="21920"/>
                  </a:lnTo>
                  <a:lnTo>
                    <a:pt x="9067" y="21374"/>
                  </a:lnTo>
                  <a:lnTo>
                    <a:pt x="0" y="85585"/>
                  </a:lnTo>
                  <a:lnTo>
                    <a:pt x="14833" y="96202"/>
                  </a:lnTo>
                  <a:lnTo>
                    <a:pt x="28067" y="85801"/>
                  </a:lnTo>
                  <a:close/>
                </a:path>
              </a:pathLst>
            </a:custGeom>
            <a:solidFill>
              <a:srgbClr val="EC2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8932" y="5203291"/>
              <a:ext cx="196850" cy="139700"/>
            </a:xfrm>
            <a:custGeom>
              <a:avLst/>
              <a:gdLst/>
              <a:ahLst/>
              <a:cxnLst/>
              <a:rect l="l" t="t" r="r" b="b"/>
              <a:pathLst>
                <a:path w="196850" h="139700">
                  <a:moveTo>
                    <a:pt x="65417" y="130289"/>
                  </a:moveTo>
                  <a:lnTo>
                    <a:pt x="35509" y="89458"/>
                  </a:lnTo>
                  <a:lnTo>
                    <a:pt x="19392" y="86474"/>
                  </a:lnTo>
                  <a:lnTo>
                    <a:pt x="17132" y="86474"/>
                  </a:lnTo>
                  <a:lnTo>
                    <a:pt x="14833" y="86639"/>
                  </a:lnTo>
                  <a:lnTo>
                    <a:pt x="8115" y="87655"/>
                  </a:lnTo>
                  <a:lnTo>
                    <a:pt x="3911" y="88963"/>
                  </a:lnTo>
                  <a:lnTo>
                    <a:pt x="0" y="90792"/>
                  </a:lnTo>
                  <a:lnTo>
                    <a:pt x="12725" y="100114"/>
                  </a:lnTo>
                  <a:lnTo>
                    <a:pt x="16116" y="99517"/>
                  </a:lnTo>
                  <a:lnTo>
                    <a:pt x="19392" y="99390"/>
                  </a:lnTo>
                  <a:lnTo>
                    <a:pt x="51943" y="127482"/>
                  </a:lnTo>
                  <a:lnTo>
                    <a:pt x="52082" y="128866"/>
                  </a:lnTo>
                  <a:lnTo>
                    <a:pt x="62458" y="136474"/>
                  </a:lnTo>
                  <a:lnTo>
                    <a:pt x="63766" y="138036"/>
                  </a:lnTo>
                  <a:lnTo>
                    <a:pt x="64655" y="139573"/>
                  </a:lnTo>
                  <a:lnTo>
                    <a:pt x="65379" y="135001"/>
                  </a:lnTo>
                  <a:lnTo>
                    <a:pt x="65417" y="130289"/>
                  </a:lnTo>
                  <a:close/>
                </a:path>
                <a:path w="196850" h="139700">
                  <a:moveTo>
                    <a:pt x="129463" y="39243"/>
                  </a:moveTo>
                  <a:lnTo>
                    <a:pt x="127876" y="34328"/>
                  </a:lnTo>
                  <a:lnTo>
                    <a:pt x="122783" y="18453"/>
                  </a:lnTo>
                  <a:lnTo>
                    <a:pt x="117843" y="15633"/>
                  </a:lnTo>
                  <a:lnTo>
                    <a:pt x="108013" y="18796"/>
                  </a:lnTo>
                  <a:lnTo>
                    <a:pt x="105625" y="23964"/>
                  </a:lnTo>
                  <a:lnTo>
                    <a:pt x="112306" y="44754"/>
                  </a:lnTo>
                  <a:lnTo>
                    <a:pt x="117233" y="47561"/>
                  </a:lnTo>
                  <a:lnTo>
                    <a:pt x="127088" y="44399"/>
                  </a:lnTo>
                  <a:lnTo>
                    <a:pt x="129463" y="39243"/>
                  </a:lnTo>
                  <a:close/>
                </a:path>
                <a:path w="196850" h="139700">
                  <a:moveTo>
                    <a:pt x="196646" y="23596"/>
                  </a:moveTo>
                  <a:lnTo>
                    <a:pt x="191541" y="7721"/>
                  </a:lnTo>
                  <a:lnTo>
                    <a:pt x="189966" y="2794"/>
                  </a:lnTo>
                  <a:lnTo>
                    <a:pt x="185026" y="0"/>
                  </a:lnTo>
                  <a:lnTo>
                    <a:pt x="175196" y="3162"/>
                  </a:lnTo>
                  <a:lnTo>
                    <a:pt x="172808" y="8305"/>
                  </a:lnTo>
                  <a:lnTo>
                    <a:pt x="179501" y="29108"/>
                  </a:lnTo>
                  <a:lnTo>
                    <a:pt x="184416" y="31902"/>
                  </a:lnTo>
                  <a:lnTo>
                    <a:pt x="194271" y="28740"/>
                  </a:lnTo>
                  <a:lnTo>
                    <a:pt x="196646" y="2359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0454" y="5372104"/>
              <a:ext cx="140970" cy="113664"/>
            </a:xfrm>
            <a:custGeom>
              <a:avLst/>
              <a:gdLst/>
              <a:ahLst/>
              <a:cxnLst/>
              <a:rect l="l" t="t" r="r" b="b"/>
              <a:pathLst>
                <a:path w="140970" h="113664">
                  <a:moveTo>
                    <a:pt x="140614" y="0"/>
                  </a:moveTo>
                  <a:lnTo>
                    <a:pt x="51231" y="431"/>
                  </a:lnTo>
                  <a:lnTo>
                    <a:pt x="0" y="112560"/>
                  </a:lnTo>
                  <a:lnTo>
                    <a:pt x="89407" y="113322"/>
                  </a:lnTo>
                  <a:lnTo>
                    <a:pt x="100990" y="87706"/>
                  </a:lnTo>
                  <a:lnTo>
                    <a:pt x="95415" y="84366"/>
                  </a:lnTo>
                  <a:lnTo>
                    <a:pt x="90982" y="79362"/>
                  </a:lnTo>
                  <a:lnTo>
                    <a:pt x="88366" y="73088"/>
                  </a:lnTo>
                  <a:lnTo>
                    <a:pt x="85946" y="63647"/>
                  </a:lnTo>
                  <a:lnTo>
                    <a:pt x="86271" y="53865"/>
                  </a:lnTo>
                  <a:lnTo>
                    <a:pt x="111659" y="23655"/>
                  </a:lnTo>
                  <a:lnTo>
                    <a:pt x="118236" y="22859"/>
                  </a:lnTo>
                  <a:lnTo>
                    <a:pt x="122021" y="22859"/>
                  </a:lnTo>
                  <a:lnTo>
                    <a:pt x="125768" y="23647"/>
                  </a:lnTo>
                  <a:lnTo>
                    <a:pt x="129286" y="25082"/>
                  </a:lnTo>
                  <a:lnTo>
                    <a:pt x="140614" y="0"/>
                  </a:lnTo>
                  <a:close/>
                </a:path>
              </a:pathLst>
            </a:custGeom>
            <a:solidFill>
              <a:srgbClr val="7698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8999" y="5286999"/>
              <a:ext cx="43815" cy="41275"/>
            </a:xfrm>
            <a:custGeom>
              <a:avLst/>
              <a:gdLst/>
              <a:ahLst/>
              <a:cxnLst/>
              <a:rect l="l" t="t" r="r" b="b"/>
              <a:pathLst>
                <a:path w="43815" h="41275">
                  <a:moveTo>
                    <a:pt x="12611" y="0"/>
                  </a:moveTo>
                  <a:lnTo>
                    <a:pt x="4038" y="11938"/>
                  </a:lnTo>
                  <a:lnTo>
                    <a:pt x="0" y="17272"/>
                  </a:lnTo>
                  <a:lnTo>
                    <a:pt x="1143" y="25120"/>
                  </a:lnTo>
                  <a:lnTo>
                    <a:pt x="3759" y="27419"/>
                  </a:lnTo>
                  <a:lnTo>
                    <a:pt x="18135" y="37973"/>
                  </a:lnTo>
                  <a:lnTo>
                    <a:pt x="21869" y="40716"/>
                  </a:lnTo>
                  <a:lnTo>
                    <a:pt x="20015" y="38404"/>
                  </a:lnTo>
                  <a:lnTo>
                    <a:pt x="19761" y="35115"/>
                  </a:lnTo>
                  <a:lnTo>
                    <a:pt x="25679" y="25869"/>
                  </a:lnTo>
                  <a:lnTo>
                    <a:pt x="29921" y="19050"/>
                  </a:lnTo>
                  <a:lnTo>
                    <a:pt x="37909" y="14808"/>
                  </a:lnTo>
                  <a:lnTo>
                    <a:pt x="41262" y="15786"/>
                  </a:lnTo>
                  <a:lnTo>
                    <a:pt x="43599" y="17081"/>
                  </a:lnTo>
                  <a:lnTo>
                    <a:pt x="22987" y="1968"/>
                  </a:lnTo>
                  <a:lnTo>
                    <a:pt x="21297" y="1257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FC3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8766" y="5301805"/>
              <a:ext cx="76200" cy="62865"/>
            </a:xfrm>
            <a:custGeom>
              <a:avLst/>
              <a:gdLst/>
              <a:ahLst/>
              <a:cxnLst/>
              <a:rect l="l" t="t" r="r" b="b"/>
              <a:pathLst>
                <a:path w="76200" h="62864">
                  <a:moveTo>
                    <a:pt x="18135" y="0"/>
                  </a:moveTo>
                  <a:lnTo>
                    <a:pt x="10147" y="4241"/>
                  </a:lnTo>
                  <a:lnTo>
                    <a:pt x="0" y="20320"/>
                  </a:lnTo>
                  <a:lnTo>
                    <a:pt x="253" y="23596"/>
                  </a:lnTo>
                  <a:lnTo>
                    <a:pt x="2908" y="26835"/>
                  </a:lnTo>
                  <a:lnTo>
                    <a:pt x="51371" y="62407"/>
                  </a:lnTo>
                  <a:lnTo>
                    <a:pt x="50939" y="61366"/>
                  </a:lnTo>
                  <a:lnTo>
                    <a:pt x="49555" y="56883"/>
                  </a:lnTo>
                  <a:lnTo>
                    <a:pt x="51815" y="47752"/>
                  </a:lnTo>
                  <a:lnTo>
                    <a:pt x="60502" y="37604"/>
                  </a:lnTo>
                  <a:lnTo>
                    <a:pt x="63995" y="37871"/>
                  </a:lnTo>
                  <a:lnTo>
                    <a:pt x="70827" y="36779"/>
                  </a:lnTo>
                  <a:lnTo>
                    <a:pt x="72135" y="37477"/>
                  </a:lnTo>
                  <a:lnTo>
                    <a:pt x="73799" y="40005"/>
                  </a:lnTo>
                  <a:lnTo>
                    <a:pt x="76047" y="44018"/>
                  </a:lnTo>
                  <a:lnTo>
                    <a:pt x="75399" y="42062"/>
                  </a:lnTo>
                  <a:lnTo>
                    <a:pt x="73939" y="39522"/>
                  </a:lnTo>
                  <a:lnTo>
                    <a:pt x="72631" y="37960"/>
                  </a:lnTo>
                  <a:lnTo>
                    <a:pt x="70650" y="36512"/>
                  </a:lnTo>
                  <a:lnTo>
                    <a:pt x="23825" y="2286"/>
                  </a:lnTo>
                  <a:lnTo>
                    <a:pt x="21501" y="977"/>
                  </a:lnTo>
                  <a:lnTo>
                    <a:pt x="18135" y="0"/>
                  </a:lnTo>
                  <a:close/>
                </a:path>
              </a:pathLst>
            </a:custGeom>
            <a:solidFill>
              <a:srgbClr val="CF26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8321" y="5338590"/>
              <a:ext cx="31115" cy="31750"/>
            </a:xfrm>
            <a:custGeom>
              <a:avLst/>
              <a:gdLst/>
              <a:ahLst/>
              <a:cxnLst/>
              <a:rect l="l" t="t" r="r" b="b"/>
              <a:pathLst>
                <a:path w="31115" h="31750">
                  <a:moveTo>
                    <a:pt x="21272" y="0"/>
                  </a:moveTo>
                  <a:lnTo>
                    <a:pt x="14439" y="1092"/>
                  </a:lnTo>
                  <a:lnTo>
                    <a:pt x="10947" y="825"/>
                  </a:lnTo>
                  <a:lnTo>
                    <a:pt x="2260" y="10960"/>
                  </a:lnTo>
                  <a:lnTo>
                    <a:pt x="0" y="20091"/>
                  </a:lnTo>
                  <a:lnTo>
                    <a:pt x="1511" y="24993"/>
                  </a:lnTo>
                  <a:lnTo>
                    <a:pt x="2578" y="27051"/>
                  </a:lnTo>
                  <a:lnTo>
                    <a:pt x="3759" y="27444"/>
                  </a:lnTo>
                  <a:lnTo>
                    <a:pt x="20091" y="31750"/>
                  </a:lnTo>
                  <a:lnTo>
                    <a:pt x="19215" y="24828"/>
                  </a:lnTo>
                  <a:lnTo>
                    <a:pt x="24764" y="17691"/>
                  </a:lnTo>
                  <a:lnTo>
                    <a:pt x="30746" y="14795"/>
                  </a:lnTo>
                  <a:lnTo>
                    <a:pt x="24244" y="3225"/>
                  </a:lnTo>
                  <a:lnTo>
                    <a:pt x="22580" y="698"/>
                  </a:lnTo>
                  <a:lnTo>
                    <a:pt x="21272" y="0"/>
                  </a:lnTo>
                  <a:close/>
                </a:path>
              </a:pathLst>
            </a:custGeom>
            <a:solidFill>
              <a:srgbClr val="BA7D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2488" y="5152349"/>
              <a:ext cx="325755" cy="346710"/>
            </a:xfrm>
            <a:custGeom>
              <a:avLst/>
              <a:gdLst/>
              <a:ahLst/>
              <a:cxnLst/>
              <a:rect l="l" t="t" r="r" b="b"/>
              <a:pathLst>
                <a:path w="325755" h="346710">
                  <a:moveTo>
                    <a:pt x="139730" y="293458"/>
                  </a:moveTo>
                  <a:lnTo>
                    <a:pt x="126354" y="293458"/>
                  </a:lnTo>
                  <a:lnTo>
                    <a:pt x="125600" y="300922"/>
                  </a:lnTo>
                  <a:lnTo>
                    <a:pt x="124966" y="307955"/>
                  </a:lnTo>
                  <a:lnTo>
                    <a:pt x="124400" y="315308"/>
                  </a:lnTo>
                  <a:lnTo>
                    <a:pt x="123750" y="325958"/>
                  </a:lnTo>
                  <a:lnTo>
                    <a:pt x="126049" y="328841"/>
                  </a:lnTo>
                  <a:lnTo>
                    <a:pt x="140260" y="331292"/>
                  </a:lnTo>
                  <a:lnTo>
                    <a:pt x="153595" y="332663"/>
                  </a:lnTo>
                  <a:lnTo>
                    <a:pt x="151157" y="337997"/>
                  </a:lnTo>
                  <a:lnTo>
                    <a:pt x="151322" y="340321"/>
                  </a:lnTo>
                  <a:lnTo>
                    <a:pt x="153672" y="344017"/>
                  </a:lnTo>
                  <a:lnTo>
                    <a:pt x="155704" y="345287"/>
                  </a:lnTo>
                  <a:lnTo>
                    <a:pt x="261482" y="346341"/>
                  </a:lnTo>
                  <a:lnTo>
                    <a:pt x="264073" y="346341"/>
                  </a:lnTo>
                  <a:lnTo>
                    <a:pt x="266371" y="344690"/>
                  </a:lnTo>
                  <a:lnTo>
                    <a:pt x="271610" y="333070"/>
                  </a:lnTo>
                  <a:lnTo>
                    <a:pt x="257367" y="333070"/>
                  </a:lnTo>
                  <a:lnTo>
                    <a:pt x="167959" y="332320"/>
                  </a:lnTo>
                  <a:lnTo>
                    <a:pt x="173489" y="320217"/>
                  </a:lnTo>
                  <a:lnTo>
                    <a:pt x="159298" y="320217"/>
                  </a:lnTo>
                  <a:lnTo>
                    <a:pt x="150890" y="319455"/>
                  </a:lnTo>
                  <a:lnTo>
                    <a:pt x="143118" y="318477"/>
                  </a:lnTo>
                  <a:lnTo>
                    <a:pt x="137187" y="317601"/>
                  </a:lnTo>
                  <a:lnTo>
                    <a:pt x="139730" y="293458"/>
                  </a:lnTo>
                  <a:close/>
                </a:path>
                <a:path w="325755" h="346710">
                  <a:moveTo>
                    <a:pt x="289993" y="242608"/>
                  </a:moveTo>
                  <a:lnTo>
                    <a:pt x="286209" y="242608"/>
                  </a:lnTo>
                  <a:lnTo>
                    <a:pt x="279622" y="243408"/>
                  </a:lnTo>
                  <a:lnTo>
                    <a:pt x="254235" y="273613"/>
                  </a:lnTo>
                  <a:lnTo>
                    <a:pt x="253910" y="283395"/>
                  </a:lnTo>
                  <a:lnTo>
                    <a:pt x="256326" y="292836"/>
                  </a:lnTo>
                  <a:lnTo>
                    <a:pt x="258942" y="299110"/>
                  </a:lnTo>
                  <a:lnTo>
                    <a:pt x="263387" y="304126"/>
                  </a:lnTo>
                  <a:lnTo>
                    <a:pt x="268949" y="307466"/>
                  </a:lnTo>
                  <a:lnTo>
                    <a:pt x="257367" y="333070"/>
                  </a:lnTo>
                  <a:lnTo>
                    <a:pt x="271610" y="333070"/>
                  </a:lnTo>
                  <a:lnTo>
                    <a:pt x="281218" y="311759"/>
                  </a:lnTo>
                  <a:lnTo>
                    <a:pt x="286370" y="311759"/>
                  </a:lnTo>
                  <a:lnTo>
                    <a:pt x="297793" y="309123"/>
                  </a:lnTo>
                  <a:lnTo>
                    <a:pt x="307099" y="300885"/>
                  </a:lnTo>
                  <a:lnTo>
                    <a:pt x="307925" y="299046"/>
                  </a:lnTo>
                  <a:lnTo>
                    <a:pt x="284659" y="299046"/>
                  </a:lnTo>
                  <a:lnTo>
                    <a:pt x="283821" y="298996"/>
                  </a:lnTo>
                  <a:lnTo>
                    <a:pt x="276214" y="298094"/>
                  </a:lnTo>
                  <a:lnTo>
                    <a:pt x="270842" y="294081"/>
                  </a:lnTo>
                  <a:lnTo>
                    <a:pt x="268251" y="287870"/>
                  </a:lnTo>
                  <a:lnTo>
                    <a:pt x="266746" y="281770"/>
                  </a:lnTo>
                  <a:lnTo>
                    <a:pt x="267071" y="275355"/>
                  </a:lnTo>
                  <a:lnTo>
                    <a:pt x="269171" y="268911"/>
                  </a:lnTo>
                  <a:lnTo>
                    <a:pt x="272988" y="262724"/>
                  </a:lnTo>
                  <a:lnTo>
                    <a:pt x="276658" y="258025"/>
                  </a:lnTo>
                  <a:lnTo>
                    <a:pt x="281230" y="255536"/>
                  </a:lnTo>
                  <a:lnTo>
                    <a:pt x="310961" y="255536"/>
                  </a:lnTo>
                  <a:lnTo>
                    <a:pt x="308040" y="252361"/>
                  </a:lnTo>
                  <a:lnTo>
                    <a:pt x="311436" y="244843"/>
                  </a:lnTo>
                  <a:lnTo>
                    <a:pt x="297245" y="244843"/>
                  </a:lnTo>
                  <a:lnTo>
                    <a:pt x="293726" y="243405"/>
                  </a:lnTo>
                  <a:lnTo>
                    <a:pt x="289993" y="242608"/>
                  </a:lnTo>
                  <a:close/>
                </a:path>
                <a:path w="325755" h="346710">
                  <a:moveTo>
                    <a:pt x="210218" y="12915"/>
                  </a:moveTo>
                  <a:lnTo>
                    <a:pt x="168861" y="12915"/>
                  </a:lnTo>
                  <a:lnTo>
                    <a:pt x="196620" y="19096"/>
                  </a:lnTo>
                  <a:lnTo>
                    <a:pt x="220612" y="35836"/>
                  </a:lnTo>
                  <a:lnTo>
                    <a:pt x="238114" y="60428"/>
                  </a:lnTo>
                  <a:lnTo>
                    <a:pt x="246407" y="90169"/>
                  </a:lnTo>
                  <a:lnTo>
                    <a:pt x="244694" y="114498"/>
                  </a:lnTo>
                  <a:lnTo>
                    <a:pt x="235877" y="134546"/>
                  </a:lnTo>
                  <a:lnTo>
                    <a:pt x="221495" y="150295"/>
                  </a:lnTo>
                  <a:lnTo>
                    <a:pt x="203087" y="161721"/>
                  </a:lnTo>
                  <a:lnTo>
                    <a:pt x="200992" y="167182"/>
                  </a:lnTo>
                  <a:lnTo>
                    <a:pt x="224601" y="207238"/>
                  </a:lnTo>
                  <a:lnTo>
                    <a:pt x="212485" y="207289"/>
                  </a:lnTo>
                  <a:lnTo>
                    <a:pt x="210199" y="208762"/>
                  </a:lnTo>
                  <a:lnTo>
                    <a:pt x="159298" y="320217"/>
                  </a:lnTo>
                  <a:lnTo>
                    <a:pt x="173489" y="320217"/>
                  </a:lnTo>
                  <a:lnTo>
                    <a:pt x="219191" y="220192"/>
                  </a:lnTo>
                  <a:lnTo>
                    <a:pt x="322769" y="219748"/>
                  </a:lnTo>
                  <a:lnTo>
                    <a:pt x="325414" y="213893"/>
                  </a:lnTo>
                  <a:lnTo>
                    <a:pt x="325236" y="211569"/>
                  </a:lnTo>
                  <a:lnTo>
                    <a:pt x="322848" y="207886"/>
                  </a:lnTo>
                  <a:lnTo>
                    <a:pt x="321477" y="207149"/>
                  </a:lnTo>
                  <a:lnTo>
                    <a:pt x="241390" y="207149"/>
                  </a:lnTo>
                  <a:lnTo>
                    <a:pt x="232666" y="196705"/>
                  </a:lnTo>
                  <a:lnTo>
                    <a:pt x="224704" y="187012"/>
                  </a:lnTo>
                  <a:lnTo>
                    <a:pt x="217850" y="178555"/>
                  </a:lnTo>
                  <a:lnTo>
                    <a:pt x="212447" y="171818"/>
                  </a:lnTo>
                  <a:lnTo>
                    <a:pt x="233742" y="157123"/>
                  </a:lnTo>
                  <a:lnTo>
                    <a:pt x="249096" y="137923"/>
                  </a:lnTo>
                  <a:lnTo>
                    <a:pt x="257835" y="114973"/>
                  </a:lnTo>
                  <a:lnTo>
                    <a:pt x="259285" y="89026"/>
                  </a:lnTo>
                  <a:lnTo>
                    <a:pt x="249717" y="54403"/>
                  </a:lnTo>
                  <a:lnTo>
                    <a:pt x="229503" y="26101"/>
                  </a:lnTo>
                  <a:lnTo>
                    <a:pt x="210218" y="12915"/>
                  </a:lnTo>
                  <a:close/>
                </a:path>
                <a:path w="325755" h="346710">
                  <a:moveTo>
                    <a:pt x="286370" y="311759"/>
                  </a:moveTo>
                  <a:lnTo>
                    <a:pt x="281218" y="311759"/>
                  </a:lnTo>
                  <a:lnTo>
                    <a:pt x="282818" y="311911"/>
                  </a:lnTo>
                  <a:lnTo>
                    <a:pt x="284151" y="311975"/>
                  </a:lnTo>
                  <a:lnTo>
                    <a:pt x="285434" y="311975"/>
                  </a:lnTo>
                  <a:lnTo>
                    <a:pt x="286370" y="311759"/>
                  </a:lnTo>
                  <a:close/>
                </a:path>
                <a:path w="325755" h="346710">
                  <a:moveTo>
                    <a:pt x="3900" y="164744"/>
                  </a:moveTo>
                  <a:lnTo>
                    <a:pt x="1728" y="170692"/>
                  </a:lnTo>
                  <a:lnTo>
                    <a:pt x="381" y="176945"/>
                  </a:lnTo>
                  <a:lnTo>
                    <a:pt x="80" y="181241"/>
                  </a:lnTo>
                  <a:lnTo>
                    <a:pt x="0" y="184387"/>
                  </a:lnTo>
                  <a:lnTo>
                    <a:pt x="396" y="189589"/>
                  </a:lnTo>
                  <a:lnTo>
                    <a:pt x="31866" y="226936"/>
                  </a:lnTo>
                  <a:lnTo>
                    <a:pt x="34857" y="245245"/>
                  </a:lnTo>
                  <a:lnTo>
                    <a:pt x="47175" y="282321"/>
                  </a:lnTo>
                  <a:lnTo>
                    <a:pt x="77177" y="309441"/>
                  </a:lnTo>
                  <a:lnTo>
                    <a:pt x="84736" y="310260"/>
                  </a:lnTo>
                  <a:lnTo>
                    <a:pt x="97807" y="309248"/>
                  </a:lnTo>
                  <a:lnTo>
                    <a:pt x="108707" y="306160"/>
                  </a:lnTo>
                  <a:lnTo>
                    <a:pt x="118067" y="300885"/>
                  </a:lnTo>
                  <a:lnTo>
                    <a:pt x="122017" y="297345"/>
                  </a:lnTo>
                  <a:lnTo>
                    <a:pt x="78068" y="297345"/>
                  </a:lnTo>
                  <a:lnTo>
                    <a:pt x="72201" y="294462"/>
                  </a:lnTo>
                  <a:lnTo>
                    <a:pt x="48196" y="245818"/>
                  </a:lnTo>
                  <a:lnTo>
                    <a:pt x="45252" y="229844"/>
                  </a:lnTo>
                  <a:lnTo>
                    <a:pt x="44196" y="224650"/>
                  </a:lnTo>
                  <a:lnTo>
                    <a:pt x="44266" y="217995"/>
                  </a:lnTo>
                  <a:lnTo>
                    <a:pt x="44350" y="215607"/>
                  </a:lnTo>
                  <a:lnTo>
                    <a:pt x="39410" y="215607"/>
                  </a:lnTo>
                  <a:lnTo>
                    <a:pt x="12397" y="182752"/>
                  </a:lnTo>
                  <a:lnTo>
                    <a:pt x="12981" y="177469"/>
                  </a:lnTo>
                  <a:lnTo>
                    <a:pt x="14645" y="172618"/>
                  </a:lnTo>
                  <a:lnTo>
                    <a:pt x="3900" y="164744"/>
                  </a:lnTo>
                  <a:close/>
                </a:path>
                <a:path w="325755" h="346710">
                  <a:moveTo>
                    <a:pt x="310961" y="255536"/>
                  </a:moveTo>
                  <a:lnTo>
                    <a:pt x="290501" y="255536"/>
                  </a:lnTo>
                  <a:lnTo>
                    <a:pt x="294959" y="257441"/>
                  </a:lnTo>
                  <a:lnTo>
                    <a:pt x="300839" y="263385"/>
                  </a:lnTo>
                  <a:lnTo>
                    <a:pt x="302300" y="266712"/>
                  </a:lnTo>
                  <a:lnTo>
                    <a:pt x="302265" y="270154"/>
                  </a:lnTo>
                  <a:lnTo>
                    <a:pt x="301704" y="278231"/>
                  </a:lnTo>
                  <a:lnTo>
                    <a:pt x="299432" y="287736"/>
                  </a:lnTo>
                  <a:lnTo>
                    <a:pt x="299373" y="287870"/>
                  </a:lnTo>
                  <a:lnTo>
                    <a:pt x="294348" y="295737"/>
                  </a:lnTo>
                  <a:lnTo>
                    <a:pt x="285434" y="299046"/>
                  </a:lnTo>
                  <a:lnTo>
                    <a:pt x="307925" y="299046"/>
                  </a:lnTo>
                  <a:lnTo>
                    <a:pt x="313011" y="287736"/>
                  </a:lnTo>
                  <a:lnTo>
                    <a:pt x="315190" y="270154"/>
                  </a:lnTo>
                  <a:lnTo>
                    <a:pt x="315266" y="263715"/>
                  </a:lnTo>
                  <a:lnTo>
                    <a:pt x="312714" y="257441"/>
                  </a:lnTo>
                  <a:lnTo>
                    <a:pt x="310961" y="255536"/>
                  </a:lnTo>
                  <a:close/>
                </a:path>
                <a:path w="325755" h="346710">
                  <a:moveTo>
                    <a:pt x="142076" y="213144"/>
                  </a:moveTo>
                  <a:lnTo>
                    <a:pt x="129567" y="267639"/>
                  </a:lnTo>
                  <a:lnTo>
                    <a:pt x="119580" y="281646"/>
                  </a:lnTo>
                  <a:lnTo>
                    <a:pt x="109904" y="290817"/>
                  </a:lnTo>
                  <a:lnTo>
                    <a:pt x="98852" y="295825"/>
                  </a:lnTo>
                  <a:lnTo>
                    <a:pt x="84736" y="297345"/>
                  </a:lnTo>
                  <a:lnTo>
                    <a:pt x="122017" y="297345"/>
                  </a:lnTo>
                  <a:lnTo>
                    <a:pt x="126354" y="293458"/>
                  </a:lnTo>
                  <a:lnTo>
                    <a:pt x="139730" y="293458"/>
                  </a:lnTo>
                  <a:lnTo>
                    <a:pt x="139803" y="292772"/>
                  </a:lnTo>
                  <a:lnTo>
                    <a:pt x="144456" y="259994"/>
                  </a:lnTo>
                  <a:lnTo>
                    <a:pt x="148672" y="232905"/>
                  </a:lnTo>
                  <a:lnTo>
                    <a:pt x="150546" y="221427"/>
                  </a:lnTo>
                  <a:lnTo>
                    <a:pt x="151271" y="218058"/>
                  </a:lnTo>
                  <a:lnTo>
                    <a:pt x="149036" y="214617"/>
                  </a:lnTo>
                  <a:lnTo>
                    <a:pt x="142076" y="213144"/>
                  </a:lnTo>
                  <a:close/>
                </a:path>
                <a:path w="325755" h="346710">
                  <a:moveTo>
                    <a:pt x="72379" y="214414"/>
                  </a:moveTo>
                  <a:lnTo>
                    <a:pt x="73398" y="220192"/>
                  </a:lnTo>
                  <a:lnTo>
                    <a:pt x="74500" y="224650"/>
                  </a:lnTo>
                  <a:lnTo>
                    <a:pt x="82856" y="257009"/>
                  </a:lnTo>
                  <a:lnTo>
                    <a:pt x="84266" y="258622"/>
                  </a:lnTo>
                  <a:lnTo>
                    <a:pt x="88038" y="260159"/>
                  </a:lnTo>
                  <a:lnTo>
                    <a:pt x="90184" y="259994"/>
                  </a:lnTo>
                  <a:lnTo>
                    <a:pt x="109582" y="241998"/>
                  </a:lnTo>
                  <a:lnTo>
                    <a:pt x="92318" y="241998"/>
                  </a:lnTo>
                  <a:lnTo>
                    <a:pt x="86095" y="218046"/>
                  </a:lnTo>
                  <a:lnTo>
                    <a:pt x="100691" y="218046"/>
                  </a:lnTo>
                  <a:lnTo>
                    <a:pt x="85917" y="217995"/>
                  </a:lnTo>
                  <a:lnTo>
                    <a:pt x="72379" y="214414"/>
                  </a:lnTo>
                  <a:close/>
                </a:path>
                <a:path w="325755" h="346710">
                  <a:moveTo>
                    <a:pt x="322769" y="219748"/>
                  </a:moveTo>
                  <a:lnTo>
                    <a:pt x="308586" y="219748"/>
                  </a:lnTo>
                  <a:lnTo>
                    <a:pt x="297245" y="244843"/>
                  </a:lnTo>
                  <a:lnTo>
                    <a:pt x="311436" y="244843"/>
                  </a:lnTo>
                  <a:lnTo>
                    <a:pt x="322769" y="219748"/>
                  </a:lnTo>
                  <a:close/>
                </a:path>
                <a:path w="325755" h="346710">
                  <a:moveTo>
                    <a:pt x="168861" y="0"/>
                  </a:moveTo>
                  <a:lnTo>
                    <a:pt x="164009" y="0"/>
                  </a:lnTo>
                  <a:lnTo>
                    <a:pt x="159107" y="444"/>
                  </a:lnTo>
                  <a:lnTo>
                    <a:pt x="122688" y="13338"/>
                  </a:lnTo>
                  <a:lnTo>
                    <a:pt x="78221" y="67915"/>
                  </a:lnTo>
                  <a:lnTo>
                    <a:pt x="73852" y="106845"/>
                  </a:lnTo>
                  <a:lnTo>
                    <a:pt x="80831" y="135328"/>
                  </a:lnTo>
                  <a:lnTo>
                    <a:pt x="94810" y="157045"/>
                  </a:lnTo>
                  <a:lnTo>
                    <a:pt x="113900" y="172260"/>
                  </a:lnTo>
                  <a:lnTo>
                    <a:pt x="136209" y="181241"/>
                  </a:lnTo>
                  <a:lnTo>
                    <a:pt x="128492" y="190333"/>
                  </a:lnTo>
                  <a:lnTo>
                    <a:pt x="120626" y="201040"/>
                  </a:lnTo>
                  <a:lnTo>
                    <a:pt x="113471" y="211874"/>
                  </a:lnTo>
                  <a:lnTo>
                    <a:pt x="107532" y="221818"/>
                  </a:lnTo>
                  <a:lnTo>
                    <a:pt x="102198" y="231292"/>
                  </a:lnTo>
                  <a:lnTo>
                    <a:pt x="96572" y="237845"/>
                  </a:lnTo>
                  <a:lnTo>
                    <a:pt x="92318" y="241998"/>
                  </a:lnTo>
                  <a:lnTo>
                    <a:pt x="109582" y="241998"/>
                  </a:lnTo>
                  <a:lnTo>
                    <a:pt x="118785" y="228155"/>
                  </a:lnTo>
                  <a:lnTo>
                    <a:pt x="128160" y="212871"/>
                  </a:lnTo>
                  <a:lnTo>
                    <a:pt x="137668" y="199551"/>
                  </a:lnTo>
                  <a:lnTo>
                    <a:pt x="146040" y="189589"/>
                  </a:lnTo>
                  <a:lnTo>
                    <a:pt x="152008" y="184378"/>
                  </a:lnTo>
                  <a:lnTo>
                    <a:pt x="154624" y="180289"/>
                  </a:lnTo>
                  <a:lnTo>
                    <a:pt x="155907" y="175120"/>
                  </a:lnTo>
                  <a:lnTo>
                    <a:pt x="150687" y="170802"/>
                  </a:lnTo>
                  <a:lnTo>
                    <a:pt x="129023" y="165379"/>
                  </a:lnTo>
                  <a:lnTo>
                    <a:pt x="109302" y="153362"/>
                  </a:lnTo>
                  <a:lnTo>
                    <a:pt x="94285" y="133786"/>
                  </a:lnTo>
                  <a:lnTo>
                    <a:pt x="86730" y="105689"/>
                  </a:lnTo>
                  <a:lnTo>
                    <a:pt x="90663" y="72126"/>
                  </a:lnTo>
                  <a:lnTo>
                    <a:pt x="129524" y="24498"/>
                  </a:lnTo>
                  <a:lnTo>
                    <a:pt x="164797" y="12915"/>
                  </a:lnTo>
                  <a:lnTo>
                    <a:pt x="210218" y="12915"/>
                  </a:lnTo>
                  <a:lnTo>
                    <a:pt x="201574" y="7006"/>
                  </a:lnTo>
                  <a:lnTo>
                    <a:pt x="168861" y="0"/>
                  </a:lnTo>
                  <a:close/>
                </a:path>
                <a:path w="325755" h="346710">
                  <a:moveTo>
                    <a:pt x="100691" y="218046"/>
                  </a:moveTo>
                  <a:lnTo>
                    <a:pt x="86095" y="218046"/>
                  </a:lnTo>
                  <a:lnTo>
                    <a:pt x="94261" y="220192"/>
                  </a:lnTo>
                  <a:lnTo>
                    <a:pt x="97055" y="220598"/>
                  </a:lnTo>
                  <a:lnTo>
                    <a:pt x="99658" y="219506"/>
                  </a:lnTo>
                  <a:lnTo>
                    <a:pt x="100691" y="218046"/>
                  </a:lnTo>
                  <a:close/>
                </a:path>
                <a:path w="325755" h="346710">
                  <a:moveTo>
                    <a:pt x="96572" y="201040"/>
                  </a:moveTo>
                  <a:lnTo>
                    <a:pt x="90603" y="203923"/>
                  </a:lnTo>
                  <a:lnTo>
                    <a:pt x="85041" y="211073"/>
                  </a:lnTo>
                  <a:lnTo>
                    <a:pt x="85917" y="217995"/>
                  </a:lnTo>
                  <a:lnTo>
                    <a:pt x="100727" y="217995"/>
                  </a:lnTo>
                  <a:lnTo>
                    <a:pt x="102846" y="214998"/>
                  </a:lnTo>
                  <a:lnTo>
                    <a:pt x="102807" y="211718"/>
                  </a:lnTo>
                  <a:lnTo>
                    <a:pt x="101322" y="209473"/>
                  </a:lnTo>
                  <a:lnTo>
                    <a:pt x="96572" y="201040"/>
                  </a:lnTo>
                  <a:close/>
                </a:path>
                <a:path w="325755" h="346710">
                  <a:moveTo>
                    <a:pt x="320791" y="206781"/>
                  </a:moveTo>
                  <a:lnTo>
                    <a:pt x="241390" y="207149"/>
                  </a:lnTo>
                  <a:lnTo>
                    <a:pt x="321477" y="207149"/>
                  </a:lnTo>
                  <a:lnTo>
                    <a:pt x="320791" y="20678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030" y="1533207"/>
              <a:ext cx="120662" cy="7837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030" y="1801007"/>
              <a:ext cx="120662" cy="7837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302999" y="5227606"/>
            <a:ext cx="518414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A.</a:t>
            </a:r>
            <a:r>
              <a:rPr sz="1000" b="1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Aşağıda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paralelkenar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ve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üçgenin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9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köşe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noktasından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indirilen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yüksekliklerini</a:t>
            </a:r>
            <a:r>
              <a:rPr sz="9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çiziniz.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0782" y="5668102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47244" y="5668102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9385" y="6128046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45847" y="612804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70377" y="5773491"/>
            <a:ext cx="1448435" cy="447040"/>
          </a:xfrm>
          <a:custGeom>
            <a:avLst/>
            <a:gdLst/>
            <a:ahLst/>
            <a:cxnLst/>
            <a:rect l="l" t="t" r="r" b="b"/>
            <a:pathLst>
              <a:path w="1448435" h="447039">
                <a:moveTo>
                  <a:pt x="1240447" y="446862"/>
                </a:moveTo>
                <a:lnTo>
                  <a:pt x="0" y="446862"/>
                </a:lnTo>
                <a:lnTo>
                  <a:pt x="207467" y="0"/>
                </a:lnTo>
                <a:lnTo>
                  <a:pt x="1447914" y="0"/>
                </a:lnTo>
                <a:lnTo>
                  <a:pt x="1240447" y="446862"/>
                </a:lnTo>
                <a:close/>
              </a:path>
            </a:pathLst>
          </a:custGeom>
          <a:ln w="6350">
            <a:solidFill>
              <a:srgbClr val="9227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661731" y="5613670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798773" y="5719061"/>
            <a:ext cx="1033144" cy="576580"/>
          </a:xfrm>
          <a:custGeom>
            <a:avLst/>
            <a:gdLst/>
            <a:ahLst/>
            <a:cxnLst/>
            <a:rect l="l" t="t" r="r" b="b"/>
            <a:pathLst>
              <a:path w="1033145" h="576579">
                <a:moveTo>
                  <a:pt x="1032979" y="576059"/>
                </a:moveTo>
                <a:lnTo>
                  <a:pt x="217779" y="576059"/>
                </a:lnTo>
                <a:lnTo>
                  <a:pt x="0" y="0"/>
                </a:lnTo>
                <a:lnTo>
                  <a:pt x="1032979" y="576059"/>
                </a:lnTo>
                <a:close/>
              </a:path>
            </a:pathLst>
          </a:custGeom>
          <a:ln w="6350">
            <a:solidFill>
              <a:srgbClr val="EF4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302999" y="6292145"/>
            <a:ext cx="5762625" cy="492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775" algn="ctr">
              <a:lnSpc>
                <a:spcPct val="100000"/>
              </a:lnSpc>
              <a:spcBef>
                <a:spcPts val="100"/>
              </a:spcBef>
              <a:tabLst>
                <a:tab pos="1294765" algn="l"/>
              </a:tabLst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	</a:t>
            </a: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B.</a:t>
            </a:r>
            <a:r>
              <a:rPr sz="1000" b="1" spc="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Aşağıda,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birer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kenar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uzunluğu</a:t>
            </a:r>
            <a:r>
              <a:rPr sz="90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ile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bu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kenara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ait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yükseklik</a:t>
            </a:r>
            <a:r>
              <a:rPr sz="900" b="1" spc="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uzunluğu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verilen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paralelkenar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ve</a:t>
            </a:r>
            <a:r>
              <a:rPr sz="900" b="1" spc="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üçgenlerin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3601" y="5680774"/>
            <a:ext cx="86360" cy="102870"/>
            <a:chOff x="613601" y="5680774"/>
            <a:chExt cx="86360" cy="102870"/>
          </a:xfrm>
        </p:grpSpPr>
        <p:sp>
          <p:nvSpPr>
            <p:cNvPr id="42" name="object 42"/>
            <p:cNvSpPr/>
            <p:nvPr/>
          </p:nvSpPr>
          <p:spPr>
            <a:xfrm>
              <a:off x="616776" y="5683949"/>
              <a:ext cx="28575" cy="96520"/>
            </a:xfrm>
            <a:custGeom>
              <a:avLst/>
              <a:gdLst/>
              <a:ahLst/>
              <a:cxnLst/>
              <a:rect l="l" t="t" r="r" b="b"/>
              <a:pathLst>
                <a:path w="28575" h="96520">
                  <a:moveTo>
                    <a:pt x="8115" y="68579"/>
                  </a:moveTo>
                  <a:lnTo>
                    <a:pt x="8343" y="84794"/>
                  </a:lnTo>
                  <a:lnTo>
                    <a:pt x="9001" y="92940"/>
                  </a:lnTo>
                  <a:lnTo>
                    <a:pt x="10044" y="95792"/>
                  </a:lnTo>
                  <a:lnTo>
                    <a:pt x="11430" y="96126"/>
                  </a:lnTo>
                  <a:lnTo>
                    <a:pt x="17373" y="96126"/>
                  </a:lnTo>
                  <a:lnTo>
                    <a:pt x="28575" y="94983"/>
                  </a:lnTo>
                  <a:lnTo>
                    <a:pt x="28575" y="93040"/>
                  </a:lnTo>
                  <a:lnTo>
                    <a:pt x="27985" y="78340"/>
                  </a:lnTo>
                  <a:lnTo>
                    <a:pt x="26689" y="64336"/>
                  </a:lnTo>
                  <a:lnTo>
                    <a:pt x="25392" y="51168"/>
                  </a:lnTo>
                  <a:lnTo>
                    <a:pt x="24803" y="38976"/>
                  </a:lnTo>
                  <a:lnTo>
                    <a:pt x="25303" y="26190"/>
                  </a:lnTo>
                  <a:lnTo>
                    <a:pt x="26403" y="15730"/>
                  </a:lnTo>
                  <a:lnTo>
                    <a:pt x="27503" y="8292"/>
                  </a:lnTo>
                  <a:lnTo>
                    <a:pt x="28003" y="4571"/>
                  </a:lnTo>
                  <a:lnTo>
                    <a:pt x="28003" y="1371"/>
                  </a:lnTo>
                  <a:lnTo>
                    <a:pt x="23431" y="0"/>
                  </a:lnTo>
                  <a:lnTo>
                    <a:pt x="21031" y="0"/>
                  </a:lnTo>
                  <a:lnTo>
                    <a:pt x="9029" y="0"/>
                  </a:lnTo>
                  <a:lnTo>
                    <a:pt x="0" y="8115"/>
                  </a:lnTo>
                  <a:lnTo>
                    <a:pt x="0" y="10858"/>
                  </a:lnTo>
                  <a:lnTo>
                    <a:pt x="0" y="14744"/>
                  </a:lnTo>
                  <a:lnTo>
                    <a:pt x="9372" y="14173"/>
                  </a:lnTo>
                  <a:lnTo>
                    <a:pt x="9372" y="24002"/>
                  </a:lnTo>
                  <a:lnTo>
                    <a:pt x="9176" y="34086"/>
                  </a:lnTo>
                  <a:lnTo>
                    <a:pt x="8743" y="44748"/>
                  </a:lnTo>
                  <a:lnTo>
                    <a:pt x="8311" y="56182"/>
                  </a:lnTo>
                  <a:lnTo>
                    <a:pt x="8115" y="68579"/>
                  </a:lnTo>
                  <a:close/>
                </a:path>
              </a:pathLst>
            </a:custGeom>
            <a:ln w="6350">
              <a:solidFill>
                <a:srgbClr val="EF5B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0838" y="5754928"/>
              <a:ext cx="26034" cy="25400"/>
            </a:xfrm>
            <a:custGeom>
              <a:avLst/>
              <a:gdLst/>
              <a:ahLst/>
              <a:cxnLst/>
              <a:rect l="l" t="t" r="r" b="b"/>
              <a:pathLst>
                <a:path w="26034" h="25400">
                  <a:moveTo>
                    <a:pt x="12687" y="25146"/>
                  </a:moveTo>
                  <a:lnTo>
                    <a:pt x="19773" y="25146"/>
                  </a:lnTo>
                  <a:lnTo>
                    <a:pt x="25603" y="19659"/>
                  </a:lnTo>
                  <a:lnTo>
                    <a:pt x="25603" y="12573"/>
                  </a:lnTo>
                  <a:lnTo>
                    <a:pt x="25603" y="5486"/>
                  </a:lnTo>
                  <a:lnTo>
                    <a:pt x="19773" y="0"/>
                  </a:lnTo>
                  <a:lnTo>
                    <a:pt x="12573" y="0"/>
                  </a:lnTo>
                  <a:lnTo>
                    <a:pt x="5715" y="0"/>
                  </a:lnTo>
                  <a:lnTo>
                    <a:pt x="0" y="5600"/>
                  </a:lnTo>
                  <a:lnTo>
                    <a:pt x="0" y="12458"/>
                  </a:lnTo>
                  <a:lnTo>
                    <a:pt x="0" y="19431"/>
                  </a:lnTo>
                  <a:lnTo>
                    <a:pt x="5600" y="25146"/>
                  </a:lnTo>
                  <a:lnTo>
                    <a:pt x="12687" y="25146"/>
                  </a:lnTo>
                  <a:close/>
                </a:path>
              </a:pathLst>
            </a:custGeom>
            <a:ln w="6350">
              <a:solidFill>
                <a:srgbClr val="EF5B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3998" y="5675862"/>
            <a:ext cx="96760" cy="102476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250699" y="6601287"/>
            <a:ext cx="25400" cy="396240"/>
            <a:chOff x="1250699" y="6601287"/>
            <a:chExt cx="25400" cy="396240"/>
          </a:xfrm>
        </p:grpSpPr>
        <p:sp>
          <p:nvSpPr>
            <p:cNvPr id="46" name="object 46"/>
            <p:cNvSpPr/>
            <p:nvPr/>
          </p:nvSpPr>
          <p:spPr>
            <a:xfrm>
              <a:off x="1271870" y="6601287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54928" y="6601287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22317" y="6764236"/>
            <a:ext cx="3695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37" baseline="3472" dirty="0">
                <a:solidFill>
                  <a:srgbClr val="F15A29"/>
                </a:solidFill>
                <a:latin typeface="Trebuchet MS"/>
                <a:cs typeface="Trebuchet MS"/>
              </a:rPr>
              <a:t>DÜ</a:t>
            </a:r>
            <a:r>
              <a:rPr sz="1200" i="1" spc="-427" baseline="3472" dirty="0">
                <a:solidFill>
                  <a:srgbClr val="F15A29"/>
                </a:solidFill>
                <a:latin typeface="Trebuchet MS"/>
                <a:cs typeface="Trebuchet MS"/>
              </a:rPr>
              <a:t>S</a:t>
            </a:r>
            <a:r>
              <a:rPr sz="800" i="1" spc="-105" dirty="0">
                <a:solidFill>
                  <a:srgbClr val="F15A29"/>
                </a:solidFill>
                <a:latin typeface="Trebuchet MS"/>
                <a:cs typeface="Trebuchet MS"/>
              </a:rPr>
              <a:t>,</a:t>
            </a:r>
            <a:r>
              <a:rPr sz="800" i="1" spc="-25" dirty="0">
                <a:solidFill>
                  <a:srgbClr val="F15A29"/>
                </a:solidFill>
                <a:latin typeface="Trebuchet MS"/>
                <a:cs typeface="Trebuchet MS"/>
              </a:rPr>
              <a:t> </a:t>
            </a:r>
            <a:r>
              <a:rPr sz="1200" i="1" spc="22" baseline="3472" dirty="0">
                <a:solidFill>
                  <a:srgbClr val="F15A29"/>
                </a:solidFill>
                <a:latin typeface="Trebuchet MS"/>
                <a:cs typeface="Trebuchet MS"/>
              </a:rPr>
              <a:t>ün,</a:t>
            </a:r>
            <a:endParaRPr sz="1200" baseline="3472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90911" y="6568203"/>
            <a:ext cx="443865" cy="429895"/>
            <a:chOff x="390911" y="6568203"/>
            <a:chExt cx="443865" cy="429895"/>
          </a:xfrm>
        </p:grpSpPr>
        <p:sp>
          <p:nvSpPr>
            <p:cNvPr id="50" name="object 50"/>
            <p:cNvSpPr/>
            <p:nvPr/>
          </p:nvSpPr>
          <p:spPr>
            <a:xfrm>
              <a:off x="390906" y="6621754"/>
              <a:ext cx="304800" cy="375920"/>
            </a:xfrm>
            <a:custGeom>
              <a:avLst/>
              <a:gdLst/>
              <a:ahLst/>
              <a:cxnLst/>
              <a:rect l="l" t="t" r="r" b="b"/>
              <a:pathLst>
                <a:path w="304800" h="375920">
                  <a:moveTo>
                    <a:pt x="217487" y="94208"/>
                  </a:moveTo>
                  <a:lnTo>
                    <a:pt x="214604" y="87769"/>
                  </a:lnTo>
                  <a:lnTo>
                    <a:pt x="202425" y="83731"/>
                  </a:lnTo>
                  <a:lnTo>
                    <a:pt x="196253" y="87160"/>
                  </a:lnTo>
                  <a:lnTo>
                    <a:pt x="187718" y="112877"/>
                  </a:lnTo>
                  <a:lnTo>
                    <a:pt x="190601" y="119303"/>
                  </a:lnTo>
                  <a:lnTo>
                    <a:pt x="196710" y="121335"/>
                  </a:lnTo>
                  <a:lnTo>
                    <a:pt x="202780" y="123342"/>
                  </a:lnTo>
                  <a:lnTo>
                    <a:pt x="208940" y="119926"/>
                  </a:lnTo>
                  <a:lnTo>
                    <a:pt x="217487" y="94208"/>
                  </a:lnTo>
                  <a:close/>
                </a:path>
                <a:path w="304800" h="375920">
                  <a:moveTo>
                    <a:pt x="280403" y="115354"/>
                  </a:moveTo>
                  <a:lnTo>
                    <a:pt x="278358" y="109042"/>
                  </a:lnTo>
                  <a:lnTo>
                    <a:pt x="268312" y="105714"/>
                  </a:lnTo>
                  <a:lnTo>
                    <a:pt x="262890" y="109537"/>
                  </a:lnTo>
                  <a:lnTo>
                    <a:pt x="254114" y="135966"/>
                  </a:lnTo>
                  <a:lnTo>
                    <a:pt x="256171" y="142252"/>
                  </a:lnTo>
                  <a:lnTo>
                    <a:pt x="261200" y="143929"/>
                  </a:lnTo>
                  <a:lnTo>
                    <a:pt x="266217" y="145592"/>
                  </a:lnTo>
                  <a:lnTo>
                    <a:pt x="271627" y="141782"/>
                  </a:lnTo>
                  <a:lnTo>
                    <a:pt x="280403" y="115354"/>
                  </a:lnTo>
                  <a:close/>
                </a:path>
                <a:path w="304800" h="375920">
                  <a:moveTo>
                    <a:pt x="304215" y="110490"/>
                  </a:moveTo>
                  <a:lnTo>
                    <a:pt x="294208" y="64770"/>
                  </a:lnTo>
                  <a:lnTo>
                    <a:pt x="271500" y="30480"/>
                  </a:lnTo>
                  <a:lnTo>
                    <a:pt x="237909" y="7620"/>
                  </a:lnTo>
                  <a:lnTo>
                    <a:pt x="195249" y="0"/>
                  </a:lnTo>
                  <a:lnTo>
                    <a:pt x="177126" y="1270"/>
                  </a:lnTo>
                  <a:lnTo>
                    <a:pt x="159613" y="6350"/>
                  </a:lnTo>
                  <a:lnTo>
                    <a:pt x="142913" y="12700"/>
                  </a:lnTo>
                  <a:lnTo>
                    <a:pt x="131724" y="19050"/>
                  </a:lnTo>
                  <a:lnTo>
                    <a:pt x="182943" y="19050"/>
                  </a:lnTo>
                  <a:lnTo>
                    <a:pt x="195249" y="17780"/>
                  </a:lnTo>
                  <a:lnTo>
                    <a:pt x="235953" y="26670"/>
                  </a:lnTo>
                  <a:lnTo>
                    <a:pt x="263880" y="48260"/>
                  </a:lnTo>
                  <a:lnTo>
                    <a:pt x="280416" y="78740"/>
                  </a:lnTo>
                  <a:lnTo>
                    <a:pt x="286994" y="111760"/>
                  </a:lnTo>
                  <a:lnTo>
                    <a:pt x="286435" y="132080"/>
                  </a:lnTo>
                  <a:lnTo>
                    <a:pt x="274739" y="168910"/>
                  </a:lnTo>
                  <a:lnTo>
                    <a:pt x="237693" y="201930"/>
                  </a:lnTo>
                  <a:lnTo>
                    <a:pt x="205447" y="208280"/>
                  </a:lnTo>
                  <a:lnTo>
                    <a:pt x="201180" y="208280"/>
                  </a:lnTo>
                  <a:lnTo>
                    <a:pt x="196799" y="207010"/>
                  </a:lnTo>
                  <a:lnTo>
                    <a:pt x="190677" y="207010"/>
                  </a:lnTo>
                  <a:lnTo>
                    <a:pt x="188950" y="205740"/>
                  </a:lnTo>
                  <a:lnTo>
                    <a:pt x="184950" y="204470"/>
                  </a:lnTo>
                  <a:lnTo>
                    <a:pt x="182626" y="205740"/>
                  </a:lnTo>
                  <a:lnTo>
                    <a:pt x="175450" y="236220"/>
                  </a:lnTo>
                  <a:lnTo>
                    <a:pt x="176758" y="252730"/>
                  </a:lnTo>
                  <a:lnTo>
                    <a:pt x="190106" y="295910"/>
                  </a:lnTo>
                  <a:lnTo>
                    <a:pt x="203644" y="325120"/>
                  </a:lnTo>
                  <a:lnTo>
                    <a:pt x="210413" y="342900"/>
                  </a:lnTo>
                  <a:lnTo>
                    <a:pt x="168224" y="359410"/>
                  </a:lnTo>
                  <a:lnTo>
                    <a:pt x="156159" y="359410"/>
                  </a:lnTo>
                  <a:lnTo>
                    <a:pt x="143789" y="356870"/>
                  </a:lnTo>
                  <a:lnTo>
                    <a:pt x="131165" y="355600"/>
                  </a:lnTo>
                  <a:lnTo>
                    <a:pt x="118325" y="351790"/>
                  </a:lnTo>
                  <a:lnTo>
                    <a:pt x="114846" y="340360"/>
                  </a:lnTo>
                  <a:lnTo>
                    <a:pt x="111709" y="321310"/>
                  </a:lnTo>
                  <a:lnTo>
                    <a:pt x="111290" y="297180"/>
                  </a:lnTo>
                  <a:lnTo>
                    <a:pt x="116001" y="270510"/>
                  </a:lnTo>
                  <a:lnTo>
                    <a:pt x="135432" y="270510"/>
                  </a:lnTo>
                  <a:lnTo>
                    <a:pt x="147116" y="269240"/>
                  </a:lnTo>
                  <a:lnTo>
                    <a:pt x="150583" y="265430"/>
                  </a:lnTo>
                  <a:lnTo>
                    <a:pt x="149669" y="255270"/>
                  </a:lnTo>
                  <a:lnTo>
                    <a:pt x="145415" y="252730"/>
                  </a:lnTo>
                  <a:lnTo>
                    <a:pt x="111747" y="252730"/>
                  </a:lnTo>
                  <a:lnTo>
                    <a:pt x="85648" y="248920"/>
                  </a:lnTo>
                  <a:lnTo>
                    <a:pt x="44348" y="228600"/>
                  </a:lnTo>
                  <a:lnTo>
                    <a:pt x="19456" y="185420"/>
                  </a:lnTo>
                  <a:lnTo>
                    <a:pt x="17233" y="166370"/>
                  </a:lnTo>
                  <a:lnTo>
                    <a:pt x="19469" y="129540"/>
                  </a:lnTo>
                  <a:lnTo>
                    <a:pt x="42773" y="71120"/>
                  </a:lnTo>
                  <a:lnTo>
                    <a:pt x="84137" y="41910"/>
                  </a:lnTo>
                  <a:lnTo>
                    <a:pt x="104952" y="36830"/>
                  </a:lnTo>
                  <a:lnTo>
                    <a:pt x="123698" y="38100"/>
                  </a:lnTo>
                  <a:lnTo>
                    <a:pt x="139293" y="46990"/>
                  </a:lnTo>
                  <a:lnTo>
                    <a:pt x="141833" y="48260"/>
                  </a:lnTo>
                  <a:lnTo>
                    <a:pt x="142633" y="50800"/>
                  </a:lnTo>
                  <a:lnTo>
                    <a:pt x="142227" y="53340"/>
                  </a:lnTo>
                  <a:lnTo>
                    <a:pt x="138125" y="55880"/>
                  </a:lnTo>
                  <a:lnTo>
                    <a:pt x="133350" y="58420"/>
                  </a:lnTo>
                  <a:lnTo>
                    <a:pt x="115481" y="53340"/>
                  </a:lnTo>
                  <a:lnTo>
                    <a:pt x="98983" y="54610"/>
                  </a:lnTo>
                  <a:lnTo>
                    <a:pt x="86664" y="58420"/>
                  </a:lnTo>
                  <a:lnTo>
                    <a:pt x="81318" y="62230"/>
                  </a:lnTo>
                  <a:lnTo>
                    <a:pt x="77901" y="63500"/>
                  </a:lnTo>
                  <a:lnTo>
                    <a:pt x="76390" y="68580"/>
                  </a:lnTo>
                  <a:lnTo>
                    <a:pt x="78892" y="76200"/>
                  </a:lnTo>
                  <a:lnTo>
                    <a:pt x="82600" y="77470"/>
                  </a:lnTo>
                  <a:lnTo>
                    <a:pt x="93624" y="77470"/>
                  </a:lnTo>
                  <a:lnTo>
                    <a:pt x="100888" y="78740"/>
                  </a:lnTo>
                  <a:lnTo>
                    <a:pt x="107569" y="81280"/>
                  </a:lnTo>
                  <a:lnTo>
                    <a:pt x="112877" y="86360"/>
                  </a:lnTo>
                  <a:lnTo>
                    <a:pt x="115697" y="91440"/>
                  </a:lnTo>
                  <a:lnTo>
                    <a:pt x="116890" y="97790"/>
                  </a:lnTo>
                  <a:lnTo>
                    <a:pt x="116484" y="104140"/>
                  </a:lnTo>
                  <a:lnTo>
                    <a:pt x="89077" y="133350"/>
                  </a:lnTo>
                  <a:lnTo>
                    <a:pt x="77914" y="132080"/>
                  </a:lnTo>
                  <a:lnTo>
                    <a:pt x="68059" y="128270"/>
                  </a:lnTo>
                  <a:lnTo>
                    <a:pt x="61277" y="124460"/>
                  </a:lnTo>
                  <a:lnTo>
                    <a:pt x="59105" y="123190"/>
                  </a:lnTo>
                  <a:lnTo>
                    <a:pt x="56464" y="123190"/>
                  </a:lnTo>
                  <a:lnTo>
                    <a:pt x="44310" y="153670"/>
                  </a:lnTo>
                  <a:lnTo>
                    <a:pt x="46164" y="173990"/>
                  </a:lnTo>
                  <a:lnTo>
                    <a:pt x="57315" y="198120"/>
                  </a:lnTo>
                  <a:lnTo>
                    <a:pt x="73240" y="213360"/>
                  </a:lnTo>
                  <a:lnTo>
                    <a:pt x="89966" y="219710"/>
                  </a:lnTo>
                  <a:lnTo>
                    <a:pt x="106591" y="220980"/>
                  </a:lnTo>
                  <a:lnTo>
                    <a:pt x="122275" y="219710"/>
                  </a:lnTo>
                  <a:lnTo>
                    <a:pt x="129374" y="218440"/>
                  </a:lnTo>
                  <a:lnTo>
                    <a:pt x="142214" y="218440"/>
                  </a:lnTo>
                  <a:lnTo>
                    <a:pt x="147561" y="219710"/>
                  </a:lnTo>
                  <a:lnTo>
                    <a:pt x="149301" y="219710"/>
                  </a:lnTo>
                  <a:lnTo>
                    <a:pt x="149263" y="220980"/>
                  </a:lnTo>
                  <a:lnTo>
                    <a:pt x="149453" y="219710"/>
                  </a:lnTo>
                  <a:lnTo>
                    <a:pt x="153377" y="220980"/>
                  </a:lnTo>
                  <a:lnTo>
                    <a:pt x="157276" y="218440"/>
                  </a:lnTo>
                  <a:lnTo>
                    <a:pt x="160693" y="210820"/>
                  </a:lnTo>
                  <a:lnTo>
                    <a:pt x="155536" y="203200"/>
                  </a:lnTo>
                  <a:lnTo>
                    <a:pt x="151244" y="196850"/>
                  </a:lnTo>
                  <a:lnTo>
                    <a:pt x="147789" y="195580"/>
                  </a:lnTo>
                  <a:lnTo>
                    <a:pt x="129971" y="186690"/>
                  </a:lnTo>
                  <a:lnTo>
                    <a:pt x="122148" y="181229"/>
                  </a:lnTo>
                  <a:lnTo>
                    <a:pt x="122148" y="201930"/>
                  </a:lnTo>
                  <a:lnTo>
                    <a:pt x="120218" y="201930"/>
                  </a:lnTo>
                  <a:lnTo>
                    <a:pt x="106667" y="203200"/>
                  </a:lnTo>
                  <a:lnTo>
                    <a:pt x="94018" y="203200"/>
                  </a:lnTo>
                  <a:lnTo>
                    <a:pt x="64731" y="176530"/>
                  </a:lnTo>
                  <a:lnTo>
                    <a:pt x="61468" y="153670"/>
                  </a:lnTo>
                  <a:lnTo>
                    <a:pt x="62509" y="144780"/>
                  </a:lnTo>
                  <a:lnTo>
                    <a:pt x="66713" y="146050"/>
                  </a:lnTo>
                  <a:lnTo>
                    <a:pt x="71945" y="148590"/>
                  </a:lnTo>
                  <a:lnTo>
                    <a:pt x="77685" y="149860"/>
                  </a:lnTo>
                  <a:lnTo>
                    <a:pt x="84353" y="165100"/>
                  </a:lnTo>
                  <a:lnTo>
                    <a:pt x="94018" y="179070"/>
                  </a:lnTo>
                  <a:lnTo>
                    <a:pt x="106629" y="191770"/>
                  </a:lnTo>
                  <a:lnTo>
                    <a:pt x="122148" y="201930"/>
                  </a:lnTo>
                  <a:lnTo>
                    <a:pt x="122148" y="181229"/>
                  </a:lnTo>
                  <a:lnTo>
                    <a:pt x="115443" y="176530"/>
                  </a:lnTo>
                  <a:lnTo>
                    <a:pt x="104241" y="163830"/>
                  </a:lnTo>
                  <a:lnTo>
                    <a:pt x="96367" y="149860"/>
                  </a:lnTo>
                  <a:lnTo>
                    <a:pt x="102819" y="149860"/>
                  </a:lnTo>
                  <a:lnTo>
                    <a:pt x="105956" y="148590"/>
                  </a:lnTo>
                  <a:lnTo>
                    <a:pt x="112191" y="144780"/>
                  </a:lnTo>
                  <a:lnTo>
                    <a:pt x="114274" y="143510"/>
                  </a:lnTo>
                  <a:lnTo>
                    <a:pt x="121234" y="137160"/>
                  </a:lnTo>
                  <a:lnTo>
                    <a:pt x="123621" y="133350"/>
                  </a:lnTo>
                  <a:lnTo>
                    <a:pt x="126796" y="128270"/>
                  </a:lnTo>
                  <a:lnTo>
                    <a:pt x="130962" y="118110"/>
                  </a:lnTo>
                  <a:lnTo>
                    <a:pt x="133985" y="102870"/>
                  </a:lnTo>
                  <a:lnTo>
                    <a:pt x="133451" y="91440"/>
                  </a:lnTo>
                  <a:lnTo>
                    <a:pt x="130505" y="81280"/>
                  </a:lnTo>
                  <a:lnTo>
                    <a:pt x="126441" y="75145"/>
                  </a:lnTo>
                  <a:lnTo>
                    <a:pt x="129463" y="77470"/>
                  </a:lnTo>
                  <a:lnTo>
                    <a:pt x="132676" y="77470"/>
                  </a:lnTo>
                  <a:lnTo>
                    <a:pt x="135547" y="76200"/>
                  </a:lnTo>
                  <a:lnTo>
                    <a:pt x="140487" y="74930"/>
                  </a:lnTo>
                  <a:lnTo>
                    <a:pt x="160401" y="48260"/>
                  </a:lnTo>
                  <a:lnTo>
                    <a:pt x="159473" y="40640"/>
                  </a:lnTo>
                  <a:lnTo>
                    <a:pt x="154317" y="36830"/>
                  </a:lnTo>
                  <a:lnTo>
                    <a:pt x="149161" y="33020"/>
                  </a:lnTo>
                  <a:lnTo>
                    <a:pt x="146710" y="30480"/>
                  </a:lnTo>
                  <a:lnTo>
                    <a:pt x="158483" y="25400"/>
                  </a:lnTo>
                  <a:lnTo>
                    <a:pt x="170624" y="21590"/>
                  </a:lnTo>
                  <a:lnTo>
                    <a:pt x="127254" y="21590"/>
                  </a:lnTo>
                  <a:lnTo>
                    <a:pt x="91579" y="21590"/>
                  </a:lnTo>
                  <a:lnTo>
                    <a:pt x="72390" y="27940"/>
                  </a:lnTo>
                  <a:lnTo>
                    <a:pt x="32918" y="55880"/>
                  </a:lnTo>
                  <a:lnTo>
                    <a:pt x="3479" y="120650"/>
                  </a:lnTo>
                  <a:lnTo>
                    <a:pt x="0" y="166370"/>
                  </a:lnTo>
                  <a:lnTo>
                    <a:pt x="2679" y="189230"/>
                  </a:lnTo>
                  <a:lnTo>
                    <a:pt x="19189" y="227330"/>
                  </a:lnTo>
                  <a:lnTo>
                    <a:pt x="62166" y="260350"/>
                  </a:lnTo>
                  <a:lnTo>
                    <a:pt x="98463" y="269240"/>
                  </a:lnTo>
                  <a:lnTo>
                    <a:pt x="93738" y="304800"/>
                  </a:lnTo>
                  <a:lnTo>
                    <a:pt x="100799" y="353060"/>
                  </a:lnTo>
                  <a:lnTo>
                    <a:pt x="139268" y="374650"/>
                  </a:lnTo>
                  <a:lnTo>
                    <a:pt x="153911" y="375920"/>
                  </a:lnTo>
                  <a:lnTo>
                    <a:pt x="168224" y="375920"/>
                  </a:lnTo>
                  <a:lnTo>
                    <a:pt x="192303" y="374650"/>
                  </a:lnTo>
                  <a:lnTo>
                    <a:pt x="210108" y="370840"/>
                  </a:lnTo>
                  <a:lnTo>
                    <a:pt x="221297" y="365760"/>
                  </a:lnTo>
                  <a:lnTo>
                    <a:pt x="225526" y="364490"/>
                  </a:lnTo>
                  <a:lnTo>
                    <a:pt x="226377" y="363220"/>
                  </a:lnTo>
                  <a:lnTo>
                    <a:pt x="227088" y="363220"/>
                  </a:lnTo>
                  <a:lnTo>
                    <a:pt x="227698" y="361950"/>
                  </a:lnTo>
                  <a:lnTo>
                    <a:pt x="243979" y="361950"/>
                  </a:lnTo>
                  <a:lnTo>
                    <a:pt x="253860" y="359410"/>
                  </a:lnTo>
                  <a:lnTo>
                    <a:pt x="261188" y="358140"/>
                  </a:lnTo>
                  <a:lnTo>
                    <a:pt x="264350" y="356870"/>
                  </a:lnTo>
                  <a:lnTo>
                    <a:pt x="266623" y="355600"/>
                  </a:lnTo>
                  <a:lnTo>
                    <a:pt x="268452" y="354330"/>
                  </a:lnTo>
                  <a:lnTo>
                    <a:pt x="270294" y="349250"/>
                  </a:lnTo>
                  <a:lnTo>
                    <a:pt x="270230" y="346710"/>
                  </a:lnTo>
                  <a:lnTo>
                    <a:pt x="269709" y="345440"/>
                  </a:lnTo>
                  <a:lnTo>
                    <a:pt x="269189" y="344170"/>
                  </a:lnTo>
                  <a:lnTo>
                    <a:pt x="264795" y="336550"/>
                  </a:lnTo>
                  <a:lnTo>
                    <a:pt x="259219" y="326390"/>
                  </a:lnTo>
                  <a:lnTo>
                    <a:pt x="252653" y="316230"/>
                  </a:lnTo>
                  <a:lnTo>
                    <a:pt x="248805" y="310400"/>
                  </a:lnTo>
                  <a:lnTo>
                    <a:pt x="248805" y="342900"/>
                  </a:lnTo>
                  <a:lnTo>
                    <a:pt x="244106" y="344170"/>
                  </a:lnTo>
                  <a:lnTo>
                    <a:pt x="238366" y="345440"/>
                  </a:lnTo>
                  <a:lnTo>
                    <a:pt x="228511" y="345440"/>
                  </a:lnTo>
                  <a:lnTo>
                    <a:pt x="226212" y="336550"/>
                  </a:lnTo>
                  <a:lnTo>
                    <a:pt x="222999" y="327660"/>
                  </a:lnTo>
                  <a:lnTo>
                    <a:pt x="219075" y="318770"/>
                  </a:lnTo>
                  <a:lnTo>
                    <a:pt x="210439" y="299720"/>
                  </a:lnTo>
                  <a:lnTo>
                    <a:pt x="206070" y="289560"/>
                  </a:lnTo>
                  <a:lnTo>
                    <a:pt x="194221" y="252730"/>
                  </a:lnTo>
                  <a:lnTo>
                    <a:pt x="195135" y="255270"/>
                  </a:lnTo>
                  <a:lnTo>
                    <a:pt x="196075" y="256540"/>
                  </a:lnTo>
                  <a:lnTo>
                    <a:pt x="197027" y="259080"/>
                  </a:lnTo>
                  <a:lnTo>
                    <a:pt x="204698" y="273050"/>
                  </a:lnTo>
                  <a:lnTo>
                    <a:pt x="213220" y="287020"/>
                  </a:lnTo>
                  <a:lnTo>
                    <a:pt x="235877" y="322580"/>
                  </a:lnTo>
                  <a:lnTo>
                    <a:pt x="240601" y="330200"/>
                  </a:lnTo>
                  <a:lnTo>
                    <a:pt x="244944" y="336550"/>
                  </a:lnTo>
                  <a:lnTo>
                    <a:pt x="248805" y="342900"/>
                  </a:lnTo>
                  <a:lnTo>
                    <a:pt x="248805" y="310400"/>
                  </a:lnTo>
                  <a:lnTo>
                    <a:pt x="228079" y="278130"/>
                  </a:lnTo>
                  <a:lnTo>
                    <a:pt x="212458" y="250190"/>
                  </a:lnTo>
                  <a:lnTo>
                    <a:pt x="206743" y="241300"/>
                  </a:lnTo>
                  <a:lnTo>
                    <a:pt x="201383" y="233680"/>
                  </a:lnTo>
                  <a:lnTo>
                    <a:pt x="196773" y="228600"/>
                  </a:lnTo>
                  <a:lnTo>
                    <a:pt x="193268" y="224790"/>
                  </a:lnTo>
                  <a:lnTo>
                    <a:pt x="197396" y="224790"/>
                  </a:lnTo>
                  <a:lnTo>
                    <a:pt x="201447" y="226060"/>
                  </a:lnTo>
                  <a:lnTo>
                    <a:pt x="205447" y="226060"/>
                  </a:lnTo>
                  <a:lnTo>
                    <a:pt x="215557" y="224790"/>
                  </a:lnTo>
                  <a:lnTo>
                    <a:pt x="225666" y="223520"/>
                  </a:lnTo>
                  <a:lnTo>
                    <a:pt x="261607" y="208280"/>
                  </a:lnTo>
                  <a:lnTo>
                    <a:pt x="289458" y="177800"/>
                  </a:lnTo>
                  <a:lnTo>
                    <a:pt x="303504" y="134620"/>
                  </a:lnTo>
                  <a:lnTo>
                    <a:pt x="304215" y="11049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144" y="6568203"/>
              <a:ext cx="138129" cy="11957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1468099" y="6797194"/>
            <a:ext cx="1028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alanların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ı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bulunuz.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074869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8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074869" y="7333135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8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074869" y="7477132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218863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38"/>
                </a:lnTo>
                <a:lnTo>
                  <a:pt x="0" y="19558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218863" y="7333135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38"/>
                </a:lnTo>
                <a:lnTo>
                  <a:pt x="0" y="19558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218863" y="7477132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38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62881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8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5362881" y="7333135"/>
            <a:ext cx="745490" cy="457200"/>
            <a:chOff x="5362881" y="7333135"/>
            <a:chExt cx="745490" cy="457200"/>
          </a:xfrm>
        </p:grpSpPr>
        <p:sp>
          <p:nvSpPr>
            <p:cNvPr id="61" name="object 61"/>
            <p:cNvSpPr/>
            <p:nvPr/>
          </p:nvSpPr>
          <p:spPr>
            <a:xfrm>
              <a:off x="5362880" y="7333145"/>
              <a:ext cx="745490" cy="457200"/>
            </a:xfrm>
            <a:custGeom>
              <a:avLst/>
              <a:gdLst/>
              <a:ahLst/>
              <a:cxnLst/>
              <a:rect l="l" t="t" r="r" b="b"/>
              <a:pathLst>
                <a:path w="745489" h="457200">
                  <a:moveTo>
                    <a:pt x="25196" y="437616"/>
                  </a:moveTo>
                  <a:lnTo>
                    <a:pt x="19545" y="431990"/>
                  </a:lnTo>
                  <a:lnTo>
                    <a:pt x="5626" y="431990"/>
                  </a:lnTo>
                  <a:lnTo>
                    <a:pt x="0" y="437616"/>
                  </a:lnTo>
                  <a:lnTo>
                    <a:pt x="0" y="451548"/>
                  </a:lnTo>
                  <a:lnTo>
                    <a:pt x="5626" y="457187"/>
                  </a:lnTo>
                  <a:lnTo>
                    <a:pt x="19545" y="457187"/>
                  </a:lnTo>
                  <a:lnTo>
                    <a:pt x="25196" y="451548"/>
                  </a:lnTo>
                  <a:lnTo>
                    <a:pt x="25196" y="444588"/>
                  </a:lnTo>
                  <a:lnTo>
                    <a:pt x="25196" y="437616"/>
                  </a:lnTo>
                  <a:close/>
                </a:path>
                <a:path w="745489" h="457200">
                  <a:moveTo>
                    <a:pt x="25196" y="293624"/>
                  </a:moveTo>
                  <a:lnTo>
                    <a:pt x="19545" y="287997"/>
                  </a:lnTo>
                  <a:lnTo>
                    <a:pt x="5626" y="287997"/>
                  </a:lnTo>
                  <a:lnTo>
                    <a:pt x="0" y="293624"/>
                  </a:lnTo>
                  <a:lnTo>
                    <a:pt x="0" y="307555"/>
                  </a:lnTo>
                  <a:lnTo>
                    <a:pt x="5626" y="313194"/>
                  </a:lnTo>
                  <a:lnTo>
                    <a:pt x="19545" y="313194"/>
                  </a:lnTo>
                  <a:lnTo>
                    <a:pt x="25196" y="307555"/>
                  </a:lnTo>
                  <a:lnTo>
                    <a:pt x="25196" y="300596"/>
                  </a:lnTo>
                  <a:lnTo>
                    <a:pt x="25196" y="293624"/>
                  </a:lnTo>
                  <a:close/>
                </a:path>
                <a:path w="745489" h="457200">
                  <a:moveTo>
                    <a:pt x="25196" y="149631"/>
                  </a:moveTo>
                  <a:lnTo>
                    <a:pt x="19545" y="143992"/>
                  </a:lnTo>
                  <a:lnTo>
                    <a:pt x="5626" y="143992"/>
                  </a:lnTo>
                  <a:lnTo>
                    <a:pt x="0" y="149631"/>
                  </a:lnTo>
                  <a:lnTo>
                    <a:pt x="0" y="163550"/>
                  </a:lnTo>
                  <a:lnTo>
                    <a:pt x="5626" y="169189"/>
                  </a:lnTo>
                  <a:lnTo>
                    <a:pt x="19545" y="169189"/>
                  </a:lnTo>
                  <a:lnTo>
                    <a:pt x="25196" y="163550"/>
                  </a:lnTo>
                  <a:lnTo>
                    <a:pt x="25196" y="156591"/>
                  </a:lnTo>
                  <a:lnTo>
                    <a:pt x="25196" y="149631"/>
                  </a:lnTo>
                  <a:close/>
                </a:path>
                <a:path w="745489" h="457200">
                  <a:moveTo>
                    <a:pt x="25196" y="5638"/>
                  </a:moveTo>
                  <a:lnTo>
                    <a:pt x="19545" y="0"/>
                  </a:lnTo>
                  <a:lnTo>
                    <a:pt x="5626" y="0"/>
                  </a:lnTo>
                  <a:lnTo>
                    <a:pt x="0" y="5638"/>
                  </a:lnTo>
                  <a:lnTo>
                    <a:pt x="0" y="19558"/>
                  </a:lnTo>
                  <a:lnTo>
                    <a:pt x="5626" y="25196"/>
                  </a:lnTo>
                  <a:lnTo>
                    <a:pt x="19545" y="25196"/>
                  </a:lnTo>
                  <a:lnTo>
                    <a:pt x="25196" y="19558"/>
                  </a:lnTo>
                  <a:lnTo>
                    <a:pt x="25196" y="12598"/>
                  </a:lnTo>
                  <a:lnTo>
                    <a:pt x="25196" y="5638"/>
                  </a:lnTo>
                  <a:close/>
                </a:path>
                <a:path w="745489" h="457200">
                  <a:moveTo>
                    <a:pt x="169189" y="437616"/>
                  </a:moveTo>
                  <a:lnTo>
                    <a:pt x="163563" y="431990"/>
                  </a:lnTo>
                  <a:lnTo>
                    <a:pt x="149644" y="431990"/>
                  </a:lnTo>
                  <a:lnTo>
                    <a:pt x="143992" y="437616"/>
                  </a:lnTo>
                  <a:lnTo>
                    <a:pt x="143992" y="451548"/>
                  </a:lnTo>
                  <a:lnTo>
                    <a:pt x="149644" y="457187"/>
                  </a:lnTo>
                  <a:lnTo>
                    <a:pt x="163563" y="457187"/>
                  </a:lnTo>
                  <a:lnTo>
                    <a:pt x="169189" y="451548"/>
                  </a:lnTo>
                  <a:lnTo>
                    <a:pt x="169189" y="444588"/>
                  </a:lnTo>
                  <a:lnTo>
                    <a:pt x="169189" y="437616"/>
                  </a:lnTo>
                  <a:close/>
                </a:path>
                <a:path w="745489" h="457200">
                  <a:moveTo>
                    <a:pt x="169189" y="293624"/>
                  </a:moveTo>
                  <a:lnTo>
                    <a:pt x="163563" y="287997"/>
                  </a:lnTo>
                  <a:lnTo>
                    <a:pt x="149644" y="287997"/>
                  </a:lnTo>
                  <a:lnTo>
                    <a:pt x="143992" y="293624"/>
                  </a:lnTo>
                  <a:lnTo>
                    <a:pt x="143992" y="307555"/>
                  </a:lnTo>
                  <a:lnTo>
                    <a:pt x="149644" y="313194"/>
                  </a:lnTo>
                  <a:lnTo>
                    <a:pt x="163563" y="313194"/>
                  </a:lnTo>
                  <a:lnTo>
                    <a:pt x="169189" y="307555"/>
                  </a:lnTo>
                  <a:lnTo>
                    <a:pt x="169189" y="300596"/>
                  </a:lnTo>
                  <a:lnTo>
                    <a:pt x="169189" y="293624"/>
                  </a:lnTo>
                  <a:close/>
                </a:path>
                <a:path w="745489" h="457200">
                  <a:moveTo>
                    <a:pt x="169189" y="149631"/>
                  </a:moveTo>
                  <a:lnTo>
                    <a:pt x="163563" y="143992"/>
                  </a:lnTo>
                  <a:lnTo>
                    <a:pt x="149644" y="143992"/>
                  </a:lnTo>
                  <a:lnTo>
                    <a:pt x="143992" y="149631"/>
                  </a:lnTo>
                  <a:lnTo>
                    <a:pt x="143992" y="163550"/>
                  </a:lnTo>
                  <a:lnTo>
                    <a:pt x="149644" y="169189"/>
                  </a:lnTo>
                  <a:lnTo>
                    <a:pt x="163563" y="169189"/>
                  </a:lnTo>
                  <a:lnTo>
                    <a:pt x="169189" y="163550"/>
                  </a:lnTo>
                  <a:lnTo>
                    <a:pt x="169189" y="156591"/>
                  </a:lnTo>
                  <a:lnTo>
                    <a:pt x="169189" y="149631"/>
                  </a:lnTo>
                  <a:close/>
                </a:path>
                <a:path w="745489" h="457200">
                  <a:moveTo>
                    <a:pt x="169189" y="5638"/>
                  </a:moveTo>
                  <a:lnTo>
                    <a:pt x="163563" y="0"/>
                  </a:lnTo>
                  <a:lnTo>
                    <a:pt x="149644" y="0"/>
                  </a:lnTo>
                  <a:lnTo>
                    <a:pt x="143992" y="5638"/>
                  </a:lnTo>
                  <a:lnTo>
                    <a:pt x="143992" y="19558"/>
                  </a:lnTo>
                  <a:lnTo>
                    <a:pt x="149644" y="25196"/>
                  </a:lnTo>
                  <a:lnTo>
                    <a:pt x="163563" y="25196"/>
                  </a:lnTo>
                  <a:lnTo>
                    <a:pt x="169189" y="19558"/>
                  </a:lnTo>
                  <a:lnTo>
                    <a:pt x="169189" y="12598"/>
                  </a:lnTo>
                  <a:lnTo>
                    <a:pt x="169189" y="5638"/>
                  </a:lnTo>
                  <a:close/>
                </a:path>
                <a:path w="745489" h="457200">
                  <a:moveTo>
                    <a:pt x="313207" y="437616"/>
                  </a:moveTo>
                  <a:lnTo>
                    <a:pt x="307555" y="431990"/>
                  </a:lnTo>
                  <a:lnTo>
                    <a:pt x="293636" y="431990"/>
                  </a:lnTo>
                  <a:lnTo>
                    <a:pt x="287997" y="437616"/>
                  </a:lnTo>
                  <a:lnTo>
                    <a:pt x="287997" y="451548"/>
                  </a:lnTo>
                  <a:lnTo>
                    <a:pt x="293636" y="457187"/>
                  </a:lnTo>
                  <a:lnTo>
                    <a:pt x="307555" y="457187"/>
                  </a:lnTo>
                  <a:lnTo>
                    <a:pt x="313207" y="451548"/>
                  </a:lnTo>
                  <a:lnTo>
                    <a:pt x="313207" y="444588"/>
                  </a:lnTo>
                  <a:lnTo>
                    <a:pt x="313207" y="437616"/>
                  </a:lnTo>
                  <a:close/>
                </a:path>
                <a:path w="745489" h="457200">
                  <a:moveTo>
                    <a:pt x="313207" y="293624"/>
                  </a:moveTo>
                  <a:lnTo>
                    <a:pt x="307555" y="287997"/>
                  </a:lnTo>
                  <a:lnTo>
                    <a:pt x="293636" y="287997"/>
                  </a:lnTo>
                  <a:lnTo>
                    <a:pt x="287997" y="293624"/>
                  </a:lnTo>
                  <a:lnTo>
                    <a:pt x="287997" y="307555"/>
                  </a:lnTo>
                  <a:lnTo>
                    <a:pt x="293636" y="313194"/>
                  </a:lnTo>
                  <a:lnTo>
                    <a:pt x="307555" y="313194"/>
                  </a:lnTo>
                  <a:lnTo>
                    <a:pt x="313207" y="307555"/>
                  </a:lnTo>
                  <a:lnTo>
                    <a:pt x="313207" y="300596"/>
                  </a:lnTo>
                  <a:lnTo>
                    <a:pt x="313207" y="293624"/>
                  </a:lnTo>
                  <a:close/>
                </a:path>
                <a:path w="745489" h="457200">
                  <a:moveTo>
                    <a:pt x="313207" y="149631"/>
                  </a:moveTo>
                  <a:lnTo>
                    <a:pt x="307555" y="143992"/>
                  </a:lnTo>
                  <a:lnTo>
                    <a:pt x="293636" y="143992"/>
                  </a:lnTo>
                  <a:lnTo>
                    <a:pt x="287997" y="149631"/>
                  </a:lnTo>
                  <a:lnTo>
                    <a:pt x="287997" y="163550"/>
                  </a:lnTo>
                  <a:lnTo>
                    <a:pt x="293636" y="169189"/>
                  </a:lnTo>
                  <a:lnTo>
                    <a:pt x="307555" y="169189"/>
                  </a:lnTo>
                  <a:lnTo>
                    <a:pt x="313207" y="163550"/>
                  </a:lnTo>
                  <a:lnTo>
                    <a:pt x="313207" y="156591"/>
                  </a:lnTo>
                  <a:lnTo>
                    <a:pt x="313207" y="149631"/>
                  </a:lnTo>
                  <a:close/>
                </a:path>
                <a:path w="745489" h="457200">
                  <a:moveTo>
                    <a:pt x="313207" y="5638"/>
                  </a:moveTo>
                  <a:lnTo>
                    <a:pt x="307555" y="0"/>
                  </a:lnTo>
                  <a:lnTo>
                    <a:pt x="293636" y="0"/>
                  </a:lnTo>
                  <a:lnTo>
                    <a:pt x="287997" y="5638"/>
                  </a:lnTo>
                  <a:lnTo>
                    <a:pt x="287997" y="19558"/>
                  </a:lnTo>
                  <a:lnTo>
                    <a:pt x="293636" y="25196"/>
                  </a:lnTo>
                  <a:lnTo>
                    <a:pt x="307555" y="25196"/>
                  </a:lnTo>
                  <a:lnTo>
                    <a:pt x="313207" y="19558"/>
                  </a:lnTo>
                  <a:lnTo>
                    <a:pt x="313207" y="12598"/>
                  </a:lnTo>
                  <a:lnTo>
                    <a:pt x="313207" y="5638"/>
                  </a:lnTo>
                  <a:close/>
                </a:path>
                <a:path w="745489" h="457200">
                  <a:moveTo>
                    <a:pt x="457200" y="437616"/>
                  </a:moveTo>
                  <a:lnTo>
                    <a:pt x="451561" y="431990"/>
                  </a:lnTo>
                  <a:lnTo>
                    <a:pt x="437654" y="431990"/>
                  </a:lnTo>
                  <a:lnTo>
                    <a:pt x="431990" y="437616"/>
                  </a:lnTo>
                  <a:lnTo>
                    <a:pt x="431990" y="451548"/>
                  </a:lnTo>
                  <a:lnTo>
                    <a:pt x="437654" y="457187"/>
                  </a:lnTo>
                  <a:lnTo>
                    <a:pt x="451561" y="457187"/>
                  </a:lnTo>
                  <a:lnTo>
                    <a:pt x="457200" y="451548"/>
                  </a:lnTo>
                  <a:lnTo>
                    <a:pt x="457200" y="444588"/>
                  </a:lnTo>
                  <a:lnTo>
                    <a:pt x="457200" y="437616"/>
                  </a:lnTo>
                  <a:close/>
                </a:path>
                <a:path w="745489" h="457200">
                  <a:moveTo>
                    <a:pt x="457200" y="293624"/>
                  </a:moveTo>
                  <a:lnTo>
                    <a:pt x="451561" y="287997"/>
                  </a:lnTo>
                  <a:lnTo>
                    <a:pt x="437654" y="287997"/>
                  </a:lnTo>
                  <a:lnTo>
                    <a:pt x="431990" y="293624"/>
                  </a:lnTo>
                  <a:lnTo>
                    <a:pt x="431990" y="307555"/>
                  </a:lnTo>
                  <a:lnTo>
                    <a:pt x="437654" y="313194"/>
                  </a:lnTo>
                  <a:lnTo>
                    <a:pt x="451561" y="313194"/>
                  </a:lnTo>
                  <a:lnTo>
                    <a:pt x="457200" y="307555"/>
                  </a:lnTo>
                  <a:lnTo>
                    <a:pt x="457200" y="300596"/>
                  </a:lnTo>
                  <a:lnTo>
                    <a:pt x="457200" y="293624"/>
                  </a:lnTo>
                  <a:close/>
                </a:path>
                <a:path w="745489" h="457200">
                  <a:moveTo>
                    <a:pt x="457200" y="149631"/>
                  </a:moveTo>
                  <a:lnTo>
                    <a:pt x="451561" y="143992"/>
                  </a:lnTo>
                  <a:lnTo>
                    <a:pt x="437654" y="143992"/>
                  </a:lnTo>
                  <a:lnTo>
                    <a:pt x="431990" y="149631"/>
                  </a:lnTo>
                  <a:lnTo>
                    <a:pt x="431990" y="163550"/>
                  </a:lnTo>
                  <a:lnTo>
                    <a:pt x="437654" y="169189"/>
                  </a:lnTo>
                  <a:lnTo>
                    <a:pt x="451561" y="169189"/>
                  </a:lnTo>
                  <a:lnTo>
                    <a:pt x="457200" y="163550"/>
                  </a:lnTo>
                  <a:lnTo>
                    <a:pt x="457200" y="156591"/>
                  </a:lnTo>
                  <a:lnTo>
                    <a:pt x="457200" y="149631"/>
                  </a:lnTo>
                  <a:close/>
                </a:path>
                <a:path w="745489" h="457200">
                  <a:moveTo>
                    <a:pt x="457200" y="5638"/>
                  </a:moveTo>
                  <a:lnTo>
                    <a:pt x="451561" y="0"/>
                  </a:lnTo>
                  <a:lnTo>
                    <a:pt x="437654" y="0"/>
                  </a:lnTo>
                  <a:lnTo>
                    <a:pt x="431990" y="5638"/>
                  </a:lnTo>
                  <a:lnTo>
                    <a:pt x="431990" y="19558"/>
                  </a:lnTo>
                  <a:lnTo>
                    <a:pt x="437654" y="25196"/>
                  </a:lnTo>
                  <a:lnTo>
                    <a:pt x="451561" y="25196"/>
                  </a:lnTo>
                  <a:lnTo>
                    <a:pt x="457200" y="19558"/>
                  </a:lnTo>
                  <a:lnTo>
                    <a:pt x="457200" y="12598"/>
                  </a:lnTo>
                  <a:lnTo>
                    <a:pt x="457200" y="5638"/>
                  </a:lnTo>
                  <a:close/>
                </a:path>
                <a:path w="745489" h="457200">
                  <a:moveTo>
                    <a:pt x="601218" y="437616"/>
                  </a:moveTo>
                  <a:lnTo>
                    <a:pt x="595553" y="431990"/>
                  </a:lnTo>
                  <a:lnTo>
                    <a:pt x="581647" y="431990"/>
                  </a:lnTo>
                  <a:lnTo>
                    <a:pt x="576008" y="437616"/>
                  </a:lnTo>
                  <a:lnTo>
                    <a:pt x="576008" y="451548"/>
                  </a:lnTo>
                  <a:lnTo>
                    <a:pt x="581647" y="457187"/>
                  </a:lnTo>
                  <a:lnTo>
                    <a:pt x="595553" y="457187"/>
                  </a:lnTo>
                  <a:lnTo>
                    <a:pt x="601218" y="451548"/>
                  </a:lnTo>
                  <a:lnTo>
                    <a:pt x="601218" y="444588"/>
                  </a:lnTo>
                  <a:lnTo>
                    <a:pt x="601218" y="437616"/>
                  </a:lnTo>
                  <a:close/>
                </a:path>
                <a:path w="745489" h="457200">
                  <a:moveTo>
                    <a:pt x="601218" y="293624"/>
                  </a:moveTo>
                  <a:lnTo>
                    <a:pt x="595553" y="287997"/>
                  </a:lnTo>
                  <a:lnTo>
                    <a:pt x="581647" y="287997"/>
                  </a:lnTo>
                  <a:lnTo>
                    <a:pt x="576008" y="293624"/>
                  </a:lnTo>
                  <a:lnTo>
                    <a:pt x="576008" y="307555"/>
                  </a:lnTo>
                  <a:lnTo>
                    <a:pt x="581647" y="313194"/>
                  </a:lnTo>
                  <a:lnTo>
                    <a:pt x="595553" y="313194"/>
                  </a:lnTo>
                  <a:lnTo>
                    <a:pt x="601218" y="307555"/>
                  </a:lnTo>
                  <a:lnTo>
                    <a:pt x="601218" y="300596"/>
                  </a:lnTo>
                  <a:lnTo>
                    <a:pt x="601218" y="293624"/>
                  </a:lnTo>
                  <a:close/>
                </a:path>
                <a:path w="745489" h="457200">
                  <a:moveTo>
                    <a:pt x="601218" y="149631"/>
                  </a:moveTo>
                  <a:lnTo>
                    <a:pt x="595553" y="143992"/>
                  </a:lnTo>
                  <a:lnTo>
                    <a:pt x="581647" y="143992"/>
                  </a:lnTo>
                  <a:lnTo>
                    <a:pt x="576008" y="149631"/>
                  </a:lnTo>
                  <a:lnTo>
                    <a:pt x="576008" y="163550"/>
                  </a:lnTo>
                  <a:lnTo>
                    <a:pt x="581647" y="169189"/>
                  </a:lnTo>
                  <a:lnTo>
                    <a:pt x="595553" y="169189"/>
                  </a:lnTo>
                  <a:lnTo>
                    <a:pt x="601218" y="163550"/>
                  </a:lnTo>
                  <a:lnTo>
                    <a:pt x="601218" y="156591"/>
                  </a:lnTo>
                  <a:lnTo>
                    <a:pt x="601218" y="149631"/>
                  </a:lnTo>
                  <a:close/>
                </a:path>
                <a:path w="745489" h="457200">
                  <a:moveTo>
                    <a:pt x="601218" y="5638"/>
                  </a:moveTo>
                  <a:lnTo>
                    <a:pt x="595553" y="0"/>
                  </a:lnTo>
                  <a:lnTo>
                    <a:pt x="581647" y="0"/>
                  </a:lnTo>
                  <a:lnTo>
                    <a:pt x="576008" y="5638"/>
                  </a:lnTo>
                  <a:lnTo>
                    <a:pt x="576008" y="19558"/>
                  </a:lnTo>
                  <a:lnTo>
                    <a:pt x="581647" y="25196"/>
                  </a:lnTo>
                  <a:lnTo>
                    <a:pt x="595553" y="25196"/>
                  </a:lnTo>
                  <a:lnTo>
                    <a:pt x="601218" y="19558"/>
                  </a:lnTo>
                  <a:lnTo>
                    <a:pt x="601218" y="12598"/>
                  </a:lnTo>
                  <a:lnTo>
                    <a:pt x="601218" y="5638"/>
                  </a:lnTo>
                  <a:close/>
                </a:path>
                <a:path w="745489" h="457200">
                  <a:moveTo>
                    <a:pt x="745197" y="437616"/>
                  </a:moveTo>
                  <a:lnTo>
                    <a:pt x="739571" y="431990"/>
                  </a:lnTo>
                  <a:lnTo>
                    <a:pt x="725652" y="431990"/>
                  </a:lnTo>
                  <a:lnTo>
                    <a:pt x="720001" y="437616"/>
                  </a:lnTo>
                  <a:lnTo>
                    <a:pt x="720001" y="451548"/>
                  </a:lnTo>
                  <a:lnTo>
                    <a:pt x="725652" y="457187"/>
                  </a:lnTo>
                  <a:lnTo>
                    <a:pt x="739571" y="457187"/>
                  </a:lnTo>
                  <a:lnTo>
                    <a:pt x="745197" y="451548"/>
                  </a:lnTo>
                  <a:lnTo>
                    <a:pt x="745197" y="444588"/>
                  </a:lnTo>
                  <a:lnTo>
                    <a:pt x="745197" y="437616"/>
                  </a:lnTo>
                  <a:close/>
                </a:path>
                <a:path w="745489" h="457200">
                  <a:moveTo>
                    <a:pt x="745197" y="293624"/>
                  </a:moveTo>
                  <a:lnTo>
                    <a:pt x="739571" y="287997"/>
                  </a:lnTo>
                  <a:lnTo>
                    <a:pt x="725652" y="287997"/>
                  </a:lnTo>
                  <a:lnTo>
                    <a:pt x="720001" y="293624"/>
                  </a:lnTo>
                  <a:lnTo>
                    <a:pt x="720001" y="307555"/>
                  </a:lnTo>
                  <a:lnTo>
                    <a:pt x="725652" y="313194"/>
                  </a:lnTo>
                  <a:lnTo>
                    <a:pt x="739571" y="313194"/>
                  </a:lnTo>
                  <a:lnTo>
                    <a:pt x="745197" y="307555"/>
                  </a:lnTo>
                  <a:lnTo>
                    <a:pt x="745197" y="300596"/>
                  </a:lnTo>
                  <a:lnTo>
                    <a:pt x="745197" y="293624"/>
                  </a:lnTo>
                  <a:close/>
                </a:path>
                <a:path w="745489" h="457200">
                  <a:moveTo>
                    <a:pt x="745197" y="149631"/>
                  </a:moveTo>
                  <a:lnTo>
                    <a:pt x="739571" y="143992"/>
                  </a:lnTo>
                  <a:lnTo>
                    <a:pt x="725652" y="143992"/>
                  </a:lnTo>
                  <a:lnTo>
                    <a:pt x="720001" y="149631"/>
                  </a:lnTo>
                  <a:lnTo>
                    <a:pt x="720001" y="163550"/>
                  </a:lnTo>
                  <a:lnTo>
                    <a:pt x="725652" y="169189"/>
                  </a:lnTo>
                  <a:lnTo>
                    <a:pt x="739571" y="169189"/>
                  </a:lnTo>
                  <a:lnTo>
                    <a:pt x="745197" y="163550"/>
                  </a:lnTo>
                  <a:lnTo>
                    <a:pt x="745197" y="156591"/>
                  </a:lnTo>
                  <a:lnTo>
                    <a:pt x="745197" y="149631"/>
                  </a:lnTo>
                  <a:close/>
                </a:path>
                <a:path w="745489" h="457200">
                  <a:moveTo>
                    <a:pt x="745197" y="5638"/>
                  </a:moveTo>
                  <a:lnTo>
                    <a:pt x="739571" y="0"/>
                  </a:lnTo>
                  <a:lnTo>
                    <a:pt x="725652" y="0"/>
                  </a:lnTo>
                  <a:lnTo>
                    <a:pt x="720001" y="5638"/>
                  </a:lnTo>
                  <a:lnTo>
                    <a:pt x="720001" y="19558"/>
                  </a:lnTo>
                  <a:lnTo>
                    <a:pt x="725652" y="25196"/>
                  </a:lnTo>
                  <a:lnTo>
                    <a:pt x="739571" y="25196"/>
                  </a:lnTo>
                  <a:lnTo>
                    <a:pt x="745197" y="19558"/>
                  </a:lnTo>
                  <a:lnTo>
                    <a:pt x="745197" y="12598"/>
                  </a:lnTo>
                  <a:lnTo>
                    <a:pt x="745197" y="5638"/>
                  </a:lnTo>
                  <a:close/>
                </a:path>
              </a:pathLst>
            </a:custGeom>
            <a:solidFill>
              <a:srgbClr val="00B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375479" y="7345733"/>
              <a:ext cx="720090" cy="432434"/>
            </a:xfrm>
            <a:custGeom>
              <a:avLst/>
              <a:gdLst/>
              <a:ahLst/>
              <a:cxnLst/>
              <a:rect l="l" t="t" r="r" b="b"/>
              <a:pathLst>
                <a:path w="720089" h="432434">
                  <a:moveTo>
                    <a:pt x="288010" y="0"/>
                  </a:moveTo>
                  <a:lnTo>
                    <a:pt x="0" y="431990"/>
                  </a:lnTo>
                  <a:lnTo>
                    <a:pt x="432003" y="431990"/>
                  </a:lnTo>
                  <a:lnTo>
                    <a:pt x="720001" y="0"/>
                  </a:lnTo>
                  <a:lnTo>
                    <a:pt x="288010" y="0"/>
                  </a:lnTo>
                  <a:close/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/>
          <p:nvPr/>
        </p:nvSpPr>
        <p:spPr>
          <a:xfrm>
            <a:off x="5506872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38"/>
                </a:lnTo>
                <a:lnTo>
                  <a:pt x="0" y="19558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650879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58" y="0"/>
                </a:moveTo>
                <a:lnTo>
                  <a:pt x="5638" y="0"/>
                </a:lnTo>
                <a:lnTo>
                  <a:pt x="0" y="5638"/>
                </a:lnTo>
                <a:lnTo>
                  <a:pt x="0" y="19558"/>
                </a:lnTo>
                <a:lnTo>
                  <a:pt x="5638" y="25196"/>
                </a:lnTo>
                <a:lnTo>
                  <a:pt x="19558" y="25196"/>
                </a:lnTo>
                <a:lnTo>
                  <a:pt x="25209" y="19558"/>
                </a:lnTo>
                <a:lnTo>
                  <a:pt x="25209" y="12598"/>
                </a:lnTo>
                <a:lnTo>
                  <a:pt x="25209" y="5638"/>
                </a:lnTo>
                <a:lnTo>
                  <a:pt x="19558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794870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64" y="0"/>
                </a:lnTo>
                <a:lnTo>
                  <a:pt x="0" y="5638"/>
                </a:lnTo>
                <a:lnTo>
                  <a:pt x="0" y="19558"/>
                </a:lnTo>
                <a:lnTo>
                  <a:pt x="5664" y="25196"/>
                </a:lnTo>
                <a:lnTo>
                  <a:pt x="19570" y="25196"/>
                </a:lnTo>
                <a:lnTo>
                  <a:pt x="25209" y="19558"/>
                </a:lnTo>
                <a:lnTo>
                  <a:pt x="25209" y="12598"/>
                </a:lnTo>
                <a:lnTo>
                  <a:pt x="25209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938888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38"/>
                </a:lnTo>
                <a:lnTo>
                  <a:pt x="0" y="19558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8"/>
                </a:lnTo>
                <a:lnTo>
                  <a:pt x="25209" y="12598"/>
                </a:lnTo>
                <a:lnTo>
                  <a:pt x="25209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082882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38"/>
                </a:lnTo>
                <a:lnTo>
                  <a:pt x="0" y="19558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226898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8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226898" y="7333135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8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226898" y="7477132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70892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38"/>
                </a:lnTo>
                <a:lnTo>
                  <a:pt x="0" y="19558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6370892" y="7333135"/>
            <a:ext cx="313690" cy="169545"/>
            <a:chOff x="6370892" y="7333135"/>
            <a:chExt cx="313690" cy="169545"/>
          </a:xfrm>
        </p:grpSpPr>
        <p:sp>
          <p:nvSpPr>
            <p:cNvPr id="73" name="object 73"/>
            <p:cNvSpPr/>
            <p:nvPr/>
          </p:nvSpPr>
          <p:spPr>
            <a:xfrm>
              <a:off x="6370891" y="7333145"/>
              <a:ext cx="169545" cy="25400"/>
            </a:xfrm>
            <a:custGeom>
              <a:avLst/>
              <a:gdLst/>
              <a:ahLst/>
              <a:cxnLst/>
              <a:rect l="l" t="t" r="r" b="b"/>
              <a:pathLst>
                <a:path w="169545" h="25400">
                  <a:moveTo>
                    <a:pt x="25196" y="5638"/>
                  </a:moveTo>
                  <a:lnTo>
                    <a:pt x="19570" y="0"/>
                  </a:lnTo>
                  <a:lnTo>
                    <a:pt x="5651" y="0"/>
                  </a:lnTo>
                  <a:lnTo>
                    <a:pt x="0" y="5638"/>
                  </a:lnTo>
                  <a:lnTo>
                    <a:pt x="0" y="19558"/>
                  </a:lnTo>
                  <a:lnTo>
                    <a:pt x="5651" y="25196"/>
                  </a:lnTo>
                  <a:lnTo>
                    <a:pt x="19570" y="25196"/>
                  </a:lnTo>
                  <a:lnTo>
                    <a:pt x="25196" y="19558"/>
                  </a:lnTo>
                  <a:lnTo>
                    <a:pt x="25196" y="12598"/>
                  </a:lnTo>
                  <a:lnTo>
                    <a:pt x="25196" y="5638"/>
                  </a:lnTo>
                  <a:close/>
                </a:path>
                <a:path w="169545" h="25400">
                  <a:moveTo>
                    <a:pt x="169214" y="5638"/>
                  </a:moveTo>
                  <a:lnTo>
                    <a:pt x="163563" y="0"/>
                  </a:lnTo>
                  <a:lnTo>
                    <a:pt x="149644" y="0"/>
                  </a:lnTo>
                  <a:lnTo>
                    <a:pt x="144018" y="5638"/>
                  </a:lnTo>
                  <a:lnTo>
                    <a:pt x="144018" y="19558"/>
                  </a:lnTo>
                  <a:lnTo>
                    <a:pt x="149644" y="25196"/>
                  </a:lnTo>
                  <a:lnTo>
                    <a:pt x="163563" y="25196"/>
                  </a:lnTo>
                  <a:lnTo>
                    <a:pt x="169214" y="19558"/>
                  </a:lnTo>
                  <a:lnTo>
                    <a:pt x="169214" y="12598"/>
                  </a:lnTo>
                  <a:lnTo>
                    <a:pt x="169214" y="5638"/>
                  </a:lnTo>
                  <a:close/>
                </a:path>
              </a:pathLst>
            </a:custGeom>
            <a:solidFill>
              <a:srgbClr val="00B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383491" y="7345733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4018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455449" y="7368870"/>
              <a:ext cx="635" cy="74295"/>
            </a:xfrm>
            <a:custGeom>
              <a:avLst/>
              <a:gdLst/>
              <a:ahLst/>
              <a:cxnLst/>
              <a:rect l="l" t="t" r="r" b="b"/>
              <a:pathLst>
                <a:path w="635" h="74295">
                  <a:moveTo>
                    <a:pt x="177" y="0"/>
                  </a:moveTo>
                  <a:lnTo>
                    <a:pt x="0" y="73837"/>
                  </a:lnTo>
                </a:path>
              </a:pathLst>
            </a:custGeom>
            <a:ln w="461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370891" y="7477137"/>
              <a:ext cx="169545" cy="25400"/>
            </a:xfrm>
            <a:custGeom>
              <a:avLst/>
              <a:gdLst/>
              <a:ahLst/>
              <a:cxnLst/>
              <a:rect l="l" t="t" r="r" b="b"/>
              <a:pathLst>
                <a:path w="169545" h="25400">
                  <a:moveTo>
                    <a:pt x="25196" y="5638"/>
                  </a:moveTo>
                  <a:lnTo>
                    <a:pt x="19570" y="0"/>
                  </a:lnTo>
                  <a:lnTo>
                    <a:pt x="5651" y="0"/>
                  </a:lnTo>
                  <a:lnTo>
                    <a:pt x="0" y="5638"/>
                  </a:lnTo>
                  <a:lnTo>
                    <a:pt x="0" y="19558"/>
                  </a:lnTo>
                  <a:lnTo>
                    <a:pt x="5651" y="25196"/>
                  </a:lnTo>
                  <a:lnTo>
                    <a:pt x="19570" y="25196"/>
                  </a:lnTo>
                  <a:lnTo>
                    <a:pt x="25196" y="19558"/>
                  </a:lnTo>
                  <a:lnTo>
                    <a:pt x="25196" y="12598"/>
                  </a:lnTo>
                  <a:lnTo>
                    <a:pt x="25196" y="5638"/>
                  </a:lnTo>
                  <a:close/>
                </a:path>
                <a:path w="169545" h="25400">
                  <a:moveTo>
                    <a:pt x="169214" y="5638"/>
                  </a:moveTo>
                  <a:lnTo>
                    <a:pt x="163563" y="0"/>
                  </a:lnTo>
                  <a:lnTo>
                    <a:pt x="149644" y="0"/>
                  </a:lnTo>
                  <a:lnTo>
                    <a:pt x="144018" y="5638"/>
                  </a:lnTo>
                  <a:lnTo>
                    <a:pt x="144018" y="19558"/>
                  </a:lnTo>
                  <a:lnTo>
                    <a:pt x="149644" y="25196"/>
                  </a:lnTo>
                  <a:lnTo>
                    <a:pt x="163563" y="25196"/>
                  </a:lnTo>
                  <a:lnTo>
                    <a:pt x="169214" y="19558"/>
                  </a:lnTo>
                  <a:lnTo>
                    <a:pt x="169214" y="12598"/>
                  </a:lnTo>
                  <a:lnTo>
                    <a:pt x="169214" y="5638"/>
                  </a:lnTo>
                  <a:close/>
                </a:path>
              </a:pathLst>
            </a:custGeom>
            <a:solidFill>
              <a:srgbClr val="00B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438406" y="7429716"/>
              <a:ext cx="34290" cy="40640"/>
            </a:xfrm>
            <a:custGeom>
              <a:avLst/>
              <a:gdLst/>
              <a:ahLst/>
              <a:cxnLst/>
              <a:rect l="l" t="t" r="r" b="b"/>
              <a:pathLst>
                <a:path w="34289" h="40640">
                  <a:moveTo>
                    <a:pt x="0" y="0"/>
                  </a:moveTo>
                  <a:lnTo>
                    <a:pt x="16967" y="40512"/>
                  </a:lnTo>
                  <a:lnTo>
                    <a:pt x="34137" y="76"/>
                  </a:lnTo>
                  <a:lnTo>
                    <a:pt x="17043" y="7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658902" y="7333145"/>
              <a:ext cx="25400" cy="169545"/>
            </a:xfrm>
            <a:custGeom>
              <a:avLst/>
              <a:gdLst/>
              <a:ahLst/>
              <a:cxnLst/>
              <a:rect l="l" t="t" r="r" b="b"/>
              <a:pathLst>
                <a:path w="25400" h="169545">
                  <a:moveTo>
                    <a:pt x="25196" y="149631"/>
                  </a:moveTo>
                  <a:lnTo>
                    <a:pt x="19570" y="143992"/>
                  </a:lnTo>
                  <a:lnTo>
                    <a:pt x="5651" y="143992"/>
                  </a:lnTo>
                  <a:lnTo>
                    <a:pt x="0" y="149631"/>
                  </a:lnTo>
                  <a:lnTo>
                    <a:pt x="0" y="163550"/>
                  </a:lnTo>
                  <a:lnTo>
                    <a:pt x="5651" y="169189"/>
                  </a:lnTo>
                  <a:lnTo>
                    <a:pt x="19570" y="169189"/>
                  </a:lnTo>
                  <a:lnTo>
                    <a:pt x="25196" y="163550"/>
                  </a:lnTo>
                  <a:lnTo>
                    <a:pt x="25196" y="156591"/>
                  </a:lnTo>
                  <a:lnTo>
                    <a:pt x="25196" y="149631"/>
                  </a:lnTo>
                  <a:close/>
                </a:path>
                <a:path w="25400" h="169545">
                  <a:moveTo>
                    <a:pt x="25196" y="5638"/>
                  </a:moveTo>
                  <a:lnTo>
                    <a:pt x="19570" y="0"/>
                  </a:lnTo>
                  <a:lnTo>
                    <a:pt x="5651" y="0"/>
                  </a:lnTo>
                  <a:lnTo>
                    <a:pt x="0" y="5638"/>
                  </a:lnTo>
                  <a:lnTo>
                    <a:pt x="0" y="19558"/>
                  </a:lnTo>
                  <a:lnTo>
                    <a:pt x="5651" y="25196"/>
                  </a:lnTo>
                  <a:lnTo>
                    <a:pt x="19570" y="25196"/>
                  </a:lnTo>
                  <a:lnTo>
                    <a:pt x="25196" y="19558"/>
                  </a:lnTo>
                  <a:lnTo>
                    <a:pt x="25196" y="12598"/>
                  </a:lnTo>
                  <a:lnTo>
                    <a:pt x="25196" y="5638"/>
                  </a:lnTo>
                  <a:close/>
                </a:path>
              </a:pathLst>
            </a:custGeom>
            <a:solidFill>
              <a:srgbClr val="00B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671501" y="7347549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0"/>
                  </a:moveTo>
                  <a:lnTo>
                    <a:pt x="0" y="14400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589191" y="7419552"/>
              <a:ext cx="61594" cy="41910"/>
            </a:xfrm>
            <a:custGeom>
              <a:avLst/>
              <a:gdLst/>
              <a:ahLst/>
              <a:cxnLst/>
              <a:rect l="l" t="t" r="r" b="b"/>
              <a:pathLst>
                <a:path w="61595" h="41909">
                  <a:moveTo>
                    <a:pt x="60972" y="0"/>
                  </a:moveTo>
                  <a:lnTo>
                    <a:pt x="0" y="41643"/>
                  </a:lnTo>
                </a:path>
              </a:pathLst>
            </a:custGeom>
            <a:ln w="461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66472" y="7439800"/>
              <a:ext cx="43180" cy="37465"/>
            </a:xfrm>
            <a:custGeom>
              <a:avLst/>
              <a:gdLst/>
              <a:ahLst/>
              <a:cxnLst/>
              <a:rect l="l" t="t" r="r" b="b"/>
              <a:pathLst>
                <a:path w="43179" h="37465">
                  <a:moveTo>
                    <a:pt x="23787" y="0"/>
                  </a:moveTo>
                  <a:lnTo>
                    <a:pt x="0" y="36931"/>
                  </a:lnTo>
                  <a:lnTo>
                    <a:pt x="43040" y="28194"/>
                  </a:lnTo>
                  <a:lnTo>
                    <a:pt x="27432" y="18186"/>
                  </a:lnTo>
                  <a:lnTo>
                    <a:pt x="23787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/>
          <p:nvPr/>
        </p:nvSpPr>
        <p:spPr>
          <a:xfrm>
            <a:off x="6514910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38"/>
                </a:lnTo>
                <a:lnTo>
                  <a:pt x="0" y="19558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658903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38"/>
                </a:lnTo>
                <a:lnTo>
                  <a:pt x="0" y="19558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8"/>
                </a:lnTo>
                <a:lnTo>
                  <a:pt x="25196" y="12598"/>
                </a:lnTo>
                <a:lnTo>
                  <a:pt x="25196" y="5638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802907" y="7189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38"/>
                </a:lnTo>
                <a:lnTo>
                  <a:pt x="0" y="19558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8"/>
                </a:lnTo>
                <a:lnTo>
                  <a:pt x="25209" y="12598"/>
                </a:lnTo>
                <a:lnTo>
                  <a:pt x="25209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802907" y="7333135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38"/>
                </a:lnTo>
                <a:lnTo>
                  <a:pt x="0" y="19558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8"/>
                </a:lnTo>
                <a:lnTo>
                  <a:pt x="25209" y="12598"/>
                </a:lnTo>
                <a:lnTo>
                  <a:pt x="25209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802907" y="7477132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38"/>
                </a:lnTo>
                <a:lnTo>
                  <a:pt x="0" y="19557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7"/>
                </a:lnTo>
                <a:lnTo>
                  <a:pt x="25209" y="12598"/>
                </a:lnTo>
                <a:lnTo>
                  <a:pt x="25209" y="5638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074869" y="7621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218863" y="7621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226898" y="7621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370892" y="7621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514910" y="7621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658903" y="7621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802907" y="762113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26"/>
                </a:lnTo>
                <a:lnTo>
                  <a:pt x="0" y="19557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7"/>
                </a:lnTo>
                <a:lnTo>
                  <a:pt x="25209" y="12598"/>
                </a:lnTo>
                <a:lnTo>
                  <a:pt x="25209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074869" y="776512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218863" y="776512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226898" y="776512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370892" y="776512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514910" y="776512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658903" y="776512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802907" y="776512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26"/>
                </a:lnTo>
                <a:lnTo>
                  <a:pt x="0" y="19557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7"/>
                </a:lnTo>
                <a:lnTo>
                  <a:pt x="25209" y="12598"/>
                </a:lnTo>
                <a:lnTo>
                  <a:pt x="25209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074869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18863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362881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506872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650879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58" y="0"/>
                </a:moveTo>
                <a:lnTo>
                  <a:pt x="5638" y="0"/>
                </a:lnTo>
                <a:lnTo>
                  <a:pt x="0" y="5626"/>
                </a:lnTo>
                <a:lnTo>
                  <a:pt x="0" y="19557"/>
                </a:lnTo>
                <a:lnTo>
                  <a:pt x="5638" y="25196"/>
                </a:lnTo>
                <a:lnTo>
                  <a:pt x="19558" y="25196"/>
                </a:lnTo>
                <a:lnTo>
                  <a:pt x="25209" y="19557"/>
                </a:lnTo>
                <a:lnTo>
                  <a:pt x="25209" y="12598"/>
                </a:lnTo>
                <a:lnTo>
                  <a:pt x="25209" y="5626"/>
                </a:lnTo>
                <a:lnTo>
                  <a:pt x="19558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794870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64" y="0"/>
                </a:lnTo>
                <a:lnTo>
                  <a:pt x="0" y="5626"/>
                </a:lnTo>
                <a:lnTo>
                  <a:pt x="0" y="19557"/>
                </a:lnTo>
                <a:lnTo>
                  <a:pt x="5664" y="25196"/>
                </a:lnTo>
                <a:lnTo>
                  <a:pt x="19570" y="25196"/>
                </a:lnTo>
                <a:lnTo>
                  <a:pt x="25209" y="19557"/>
                </a:lnTo>
                <a:lnTo>
                  <a:pt x="25209" y="12598"/>
                </a:lnTo>
                <a:lnTo>
                  <a:pt x="25209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938888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26"/>
                </a:lnTo>
                <a:lnTo>
                  <a:pt x="0" y="19557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7"/>
                </a:lnTo>
                <a:lnTo>
                  <a:pt x="25209" y="12598"/>
                </a:lnTo>
                <a:lnTo>
                  <a:pt x="25209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082882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26898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370892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514910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26" y="0"/>
                </a:lnTo>
                <a:lnTo>
                  <a:pt x="0" y="5626"/>
                </a:lnTo>
                <a:lnTo>
                  <a:pt x="0" y="19557"/>
                </a:lnTo>
                <a:lnTo>
                  <a:pt x="5626" y="25196"/>
                </a:lnTo>
                <a:lnTo>
                  <a:pt x="19545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658903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70" y="0"/>
                </a:moveTo>
                <a:lnTo>
                  <a:pt x="5651" y="0"/>
                </a:lnTo>
                <a:lnTo>
                  <a:pt x="0" y="5626"/>
                </a:lnTo>
                <a:lnTo>
                  <a:pt x="0" y="19557"/>
                </a:lnTo>
                <a:lnTo>
                  <a:pt x="5651" y="25196"/>
                </a:lnTo>
                <a:lnTo>
                  <a:pt x="19570" y="25196"/>
                </a:lnTo>
                <a:lnTo>
                  <a:pt x="25196" y="19557"/>
                </a:lnTo>
                <a:lnTo>
                  <a:pt x="25196" y="12598"/>
                </a:lnTo>
                <a:lnTo>
                  <a:pt x="25196" y="5626"/>
                </a:lnTo>
                <a:lnTo>
                  <a:pt x="19570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02907" y="7909118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19545" y="0"/>
                </a:moveTo>
                <a:lnTo>
                  <a:pt x="5638" y="0"/>
                </a:lnTo>
                <a:lnTo>
                  <a:pt x="0" y="5626"/>
                </a:lnTo>
                <a:lnTo>
                  <a:pt x="0" y="19557"/>
                </a:lnTo>
                <a:lnTo>
                  <a:pt x="5638" y="25196"/>
                </a:lnTo>
                <a:lnTo>
                  <a:pt x="19545" y="25196"/>
                </a:lnTo>
                <a:lnTo>
                  <a:pt x="25209" y="19557"/>
                </a:lnTo>
                <a:lnTo>
                  <a:pt x="25209" y="12598"/>
                </a:lnTo>
                <a:lnTo>
                  <a:pt x="25209" y="5626"/>
                </a:lnTo>
                <a:lnTo>
                  <a:pt x="19545" y="0"/>
                </a:lnTo>
                <a:close/>
              </a:path>
            </a:pathLst>
          </a:custGeom>
          <a:solidFill>
            <a:srgbClr val="00B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6248515" y="7449287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1</a:t>
            </a:r>
            <a:r>
              <a:rPr sz="900" spc="-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birim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5114443" y="8383436"/>
            <a:ext cx="1741170" cy="653415"/>
            <a:chOff x="5114443" y="8383436"/>
            <a:chExt cx="1741170" cy="653415"/>
          </a:xfrm>
        </p:grpSpPr>
        <p:sp>
          <p:nvSpPr>
            <p:cNvPr id="116" name="object 116"/>
            <p:cNvSpPr/>
            <p:nvPr/>
          </p:nvSpPr>
          <p:spPr>
            <a:xfrm>
              <a:off x="5114443" y="8385976"/>
              <a:ext cx="1741170" cy="648335"/>
            </a:xfrm>
            <a:custGeom>
              <a:avLst/>
              <a:gdLst/>
              <a:ahLst/>
              <a:cxnLst/>
              <a:rect l="l" t="t" r="r" b="b"/>
              <a:pathLst>
                <a:path w="1741170" h="648334">
                  <a:moveTo>
                    <a:pt x="0" y="0"/>
                  </a:moveTo>
                  <a:lnTo>
                    <a:pt x="1740852" y="0"/>
                  </a:lnTo>
                </a:path>
                <a:path w="1741170" h="648334">
                  <a:moveTo>
                    <a:pt x="0" y="108000"/>
                  </a:moveTo>
                  <a:lnTo>
                    <a:pt x="1740852" y="108000"/>
                  </a:lnTo>
                </a:path>
                <a:path w="1741170" h="648334">
                  <a:moveTo>
                    <a:pt x="0" y="216001"/>
                  </a:moveTo>
                  <a:lnTo>
                    <a:pt x="1740852" y="216001"/>
                  </a:lnTo>
                </a:path>
                <a:path w="1741170" h="648334">
                  <a:moveTo>
                    <a:pt x="0" y="324002"/>
                  </a:moveTo>
                  <a:lnTo>
                    <a:pt x="1740852" y="324002"/>
                  </a:lnTo>
                </a:path>
                <a:path w="1741170" h="648334">
                  <a:moveTo>
                    <a:pt x="0" y="432003"/>
                  </a:moveTo>
                  <a:lnTo>
                    <a:pt x="1740852" y="432003"/>
                  </a:lnTo>
                </a:path>
                <a:path w="1741170" h="648334">
                  <a:moveTo>
                    <a:pt x="0" y="540003"/>
                  </a:moveTo>
                  <a:lnTo>
                    <a:pt x="1740852" y="540003"/>
                  </a:lnTo>
                </a:path>
                <a:path w="1741170" h="648334">
                  <a:moveTo>
                    <a:pt x="0" y="648004"/>
                  </a:moveTo>
                  <a:lnTo>
                    <a:pt x="1740852" y="648004"/>
                  </a:lnTo>
                </a:path>
                <a:path w="1741170" h="648334">
                  <a:moveTo>
                    <a:pt x="4203" y="1587"/>
                  </a:moveTo>
                  <a:lnTo>
                    <a:pt x="4203" y="635482"/>
                  </a:lnTo>
                </a:path>
                <a:path w="1741170" h="648334">
                  <a:moveTo>
                    <a:pt x="112204" y="1587"/>
                  </a:moveTo>
                  <a:lnTo>
                    <a:pt x="112204" y="635482"/>
                  </a:lnTo>
                </a:path>
                <a:path w="1741170" h="648334">
                  <a:moveTo>
                    <a:pt x="220205" y="1587"/>
                  </a:moveTo>
                  <a:lnTo>
                    <a:pt x="220205" y="635482"/>
                  </a:lnTo>
                </a:path>
                <a:path w="1741170" h="648334">
                  <a:moveTo>
                    <a:pt x="328206" y="1587"/>
                  </a:moveTo>
                  <a:lnTo>
                    <a:pt x="328206" y="635482"/>
                  </a:lnTo>
                </a:path>
                <a:path w="1741170" h="648334">
                  <a:moveTo>
                    <a:pt x="436206" y="1587"/>
                  </a:moveTo>
                  <a:lnTo>
                    <a:pt x="436206" y="635482"/>
                  </a:lnTo>
                </a:path>
                <a:path w="1741170" h="648334">
                  <a:moveTo>
                    <a:pt x="544207" y="1587"/>
                  </a:moveTo>
                  <a:lnTo>
                    <a:pt x="544207" y="635482"/>
                  </a:lnTo>
                </a:path>
                <a:path w="1741170" h="648334">
                  <a:moveTo>
                    <a:pt x="652208" y="1587"/>
                  </a:moveTo>
                  <a:lnTo>
                    <a:pt x="652208" y="635482"/>
                  </a:lnTo>
                </a:path>
                <a:path w="1741170" h="648334">
                  <a:moveTo>
                    <a:pt x="760209" y="1587"/>
                  </a:moveTo>
                  <a:lnTo>
                    <a:pt x="760209" y="635482"/>
                  </a:lnTo>
                </a:path>
                <a:path w="1741170" h="648334">
                  <a:moveTo>
                    <a:pt x="868210" y="1587"/>
                  </a:moveTo>
                  <a:lnTo>
                    <a:pt x="868210" y="635482"/>
                  </a:lnTo>
                </a:path>
                <a:path w="1741170" h="648334">
                  <a:moveTo>
                    <a:pt x="976198" y="1587"/>
                  </a:moveTo>
                  <a:lnTo>
                    <a:pt x="976198" y="635482"/>
                  </a:lnTo>
                </a:path>
                <a:path w="1741170" h="648334">
                  <a:moveTo>
                    <a:pt x="1084199" y="1587"/>
                  </a:moveTo>
                  <a:lnTo>
                    <a:pt x="1084199" y="635482"/>
                  </a:lnTo>
                </a:path>
                <a:path w="1741170" h="648334">
                  <a:moveTo>
                    <a:pt x="1192199" y="1587"/>
                  </a:moveTo>
                  <a:lnTo>
                    <a:pt x="1192199" y="635482"/>
                  </a:lnTo>
                </a:path>
                <a:path w="1741170" h="648334">
                  <a:moveTo>
                    <a:pt x="1300200" y="1587"/>
                  </a:moveTo>
                  <a:lnTo>
                    <a:pt x="1300200" y="635482"/>
                  </a:lnTo>
                </a:path>
                <a:path w="1741170" h="648334">
                  <a:moveTo>
                    <a:pt x="1408201" y="1587"/>
                  </a:moveTo>
                  <a:lnTo>
                    <a:pt x="1408201" y="635482"/>
                  </a:lnTo>
                </a:path>
                <a:path w="1741170" h="648334">
                  <a:moveTo>
                    <a:pt x="1516202" y="1587"/>
                  </a:moveTo>
                  <a:lnTo>
                    <a:pt x="1516202" y="635482"/>
                  </a:lnTo>
                </a:path>
                <a:path w="1741170" h="648334">
                  <a:moveTo>
                    <a:pt x="1624203" y="1587"/>
                  </a:moveTo>
                  <a:lnTo>
                    <a:pt x="1624203" y="635482"/>
                  </a:lnTo>
                </a:path>
                <a:path w="1741170" h="648334">
                  <a:moveTo>
                    <a:pt x="1732203" y="1587"/>
                  </a:moveTo>
                  <a:lnTo>
                    <a:pt x="1732203" y="635482"/>
                  </a:lnTo>
                </a:path>
              </a:pathLst>
            </a:custGeom>
            <a:ln w="5080">
              <a:solidFill>
                <a:srgbClr val="8ED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550650" y="8495018"/>
              <a:ext cx="1188085" cy="430530"/>
            </a:xfrm>
            <a:custGeom>
              <a:avLst/>
              <a:gdLst/>
              <a:ahLst/>
              <a:cxnLst/>
              <a:rect l="l" t="t" r="r" b="b"/>
              <a:pathLst>
                <a:path w="1188084" h="430529">
                  <a:moveTo>
                    <a:pt x="428574" y="0"/>
                  </a:moveTo>
                  <a:lnTo>
                    <a:pt x="0" y="429907"/>
                  </a:lnTo>
                  <a:lnTo>
                    <a:pt x="647992" y="429907"/>
                  </a:lnTo>
                  <a:lnTo>
                    <a:pt x="428574" y="0"/>
                  </a:lnTo>
                  <a:close/>
                </a:path>
                <a:path w="1188084" h="430529">
                  <a:moveTo>
                    <a:pt x="971943" y="4254"/>
                  </a:moveTo>
                  <a:lnTo>
                    <a:pt x="1079944" y="4254"/>
                  </a:lnTo>
                </a:path>
                <a:path w="1188084" h="430529">
                  <a:moveTo>
                    <a:pt x="1187945" y="120002"/>
                  </a:moveTo>
                  <a:lnTo>
                    <a:pt x="1187945" y="224256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552934" y="8558620"/>
              <a:ext cx="34290" cy="40640"/>
            </a:xfrm>
            <a:custGeom>
              <a:avLst/>
              <a:gdLst/>
              <a:ahLst/>
              <a:cxnLst/>
              <a:rect l="l" t="t" r="r" b="b"/>
              <a:pathLst>
                <a:path w="34290" h="40640">
                  <a:moveTo>
                    <a:pt x="0" y="0"/>
                  </a:moveTo>
                  <a:lnTo>
                    <a:pt x="16967" y="40513"/>
                  </a:lnTo>
                  <a:lnTo>
                    <a:pt x="34150" y="101"/>
                  </a:lnTo>
                  <a:lnTo>
                    <a:pt x="17068" y="7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676110" y="8665935"/>
              <a:ext cx="53975" cy="635"/>
            </a:xfrm>
            <a:custGeom>
              <a:avLst/>
              <a:gdLst/>
              <a:ahLst/>
              <a:cxnLst/>
              <a:rect l="l" t="t" r="r" b="b"/>
              <a:pathLst>
                <a:path w="53975" h="634">
                  <a:moveTo>
                    <a:pt x="53975" y="165"/>
                  </a:moveTo>
                  <a:lnTo>
                    <a:pt x="0" y="0"/>
                  </a:lnTo>
                </a:path>
              </a:pathLst>
            </a:custGeom>
            <a:ln w="461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648576" y="8648891"/>
              <a:ext cx="40640" cy="34290"/>
            </a:xfrm>
            <a:custGeom>
              <a:avLst/>
              <a:gdLst/>
              <a:ahLst/>
              <a:cxnLst/>
              <a:rect l="l" t="t" r="r" b="b"/>
              <a:pathLst>
                <a:path w="40640" h="34290">
                  <a:moveTo>
                    <a:pt x="40525" y="0"/>
                  </a:moveTo>
                  <a:lnTo>
                    <a:pt x="0" y="16954"/>
                  </a:lnTo>
                  <a:lnTo>
                    <a:pt x="40436" y="34150"/>
                  </a:lnTo>
                  <a:lnTo>
                    <a:pt x="33210" y="17056"/>
                  </a:lnTo>
                  <a:lnTo>
                    <a:pt x="40525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1" name="object 121"/>
          <p:cNvGrpSpPr/>
          <p:nvPr/>
        </p:nvGrpSpPr>
        <p:grpSpPr>
          <a:xfrm>
            <a:off x="615887" y="7166883"/>
            <a:ext cx="95250" cy="113664"/>
            <a:chOff x="615887" y="7166883"/>
            <a:chExt cx="95250" cy="113664"/>
          </a:xfrm>
        </p:grpSpPr>
        <p:sp>
          <p:nvSpPr>
            <p:cNvPr id="122" name="object 122"/>
            <p:cNvSpPr/>
            <p:nvPr/>
          </p:nvSpPr>
          <p:spPr>
            <a:xfrm>
              <a:off x="619062" y="7170058"/>
              <a:ext cx="31750" cy="107314"/>
            </a:xfrm>
            <a:custGeom>
              <a:avLst/>
              <a:gdLst/>
              <a:ahLst/>
              <a:cxnLst/>
              <a:rect l="l" t="t" r="r" b="b"/>
              <a:pathLst>
                <a:path w="31750" h="107315">
                  <a:moveTo>
                    <a:pt x="9017" y="76200"/>
                  </a:moveTo>
                  <a:lnTo>
                    <a:pt x="9271" y="94216"/>
                  </a:lnTo>
                  <a:lnTo>
                    <a:pt x="10001" y="103266"/>
                  </a:lnTo>
                  <a:lnTo>
                    <a:pt x="11160" y="106435"/>
                  </a:lnTo>
                  <a:lnTo>
                    <a:pt x="12700" y="106807"/>
                  </a:lnTo>
                  <a:lnTo>
                    <a:pt x="19304" y="106807"/>
                  </a:lnTo>
                  <a:lnTo>
                    <a:pt x="31750" y="105537"/>
                  </a:lnTo>
                  <a:lnTo>
                    <a:pt x="31750" y="103378"/>
                  </a:lnTo>
                  <a:lnTo>
                    <a:pt x="31095" y="87044"/>
                  </a:lnTo>
                  <a:lnTo>
                    <a:pt x="29654" y="71485"/>
                  </a:lnTo>
                  <a:lnTo>
                    <a:pt x="28213" y="56854"/>
                  </a:lnTo>
                  <a:lnTo>
                    <a:pt x="27559" y="43307"/>
                  </a:lnTo>
                  <a:lnTo>
                    <a:pt x="28114" y="29100"/>
                  </a:lnTo>
                  <a:lnTo>
                    <a:pt x="29337" y="17478"/>
                  </a:lnTo>
                  <a:lnTo>
                    <a:pt x="30559" y="9213"/>
                  </a:lnTo>
                  <a:lnTo>
                    <a:pt x="31115" y="5080"/>
                  </a:lnTo>
                  <a:lnTo>
                    <a:pt x="31115" y="1524"/>
                  </a:lnTo>
                  <a:lnTo>
                    <a:pt x="26035" y="0"/>
                  </a:lnTo>
                  <a:lnTo>
                    <a:pt x="23368" y="0"/>
                  </a:lnTo>
                  <a:lnTo>
                    <a:pt x="14091" y="1456"/>
                  </a:lnTo>
                  <a:lnTo>
                    <a:pt x="6683" y="4889"/>
                  </a:lnTo>
                  <a:lnTo>
                    <a:pt x="1776" y="8893"/>
                  </a:lnTo>
                  <a:lnTo>
                    <a:pt x="0" y="12065"/>
                  </a:lnTo>
                  <a:lnTo>
                    <a:pt x="0" y="16383"/>
                  </a:lnTo>
                  <a:lnTo>
                    <a:pt x="10414" y="15748"/>
                  </a:lnTo>
                  <a:lnTo>
                    <a:pt x="10414" y="26670"/>
                  </a:lnTo>
                  <a:lnTo>
                    <a:pt x="10195" y="37873"/>
                  </a:lnTo>
                  <a:lnTo>
                    <a:pt x="9715" y="49720"/>
                  </a:lnTo>
                  <a:lnTo>
                    <a:pt x="9235" y="62424"/>
                  </a:lnTo>
                  <a:lnTo>
                    <a:pt x="9017" y="76200"/>
                  </a:lnTo>
                  <a:close/>
                </a:path>
              </a:pathLst>
            </a:custGeom>
            <a:ln w="6350">
              <a:solidFill>
                <a:srgbClr val="EE60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79132" y="7248925"/>
              <a:ext cx="28575" cy="27940"/>
            </a:xfrm>
            <a:custGeom>
              <a:avLst/>
              <a:gdLst/>
              <a:ahLst/>
              <a:cxnLst/>
              <a:rect l="l" t="t" r="r" b="b"/>
              <a:pathLst>
                <a:path w="28575" h="27940">
                  <a:moveTo>
                    <a:pt x="14096" y="27939"/>
                  </a:moveTo>
                  <a:lnTo>
                    <a:pt x="21970" y="27939"/>
                  </a:lnTo>
                  <a:lnTo>
                    <a:pt x="28447" y="21843"/>
                  </a:lnTo>
                  <a:lnTo>
                    <a:pt x="28447" y="13969"/>
                  </a:lnTo>
                  <a:lnTo>
                    <a:pt x="28447" y="6095"/>
                  </a:lnTo>
                  <a:lnTo>
                    <a:pt x="21970" y="0"/>
                  </a:lnTo>
                  <a:lnTo>
                    <a:pt x="13969" y="0"/>
                  </a:lnTo>
                  <a:lnTo>
                    <a:pt x="6349" y="0"/>
                  </a:lnTo>
                  <a:lnTo>
                    <a:pt x="0" y="6222"/>
                  </a:lnTo>
                  <a:lnTo>
                    <a:pt x="0" y="13842"/>
                  </a:lnTo>
                  <a:lnTo>
                    <a:pt x="0" y="21589"/>
                  </a:lnTo>
                  <a:lnTo>
                    <a:pt x="6222" y="27939"/>
                  </a:lnTo>
                  <a:lnTo>
                    <a:pt x="14096" y="27939"/>
                  </a:lnTo>
                  <a:close/>
                </a:path>
              </a:pathLst>
            </a:custGeom>
            <a:ln w="6350">
              <a:solidFill>
                <a:srgbClr val="EE60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347299" y="6836140"/>
            <a:ext cx="6729095" cy="3727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387350" algn="l"/>
                <a:tab pos="6715759" algn="l"/>
              </a:tabLst>
            </a:pPr>
            <a:r>
              <a:rPr sz="800" i="1" u="sng" spc="-30" dirty="0">
                <a:solidFill>
                  <a:srgbClr val="F15A29"/>
                </a:solidFill>
                <a:uFill>
                  <a:solidFill>
                    <a:srgbClr val="F15A29"/>
                  </a:solidFill>
                </a:uFill>
                <a:latin typeface="Trebuchet MS"/>
                <a:cs typeface="Trebuchet MS"/>
              </a:rPr>
              <a:t> 	</a:t>
            </a:r>
            <a:r>
              <a:rPr sz="800" i="1" u="sng" spc="55" dirty="0">
                <a:solidFill>
                  <a:srgbClr val="F15A29"/>
                </a:solidFill>
                <a:uFill>
                  <a:solidFill>
                    <a:srgbClr val="F15A29"/>
                  </a:solidFill>
                </a:uFill>
                <a:latin typeface="Trebuchet MS"/>
                <a:cs typeface="Trebuchet MS"/>
              </a:rPr>
              <a:t>bul	</a:t>
            </a:r>
            <a:endParaRPr sz="800">
              <a:latin typeface="Trebuchet MS"/>
              <a:cs typeface="Trebuchet MS"/>
            </a:endParaRPr>
          </a:p>
          <a:p>
            <a:pPr marL="1005205">
              <a:lnSpc>
                <a:spcPct val="100000"/>
              </a:lnSpc>
              <a:spcBef>
                <a:spcPts val="365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12</a:t>
            </a:r>
            <a:r>
              <a:rPr sz="900" spc="-4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cm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267366" y="7556064"/>
            <a:ext cx="2863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14</a:t>
            </a:r>
            <a:r>
              <a:rPr sz="900" spc="-6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br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863067" y="7202582"/>
            <a:ext cx="1548130" cy="532130"/>
            <a:chOff x="863067" y="7202582"/>
            <a:chExt cx="1548130" cy="532130"/>
          </a:xfrm>
        </p:grpSpPr>
        <p:sp>
          <p:nvSpPr>
            <p:cNvPr id="127" name="object 127"/>
            <p:cNvSpPr/>
            <p:nvPr/>
          </p:nvSpPr>
          <p:spPr>
            <a:xfrm>
              <a:off x="866775" y="7202589"/>
              <a:ext cx="1391285" cy="46355"/>
            </a:xfrm>
            <a:custGeom>
              <a:avLst/>
              <a:gdLst/>
              <a:ahLst/>
              <a:cxnLst/>
              <a:rect l="l" t="t" r="r" b="b"/>
              <a:pathLst>
                <a:path w="1391285" h="46354">
                  <a:moveTo>
                    <a:pt x="1390802" y="45834"/>
                  </a:moveTo>
                  <a:lnTo>
                    <a:pt x="1389138" y="34886"/>
                  </a:lnTo>
                  <a:lnTo>
                    <a:pt x="1384706" y="26403"/>
                  </a:lnTo>
                  <a:lnTo>
                    <a:pt x="1376299" y="20916"/>
                  </a:lnTo>
                  <a:lnTo>
                    <a:pt x="1363497" y="19100"/>
                  </a:lnTo>
                  <a:lnTo>
                    <a:pt x="1363497" y="18973"/>
                  </a:lnTo>
                  <a:lnTo>
                    <a:pt x="723188" y="18973"/>
                  </a:lnTo>
                  <a:lnTo>
                    <a:pt x="715746" y="18592"/>
                  </a:lnTo>
                  <a:lnTo>
                    <a:pt x="708342" y="16383"/>
                  </a:lnTo>
                  <a:lnTo>
                    <a:pt x="702271" y="10731"/>
                  </a:lnTo>
                  <a:lnTo>
                    <a:pt x="698830" y="0"/>
                  </a:lnTo>
                  <a:lnTo>
                    <a:pt x="693458" y="0"/>
                  </a:lnTo>
                  <a:lnTo>
                    <a:pt x="689991" y="10731"/>
                  </a:lnTo>
                  <a:lnTo>
                    <a:pt x="683920" y="16383"/>
                  </a:lnTo>
                  <a:lnTo>
                    <a:pt x="676529" y="18592"/>
                  </a:lnTo>
                  <a:lnTo>
                    <a:pt x="669099" y="18973"/>
                  </a:lnTo>
                  <a:lnTo>
                    <a:pt x="646849" y="18973"/>
                  </a:lnTo>
                  <a:lnTo>
                    <a:pt x="624166" y="18973"/>
                  </a:lnTo>
                  <a:lnTo>
                    <a:pt x="28130" y="18973"/>
                  </a:lnTo>
                  <a:lnTo>
                    <a:pt x="14503" y="20916"/>
                  </a:lnTo>
                  <a:lnTo>
                    <a:pt x="6096" y="26403"/>
                  </a:lnTo>
                  <a:lnTo>
                    <a:pt x="1663" y="34886"/>
                  </a:lnTo>
                  <a:lnTo>
                    <a:pt x="0" y="45834"/>
                  </a:lnTo>
                  <a:lnTo>
                    <a:pt x="3429" y="45834"/>
                  </a:lnTo>
                  <a:lnTo>
                    <a:pt x="6426" y="35877"/>
                  </a:lnTo>
                  <a:lnTo>
                    <a:pt x="11861" y="30264"/>
                  </a:lnTo>
                  <a:lnTo>
                    <a:pt x="19570" y="27762"/>
                  </a:lnTo>
                  <a:lnTo>
                    <a:pt x="29375" y="27203"/>
                  </a:lnTo>
                  <a:lnTo>
                    <a:pt x="30391" y="27203"/>
                  </a:lnTo>
                  <a:lnTo>
                    <a:pt x="52362" y="27203"/>
                  </a:lnTo>
                  <a:lnTo>
                    <a:pt x="668642" y="27203"/>
                  </a:lnTo>
                  <a:lnTo>
                    <a:pt x="680339" y="25806"/>
                  </a:lnTo>
                  <a:lnTo>
                    <a:pt x="688225" y="21386"/>
                  </a:lnTo>
                  <a:lnTo>
                    <a:pt x="693191" y="13652"/>
                  </a:lnTo>
                  <a:lnTo>
                    <a:pt x="696087" y="2286"/>
                  </a:lnTo>
                  <a:lnTo>
                    <a:pt x="698550" y="12496"/>
                  </a:lnTo>
                  <a:lnTo>
                    <a:pt x="703084" y="20358"/>
                  </a:lnTo>
                  <a:lnTo>
                    <a:pt x="710996" y="25412"/>
                  </a:lnTo>
                  <a:lnTo>
                    <a:pt x="723646" y="27203"/>
                  </a:lnTo>
                  <a:lnTo>
                    <a:pt x="747039" y="27203"/>
                  </a:lnTo>
                  <a:lnTo>
                    <a:pt x="768908" y="27203"/>
                  </a:lnTo>
                  <a:lnTo>
                    <a:pt x="1361427" y="27203"/>
                  </a:lnTo>
                  <a:lnTo>
                    <a:pt x="1371701" y="27863"/>
                  </a:lnTo>
                  <a:lnTo>
                    <a:pt x="1379448" y="30518"/>
                  </a:lnTo>
                  <a:lnTo>
                    <a:pt x="1384668" y="36169"/>
                  </a:lnTo>
                  <a:lnTo>
                    <a:pt x="1387386" y="45834"/>
                  </a:lnTo>
                  <a:lnTo>
                    <a:pt x="1390802" y="4583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66242" y="7284566"/>
              <a:ext cx="1541780" cy="447040"/>
            </a:xfrm>
            <a:custGeom>
              <a:avLst/>
              <a:gdLst/>
              <a:ahLst/>
              <a:cxnLst/>
              <a:rect l="l" t="t" r="r" b="b"/>
              <a:pathLst>
                <a:path w="1541780" h="447040">
                  <a:moveTo>
                    <a:pt x="1541322" y="446862"/>
                  </a:moveTo>
                  <a:lnTo>
                    <a:pt x="300837" y="446862"/>
                  </a:lnTo>
                  <a:lnTo>
                    <a:pt x="0" y="0"/>
                  </a:lnTo>
                  <a:lnTo>
                    <a:pt x="1240485" y="0"/>
                  </a:lnTo>
                  <a:lnTo>
                    <a:pt x="1541322" y="446862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170401" y="7284566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h="447040">
                  <a:moveTo>
                    <a:pt x="0" y="446862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170401" y="766794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194409" y="7691952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5">
                  <a:moveTo>
                    <a:pt x="9283" y="0"/>
                  </a:moveTo>
                  <a:lnTo>
                    <a:pt x="5981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45"/>
                  </a:lnTo>
                  <a:lnTo>
                    <a:pt x="2679" y="11925"/>
                  </a:lnTo>
                  <a:lnTo>
                    <a:pt x="9283" y="11925"/>
                  </a:lnTo>
                  <a:lnTo>
                    <a:pt x="11938" y="9245"/>
                  </a:lnTo>
                  <a:lnTo>
                    <a:pt x="11938" y="2679"/>
                  </a:lnTo>
                  <a:lnTo>
                    <a:pt x="928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2" name="object 132"/>
          <p:cNvGrpSpPr/>
          <p:nvPr/>
        </p:nvGrpSpPr>
        <p:grpSpPr>
          <a:xfrm>
            <a:off x="2762936" y="7166895"/>
            <a:ext cx="1643380" cy="815975"/>
            <a:chOff x="2762936" y="7166895"/>
            <a:chExt cx="1643380" cy="815975"/>
          </a:xfrm>
        </p:grpSpPr>
        <p:sp>
          <p:nvSpPr>
            <p:cNvPr id="133" name="object 133"/>
            <p:cNvSpPr/>
            <p:nvPr/>
          </p:nvSpPr>
          <p:spPr>
            <a:xfrm>
              <a:off x="4057218" y="7255789"/>
              <a:ext cx="349250" cy="727075"/>
            </a:xfrm>
            <a:custGeom>
              <a:avLst/>
              <a:gdLst/>
              <a:ahLst/>
              <a:cxnLst/>
              <a:rect l="l" t="t" r="r" b="b"/>
              <a:pathLst>
                <a:path w="349250" h="727075">
                  <a:moveTo>
                    <a:pt x="348691" y="23583"/>
                  </a:moveTo>
                  <a:lnTo>
                    <a:pt x="347205" y="13639"/>
                  </a:lnTo>
                  <a:lnTo>
                    <a:pt x="341337" y="6083"/>
                  </a:lnTo>
                  <a:lnTo>
                    <a:pt x="332092" y="0"/>
                  </a:lnTo>
                  <a:lnTo>
                    <a:pt x="330657" y="3124"/>
                  </a:lnTo>
                  <a:lnTo>
                    <a:pt x="338455" y="9994"/>
                  </a:lnTo>
                  <a:lnTo>
                    <a:pt x="341299" y="17272"/>
                  </a:lnTo>
                  <a:lnTo>
                    <a:pt x="340347" y="25323"/>
                  </a:lnTo>
                  <a:lnTo>
                    <a:pt x="336778" y="34467"/>
                  </a:lnTo>
                  <a:lnTo>
                    <a:pt x="336359" y="35382"/>
                  </a:lnTo>
                  <a:lnTo>
                    <a:pt x="327190" y="55359"/>
                  </a:lnTo>
                  <a:lnTo>
                    <a:pt x="305371" y="102908"/>
                  </a:lnTo>
                  <a:lnTo>
                    <a:pt x="274396" y="170446"/>
                  </a:lnTo>
                  <a:lnTo>
                    <a:pt x="243420" y="237972"/>
                  </a:lnTo>
                  <a:lnTo>
                    <a:pt x="212674" y="304965"/>
                  </a:lnTo>
                  <a:lnTo>
                    <a:pt x="203225" y="325564"/>
                  </a:lnTo>
                  <a:lnTo>
                    <a:pt x="194144" y="345376"/>
                  </a:lnTo>
                  <a:lnTo>
                    <a:pt x="190525" y="356603"/>
                  </a:lnTo>
                  <a:lnTo>
                    <a:pt x="191249" y="365620"/>
                  </a:lnTo>
                  <a:lnTo>
                    <a:pt x="196215" y="373354"/>
                  </a:lnTo>
                  <a:lnTo>
                    <a:pt x="205359" y="380720"/>
                  </a:lnTo>
                  <a:lnTo>
                    <a:pt x="195033" y="378714"/>
                  </a:lnTo>
                  <a:lnTo>
                    <a:pt x="185991" y="379552"/>
                  </a:lnTo>
                  <a:lnTo>
                    <a:pt x="178092" y="384644"/>
                  </a:lnTo>
                  <a:lnTo>
                    <a:pt x="171208" y="395376"/>
                  </a:lnTo>
                  <a:lnTo>
                    <a:pt x="152323" y="436524"/>
                  </a:lnTo>
                  <a:lnTo>
                    <a:pt x="130467" y="484187"/>
                  </a:lnTo>
                  <a:lnTo>
                    <a:pt x="121246" y="504266"/>
                  </a:lnTo>
                  <a:lnTo>
                    <a:pt x="90271" y="571792"/>
                  </a:lnTo>
                  <a:lnTo>
                    <a:pt x="59296" y="639318"/>
                  </a:lnTo>
                  <a:lnTo>
                    <a:pt x="37858" y="686041"/>
                  </a:lnTo>
                  <a:lnTo>
                    <a:pt x="30416" y="702271"/>
                  </a:lnTo>
                  <a:lnTo>
                    <a:pt x="29184" y="704964"/>
                  </a:lnTo>
                  <a:lnTo>
                    <a:pt x="24282" y="714044"/>
                  </a:lnTo>
                  <a:lnTo>
                    <a:pt x="18643" y="719975"/>
                  </a:lnTo>
                  <a:lnTo>
                    <a:pt x="11328" y="722363"/>
                  </a:lnTo>
                  <a:lnTo>
                    <a:pt x="1422" y="720788"/>
                  </a:lnTo>
                  <a:lnTo>
                    <a:pt x="0" y="723900"/>
                  </a:lnTo>
                  <a:lnTo>
                    <a:pt x="10642" y="726960"/>
                  </a:lnTo>
                  <a:lnTo>
                    <a:pt x="20193" y="726478"/>
                  </a:lnTo>
                  <a:lnTo>
                    <a:pt x="28689" y="721118"/>
                  </a:lnTo>
                  <a:lnTo>
                    <a:pt x="35687" y="710247"/>
                  </a:lnTo>
                  <a:lnTo>
                    <a:pt x="36093" y="709599"/>
                  </a:lnTo>
                  <a:lnTo>
                    <a:pt x="44983" y="690257"/>
                  </a:lnTo>
                  <a:lnTo>
                    <a:pt x="45339" y="689483"/>
                  </a:lnTo>
                  <a:lnTo>
                    <a:pt x="76009" y="622681"/>
                  </a:lnTo>
                  <a:lnTo>
                    <a:pt x="97751" y="575233"/>
                  </a:lnTo>
                  <a:lnTo>
                    <a:pt x="106972" y="555142"/>
                  </a:lnTo>
                  <a:lnTo>
                    <a:pt x="128727" y="507707"/>
                  </a:lnTo>
                  <a:lnTo>
                    <a:pt x="159816" y="439966"/>
                  </a:lnTo>
                  <a:lnTo>
                    <a:pt x="168935" y="420103"/>
                  </a:lnTo>
                  <a:lnTo>
                    <a:pt x="178879" y="398399"/>
                  </a:lnTo>
                  <a:lnTo>
                    <a:pt x="182321" y="391795"/>
                  </a:lnTo>
                  <a:lnTo>
                    <a:pt x="187413" y="386003"/>
                  </a:lnTo>
                  <a:lnTo>
                    <a:pt x="195084" y="382841"/>
                  </a:lnTo>
                  <a:lnTo>
                    <a:pt x="206286" y="384175"/>
                  </a:lnTo>
                  <a:lnTo>
                    <a:pt x="208534" y="379285"/>
                  </a:lnTo>
                  <a:lnTo>
                    <a:pt x="200215" y="371678"/>
                  </a:lnTo>
                  <a:lnTo>
                    <a:pt x="197599" y="363804"/>
                  </a:lnTo>
                  <a:lnTo>
                    <a:pt x="198666" y="356158"/>
                  </a:lnTo>
                  <a:lnTo>
                    <a:pt x="201434" y="349237"/>
                  </a:lnTo>
                  <a:lnTo>
                    <a:pt x="210705" y="329006"/>
                  </a:lnTo>
                  <a:lnTo>
                    <a:pt x="220167" y="308394"/>
                  </a:lnTo>
                  <a:lnTo>
                    <a:pt x="241681" y="261493"/>
                  </a:lnTo>
                  <a:lnTo>
                    <a:pt x="250901" y="241401"/>
                  </a:lnTo>
                  <a:lnTo>
                    <a:pt x="272656" y="193967"/>
                  </a:lnTo>
                  <a:lnTo>
                    <a:pt x="281876" y="173888"/>
                  </a:lnTo>
                  <a:lnTo>
                    <a:pt x="303644" y="126428"/>
                  </a:lnTo>
                  <a:lnTo>
                    <a:pt x="312864" y="106349"/>
                  </a:lnTo>
                  <a:lnTo>
                    <a:pt x="334670" y="58801"/>
                  </a:lnTo>
                  <a:lnTo>
                    <a:pt x="335800" y="56324"/>
                  </a:lnTo>
                  <a:lnTo>
                    <a:pt x="343839" y="38823"/>
                  </a:lnTo>
                  <a:lnTo>
                    <a:pt x="344792" y="36779"/>
                  </a:lnTo>
                  <a:lnTo>
                    <a:pt x="348691" y="2358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62936" y="7166895"/>
              <a:ext cx="106804" cy="113156"/>
            </a:xfrm>
            <a:prstGeom prst="rect">
              <a:avLst/>
            </a:prstGeom>
          </p:spPr>
        </p:pic>
      </p:grpSp>
      <p:sp>
        <p:nvSpPr>
          <p:cNvPr id="135" name="object 135"/>
          <p:cNvSpPr txBox="1"/>
          <p:nvPr/>
        </p:nvSpPr>
        <p:spPr>
          <a:xfrm>
            <a:off x="3702825" y="7280639"/>
            <a:ext cx="222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8 br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185025" y="7411056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4 cm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2817890" y="7235042"/>
            <a:ext cx="1541145" cy="629285"/>
            <a:chOff x="2817890" y="7235042"/>
            <a:chExt cx="1541145" cy="629285"/>
          </a:xfrm>
        </p:grpSpPr>
        <p:sp>
          <p:nvSpPr>
            <p:cNvPr id="138" name="object 138"/>
            <p:cNvSpPr/>
            <p:nvPr/>
          </p:nvSpPr>
          <p:spPr>
            <a:xfrm>
              <a:off x="2821065" y="7238217"/>
              <a:ext cx="1534795" cy="622935"/>
            </a:xfrm>
            <a:custGeom>
              <a:avLst/>
              <a:gdLst/>
              <a:ahLst/>
              <a:cxnLst/>
              <a:rect l="l" t="t" r="r" b="b"/>
              <a:pathLst>
                <a:path w="1534795" h="622934">
                  <a:moveTo>
                    <a:pt x="1240459" y="622592"/>
                  </a:moveTo>
                  <a:lnTo>
                    <a:pt x="0" y="622592"/>
                  </a:lnTo>
                  <a:lnTo>
                    <a:pt x="293712" y="0"/>
                  </a:lnTo>
                  <a:lnTo>
                    <a:pt x="1534198" y="0"/>
                  </a:lnTo>
                  <a:lnTo>
                    <a:pt x="1240459" y="622592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118676" y="7238229"/>
              <a:ext cx="1072515" cy="346710"/>
            </a:xfrm>
            <a:custGeom>
              <a:avLst/>
              <a:gdLst/>
              <a:ahLst/>
              <a:cxnLst/>
              <a:rect l="l" t="t" r="r" b="b"/>
              <a:pathLst>
                <a:path w="1072514" h="346709">
                  <a:moveTo>
                    <a:pt x="1072210" y="346621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9756" y="7404464"/>
              <a:ext cx="141236" cy="183565"/>
            </a:xfrm>
            <a:prstGeom prst="rect">
              <a:avLst/>
            </a:prstGeom>
          </p:spPr>
        </p:pic>
      </p:grpSp>
      <p:pic>
        <p:nvPicPr>
          <p:cNvPr id="141" name="object 1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28044" y="7167390"/>
            <a:ext cx="106805" cy="112140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0774" y="8320558"/>
            <a:ext cx="109980" cy="111251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63064" y="8295019"/>
            <a:ext cx="106677" cy="111252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26394" y="8298156"/>
            <a:ext cx="108455" cy="113156"/>
          </a:xfrm>
          <a:prstGeom prst="rect">
            <a:avLst/>
          </a:prstGeom>
        </p:spPr>
      </p:pic>
      <p:sp>
        <p:nvSpPr>
          <p:cNvPr id="145" name="object 145"/>
          <p:cNvSpPr/>
          <p:nvPr/>
        </p:nvSpPr>
        <p:spPr>
          <a:xfrm>
            <a:off x="840102" y="8338961"/>
            <a:ext cx="1470660" cy="742950"/>
          </a:xfrm>
          <a:custGeom>
            <a:avLst/>
            <a:gdLst/>
            <a:ahLst/>
            <a:cxnLst/>
            <a:rect l="l" t="t" r="r" b="b"/>
            <a:pathLst>
              <a:path w="1470660" h="742950">
                <a:moveTo>
                  <a:pt x="0" y="742607"/>
                </a:moveTo>
                <a:lnTo>
                  <a:pt x="735063" y="0"/>
                </a:lnTo>
                <a:lnTo>
                  <a:pt x="1470101" y="742607"/>
                </a:lnTo>
                <a:lnTo>
                  <a:pt x="0" y="742607"/>
                </a:lnTo>
                <a:close/>
              </a:path>
            </a:pathLst>
          </a:custGeom>
          <a:ln w="6350">
            <a:solidFill>
              <a:srgbClr val="8DC6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 txBox="1"/>
          <p:nvPr/>
        </p:nvSpPr>
        <p:spPr>
          <a:xfrm>
            <a:off x="1568330" y="8704365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6 cm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406828" y="9074773"/>
            <a:ext cx="337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16 cm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4097681" y="8944241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6 cm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3056878" y="8489850"/>
            <a:ext cx="166370" cy="36893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solidFill>
                  <a:srgbClr val="231F20"/>
                </a:solidFill>
                <a:latin typeface="Arial MT"/>
                <a:cs typeface="Arial MT"/>
              </a:rPr>
              <a:t>4,8 cm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1571965" y="8338963"/>
            <a:ext cx="66040" cy="743585"/>
            <a:chOff x="1571965" y="8338963"/>
            <a:chExt cx="66040" cy="743585"/>
          </a:xfrm>
        </p:grpSpPr>
        <p:sp>
          <p:nvSpPr>
            <p:cNvPr id="151" name="object 151"/>
            <p:cNvSpPr/>
            <p:nvPr/>
          </p:nvSpPr>
          <p:spPr>
            <a:xfrm>
              <a:off x="1575140" y="9019821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599147" y="9043836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5">
                  <a:moveTo>
                    <a:pt x="9283" y="0"/>
                  </a:moveTo>
                  <a:lnTo>
                    <a:pt x="5981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58"/>
                  </a:lnTo>
                  <a:lnTo>
                    <a:pt x="2679" y="11937"/>
                  </a:lnTo>
                  <a:lnTo>
                    <a:pt x="9283" y="11937"/>
                  </a:lnTo>
                  <a:lnTo>
                    <a:pt x="11938" y="9258"/>
                  </a:lnTo>
                  <a:lnTo>
                    <a:pt x="11938" y="2679"/>
                  </a:lnTo>
                  <a:lnTo>
                    <a:pt x="928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575140" y="8338963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575140" y="8358049"/>
              <a:ext cx="0" cy="708025"/>
            </a:xfrm>
            <a:custGeom>
              <a:avLst/>
              <a:gdLst/>
              <a:ahLst/>
              <a:cxnLst/>
              <a:rect l="l" t="t" r="r" b="b"/>
              <a:pathLst>
                <a:path h="708025">
                  <a:moveTo>
                    <a:pt x="0" y="0"/>
                  </a:moveTo>
                  <a:lnTo>
                    <a:pt x="0" y="707517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575140" y="9071941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" name="object 156"/>
          <p:cNvGrpSpPr/>
          <p:nvPr/>
        </p:nvGrpSpPr>
        <p:grpSpPr>
          <a:xfrm>
            <a:off x="3196235" y="8292169"/>
            <a:ext cx="1433830" cy="687705"/>
            <a:chOff x="3196235" y="8292169"/>
            <a:chExt cx="1433830" cy="687705"/>
          </a:xfrm>
        </p:grpSpPr>
        <p:sp>
          <p:nvSpPr>
            <p:cNvPr id="157" name="object 157"/>
            <p:cNvSpPr/>
            <p:nvPr/>
          </p:nvSpPr>
          <p:spPr>
            <a:xfrm>
              <a:off x="3206154" y="8907209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230168" y="8931225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5">
                  <a:moveTo>
                    <a:pt x="9258" y="0"/>
                  </a:moveTo>
                  <a:lnTo>
                    <a:pt x="5956" y="0"/>
                  </a:lnTo>
                  <a:lnTo>
                    <a:pt x="2654" y="0"/>
                  </a:lnTo>
                  <a:lnTo>
                    <a:pt x="0" y="2679"/>
                  </a:lnTo>
                  <a:lnTo>
                    <a:pt x="0" y="9245"/>
                  </a:lnTo>
                  <a:lnTo>
                    <a:pt x="2654" y="11925"/>
                  </a:lnTo>
                  <a:lnTo>
                    <a:pt x="9258" y="11925"/>
                  </a:lnTo>
                  <a:lnTo>
                    <a:pt x="11937" y="9245"/>
                  </a:lnTo>
                  <a:lnTo>
                    <a:pt x="11937" y="2679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199410" y="8295344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3199410" y="8314306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4">
                  <a:moveTo>
                    <a:pt x="0" y="0"/>
                  </a:moveTo>
                  <a:lnTo>
                    <a:pt x="0" y="649287"/>
                  </a:lnTo>
                </a:path>
              </a:pathLst>
            </a:custGeom>
            <a:ln w="6350">
              <a:solidFill>
                <a:srgbClr val="00AEE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3199410" y="896989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882937" y="8976246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6349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212148" y="8976246"/>
              <a:ext cx="658495" cy="0"/>
            </a:xfrm>
            <a:custGeom>
              <a:avLst/>
              <a:gdLst/>
              <a:ahLst/>
              <a:cxnLst/>
              <a:rect l="l" t="t" r="r" b="b"/>
              <a:pathLst>
                <a:path w="658495">
                  <a:moveTo>
                    <a:pt x="658012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EEF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199410" y="8976246"/>
              <a:ext cx="1427480" cy="0"/>
            </a:xfrm>
            <a:custGeom>
              <a:avLst/>
              <a:gdLst/>
              <a:ahLst/>
              <a:cxnLst/>
              <a:rect l="l" t="t" r="r" b="b"/>
              <a:pathLst>
                <a:path w="1427479">
                  <a:moveTo>
                    <a:pt x="6350" y="0"/>
                  </a:moveTo>
                  <a:lnTo>
                    <a:pt x="0" y="0"/>
                  </a:lnTo>
                </a:path>
                <a:path w="1427479">
                  <a:moveTo>
                    <a:pt x="1427035" y="0"/>
                  </a:moveTo>
                  <a:lnTo>
                    <a:pt x="689876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199410" y="8295344"/>
              <a:ext cx="690245" cy="671830"/>
            </a:xfrm>
            <a:custGeom>
              <a:avLst/>
              <a:gdLst/>
              <a:ahLst/>
              <a:cxnLst/>
              <a:rect l="l" t="t" r="r" b="b"/>
              <a:pathLst>
                <a:path w="690245" h="671829">
                  <a:moveTo>
                    <a:pt x="0" y="0"/>
                  </a:moveTo>
                  <a:lnTo>
                    <a:pt x="689876" y="671804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199410" y="8295344"/>
              <a:ext cx="1427480" cy="681355"/>
            </a:xfrm>
            <a:custGeom>
              <a:avLst/>
              <a:gdLst/>
              <a:ahLst/>
              <a:cxnLst/>
              <a:rect l="l" t="t" r="r" b="b"/>
              <a:pathLst>
                <a:path w="1427479" h="681354">
                  <a:moveTo>
                    <a:pt x="0" y="0"/>
                  </a:moveTo>
                  <a:lnTo>
                    <a:pt x="1427035" y="680897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7" name="object 167"/>
          <p:cNvSpPr/>
          <p:nvPr/>
        </p:nvSpPr>
        <p:spPr>
          <a:xfrm>
            <a:off x="6569976" y="8517637"/>
            <a:ext cx="635" cy="53975"/>
          </a:xfrm>
          <a:custGeom>
            <a:avLst/>
            <a:gdLst/>
            <a:ahLst/>
            <a:cxnLst/>
            <a:rect l="l" t="t" r="r" b="b"/>
            <a:pathLst>
              <a:path w="634" h="53975">
                <a:moveTo>
                  <a:pt x="139" y="0"/>
                </a:moveTo>
                <a:lnTo>
                  <a:pt x="0" y="53974"/>
                </a:lnTo>
              </a:path>
            </a:pathLst>
          </a:custGeom>
          <a:ln w="4610">
            <a:solidFill>
              <a:srgbClr val="EC00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6286170" y="8552054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1</a:t>
            </a:r>
            <a:r>
              <a:rPr sz="900" spc="-5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Arial MT"/>
                <a:cs typeface="Arial MT"/>
              </a:rPr>
              <a:t>birim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536599" y="1744615"/>
            <a:ext cx="40386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0" dirty="0">
                <a:solidFill>
                  <a:srgbClr val="C7EAFB"/>
                </a:solidFill>
                <a:latin typeface="Segoe UI Symbol"/>
                <a:cs typeface="Segoe UI Symbol"/>
              </a:rPr>
              <a:t>➥</a:t>
            </a:r>
            <a:r>
              <a:rPr sz="1000" spc="220" dirty="0">
                <a:solidFill>
                  <a:srgbClr val="C7EAFB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Paralelkenarın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alanı,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uzunluğu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kenara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ait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yüksekliğin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751906" y="1922415"/>
            <a:ext cx="9645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çarpımına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eşittir.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5278927" y="1303452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6761741" y="1303452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4936995" y="2017827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6432496" y="2017827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5744296" y="2075778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6608619" y="170015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5376440" y="1711697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1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r>
              <a:rPr sz="750" spc="22" baseline="-33333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750" baseline="-33333">
              <a:latin typeface="Trebuchet MS"/>
              <a:cs typeface="Trebuchet MS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6068646" y="1463664"/>
            <a:ext cx="177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r>
              <a:rPr sz="750" spc="15" baseline="-33333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750" baseline="-33333">
              <a:latin typeface="Trebuchet MS"/>
              <a:cs typeface="Trebuchet MS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5039357" y="1376902"/>
            <a:ext cx="1722120" cy="765810"/>
            <a:chOff x="5039357" y="1376902"/>
            <a:chExt cx="1722120" cy="765810"/>
          </a:xfrm>
        </p:grpSpPr>
        <p:sp>
          <p:nvSpPr>
            <p:cNvPr id="180" name="object 180"/>
            <p:cNvSpPr/>
            <p:nvPr/>
          </p:nvSpPr>
          <p:spPr>
            <a:xfrm>
              <a:off x="5390586" y="2051635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5414594" y="2075646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4">
                  <a:moveTo>
                    <a:pt x="9258" y="0"/>
                  </a:moveTo>
                  <a:lnTo>
                    <a:pt x="5956" y="0"/>
                  </a:lnTo>
                  <a:lnTo>
                    <a:pt x="2654" y="0"/>
                  </a:lnTo>
                  <a:lnTo>
                    <a:pt x="0" y="2679"/>
                  </a:lnTo>
                  <a:lnTo>
                    <a:pt x="0" y="9258"/>
                  </a:lnTo>
                  <a:lnTo>
                    <a:pt x="2654" y="11938"/>
                  </a:lnTo>
                  <a:lnTo>
                    <a:pt x="9258" y="11938"/>
                  </a:lnTo>
                  <a:lnTo>
                    <a:pt x="11937" y="9258"/>
                  </a:lnTo>
                  <a:lnTo>
                    <a:pt x="11937" y="2679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6489684" y="1755128"/>
              <a:ext cx="55244" cy="79375"/>
            </a:xfrm>
            <a:custGeom>
              <a:avLst/>
              <a:gdLst/>
              <a:ahLst/>
              <a:cxnLst/>
              <a:rect l="l" t="t" r="r" b="b"/>
              <a:pathLst>
                <a:path w="55245" h="79375">
                  <a:moveTo>
                    <a:pt x="54673" y="79273"/>
                  </a:moveTo>
                  <a:lnTo>
                    <a:pt x="0" y="54673"/>
                  </a:lnTo>
                  <a:lnTo>
                    <a:pt x="24599" y="0"/>
                  </a:lnTo>
                </a:path>
              </a:pathLst>
            </a:custGeom>
            <a:ln w="48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522538" y="178797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6235" y="0"/>
                  </a:moveTo>
                  <a:lnTo>
                    <a:pt x="2692" y="1346"/>
                  </a:lnTo>
                  <a:lnTo>
                    <a:pt x="0" y="7340"/>
                  </a:lnTo>
                  <a:lnTo>
                    <a:pt x="1346" y="10883"/>
                  </a:lnTo>
                  <a:lnTo>
                    <a:pt x="4343" y="12242"/>
                  </a:lnTo>
                  <a:lnTo>
                    <a:pt x="7353" y="13601"/>
                  </a:lnTo>
                  <a:lnTo>
                    <a:pt x="10871" y="12242"/>
                  </a:lnTo>
                  <a:lnTo>
                    <a:pt x="13576" y="6248"/>
                  </a:lnTo>
                  <a:lnTo>
                    <a:pt x="12255" y="2717"/>
                  </a:lnTo>
                  <a:lnTo>
                    <a:pt x="623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5042532" y="1408846"/>
              <a:ext cx="1715770" cy="701675"/>
            </a:xfrm>
            <a:custGeom>
              <a:avLst/>
              <a:gdLst/>
              <a:ahLst/>
              <a:cxnLst/>
              <a:rect l="l" t="t" r="r" b="b"/>
              <a:pathLst>
                <a:path w="1715770" h="701675">
                  <a:moveTo>
                    <a:pt x="1367523" y="701243"/>
                  </a:moveTo>
                  <a:lnTo>
                    <a:pt x="0" y="701243"/>
                  </a:lnTo>
                  <a:lnTo>
                    <a:pt x="348056" y="0"/>
                  </a:lnTo>
                  <a:lnTo>
                    <a:pt x="1715592" y="0"/>
                  </a:lnTo>
                  <a:lnTo>
                    <a:pt x="1367523" y="701243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390586" y="1408848"/>
              <a:ext cx="6350" cy="1905"/>
            </a:xfrm>
            <a:custGeom>
              <a:avLst/>
              <a:gdLst/>
              <a:ahLst/>
              <a:cxnLst/>
              <a:rect l="l" t="t" r="r" b="b"/>
              <a:pathLst>
                <a:path w="6350" h="1905">
                  <a:moveTo>
                    <a:pt x="0" y="0"/>
                  </a:moveTo>
                  <a:lnTo>
                    <a:pt x="6057" y="1854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5408768" y="1414417"/>
              <a:ext cx="1156970" cy="354330"/>
            </a:xfrm>
            <a:custGeom>
              <a:avLst/>
              <a:gdLst/>
              <a:ahLst/>
              <a:cxnLst/>
              <a:rect l="l" t="t" r="r" b="b"/>
              <a:pathLst>
                <a:path w="1156970" h="354330">
                  <a:moveTo>
                    <a:pt x="0" y="0"/>
                  </a:moveTo>
                  <a:lnTo>
                    <a:pt x="1156728" y="35433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6571561" y="1770612"/>
              <a:ext cx="6350" cy="1905"/>
            </a:xfrm>
            <a:custGeom>
              <a:avLst/>
              <a:gdLst/>
              <a:ahLst/>
              <a:cxnLst/>
              <a:rect l="l" t="t" r="r" b="b"/>
              <a:pathLst>
                <a:path w="6350" h="1905">
                  <a:moveTo>
                    <a:pt x="0" y="0"/>
                  </a:moveTo>
                  <a:lnTo>
                    <a:pt x="6083" y="1866"/>
                  </a:lnTo>
                </a:path>
              </a:pathLst>
            </a:custGeom>
            <a:ln w="6349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5390588" y="1408853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390586" y="1427712"/>
              <a:ext cx="0" cy="669925"/>
            </a:xfrm>
            <a:custGeom>
              <a:avLst/>
              <a:gdLst/>
              <a:ahLst/>
              <a:cxnLst/>
              <a:rect l="l" t="t" r="r" b="b"/>
              <a:pathLst>
                <a:path h="669925">
                  <a:moveTo>
                    <a:pt x="0" y="0"/>
                  </a:moveTo>
                  <a:lnTo>
                    <a:pt x="0" y="669759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5390586" y="210374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19103" y="1376902"/>
              <a:ext cx="107010" cy="64325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69319" y="2078144"/>
              <a:ext cx="107035" cy="64325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5193686" y="1794904"/>
              <a:ext cx="3810" cy="8890"/>
            </a:xfrm>
            <a:custGeom>
              <a:avLst/>
              <a:gdLst/>
              <a:ahLst/>
              <a:cxnLst/>
              <a:rect l="l" t="t" r="r" b="b"/>
              <a:pathLst>
                <a:path w="3810" h="8889">
                  <a:moveTo>
                    <a:pt x="0" y="8686"/>
                  </a:moveTo>
                  <a:lnTo>
                    <a:pt x="3352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178037" y="1751772"/>
              <a:ext cx="60960" cy="59690"/>
            </a:xfrm>
            <a:custGeom>
              <a:avLst/>
              <a:gdLst/>
              <a:ahLst/>
              <a:cxnLst/>
              <a:rect l="l" t="t" r="r" b="b"/>
              <a:pathLst>
                <a:path w="60960" h="59689">
                  <a:moveTo>
                    <a:pt x="4533" y="0"/>
                  </a:moveTo>
                  <a:lnTo>
                    <a:pt x="1117" y="711"/>
                  </a:lnTo>
                  <a:lnTo>
                    <a:pt x="0" y="2400"/>
                  </a:lnTo>
                  <a:lnTo>
                    <a:pt x="11163" y="57658"/>
                  </a:lnTo>
                  <a:lnTo>
                    <a:pt x="11899" y="58547"/>
                  </a:lnTo>
                  <a:lnTo>
                    <a:pt x="13919" y="59321"/>
                  </a:lnTo>
                  <a:lnTo>
                    <a:pt x="15049" y="59169"/>
                  </a:lnTo>
                  <a:lnTo>
                    <a:pt x="59524" y="26339"/>
                  </a:lnTo>
                  <a:lnTo>
                    <a:pt x="59905" y="25857"/>
                  </a:lnTo>
                  <a:lnTo>
                    <a:pt x="60464" y="24333"/>
                  </a:lnTo>
                  <a:lnTo>
                    <a:pt x="60375" y="23177"/>
                  </a:lnTo>
                  <a:lnTo>
                    <a:pt x="59702" y="22275"/>
                  </a:lnTo>
                  <a:lnTo>
                    <a:pt x="58661" y="20866"/>
                  </a:lnTo>
                  <a:lnTo>
                    <a:pt x="56680" y="20561"/>
                  </a:lnTo>
                  <a:lnTo>
                    <a:pt x="16167" y="50457"/>
                  </a:lnTo>
                  <a:lnTo>
                    <a:pt x="6197" y="1130"/>
                  </a:lnTo>
                  <a:lnTo>
                    <a:pt x="453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6558912" y="1794904"/>
              <a:ext cx="3810" cy="8890"/>
            </a:xfrm>
            <a:custGeom>
              <a:avLst/>
              <a:gdLst/>
              <a:ahLst/>
              <a:cxnLst/>
              <a:rect l="l" t="t" r="r" b="b"/>
              <a:pathLst>
                <a:path w="3809" h="8889">
                  <a:moveTo>
                    <a:pt x="0" y="8686"/>
                  </a:moveTo>
                  <a:lnTo>
                    <a:pt x="3352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6543266" y="1751772"/>
              <a:ext cx="60960" cy="59690"/>
            </a:xfrm>
            <a:custGeom>
              <a:avLst/>
              <a:gdLst/>
              <a:ahLst/>
              <a:cxnLst/>
              <a:rect l="l" t="t" r="r" b="b"/>
              <a:pathLst>
                <a:path w="60959" h="59689">
                  <a:moveTo>
                    <a:pt x="4533" y="0"/>
                  </a:moveTo>
                  <a:lnTo>
                    <a:pt x="1104" y="711"/>
                  </a:lnTo>
                  <a:lnTo>
                    <a:pt x="0" y="2400"/>
                  </a:lnTo>
                  <a:lnTo>
                    <a:pt x="11150" y="57658"/>
                  </a:lnTo>
                  <a:lnTo>
                    <a:pt x="11899" y="58547"/>
                  </a:lnTo>
                  <a:lnTo>
                    <a:pt x="13906" y="59321"/>
                  </a:lnTo>
                  <a:lnTo>
                    <a:pt x="15049" y="59169"/>
                  </a:lnTo>
                  <a:lnTo>
                    <a:pt x="59524" y="26339"/>
                  </a:lnTo>
                  <a:lnTo>
                    <a:pt x="59893" y="25857"/>
                  </a:lnTo>
                  <a:lnTo>
                    <a:pt x="60464" y="24333"/>
                  </a:lnTo>
                  <a:lnTo>
                    <a:pt x="60363" y="23177"/>
                  </a:lnTo>
                  <a:lnTo>
                    <a:pt x="59702" y="22275"/>
                  </a:lnTo>
                  <a:lnTo>
                    <a:pt x="58661" y="20866"/>
                  </a:lnTo>
                  <a:lnTo>
                    <a:pt x="56667" y="20561"/>
                  </a:lnTo>
                  <a:lnTo>
                    <a:pt x="16167" y="50457"/>
                  </a:lnTo>
                  <a:lnTo>
                    <a:pt x="6197" y="1130"/>
                  </a:lnTo>
                  <a:lnTo>
                    <a:pt x="453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7" name="object 197"/>
          <p:cNvSpPr txBox="1"/>
          <p:nvPr/>
        </p:nvSpPr>
        <p:spPr>
          <a:xfrm>
            <a:off x="4993582" y="2251946"/>
            <a:ext cx="20739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A(ABCD) = 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·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</a:t>
            </a:r>
            <a:r>
              <a:rPr sz="1050" spc="-7" baseline="-31746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,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A(ABCD)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 b ·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</a:t>
            </a:r>
            <a:r>
              <a:rPr sz="1050" spc="-7" baseline="-31746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endParaRPr sz="1050" baseline="-31746">
              <a:latin typeface="Microsoft Sans Serif"/>
              <a:cs typeface="Microsoft Sans Serif"/>
            </a:endParaRPr>
          </a:p>
        </p:txBody>
      </p:sp>
      <p:pic>
        <p:nvPicPr>
          <p:cNvPr id="198" name="object 19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030" y="2758906"/>
            <a:ext cx="120662" cy="78371"/>
          </a:xfrm>
          <a:prstGeom prst="rect">
            <a:avLst/>
          </a:prstGeom>
        </p:spPr>
      </p:pic>
      <p:sp>
        <p:nvSpPr>
          <p:cNvPr id="199" name="object 199"/>
          <p:cNvSpPr txBox="1"/>
          <p:nvPr/>
        </p:nvSpPr>
        <p:spPr>
          <a:xfrm>
            <a:off x="536600" y="2677115"/>
            <a:ext cx="4320540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16700"/>
              </a:lnSpc>
              <a:spcBef>
                <a:spcPts val="100"/>
              </a:spcBef>
            </a:pPr>
            <a:r>
              <a:rPr sz="1000" spc="-70" dirty="0">
                <a:solidFill>
                  <a:srgbClr val="C7EAFB"/>
                </a:solidFill>
                <a:latin typeface="Segoe UI Symbol"/>
                <a:cs typeface="Segoe UI Symbol"/>
              </a:rPr>
              <a:t>➥</a:t>
            </a:r>
            <a:r>
              <a:rPr sz="1000" spc="30" dirty="0">
                <a:solidFill>
                  <a:srgbClr val="C7EAFB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Üçgenin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alanı,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uzunluğu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ait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yüksekliğin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çarpımının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yarısına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eşittir.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0" name="object 200"/>
          <p:cNvSpPr/>
          <p:nvPr/>
        </p:nvSpPr>
        <p:spPr>
          <a:xfrm>
            <a:off x="5588170" y="2907633"/>
            <a:ext cx="1470660" cy="742950"/>
          </a:xfrm>
          <a:custGeom>
            <a:avLst/>
            <a:gdLst/>
            <a:ahLst/>
            <a:cxnLst/>
            <a:rect l="l" t="t" r="r" b="b"/>
            <a:pathLst>
              <a:path w="1470659" h="742950">
                <a:moveTo>
                  <a:pt x="0" y="742657"/>
                </a:moveTo>
                <a:lnTo>
                  <a:pt x="735063" y="0"/>
                </a:lnTo>
                <a:lnTo>
                  <a:pt x="1470088" y="742657"/>
                </a:lnTo>
                <a:lnTo>
                  <a:pt x="0" y="742657"/>
                </a:lnTo>
                <a:close/>
              </a:path>
            </a:pathLst>
          </a:custGeom>
          <a:ln w="635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 txBox="1"/>
          <p:nvPr/>
        </p:nvSpPr>
        <p:spPr>
          <a:xfrm>
            <a:off x="6327021" y="3258228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6278751" y="363075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6272414" y="2759953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5544793" y="3630757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7019835" y="3630757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6320057" y="2904464"/>
            <a:ext cx="66040" cy="746760"/>
            <a:chOff x="6320057" y="2904464"/>
            <a:chExt cx="66040" cy="746760"/>
          </a:xfrm>
        </p:grpSpPr>
        <p:sp>
          <p:nvSpPr>
            <p:cNvPr id="207" name="object 207"/>
            <p:cNvSpPr/>
            <p:nvPr/>
          </p:nvSpPr>
          <p:spPr>
            <a:xfrm>
              <a:off x="6323232" y="3588564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6347240" y="3612576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4">
                  <a:moveTo>
                    <a:pt x="9258" y="0"/>
                  </a:moveTo>
                  <a:lnTo>
                    <a:pt x="5956" y="0"/>
                  </a:lnTo>
                  <a:lnTo>
                    <a:pt x="2654" y="0"/>
                  </a:lnTo>
                  <a:lnTo>
                    <a:pt x="0" y="2679"/>
                  </a:lnTo>
                  <a:lnTo>
                    <a:pt x="0" y="9258"/>
                  </a:lnTo>
                  <a:lnTo>
                    <a:pt x="2654" y="11925"/>
                  </a:lnTo>
                  <a:lnTo>
                    <a:pt x="9258" y="11925"/>
                  </a:lnTo>
                  <a:lnTo>
                    <a:pt x="11937" y="9258"/>
                  </a:lnTo>
                  <a:lnTo>
                    <a:pt x="11937" y="2679"/>
                  </a:lnTo>
                  <a:lnTo>
                    <a:pt x="92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6323232" y="2907639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6323232" y="2926738"/>
              <a:ext cx="0" cy="708025"/>
            </a:xfrm>
            <a:custGeom>
              <a:avLst/>
              <a:gdLst/>
              <a:ahLst/>
              <a:cxnLst/>
              <a:rect l="l" t="t" r="r" b="b"/>
              <a:pathLst>
                <a:path h="708025">
                  <a:moveTo>
                    <a:pt x="0" y="0"/>
                  </a:moveTo>
                  <a:lnTo>
                    <a:pt x="0" y="707555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6323232" y="3640667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2" name="object 212"/>
          <p:cNvSpPr txBox="1"/>
          <p:nvPr/>
        </p:nvSpPr>
        <p:spPr>
          <a:xfrm>
            <a:off x="5938613" y="3866059"/>
            <a:ext cx="5327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231F20"/>
                </a:solidFill>
                <a:latin typeface="Arial MT"/>
                <a:cs typeface="Arial MT"/>
              </a:rPr>
              <a:t>A(ABC)</a:t>
            </a:r>
            <a:r>
              <a:rPr sz="900" spc="-45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6087089" y="3818837"/>
            <a:ext cx="627380" cy="29273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86409" marR="5080" indent="-474345">
              <a:lnSpc>
                <a:spcPts val="1019"/>
              </a:lnSpc>
              <a:spcBef>
                <a:spcPts val="180"/>
              </a:spcBef>
              <a:tabLst>
                <a:tab pos="422909" algn="l"/>
              </a:tabLst>
            </a:pPr>
            <a:r>
              <a:rPr sz="900" spc="894" dirty="0">
                <a:solidFill>
                  <a:srgbClr val="231F20"/>
                </a:solidFill>
                <a:latin typeface="Tahoma"/>
                <a:cs typeface="Tahoma"/>
              </a:rPr>
              <a:t>&amp;	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900" spc="-10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·</a:t>
            </a:r>
            <a:r>
              <a:rPr sz="900" spc="-1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h  2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347303" y="1081194"/>
            <a:ext cx="7033259" cy="3138170"/>
            <a:chOff x="347303" y="1081194"/>
            <a:chExt cx="7033259" cy="3138170"/>
          </a:xfrm>
        </p:grpSpPr>
        <p:sp>
          <p:nvSpPr>
            <p:cNvPr id="215" name="object 215"/>
            <p:cNvSpPr/>
            <p:nvPr/>
          </p:nvSpPr>
          <p:spPr>
            <a:xfrm>
              <a:off x="6498552" y="3968851"/>
              <a:ext cx="214629" cy="4445"/>
            </a:xfrm>
            <a:custGeom>
              <a:avLst/>
              <a:gdLst/>
              <a:ahLst/>
              <a:cxnLst/>
              <a:rect l="l" t="t" r="r" b="b"/>
              <a:pathLst>
                <a:path w="214629" h="4445">
                  <a:moveTo>
                    <a:pt x="214312" y="0"/>
                  </a:moveTo>
                  <a:lnTo>
                    <a:pt x="0" y="0"/>
                  </a:lnTo>
                  <a:lnTo>
                    <a:pt x="0" y="4368"/>
                  </a:lnTo>
                  <a:lnTo>
                    <a:pt x="214312" y="4368"/>
                  </a:lnTo>
                  <a:lnTo>
                    <a:pt x="21431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86243" y="1165466"/>
              <a:ext cx="6974840" cy="3035300"/>
            </a:xfrm>
            <a:custGeom>
              <a:avLst/>
              <a:gdLst/>
              <a:ahLst/>
              <a:cxnLst/>
              <a:rect l="l" t="t" r="r" b="b"/>
              <a:pathLst>
                <a:path w="6974840" h="3035300">
                  <a:moveTo>
                    <a:pt x="252006" y="0"/>
                  </a:moveTo>
                  <a:lnTo>
                    <a:pt x="106315" y="3937"/>
                  </a:lnTo>
                  <a:lnTo>
                    <a:pt x="31500" y="31500"/>
                  </a:lnTo>
                  <a:lnTo>
                    <a:pt x="3937" y="106315"/>
                  </a:lnTo>
                  <a:lnTo>
                    <a:pt x="0" y="252006"/>
                  </a:lnTo>
                  <a:lnTo>
                    <a:pt x="0" y="3034804"/>
                  </a:lnTo>
                  <a:lnTo>
                    <a:pt x="6974700" y="3034804"/>
                  </a:lnTo>
                  <a:lnTo>
                    <a:pt x="6974700" y="252006"/>
                  </a:lnTo>
                  <a:lnTo>
                    <a:pt x="6970762" y="106315"/>
                  </a:lnTo>
                  <a:lnTo>
                    <a:pt x="6943201" y="31500"/>
                  </a:lnTo>
                  <a:lnTo>
                    <a:pt x="6868390" y="3937"/>
                  </a:lnTo>
                  <a:lnTo>
                    <a:pt x="6722706" y="0"/>
                  </a:lnTo>
                  <a:lnTo>
                    <a:pt x="252006" y="0"/>
                  </a:lnTo>
                  <a:close/>
                </a:path>
              </a:pathLst>
            </a:custGeom>
            <a:ln w="38100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415049" y="1159060"/>
              <a:ext cx="6572884" cy="255270"/>
            </a:xfrm>
            <a:custGeom>
              <a:avLst/>
              <a:gdLst/>
              <a:ahLst/>
              <a:cxnLst/>
              <a:rect l="l" t="t" r="r" b="b"/>
              <a:pathLst>
                <a:path w="6572884" h="255269">
                  <a:moveTo>
                    <a:pt x="0" y="255193"/>
                  </a:moveTo>
                  <a:lnTo>
                    <a:pt x="4186" y="209324"/>
                  </a:lnTo>
                  <a:lnTo>
                    <a:pt x="16257" y="166151"/>
                  </a:lnTo>
                  <a:lnTo>
                    <a:pt x="35478" y="126396"/>
                  </a:lnTo>
                  <a:lnTo>
                    <a:pt x="61115" y="90778"/>
                  </a:lnTo>
                  <a:lnTo>
                    <a:pt x="92435" y="60020"/>
                  </a:lnTo>
                  <a:lnTo>
                    <a:pt x="128702" y="34843"/>
                  </a:lnTo>
                  <a:lnTo>
                    <a:pt x="169184" y="15966"/>
                  </a:lnTo>
                  <a:lnTo>
                    <a:pt x="213146" y="4111"/>
                  </a:lnTo>
                  <a:lnTo>
                    <a:pt x="259854" y="0"/>
                  </a:lnTo>
                  <a:lnTo>
                    <a:pt x="6572554" y="0"/>
                  </a:lnTo>
                </a:path>
              </a:pathLst>
            </a:custGeom>
            <a:ln w="38100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91753" y="1153451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5" h="300355">
                  <a:moveTo>
                    <a:pt x="299897" y="0"/>
                  </a:moveTo>
                  <a:lnTo>
                    <a:pt x="251251" y="3925"/>
                  </a:lnTo>
                  <a:lnTo>
                    <a:pt x="205105" y="15291"/>
                  </a:lnTo>
                  <a:lnTo>
                    <a:pt x="162075" y="33478"/>
                  </a:lnTo>
                  <a:lnTo>
                    <a:pt x="122780" y="57869"/>
                  </a:lnTo>
                  <a:lnTo>
                    <a:pt x="87836" y="87847"/>
                  </a:lnTo>
                  <a:lnTo>
                    <a:pt x="57861" y="122793"/>
                  </a:lnTo>
                  <a:lnTo>
                    <a:pt x="33473" y="162091"/>
                  </a:lnTo>
                  <a:lnTo>
                    <a:pt x="15288" y="205121"/>
                  </a:lnTo>
                  <a:lnTo>
                    <a:pt x="3925" y="251267"/>
                  </a:lnTo>
                  <a:lnTo>
                    <a:pt x="0" y="299910"/>
                  </a:lnTo>
                </a:path>
              </a:pathLst>
            </a:custGeom>
            <a:ln w="88900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75606" y="1081194"/>
              <a:ext cx="1296670" cy="269240"/>
            </a:xfrm>
            <a:custGeom>
              <a:avLst/>
              <a:gdLst/>
              <a:ahLst/>
              <a:cxnLst/>
              <a:rect l="l" t="t" r="r" b="b"/>
              <a:pathLst>
                <a:path w="1296670" h="269240">
                  <a:moveTo>
                    <a:pt x="1115364" y="0"/>
                  </a:moveTo>
                  <a:lnTo>
                    <a:pt x="40678" y="0"/>
                  </a:lnTo>
                  <a:lnTo>
                    <a:pt x="24881" y="2776"/>
                  </a:lnTo>
                  <a:lnTo>
                    <a:pt x="11947" y="10336"/>
                  </a:lnTo>
                  <a:lnTo>
                    <a:pt x="3209" y="21522"/>
                  </a:lnTo>
                  <a:lnTo>
                    <a:pt x="0" y="35179"/>
                  </a:lnTo>
                  <a:lnTo>
                    <a:pt x="0" y="233565"/>
                  </a:lnTo>
                  <a:lnTo>
                    <a:pt x="3209" y="247220"/>
                  </a:lnTo>
                  <a:lnTo>
                    <a:pt x="11947" y="258402"/>
                  </a:lnTo>
                  <a:lnTo>
                    <a:pt x="24881" y="265957"/>
                  </a:lnTo>
                  <a:lnTo>
                    <a:pt x="40678" y="268732"/>
                  </a:lnTo>
                  <a:lnTo>
                    <a:pt x="1115364" y="268732"/>
                  </a:lnTo>
                  <a:lnTo>
                    <a:pt x="1170546" y="253606"/>
                  </a:lnTo>
                  <a:lnTo>
                    <a:pt x="1284389" y="159067"/>
                  </a:lnTo>
                  <a:lnTo>
                    <a:pt x="1296323" y="134351"/>
                  </a:lnTo>
                  <a:lnTo>
                    <a:pt x="1293340" y="121178"/>
                  </a:lnTo>
                  <a:lnTo>
                    <a:pt x="1184998" y="24726"/>
                  </a:lnTo>
                  <a:lnTo>
                    <a:pt x="1133447" y="1950"/>
                  </a:lnTo>
                  <a:lnTo>
                    <a:pt x="1115364" y="0"/>
                  </a:lnTo>
                  <a:close/>
                </a:path>
              </a:pathLst>
            </a:custGeom>
            <a:solidFill>
              <a:srgbClr val="FAA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0" name="object 220"/>
          <p:cNvSpPr txBox="1"/>
          <p:nvPr/>
        </p:nvSpPr>
        <p:spPr>
          <a:xfrm>
            <a:off x="536600" y="1060099"/>
            <a:ext cx="3573145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00"/>
              </a:spcBef>
            </a:pPr>
            <a:r>
              <a:rPr sz="1600" spc="-165" dirty="0">
                <a:solidFill>
                  <a:srgbClr val="FFFFFF"/>
                </a:solidFill>
                <a:latin typeface="Verdana"/>
                <a:cs typeface="Verdana"/>
              </a:rPr>
              <a:t>Bilgi</a:t>
            </a:r>
            <a:r>
              <a:rPr sz="16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75" dirty="0">
                <a:solidFill>
                  <a:srgbClr val="FFFFFF"/>
                </a:solidFill>
                <a:latin typeface="Verdana"/>
                <a:cs typeface="Verdana"/>
              </a:rPr>
              <a:t>Hazinem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000" spc="-70" dirty="0">
                <a:solidFill>
                  <a:srgbClr val="C7EAFB"/>
                </a:solidFill>
                <a:latin typeface="Segoe UI Symbol"/>
                <a:cs typeface="Segoe UI Symbol"/>
              </a:rPr>
              <a:t>➥</a:t>
            </a:r>
            <a:r>
              <a:rPr sz="1000" spc="220" dirty="0">
                <a:solidFill>
                  <a:srgbClr val="C7EAFB"/>
                </a:solidFill>
                <a:latin typeface="Segoe UI Symbol"/>
                <a:cs typeface="Segoe UI Symbol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Karşılıklı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kenarları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dörtgene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E24493"/>
                </a:solidFill>
                <a:latin typeface="Microsoft Sans Serif"/>
                <a:cs typeface="Microsoft Sans Serif"/>
              </a:rPr>
              <a:t>paralel</a:t>
            </a:r>
            <a:r>
              <a:rPr sz="1000" spc="2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E24493"/>
                </a:solidFill>
                <a:latin typeface="Microsoft Sans Serif"/>
                <a:cs typeface="Microsoft Sans Serif"/>
              </a:rPr>
              <a:t>kenar</a:t>
            </a:r>
            <a:r>
              <a:rPr sz="1000" spc="20" dirty="0">
                <a:solidFill>
                  <a:srgbClr val="E24493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denir.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21" name="object 221"/>
          <p:cNvGrpSpPr/>
          <p:nvPr/>
        </p:nvGrpSpPr>
        <p:grpSpPr>
          <a:xfrm>
            <a:off x="401097" y="1120170"/>
            <a:ext cx="7016115" cy="4010025"/>
            <a:chOff x="401097" y="1120170"/>
            <a:chExt cx="7016115" cy="4010025"/>
          </a:xfrm>
        </p:grpSpPr>
        <p:sp>
          <p:nvSpPr>
            <p:cNvPr id="222" name="object 222"/>
            <p:cNvSpPr/>
            <p:nvPr/>
          </p:nvSpPr>
          <p:spPr>
            <a:xfrm>
              <a:off x="7072849" y="1164620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5">
                  <a:moveTo>
                    <a:pt x="299910" y="299897"/>
                  </a:moveTo>
                  <a:lnTo>
                    <a:pt x="295984" y="251251"/>
                  </a:lnTo>
                  <a:lnTo>
                    <a:pt x="284619" y="205105"/>
                  </a:lnTo>
                  <a:lnTo>
                    <a:pt x="266432" y="162075"/>
                  </a:lnTo>
                  <a:lnTo>
                    <a:pt x="242040" y="122780"/>
                  </a:lnTo>
                  <a:lnTo>
                    <a:pt x="212063" y="87836"/>
                  </a:lnTo>
                  <a:lnTo>
                    <a:pt x="177116" y="57861"/>
                  </a:lnTo>
                  <a:lnTo>
                    <a:pt x="137819" y="33473"/>
                  </a:lnTo>
                  <a:lnTo>
                    <a:pt x="94789" y="15288"/>
                  </a:lnTo>
                  <a:lnTo>
                    <a:pt x="48643" y="3925"/>
                  </a:lnTo>
                  <a:lnTo>
                    <a:pt x="0" y="0"/>
                  </a:lnTo>
                </a:path>
              </a:pathLst>
            </a:custGeom>
            <a:ln w="88900">
              <a:solidFill>
                <a:srgbClr val="A7A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88823" y="4292028"/>
              <a:ext cx="6926580" cy="763905"/>
            </a:xfrm>
            <a:custGeom>
              <a:avLst/>
              <a:gdLst/>
              <a:ahLst/>
              <a:cxnLst/>
              <a:rect l="l" t="t" r="r" b="b"/>
              <a:pathLst>
                <a:path w="6926580" h="763904">
                  <a:moveTo>
                    <a:pt x="6926580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6926580" y="763524"/>
                  </a:lnTo>
                  <a:lnTo>
                    <a:pt x="6926580" y="0"/>
                  </a:lnTo>
                  <a:close/>
                </a:path>
              </a:pathLst>
            </a:custGeom>
            <a:solidFill>
              <a:srgbClr val="231F2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509750" y="4327351"/>
              <a:ext cx="6834505" cy="671830"/>
            </a:xfrm>
            <a:custGeom>
              <a:avLst/>
              <a:gdLst/>
              <a:ahLst/>
              <a:cxnLst/>
              <a:rect l="l" t="t" r="r" b="b"/>
              <a:pathLst>
                <a:path w="6834505" h="671829">
                  <a:moveTo>
                    <a:pt x="6761899" y="0"/>
                  </a:moveTo>
                  <a:lnTo>
                    <a:pt x="0" y="0"/>
                  </a:lnTo>
                  <a:lnTo>
                    <a:pt x="0" y="599300"/>
                  </a:lnTo>
                  <a:lnTo>
                    <a:pt x="1124" y="640923"/>
                  </a:lnTo>
                  <a:lnTo>
                    <a:pt x="8999" y="662297"/>
                  </a:lnTo>
                  <a:lnTo>
                    <a:pt x="30373" y="670171"/>
                  </a:lnTo>
                  <a:lnTo>
                    <a:pt x="71996" y="671296"/>
                  </a:lnTo>
                  <a:lnTo>
                    <a:pt x="6833895" y="671296"/>
                  </a:lnTo>
                  <a:lnTo>
                    <a:pt x="6833895" y="71996"/>
                  </a:lnTo>
                  <a:lnTo>
                    <a:pt x="6832770" y="30373"/>
                  </a:lnTo>
                  <a:lnTo>
                    <a:pt x="6824895" y="8999"/>
                  </a:lnTo>
                  <a:lnTo>
                    <a:pt x="6803521" y="1124"/>
                  </a:lnTo>
                  <a:lnTo>
                    <a:pt x="6761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509752" y="4327347"/>
              <a:ext cx="6834505" cy="671830"/>
            </a:xfrm>
            <a:custGeom>
              <a:avLst/>
              <a:gdLst/>
              <a:ahLst/>
              <a:cxnLst/>
              <a:rect l="l" t="t" r="r" b="b"/>
              <a:pathLst>
                <a:path w="6834505" h="671829">
                  <a:moveTo>
                    <a:pt x="6833895" y="139573"/>
                  </a:moveTo>
                  <a:lnTo>
                    <a:pt x="6719900" y="139573"/>
                  </a:lnTo>
                  <a:lnTo>
                    <a:pt x="6719900" y="7429"/>
                  </a:lnTo>
                  <a:lnTo>
                    <a:pt x="6820624" y="7429"/>
                  </a:lnTo>
                  <a:lnTo>
                    <a:pt x="6806832" y="2349"/>
                  </a:lnTo>
                  <a:lnTo>
                    <a:pt x="6719900" y="2349"/>
                  </a:lnTo>
                  <a:lnTo>
                    <a:pt x="6719900" y="0"/>
                  </a:lnTo>
                  <a:lnTo>
                    <a:pt x="6716090" y="0"/>
                  </a:lnTo>
                  <a:lnTo>
                    <a:pt x="6716090" y="551268"/>
                  </a:lnTo>
                  <a:lnTo>
                    <a:pt x="6582664" y="551268"/>
                  </a:lnTo>
                  <a:lnTo>
                    <a:pt x="6582664" y="419125"/>
                  </a:lnTo>
                  <a:lnTo>
                    <a:pt x="6716090" y="419125"/>
                  </a:lnTo>
                  <a:lnTo>
                    <a:pt x="6716090" y="414045"/>
                  </a:lnTo>
                  <a:lnTo>
                    <a:pt x="6582664" y="414045"/>
                  </a:lnTo>
                  <a:lnTo>
                    <a:pt x="6582664" y="281889"/>
                  </a:lnTo>
                  <a:lnTo>
                    <a:pt x="6716090" y="281889"/>
                  </a:lnTo>
                  <a:lnTo>
                    <a:pt x="6716090" y="276809"/>
                  </a:lnTo>
                  <a:lnTo>
                    <a:pt x="6582664" y="276809"/>
                  </a:lnTo>
                  <a:lnTo>
                    <a:pt x="6582664" y="144653"/>
                  </a:lnTo>
                  <a:lnTo>
                    <a:pt x="6716090" y="144653"/>
                  </a:lnTo>
                  <a:lnTo>
                    <a:pt x="6716090" y="139573"/>
                  </a:lnTo>
                  <a:lnTo>
                    <a:pt x="6582664" y="139573"/>
                  </a:lnTo>
                  <a:lnTo>
                    <a:pt x="6582664" y="7429"/>
                  </a:lnTo>
                  <a:lnTo>
                    <a:pt x="6716090" y="7429"/>
                  </a:lnTo>
                  <a:lnTo>
                    <a:pt x="6716090" y="2349"/>
                  </a:lnTo>
                  <a:lnTo>
                    <a:pt x="6582664" y="2349"/>
                  </a:lnTo>
                  <a:lnTo>
                    <a:pt x="6582664" y="0"/>
                  </a:lnTo>
                  <a:lnTo>
                    <a:pt x="6578854" y="0"/>
                  </a:lnTo>
                  <a:lnTo>
                    <a:pt x="6578854" y="551268"/>
                  </a:lnTo>
                  <a:lnTo>
                    <a:pt x="6445428" y="551268"/>
                  </a:lnTo>
                  <a:lnTo>
                    <a:pt x="6445428" y="419125"/>
                  </a:lnTo>
                  <a:lnTo>
                    <a:pt x="6578854" y="419125"/>
                  </a:lnTo>
                  <a:lnTo>
                    <a:pt x="6578854" y="414045"/>
                  </a:lnTo>
                  <a:lnTo>
                    <a:pt x="6445428" y="414045"/>
                  </a:lnTo>
                  <a:lnTo>
                    <a:pt x="6445428" y="281889"/>
                  </a:lnTo>
                  <a:lnTo>
                    <a:pt x="6578854" y="281889"/>
                  </a:lnTo>
                  <a:lnTo>
                    <a:pt x="6578854" y="276809"/>
                  </a:lnTo>
                  <a:lnTo>
                    <a:pt x="6445428" y="276809"/>
                  </a:lnTo>
                  <a:lnTo>
                    <a:pt x="6445428" y="144653"/>
                  </a:lnTo>
                  <a:lnTo>
                    <a:pt x="6578854" y="144653"/>
                  </a:lnTo>
                  <a:lnTo>
                    <a:pt x="6578854" y="139573"/>
                  </a:lnTo>
                  <a:lnTo>
                    <a:pt x="6445428" y="139573"/>
                  </a:lnTo>
                  <a:lnTo>
                    <a:pt x="6445428" y="7429"/>
                  </a:lnTo>
                  <a:lnTo>
                    <a:pt x="6578854" y="7429"/>
                  </a:lnTo>
                  <a:lnTo>
                    <a:pt x="6578854" y="2349"/>
                  </a:lnTo>
                  <a:lnTo>
                    <a:pt x="6445428" y="2349"/>
                  </a:lnTo>
                  <a:lnTo>
                    <a:pt x="6445428" y="0"/>
                  </a:lnTo>
                  <a:lnTo>
                    <a:pt x="6441618" y="0"/>
                  </a:lnTo>
                  <a:lnTo>
                    <a:pt x="6441618" y="551268"/>
                  </a:lnTo>
                  <a:lnTo>
                    <a:pt x="6308204" y="551268"/>
                  </a:lnTo>
                  <a:lnTo>
                    <a:pt x="6308204" y="419125"/>
                  </a:lnTo>
                  <a:lnTo>
                    <a:pt x="6441618" y="419125"/>
                  </a:lnTo>
                  <a:lnTo>
                    <a:pt x="6441618" y="414045"/>
                  </a:lnTo>
                  <a:lnTo>
                    <a:pt x="6308204" y="414045"/>
                  </a:lnTo>
                  <a:lnTo>
                    <a:pt x="6308204" y="281889"/>
                  </a:lnTo>
                  <a:lnTo>
                    <a:pt x="6441618" y="281889"/>
                  </a:lnTo>
                  <a:lnTo>
                    <a:pt x="6441618" y="276809"/>
                  </a:lnTo>
                  <a:lnTo>
                    <a:pt x="6308204" y="276809"/>
                  </a:lnTo>
                  <a:lnTo>
                    <a:pt x="6308204" y="144653"/>
                  </a:lnTo>
                  <a:lnTo>
                    <a:pt x="6441618" y="144653"/>
                  </a:lnTo>
                  <a:lnTo>
                    <a:pt x="6441618" y="139573"/>
                  </a:lnTo>
                  <a:lnTo>
                    <a:pt x="6308204" y="139573"/>
                  </a:lnTo>
                  <a:lnTo>
                    <a:pt x="6308204" y="7429"/>
                  </a:lnTo>
                  <a:lnTo>
                    <a:pt x="6441618" y="7429"/>
                  </a:lnTo>
                  <a:lnTo>
                    <a:pt x="6441618" y="2349"/>
                  </a:lnTo>
                  <a:lnTo>
                    <a:pt x="6308204" y="2349"/>
                  </a:lnTo>
                  <a:lnTo>
                    <a:pt x="6308204" y="0"/>
                  </a:lnTo>
                  <a:lnTo>
                    <a:pt x="6304394" y="0"/>
                  </a:lnTo>
                  <a:lnTo>
                    <a:pt x="6304394" y="551268"/>
                  </a:lnTo>
                  <a:lnTo>
                    <a:pt x="6170968" y="551268"/>
                  </a:lnTo>
                  <a:lnTo>
                    <a:pt x="6170968" y="419125"/>
                  </a:lnTo>
                  <a:lnTo>
                    <a:pt x="6304394" y="419125"/>
                  </a:lnTo>
                  <a:lnTo>
                    <a:pt x="6304394" y="414045"/>
                  </a:lnTo>
                  <a:lnTo>
                    <a:pt x="6170968" y="414045"/>
                  </a:lnTo>
                  <a:lnTo>
                    <a:pt x="6170968" y="281889"/>
                  </a:lnTo>
                  <a:lnTo>
                    <a:pt x="6304394" y="281889"/>
                  </a:lnTo>
                  <a:lnTo>
                    <a:pt x="6304394" y="276809"/>
                  </a:lnTo>
                  <a:lnTo>
                    <a:pt x="6170968" y="276809"/>
                  </a:lnTo>
                  <a:lnTo>
                    <a:pt x="6170968" y="144653"/>
                  </a:lnTo>
                  <a:lnTo>
                    <a:pt x="6304394" y="144653"/>
                  </a:lnTo>
                  <a:lnTo>
                    <a:pt x="6304394" y="139573"/>
                  </a:lnTo>
                  <a:lnTo>
                    <a:pt x="6170968" y="139573"/>
                  </a:lnTo>
                  <a:lnTo>
                    <a:pt x="6170968" y="7429"/>
                  </a:lnTo>
                  <a:lnTo>
                    <a:pt x="6304394" y="7429"/>
                  </a:lnTo>
                  <a:lnTo>
                    <a:pt x="6304394" y="2349"/>
                  </a:lnTo>
                  <a:lnTo>
                    <a:pt x="6170968" y="2349"/>
                  </a:lnTo>
                  <a:lnTo>
                    <a:pt x="6170968" y="0"/>
                  </a:lnTo>
                  <a:lnTo>
                    <a:pt x="6167158" y="0"/>
                  </a:lnTo>
                  <a:lnTo>
                    <a:pt x="6167158" y="551268"/>
                  </a:lnTo>
                  <a:lnTo>
                    <a:pt x="6033732" y="551268"/>
                  </a:lnTo>
                  <a:lnTo>
                    <a:pt x="6033732" y="419125"/>
                  </a:lnTo>
                  <a:lnTo>
                    <a:pt x="6167158" y="419125"/>
                  </a:lnTo>
                  <a:lnTo>
                    <a:pt x="6167158" y="414045"/>
                  </a:lnTo>
                  <a:lnTo>
                    <a:pt x="6033732" y="414045"/>
                  </a:lnTo>
                  <a:lnTo>
                    <a:pt x="6033732" y="281889"/>
                  </a:lnTo>
                  <a:lnTo>
                    <a:pt x="6167158" y="281889"/>
                  </a:lnTo>
                  <a:lnTo>
                    <a:pt x="6167158" y="276809"/>
                  </a:lnTo>
                  <a:lnTo>
                    <a:pt x="6033732" y="276809"/>
                  </a:lnTo>
                  <a:lnTo>
                    <a:pt x="6033732" y="144653"/>
                  </a:lnTo>
                  <a:lnTo>
                    <a:pt x="6167158" y="144653"/>
                  </a:lnTo>
                  <a:lnTo>
                    <a:pt x="6167158" y="139573"/>
                  </a:lnTo>
                  <a:lnTo>
                    <a:pt x="6033732" y="139573"/>
                  </a:lnTo>
                  <a:lnTo>
                    <a:pt x="6033732" y="7429"/>
                  </a:lnTo>
                  <a:lnTo>
                    <a:pt x="6167158" y="7429"/>
                  </a:lnTo>
                  <a:lnTo>
                    <a:pt x="6167158" y="2349"/>
                  </a:lnTo>
                  <a:lnTo>
                    <a:pt x="6033732" y="2349"/>
                  </a:lnTo>
                  <a:lnTo>
                    <a:pt x="6033732" y="0"/>
                  </a:lnTo>
                  <a:lnTo>
                    <a:pt x="6029922" y="0"/>
                  </a:lnTo>
                  <a:lnTo>
                    <a:pt x="6029922" y="551268"/>
                  </a:lnTo>
                  <a:lnTo>
                    <a:pt x="5896508" y="551268"/>
                  </a:lnTo>
                  <a:lnTo>
                    <a:pt x="5896508" y="419125"/>
                  </a:lnTo>
                  <a:lnTo>
                    <a:pt x="6029922" y="419125"/>
                  </a:lnTo>
                  <a:lnTo>
                    <a:pt x="6029922" y="414045"/>
                  </a:lnTo>
                  <a:lnTo>
                    <a:pt x="5896508" y="414045"/>
                  </a:lnTo>
                  <a:lnTo>
                    <a:pt x="5896508" y="281889"/>
                  </a:lnTo>
                  <a:lnTo>
                    <a:pt x="6029922" y="281889"/>
                  </a:lnTo>
                  <a:lnTo>
                    <a:pt x="6029922" y="276809"/>
                  </a:lnTo>
                  <a:lnTo>
                    <a:pt x="5896508" y="276809"/>
                  </a:lnTo>
                  <a:lnTo>
                    <a:pt x="5896508" y="144653"/>
                  </a:lnTo>
                  <a:lnTo>
                    <a:pt x="6029922" y="144653"/>
                  </a:lnTo>
                  <a:lnTo>
                    <a:pt x="6029922" y="139573"/>
                  </a:lnTo>
                  <a:lnTo>
                    <a:pt x="5896508" y="139573"/>
                  </a:lnTo>
                  <a:lnTo>
                    <a:pt x="5896508" y="7429"/>
                  </a:lnTo>
                  <a:lnTo>
                    <a:pt x="6029922" y="7429"/>
                  </a:lnTo>
                  <a:lnTo>
                    <a:pt x="6029922" y="2349"/>
                  </a:lnTo>
                  <a:lnTo>
                    <a:pt x="5896508" y="2349"/>
                  </a:lnTo>
                  <a:lnTo>
                    <a:pt x="5896508" y="0"/>
                  </a:lnTo>
                  <a:lnTo>
                    <a:pt x="5892698" y="0"/>
                  </a:lnTo>
                  <a:lnTo>
                    <a:pt x="5892698" y="551268"/>
                  </a:lnTo>
                  <a:lnTo>
                    <a:pt x="5759272" y="551268"/>
                  </a:lnTo>
                  <a:lnTo>
                    <a:pt x="5759272" y="419125"/>
                  </a:lnTo>
                  <a:lnTo>
                    <a:pt x="5892698" y="419125"/>
                  </a:lnTo>
                  <a:lnTo>
                    <a:pt x="5892698" y="414045"/>
                  </a:lnTo>
                  <a:lnTo>
                    <a:pt x="5759272" y="414045"/>
                  </a:lnTo>
                  <a:lnTo>
                    <a:pt x="5759272" y="281889"/>
                  </a:lnTo>
                  <a:lnTo>
                    <a:pt x="5892698" y="281889"/>
                  </a:lnTo>
                  <a:lnTo>
                    <a:pt x="5892698" y="276809"/>
                  </a:lnTo>
                  <a:lnTo>
                    <a:pt x="5759272" y="276809"/>
                  </a:lnTo>
                  <a:lnTo>
                    <a:pt x="5759272" y="144653"/>
                  </a:lnTo>
                  <a:lnTo>
                    <a:pt x="5892698" y="144653"/>
                  </a:lnTo>
                  <a:lnTo>
                    <a:pt x="5892698" y="139573"/>
                  </a:lnTo>
                  <a:lnTo>
                    <a:pt x="5759272" y="139573"/>
                  </a:lnTo>
                  <a:lnTo>
                    <a:pt x="5759272" y="7429"/>
                  </a:lnTo>
                  <a:lnTo>
                    <a:pt x="5892698" y="7429"/>
                  </a:lnTo>
                  <a:lnTo>
                    <a:pt x="5892698" y="2349"/>
                  </a:lnTo>
                  <a:lnTo>
                    <a:pt x="5759272" y="2349"/>
                  </a:lnTo>
                  <a:lnTo>
                    <a:pt x="5759272" y="0"/>
                  </a:lnTo>
                  <a:lnTo>
                    <a:pt x="5755462" y="0"/>
                  </a:lnTo>
                  <a:lnTo>
                    <a:pt x="5755462" y="551268"/>
                  </a:lnTo>
                  <a:lnTo>
                    <a:pt x="5622036" y="551268"/>
                  </a:lnTo>
                  <a:lnTo>
                    <a:pt x="5622036" y="419125"/>
                  </a:lnTo>
                  <a:lnTo>
                    <a:pt x="5755462" y="419125"/>
                  </a:lnTo>
                  <a:lnTo>
                    <a:pt x="5755462" y="414045"/>
                  </a:lnTo>
                  <a:lnTo>
                    <a:pt x="5622036" y="414045"/>
                  </a:lnTo>
                  <a:lnTo>
                    <a:pt x="5622036" y="281889"/>
                  </a:lnTo>
                  <a:lnTo>
                    <a:pt x="5755462" y="281889"/>
                  </a:lnTo>
                  <a:lnTo>
                    <a:pt x="5755462" y="276809"/>
                  </a:lnTo>
                  <a:lnTo>
                    <a:pt x="5622036" y="276809"/>
                  </a:lnTo>
                  <a:lnTo>
                    <a:pt x="5622036" y="144653"/>
                  </a:lnTo>
                  <a:lnTo>
                    <a:pt x="5755462" y="144653"/>
                  </a:lnTo>
                  <a:lnTo>
                    <a:pt x="5755462" y="139573"/>
                  </a:lnTo>
                  <a:lnTo>
                    <a:pt x="5622036" y="139573"/>
                  </a:lnTo>
                  <a:lnTo>
                    <a:pt x="5622036" y="7429"/>
                  </a:lnTo>
                  <a:lnTo>
                    <a:pt x="5755462" y="7429"/>
                  </a:lnTo>
                  <a:lnTo>
                    <a:pt x="5755462" y="2349"/>
                  </a:lnTo>
                  <a:lnTo>
                    <a:pt x="5622036" y="2349"/>
                  </a:lnTo>
                  <a:lnTo>
                    <a:pt x="5622036" y="0"/>
                  </a:lnTo>
                  <a:lnTo>
                    <a:pt x="5618226" y="0"/>
                  </a:lnTo>
                  <a:lnTo>
                    <a:pt x="5618226" y="551268"/>
                  </a:lnTo>
                  <a:lnTo>
                    <a:pt x="5484812" y="551268"/>
                  </a:lnTo>
                  <a:lnTo>
                    <a:pt x="5484812" y="419125"/>
                  </a:lnTo>
                  <a:lnTo>
                    <a:pt x="5618226" y="419125"/>
                  </a:lnTo>
                  <a:lnTo>
                    <a:pt x="5618226" y="414045"/>
                  </a:lnTo>
                  <a:lnTo>
                    <a:pt x="5484812" y="414045"/>
                  </a:lnTo>
                  <a:lnTo>
                    <a:pt x="5484812" y="281889"/>
                  </a:lnTo>
                  <a:lnTo>
                    <a:pt x="5618226" y="281889"/>
                  </a:lnTo>
                  <a:lnTo>
                    <a:pt x="5618226" y="276809"/>
                  </a:lnTo>
                  <a:lnTo>
                    <a:pt x="5484812" y="276809"/>
                  </a:lnTo>
                  <a:lnTo>
                    <a:pt x="5484812" y="144653"/>
                  </a:lnTo>
                  <a:lnTo>
                    <a:pt x="5618226" y="144653"/>
                  </a:lnTo>
                  <a:lnTo>
                    <a:pt x="5618226" y="139573"/>
                  </a:lnTo>
                  <a:lnTo>
                    <a:pt x="5484812" y="139573"/>
                  </a:lnTo>
                  <a:lnTo>
                    <a:pt x="5484812" y="7429"/>
                  </a:lnTo>
                  <a:lnTo>
                    <a:pt x="5618226" y="7429"/>
                  </a:lnTo>
                  <a:lnTo>
                    <a:pt x="5618226" y="2349"/>
                  </a:lnTo>
                  <a:lnTo>
                    <a:pt x="5484812" y="2349"/>
                  </a:lnTo>
                  <a:lnTo>
                    <a:pt x="5484812" y="0"/>
                  </a:lnTo>
                  <a:lnTo>
                    <a:pt x="5481002" y="0"/>
                  </a:lnTo>
                  <a:lnTo>
                    <a:pt x="5481002" y="551268"/>
                  </a:lnTo>
                  <a:lnTo>
                    <a:pt x="5347576" y="551268"/>
                  </a:lnTo>
                  <a:lnTo>
                    <a:pt x="5347576" y="419125"/>
                  </a:lnTo>
                  <a:lnTo>
                    <a:pt x="5481002" y="419125"/>
                  </a:lnTo>
                  <a:lnTo>
                    <a:pt x="5481002" y="414045"/>
                  </a:lnTo>
                  <a:lnTo>
                    <a:pt x="5347576" y="414045"/>
                  </a:lnTo>
                  <a:lnTo>
                    <a:pt x="5347576" y="281889"/>
                  </a:lnTo>
                  <a:lnTo>
                    <a:pt x="5481002" y="281889"/>
                  </a:lnTo>
                  <a:lnTo>
                    <a:pt x="5481002" y="276809"/>
                  </a:lnTo>
                  <a:lnTo>
                    <a:pt x="5347576" y="276809"/>
                  </a:lnTo>
                  <a:lnTo>
                    <a:pt x="5347576" y="144653"/>
                  </a:lnTo>
                  <a:lnTo>
                    <a:pt x="5481002" y="144653"/>
                  </a:lnTo>
                  <a:lnTo>
                    <a:pt x="5481002" y="139573"/>
                  </a:lnTo>
                  <a:lnTo>
                    <a:pt x="5347576" y="139573"/>
                  </a:lnTo>
                  <a:lnTo>
                    <a:pt x="5347576" y="7429"/>
                  </a:lnTo>
                  <a:lnTo>
                    <a:pt x="5481002" y="7429"/>
                  </a:lnTo>
                  <a:lnTo>
                    <a:pt x="5481002" y="2349"/>
                  </a:lnTo>
                  <a:lnTo>
                    <a:pt x="5347576" y="2349"/>
                  </a:lnTo>
                  <a:lnTo>
                    <a:pt x="5347576" y="0"/>
                  </a:lnTo>
                  <a:lnTo>
                    <a:pt x="5343766" y="0"/>
                  </a:lnTo>
                  <a:lnTo>
                    <a:pt x="5343766" y="551268"/>
                  </a:lnTo>
                  <a:lnTo>
                    <a:pt x="5210340" y="551268"/>
                  </a:lnTo>
                  <a:lnTo>
                    <a:pt x="5210340" y="419125"/>
                  </a:lnTo>
                  <a:lnTo>
                    <a:pt x="5343766" y="419125"/>
                  </a:lnTo>
                  <a:lnTo>
                    <a:pt x="5343766" y="414045"/>
                  </a:lnTo>
                  <a:lnTo>
                    <a:pt x="5210340" y="414045"/>
                  </a:lnTo>
                  <a:lnTo>
                    <a:pt x="5210340" y="281889"/>
                  </a:lnTo>
                  <a:lnTo>
                    <a:pt x="5343766" y="281889"/>
                  </a:lnTo>
                  <a:lnTo>
                    <a:pt x="5343766" y="276809"/>
                  </a:lnTo>
                  <a:lnTo>
                    <a:pt x="5210340" y="276809"/>
                  </a:lnTo>
                  <a:lnTo>
                    <a:pt x="5210340" y="144653"/>
                  </a:lnTo>
                  <a:lnTo>
                    <a:pt x="5343766" y="144653"/>
                  </a:lnTo>
                  <a:lnTo>
                    <a:pt x="5343766" y="139573"/>
                  </a:lnTo>
                  <a:lnTo>
                    <a:pt x="5210340" y="139573"/>
                  </a:lnTo>
                  <a:lnTo>
                    <a:pt x="5210340" y="7429"/>
                  </a:lnTo>
                  <a:lnTo>
                    <a:pt x="5343766" y="7429"/>
                  </a:lnTo>
                  <a:lnTo>
                    <a:pt x="5343766" y="2349"/>
                  </a:lnTo>
                  <a:lnTo>
                    <a:pt x="5210340" y="2349"/>
                  </a:lnTo>
                  <a:lnTo>
                    <a:pt x="5210340" y="0"/>
                  </a:lnTo>
                  <a:lnTo>
                    <a:pt x="5206530" y="0"/>
                  </a:lnTo>
                  <a:lnTo>
                    <a:pt x="5206530" y="551268"/>
                  </a:lnTo>
                  <a:lnTo>
                    <a:pt x="5073116" y="551268"/>
                  </a:lnTo>
                  <a:lnTo>
                    <a:pt x="5073116" y="419125"/>
                  </a:lnTo>
                  <a:lnTo>
                    <a:pt x="5206530" y="419125"/>
                  </a:lnTo>
                  <a:lnTo>
                    <a:pt x="5206530" y="414045"/>
                  </a:lnTo>
                  <a:lnTo>
                    <a:pt x="5073116" y="414045"/>
                  </a:lnTo>
                  <a:lnTo>
                    <a:pt x="5073116" y="281889"/>
                  </a:lnTo>
                  <a:lnTo>
                    <a:pt x="5206530" y="281889"/>
                  </a:lnTo>
                  <a:lnTo>
                    <a:pt x="5206530" y="276809"/>
                  </a:lnTo>
                  <a:lnTo>
                    <a:pt x="5073116" y="276809"/>
                  </a:lnTo>
                  <a:lnTo>
                    <a:pt x="5073116" y="144653"/>
                  </a:lnTo>
                  <a:lnTo>
                    <a:pt x="5206530" y="144653"/>
                  </a:lnTo>
                  <a:lnTo>
                    <a:pt x="5206530" y="139573"/>
                  </a:lnTo>
                  <a:lnTo>
                    <a:pt x="5073116" y="139573"/>
                  </a:lnTo>
                  <a:lnTo>
                    <a:pt x="5073116" y="7429"/>
                  </a:lnTo>
                  <a:lnTo>
                    <a:pt x="5206530" y="7429"/>
                  </a:lnTo>
                  <a:lnTo>
                    <a:pt x="5206530" y="2349"/>
                  </a:lnTo>
                  <a:lnTo>
                    <a:pt x="5073116" y="2349"/>
                  </a:lnTo>
                  <a:lnTo>
                    <a:pt x="5073116" y="0"/>
                  </a:lnTo>
                  <a:lnTo>
                    <a:pt x="5069306" y="0"/>
                  </a:lnTo>
                  <a:lnTo>
                    <a:pt x="5069306" y="551268"/>
                  </a:lnTo>
                  <a:lnTo>
                    <a:pt x="4935880" y="551268"/>
                  </a:lnTo>
                  <a:lnTo>
                    <a:pt x="4935880" y="419125"/>
                  </a:lnTo>
                  <a:lnTo>
                    <a:pt x="5069306" y="419125"/>
                  </a:lnTo>
                  <a:lnTo>
                    <a:pt x="5069306" y="414045"/>
                  </a:lnTo>
                  <a:lnTo>
                    <a:pt x="4935880" y="414045"/>
                  </a:lnTo>
                  <a:lnTo>
                    <a:pt x="4935880" y="281889"/>
                  </a:lnTo>
                  <a:lnTo>
                    <a:pt x="5069306" y="281889"/>
                  </a:lnTo>
                  <a:lnTo>
                    <a:pt x="5069306" y="276809"/>
                  </a:lnTo>
                  <a:lnTo>
                    <a:pt x="4935880" y="276809"/>
                  </a:lnTo>
                  <a:lnTo>
                    <a:pt x="4935880" y="144653"/>
                  </a:lnTo>
                  <a:lnTo>
                    <a:pt x="5069306" y="144653"/>
                  </a:lnTo>
                  <a:lnTo>
                    <a:pt x="5069306" y="139573"/>
                  </a:lnTo>
                  <a:lnTo>
                    <a:pt x="4935880" y="139573"/>
                  </a:lnTo>
                  <a:lnTo>
                    <a:pt x="4935880" y="7429"/>
                  </a:lnTo>
                  <a:lnTo>
                    <a:pt x="5069306" y="7429"/>
                  </a:lnTo>
                  <a:lnTo>
                    <a:pt x="5069306" y="2349"/>
                  </a:lnTo>
                  <a:lnTo>
                    <a:pt x="4935880" y="2349"/>
                  </a:lnTo>
                  <a:lnTo>
                    <a:pt x="4935880" y="0"/>
                  </a:lnTo>
                  <a:lnTo>
                    <a:pt x="4932070" y="0"/>
                  </a:lnTo>
                  <a:lnTo>
                    <a:pt x="4932070" y="551268"/>
                  </a:lnTo>
                  <a:lnTo>
                    <a:pt x="4798644" y="551268"/>
                  </a:lnTo>
                  <a:lnTo>
                    <a:pt x="4798644" y="419125"/>
                  </a:lnTo>
                  <a:lnTo>
                    <a:pt x="4932070" y="419125"/>
                  </a:lnTo>
                  <a:lnTo>
                    <a:pt x="4932070" y="414045"/>
                  </a:lnTo>
                  <a:lnTo>
                    <a:pt x="4798644" y="414045"/>
                  </a:lnTo>
                  <a:lnTo>
                    <a:pt x="4798644" y="281889"/>
                  </a:lnTo>
                  <a:lnTo>
                    <a:pt x="4932070" y="281889"/>
                  </a:lnTo>
                  <a:lnTo>
                    <a:pt x="4932070" y="276809"/>
                  </a:lnTo>
                  <a:lnTo>
                    <a:pt x="4798644" y="276809"/>
                  </a:lnTo>
                  <a:lnTo>
                    <a:pt x="4798644" y="144653"/>
                  </a:lnTo>
                  <a:lnTo>
                    <a:pt x="4932070" y="144653"/>
                  </a:lnTo>
                  <a:lnTo>
                    <a:pt x="4932070" y="139573"/>
                  </a:lnTo>
                  <a:lnTo>
                    <a:pt x="4798644" y="139573"/>
                  </a:lnTo>
                  <a:lnTo>
                    <a:pt x="4798644" y="7429"/>
                  </a:lnTo>
                  <a:lnTo>
                    <a:pt x="4932070" y="7429"/>
                  </a:lnTo>
                  <a:lnTo>
                    <a:pt x="4932070" y="2349"/>
                  </a:lnTo>
                  <a:lnTo>
                    <a:pt x="4798644" y="2349"/>
                  </a:lnTo>
                  <a:lnTo>
                    <a:pt x="4798644" y="0"/>
                  </a:lnTo>
                  <a:lnTo>
                    <a:pt x="4794834" y="0"/>
                  </a:lnTo>
                  <a:lnTo>
                    <a:pt x="4794834" y="551268"/>
                  </a:lnTo>
                  <a:lnTo>
                    <a:pt x="4661420" y="551268"/>
                  </a:lnTo>
                  <a:lnTo>
                    <a:pt x="4661420" y="419125"/>
                  </a:lnTo>
                  <a:lnTo>
                    <a:pt x="4794834" y="419125"/>
                  </a:lnTo>
                  <a:lnTo>
                    <a:pt x="4794834" y="414045"/>
                  </a:lnTo>
                  <a:lnTo>
                    <a:pt x="4661420" y="414045"/>
                  </a:lnTo>
                  <a:lnTo>
                    <a:pt x="4661420" y="281889"/>
                  </a:lnTo>
                  <a:lnTo>
                    <a:pt x="4794834" y="281889"/>
                  </a:lnTo>
                  <a:lnTo>
                    <a:pt x="4794834" y="276809"/>
                  </a:lnTo>
                  <a:lnTo>
                    <a:pt x="4661420" y="276809"/>
                  </a:lnTo>
                  <a:lnTo>
                    <a:pt x="4661420" y="144653"/>
                  </a:lnTo>
                  <a:lnTo>
                    <a:pt x="4794834" y="144653"/>
                  </a:lnTo>
                  <a:lnTo>
                    <a:pt x="4794834" y="139573"/>
                  </a:lnTo>
                  <a:lnTo>
                    <a:pt x="4661420" y="139573"/>
                  </a:lnTo>
                  <a:lnTo>
                    <a:pt x="4661420" y="7429"/>
                  </a:lnTo>
                  <a:lnTo>
                    <a:pt x="4794834" y="7429"/>
                  </a:lnTo>
                  <a:lnTo>
                    <a:pt x="4794834" y="2349"/>
                  </a:lnTo>
                  <a:lnTo>
                    <a:pt x="4661420" y="2349"/>
                  </a:lnTo>
                  <a:lnTo>
                    <a:pt x="4661420" y="0"/>
                  </a:lnTo>
                  <a:lnTo>
                    <a:pt x="4657610" y="0"/>
                  </a:lnTo>
                  <a:lnTo>
                    <a:pt x="4657610" y="551268"/>
                  </a:lnTo>
                  <a:lnTo>
                    <a:pt x="4524184" y="551268"/>
                  </a:lnTo>
                  <a:lnTo>
                    <a:pt x="4524184" y="419125"/>
                  </a:lnTo>
                  <a:lnTo>
                    <a:pt x="4657610" y="419125"/>
                  </a:lnTo>
                  <a:lnTo>
                    <a:pt x="4657610" y="414045"/>
                  </a:lnTo>
                  <a:lnTo>
                    <a:pt x="4524184" y="414045"/>
                  </a:lnTo>
                  <a:lnTo>
                    <a:pt x="4524184" y="281889"/>
                  </a:lnTo>
                  <a:lnTo>
                    <a:pt x="4657610" y="281889"/>
                  </a:lnTo>
                  <a:lnTo>
                    <a:pt x="4657610" y="276809"/>
                  </a:lnTo>
                  <a:lnTo>
                    <a:pt x="4524184" y="276809"/>
                  </a:lnTo>
                  <a:lnTo>
                    <a:pt x="4524184" y="144653"/>
                  </a:lnTo>
                  <a:lnTo>
                    <a:pt x="4657610" y="144653"/>
                  </a:lnTo>
                  <a:lnTo>
                    <a:pt x="4657610" y="139573"/>
                  </a:lnTo>
                  <a:lnTo>
                    <a:pt x="4524184" y="139573"/>
                  </a:lnTo>
                  <a:lnTo>
                    <a:pt x="4524184" y="7429"/>
                  </a:lnTo>
                  <a:lnTo>
                    <a:pt x="4657610" y="7429"/>
                  </a:lnTo>
                  <a:lnTo>
                    <a:pt x="4657610" y="2349"/>
                  </a:lnTo>
                  <a:lnTo>
                    <a:pt x="4524184" y="2349"/>
                  </a:lnTo>
                  <a:lnTo>
                    <a:pt x="4524184" y="0"/>
                  </a:lnTo>
                  <a:lnTo>
                    <a:pt x="4520374" y="0"/>
                  </a:lnTo>
                  <a:lnTo>
                    <a:pt x="4520374" y="551268"/>
                  </a:lnTo>
                  <a:lnTo>
                    <a:pt x="4386948" y="551268"/>
                  </a:lnTo>
                  <a:lnTo>
                    <a:pt x="4386948" y="419125"/>
                  </a:lnTo>
                  <a:lnTo>
                    <a:pt x="4520374" y="419125"/>
                  </a:lnTo>
                  <a:lnTo>
                    <a:pt x="4520374" y="414045"/>
                  </a:lnTo>
                  <a:lnTo>
                    <a:pt x="4386948" y="414045"/>
                  </a:lnTo>
                  <a:lnTo>
                    <a:pt x="4386948" y="281889"/>
                  </a:lnTo>
                  <a:lnTo>
                    <a:pt x="4520374" y="281889"/>
                  </a:lnTo>
                  <a:lnTo>
                    <a:pt x="4520374" y="276809"/>
                  </a:lnTo>
                  <a:lnTo>
                    <a:pt x="4386948" y="276809"/>
                  </a:lnTo>
                  <a:lnTo>
                    <a:pt x="4386948" y="144653"/>
                  </a:lnTo>
                  <a:lnTo>
                    <a:pt x="4520374" y="144653"/>
                  </a:lnTo>
                  <a:lnTo>
                    <a:pt x="4520374" y="139573"/>
                  </a:lnTo>
                  <a:lnTo>
                    <a:pt x="4386948" y="139573"/>
                  </a:lnTo>
                  <a:lnTo>
                    <a:pt x="4386948" y="7429"/>
                  </a:lnTo>
                  <a:lnTo>
                    <a:pt x="4520374" y="7429"/>
                  </a:lnTo>
                  <a:lnTo>
                    <a:pt x="4520374" y="2349"/>
                  </a:lnTo>
                  <a:lnTo>
                    <a:pt x="4386948" y="2349"/>
                  </a:lnTo>
                  <a:lnTo>
                    <a:pt x="4386948" y="0"/>
                  </a:lnTo>
                  <a:lnTo>
                    <a:pt x="4383138" y="0"/>
                  </a:lnTo>
                  <a:lnTo>
                    <a:pt x="4383138" y="551268"/>
                  </a:lnTo>
                  <a:lnTo>
                    <a:pt x="4249725" y="551268"/>
                  </a:lnTo>
                  <a:lnTo>
                    <a:pt x="4249725" y="419125"/>
                  </a:lnTo>
                  <a:lnTo>
                    <a:pt x="4383138" y="419125"/>
                  </a:lnTo>
                  <a:lnTo>
                    <a:pt x="4383138" y="414045"/>
                  </a:lnTo>
                  <a:lnTo>
                    <a:pt x="4249725" y="414045"/>
                  </a:lnTo>
                  <a:lnTo>
                    <a:pt x="4249725" y="281889"/>
                  </a:lnTo>
                  <a:lnTo>
                    <a:pt x="4383138" y="281889"/>
                  </a:lnTo>
                  <a:lnTo>
                    <a:pt x="4383138" y="276809"/>
                  </a:lnTo>
                  <a:lnTo>
                    <a:pt x="4249725" y="276809"/>
                  </a:lnTo>
                  <a:lnTo>
                    <a:pt x="4249725" y="144653"/>
                  </a:lnTo>
                  <a:lnTo>
                    <a:pt x="4383138" y="144653"/>
                  </a:lnTo>
                  <a:lnTo>
                    <a:pt x="4383138" y="139573"/>
                  </a:lnTo>
                  <a:lnTo>
                    <a:pt x="4249725" y="139573"/>
                  </a:lnTo>
                  <a:lnTo>
                    <a:pt x="4249725" y="7429"/>
                  </a:lnTo>
                  <a:lnTo>
                    <a:pt x="4383138" y="7429"/>
                  </a:lnTo>
                  <a:lnTo>
                    <a:pt x="4383138" y="2349"/>
                  </a:lnTo>
                  <a:lnTo>
                    <a:pt x="4249725" y="2349"/>
                  </a:lnTo>
                  <a:lnTo>
                    <a:pt x="4249725" y="0"/>
                  </a:lnTo>
                  <a:lnTo>
                    <a:pt x="4245915" y="0"/>
                  </a:lnTo>
                  <a:lnTo>
                    <a:pt x="4245915" y="551268"/>
                  </a:lnTo>
                  <a:lnTo>
                    <a:pt x="4112488" y="551268"/>
                  </a:lnTo>
                  <a:lnTo>
                    <a:pt x="4112488" y="419125"/>
                  </a:lnTo>
                  <a:lnTo>
                    <a:pt x="4245915" y="419125"/>
                  </a:lnTo>
                  <a:lnTo>
                    <a:pt x="4245915" y="414045"/>
                  </a:lnTo>
                  <a:lnTo>
                    <a:pt x="4112488" y="414045"/>
                  </a:lnTo>
                  <a:lnTo>
                    <a:pt x="4112488" y="281889"/>
                  </a:lnTo>
                  <a:lnTo>
                    <a:pt x="4245915" y="281889"/>
                  </a:lnTo>
                  <a:lnTo>
                    <a:pt x="4245915" y="276809"/>
                  </a:lnTo>
                  <a:lnTo>
                    <a:pt x="4112488" y="276809"/>
                  </a:lnTo>
                  <a:lnTo>
                    <a:pt x="4112488" y="144653"/>
                  </a:lnTo>
                  <a:lnTo>
                    <a:pt x="4245915" y="144653"/>
                  </a:lnTo>
                  <a:lnTo>
                    <a:pt x="4245915" y="139573"/>
                  </a:lnTo>
                  <a:lnTo>
                    <a:pt x="4112488" y="139573"/>
                  </a:lnTo>
                  <a:lnTo>
                    <a:pt x="4112488" y="7429"/>
                  </a:lnTo>
                  <a:lnTo>
                    <a:pt x="4245915" y="7429"/>
                  </a:lnTo>
                  <a:lnTo>
                    <a:pt x="4245915" y="2349"/>
                  </a:lnTo>
                  <a:lnTo>
                    <a:pt x="4112488" y="2349"/>
                  </a:lnTo>
                  <a:lnTo>
                    <a:pt x="4112488" y="0"/>
                  </a:lnTo>
                  <a:lnTo>
                    <a:pt x="4108678" y="0"/>
                  </a:lnTo>
                  <a:lnTo>
                    <a:pt x="4108678" y="551268"/>
                  </a:lnTo>
                  <a:lnTo>
                    <a:pt x="3975252" y="551268"/>
                  </a:lnTo>
                  <a:lnTo>
                    <a:pt x="3975252" y="419125"/>
                  </a:lnTo>
                  <a:lnTo>
                    <a:pt x="4108678" y="419125"/>
                  </a:lnTo>
                  <a:lnTo>
                    <a:pt x="4108678" y="414045"/>
                  </a:lnTo>
                  <a:lnTo>
                    <a:pt x="3975252" y="414045"/>
                  </a:lnTo>
                  <a:lnTo>
                    <a:pt x="3975252" y="281889"/>
                  </a:lnTo>
                  <a:lnTo>
                    <a:pt x="4108678" y="281889"/>
                  </a:lnTo>
                  <a:lnTo>
                    <a:pt x="4108678" y="276809"/>
                  </a:lnTo>
                  <a:lnTo>
                    <a:pt x="3975252" y="276809"/>
                  </a:lnTo>
                  <a:lnTo>
                    <a:pt x="3975252" y="144653"/>
                  </a:lnTo>
                  <a:lnTo>
                    <a:pt x="4108678" y="144653"/>
                  </a:lnTo>
                  <a:lnTo>
                    <a:pt x="4108678" y="139573"/>
                  </a:lnTo>
                  <a:lnTo>
                    <a:pt x="3975252" y="139573"/>
                  </a:lnTo>
                  <a:lnTo>
                    <a:pt x="3975252" y="7429"/>
                  </a:lnTo>
                  <a:lnTo>
                    <a:pt x="4108678" y="7429"/>
                  </a:lnTo>
                  <a:lnTo>
                    <a:pt x="4108678" y="2349"/>
                  </a:lnTo>
                  <a:lnTo>
                    <a:pt x="3975252" y="2349"/>
                  </a:lnTo>
                  <a:lnTo>
                    <a:pt x="3975252" y="0"/>
                  </a:lnTo>
                  <a:lnTo>
                    <a:pt x="3971442" y="0"/>
                  </a:lnTo>
                  <a:lnTo>
                    <a:pt x="3971442" y="551268"/>
                  </a:lnTo>
                  <a:lnTo>
                    <a:pt x="3838029" y="551268"/>
                  </a:lnTo>
                  <a:lnTo>
                    <a:pt x="3838029" y="419125"/>
                  </a:lnTo>
                  <a:lnTo>
                    <a:pt x="3971442" y="419125"/>
                  </a:lnTo>
                  <a:lnTo>
                    <a:pt x="3971442" y="414045"/>
                  </a:lnTo>
                  <a:lnTo>
                    <a:pt x="3838029" y="414045"/>
                  </a:lnTo>
                  <a:lnTo>
                    <a:pt x="3838029" y="281889"/>
                  </a:lnTo>
                  <a:lnTo>
                    <a:pt x="3971442" y="281889"/>
                  </a:lnTo>
                  <a:lnTo>
                    <a:pt x="3971442" y="276809"/>
                  </a:lnTo>
                  <a:lnTo>
                    <a:pt x="3838029" y="276809"/>
                  </a:lnTo>
                  <a:lnTo>
                    <a:pt x="3838029" y="144653"/>
                  </a:lnTo>
                  <a:lnTo>
                    <a:pt x="3971442" y="144653"/>
                  </a:lnTo>
                  <a:lnTo>
                    <a:pt x="3971442" y="139573"/>
                  </a:lnTo>
                  <a:lnTo>
                    <a:pt x="3838029" y="139573"/>
                  </a:lnTo>
                  <a:lnTo>
                    <a:pt x="3838029" y="7429"/>
                  </a:lnTo>
                  <a:lnTo>
                    <a:pt x="3971442" y="7429"/>
                  </a:lnTo>
                  <a:lnTo>
                    <a:pt x="3971442" y="2349"/>
                  </a:lnTo>
                  <a:lnTo>
                    <a:pt x="3838029" y="2349"/>
                  </a:lnTo>
                  <a:lnTo>
                    <a:pt x="3838029" y="0"/>
                  </a:lnTo>
                  <a:lnTo>
                    <a:pt x="3834219" y="0"/>
                  </a:lnTo>
                  <a:lnTo>
                    <a:pt x="3834219" y="551268"/>
                  </a:lnTo>
                  <a:lnTo>
                    <a:pt x="3700792" y="551268"/>
                  </a:lnTo>
                  <a:lnTo>
                    <a:pt x="3700792" y="419125"/>
                  </a:lnTo>
                  <a:lnTo>
                    <a:pt x="3834219" y="419125"/>
                  </a:lnTo>
                  <a:lnTo>
                    <a:pt x="3834219" y="414045"/>
                  </a:lnTo>
                  <a:lnTo>
                    <a:pt x="3700792" y="414045"/>
                  </a:lnTo>
                  <a:lnTo>
                    <a:pt x="3700792" y="281889"/>
                  </a:lnTo>
                  <a:lnTo>
                    <a:pt x="3834219" y="281889"/>
                  </a:lnTo>
                  <a:lnTo>
                    <a:pt x="3834219" y="276809"/>
                  </a:lnTo>
                  <a:lnTo>
                    <a:pt x="3700792" y="276809"/>
                  </a:lnTo>
                  <a:lnTo>
                    <a:pt x="3700792" y="144653"/>
                  </a:lnTo>
                  <a:lnTo>
                    <a:pt x="3834219" y="144653"/>
                  </a:lnTo>
                  <a:lnTo>
                    <a:pt x="3834219" y="139573"/>
                  </a:lnTo>
                  <a:lnTo>
                    <a:pt x="3700792" y="139573"/>
                  </a:lnTo>
                  <a:lnTo>
                    <a:pt x="3700792" y="7429"/>
                  </a:lnTo>
                  <a:lnTo>
                    <a:pt x="3834219" y="7429"/>
                  </a:lnTo>
                  <a:lnTo>
                    <a:pt x="3834219" y="2349"/>
                  </a:lnTo>
                  <a:lnTo>
                    <a:pt x="3700792" y="2349"/>
                  </a:lnTo>
                  <a:lnTo>
                    <a:pt x="3700792" y="0"/>
                  </a:lnTo>
                  <a:lnTo>
                    <a:pt x="3696982" y="0"/>
                  </a:lnTo>
                  <a:lnTo>
                    <a:pt x="3696982" y="551268"/>
                  </a:lnTo>
                  <a:lnTo>
                    <a:pt x="3563556" y="551268"/>
                  </a:lnTo>
                  <a:lnTo>
                    <a:pt x="3563556" y="419125"/>
                  </a:lnTo>
                  <a:lnTo>
                    <a:pt x="3696982" y="419125"/>
                  </a:lnTo>
                  <a:lnTo>
                    <a:pt x="3696982" y="414045"/>
                  </a:lnTo>
                  <a:lnTo>
                    <a:pt x="3563556" y="414045"/>
                  </a:lnTo>
                  <a:lnTo>
                    <a:pt x="3563556" y="281889"/>
                  </a:lnTo>
                  <a:lnTo>
                    <a:pt x="3696982" y="281889"/>
                  </a:lnTo>
                  <a:lnTo>
                    <a:pt x="3696982" y="276809"/>
                  </a:lnTo>
                  <a:lnTo>
                    <a:pt x="3563556" y="276809"/>
                  </a:lnTo>
                  <a:lnTo>
                    <a:pt x="3563556" y="144653"/>
                  </a:lnTo>
                  <a:lnTo>
                    <a:pt x="3696982" y="144653"/>
                  </a:lnTo>
                  <a:lnTo>
                    <a:pt x="3696982" y="139573"/>
                  </a:lnTo>
                  <a:lnTo>
                    <a:pt x="3563556" y="139573"/>
                  </a:lnTo>
                  <a:lnTo>
                    <a:pt x="3563556" y="7429"/>
                  </a:lnTo>
                  <a:lnTo>
                    <a:pt x="3696982" y="7429"/>
                  </a:lnTo>
                  <a:lnTo>
                    <a:pt x="3696982" y="2349"/>
                  </a:lnTo>
                  <a:lnTo>
                    <a:pt x="3563556" y="2349"/>
                  </a:lnTo>
                  <a:lnTo>
                    <a:pt x="3563556" y="0"/>
                  </a:lnTo>
                  <a:lnTo>
                    <a:pt x="3559746" y="0"/>
                  </a:lnTo>
                  <a:lnTo>
                    <a:pt x="3559746" y="551268"/>
                  </a:lnTo>
                  <a:lnTo>
                    <a:pt x="3426333" y="551268"/>
                  </a:lnTo>
                  <a:lnTo>
                    <a:pt x="3426333" y="419125"/>
                  </a:lnTo>
                  <a:lnTo>
                    <a:pt x="3559746" y="419125"/>
                  </a:lnTo>
                  <a:lnTo>
                    <a:pt x="3559746" y="414045"/>
                  </a:lnTo>
                  <a:lnTo>
                    <a:pt x="3426333" y="414045"/>
                  </a:lnTo>
                  <a:lnTo>
                    <a:pt x="3426333" y="281889"/>
                  </a:lnTo>
                  <a:lnTo>
                    <a:pt x="3559746" y="281889"/>
                  </a:lnTo>
                  <a:lnTo>
                    <a:pt x="3559746" y="276809"/>
                  </a:lnTo>
                  <a:lnTo>
                    <a:pt x="3426333" y="276809"/>
                  </a:lnTo>
                  <a:lnTo>
                    <a:pt x="3426333" y="144653"/>
                  </a:lnTo>
                  <a:lnTo>
                    <a:pt x="3559746" y="144653"/>
                  </a:lnTo>
                  <a:lnTo>
                    <a:pt x="3559746" y="139573"/>
                  </a:lnTo>
                  <a:lnTo>
                    <a:pt x="3426333" y="139573"/>
                  </a:lnTo>
                  <a:lnTo>
                    <a:pt x="3426333" y="7429"/>
                  </a:lnTo>
                  <a:lnTo>
                    <a:pt x="3559746" y="7429"/>
                  </a:lnTo>
                  <a:lnTo>
                    <a:pt x="3559746" y="2349"/>
                  </a:lnTo>
                  <a:lnTo>
                    <a:pt x="3426333" y="2349"/>
                  </a:lnTo>
                  <a:lnTo>
                    <a:pt x="3426333" y="0"/>
                  </a:lnTo>
                  <a:lnTo>
                    <a:pt x="3422523" y="0"/>
                  </a:lnTo>
                  <a:lnTo>
                    <a:pt x="3422523" y="551268"/>
                  </a:lnTo>
                  <a:lnTo>
                    <a:pt x="3289096" y="551268"/>
                  </a:lnTo>
                  <a:lnTo>
                    <a:pt x="3289096" y="419125"/>
                  </a:lnTo>
                  <a:lnTo>
                    <a:pt x="3422523" y="419125"/>
                  </a:lnTo>
                  <a:lnTo>
                    <a:pt x="3422523" y="414045"/>
                  </a:lnTo>
                  <a:lnTo>
                    <a:pt x="3289096" y="414045"/>
                  </a:lnTo>
                  <a:lnTo>
                    <a:pt x="3289096" y="281889"/>
                  </a:lnTo>
                  <a:lnTo>
                    <a:pt x="3422523" y="281889"/>
                  </a:lnTo>
                  <a:lnTo>
                    <a:pt x="3422523" y="276809"/>
                  </a:lnTo>
                  <a:lnTo>
                    <a:pt x="3289096" y="276809"/>
                  </a:lnTo>
                  <a:lnTo>
                    <a:pt x="3289096" y="144653"/>
                  </a:lnTo>
                  <a:lnTo>
                    <a:pt x="3422523" y="144653"/>
                  </a:lnTo>
                  <a:lnTo>
                    <a:pt x="3422523" y="139573"/>
                  </a:lnTo>
                  <a:lnTo>
                    <a:pt x="3289096" y="139573"/>
                  </a:lnTo>
                  <a:lnTo>
                    <a:pt x="3289096" y="7429"/>
                  </a:lnTo>
                  <a:lnTo>
                    <a:pt x="3422523" y="7429"/>
                  </a:lnTo>
                  <a:lnTo>
                    <a:pt x="3422523" y="2349"/>
                  </a:lnTo>
                  <a:lnTo>
                    <a:pt x="3289096" y="2349"/>
                  </a:lnTo>
                  <a:lnTo>
                    <a:pt x="3289096" y="0"/>
                  </a:lnTo>
                  <a:lnTo>
                    <a:pt x="3285286" y="0"/>
                  </a:lnTo>
                  <a:lnTo>
                    <a:pt x="3285286" y="551268"/>
                  </a:lnTo>
                  <a:lnTo>
                    <a:pt x="3151860" y="551268"/>
                  </a:lnTo>
                  <a:lnTo>
                    <a:pt x="3151860" y="419125"/>
                  </a:lnTo>
                  <a:lnTo>
                    <a:pt x="3285286" y="419125"/>
                  </a:lnTo>
                  <a:lnTo>
                    <a:pt x="3285286" y="414045"/>
                  </a:lnTo>
                  <a:lnTo>
                    <a:pt x="3151860" y="414045"/>
                  </a:lnTo>
                  <a:lnTo>
                    <a:pt x="3151860" y="281889"/>
                  </a:lnTo>
                  <a:lnTo>
                    <a:pt x="3285286" y="281889"/>
                  </a:lnTo>
                  <a:lnTo>
                    <a:pt x="3285286" y="276809"/>
                  </a:lnTo>
                  <a:lnTo>
                    <a:pt x="3151860" y="276809"/>
                  </a:lnTo>
                  <a:lnTo>
                    <a:pt x="3151860" y="144653"/>
                  </a:lnTo>
                  <a:lnTo>
                    <a:pt x="3285286" y="144653"/>
                  </a:lnTo>
                  <a:lnTo>
                    <a:pt x="3285286" y="139573"/>
                  </a:lnTo>
                  <a:lnTo>
                    <a:pt x="3151860" y="139573"/>
                  </a:lnTo>
                  <a:lnTo>
                    <a:pt x="3151860" y="7429"/>
                  </a:lnTo>
                  <a:lnTo>
                    <a:pt x="3285286" y="7429"/>
                  </a:lnTo>
                  <a:lnTo>
                    <a:pt x="3285286" y="2349"/>
                  </a:lnTo>
                  <a:lnTo>
                    <a:pt x="3151860" y="2349"/>
                  </a:lnTo>
                  <a:lnTo>
                    <a:pt x="3151860" y="0"/>
                  </a:lnTo>
                  <a:lnTo>
                    <a:pt x="3148050" y="0"/>
                  </a:lnTo>
                  <a:lnTo>
                    <a:pt x="3148050" y="551268"/>
                  </a:lnTo>
                  <a:lnTo>
                    <a:pt x="3014637" y="551268"/>
                  </a:lnTo>
                  <a:lnTo>
                    <a:pt x="3014637" y="419125"/>
                  </a:lnTo>
                  <a:lnTo>
                    <a:pt x="3148050" y="419125"/>
                  </a:lnTo>
                  <a:lnTo>
                    <a:pt x="3148050" y="414045"/>
                  </a:lnTo>
                  <a:lnTo>
                    <a:pt x="3014637" y="414045"/>
                  </a:lnTo>
                  <a:lnTo>
                    <a:pt x="3014637" y="281889"/>
                  </a:lnTo>
                  <a:lnTo>
                    <a:pt x="3148050" y="281889"/>
                  </a:lnTo>
                  <a:lnTo>
                    <a:pt x="3148050" y="276809"/>
                  </a:lnTo>
                  <a:lnTo>
                    <a:pt x="3014637" y="276809"/>
                  </a:lnTo>
                  <a:lnTo>
                    <a:pt x="3014637" y="144653"/>
                  </a:lnTo>
                  <a:lnTo>
                    <a:pt x="3148050" y="144653"/>
                  </a:lnTo>
                  <a:lnTo>
                    <a:pt x="3148050" y="139573"/>
                  </a:lnTo>
                  <a:lnTo>
                    <a:pt x="3014637" y="139573"/>
                  </a:lnTo>
                  <a:lnTo>
                    <a:pt x="3014637" y="7429"/>
                  </a:lnTo>
                  <a:lnTo>
                    <a:pt x="3148050" y="7429"/>
                  </a:lnTo>
                  <a:lnTo>
                    <a:pt x="3148050" y="2349"/>
                  </a:lnTo>
                  <a:lnTo>
                    <a:pt x="3014637" y="2349"/>
                  </a:lnTo>
                  <a:lnTo>
                    <a:pt x="3014637" y="0"/>
                  </a:lnTo>
                  <a:lnTo>
                    <a:pt x="3010827" y="0"/>
                  </a:lnTo>
                  <a:lnTo>
                    <a:pt x="3010827" y="551268"/>
                  </a:lnTo>
                  <a:lnTo>
                    <a:pt x="2877413" y="551268"/>
                  </a:lnTo>
                  <a:lnTo>
                    <a:pt x="2877413" y="419125"/>
                  </a:lnTo>
                  <a:lnTo>
                    <a:pt x="3010827" y="419125"/>
                  </a:lnTo>
                  <a:lnTo>
                    <a:pt x="3010827" y="414045"/>
                  </a:lnTo>
                  <a:lnTo>
                    <a:pt x="2877413" y="414045"/>
                  </a:lnTo>
                  <a:lnTo>
                    <a:pt x="2877413" y="281889"/>
                  </a:lnTo>
                  <a:lnTo>
                    <a:pt x="3010827" y="281889"/>
                  </a:lnTo>
                  <a:lnTo>
                    <a:pt x="3010827" y="276809"/>
                  </a:lnTo>
                  <a:lnTo>
                    <a:pt x="2877413" y="276809"/>
                  </a:lnTo>
                  <a:lnTo>
                    <a:pt x="2877413" y="144653"/>
                  </a:lnTo>
                  <a:lnTo>
                    <a:pt x="3010827" y="144653"/>
                  </a:lnTo>
                  <a:lnTo>
                    <a:pt x="3010827" y="139573"/>
                  </a:lnTo>
                  <a:lnTo>
                    <a:pt x="2877413" y="139573"/>
                  </a:lnTo>
                  <a:lnTo>
                    <a:pt x="2877413" y="7429"/>
                  </a:lnTo>
                  <a:lnTo>
                    <a:pt x="3010827" y="7429"/>
                  </a:lnTo>
                  <a:lnTo>
                    <a:pt x="3010827" y="2349"/>
                  </a:lnTo>
                  <a:lnTo>
                    <a:pt x="2877413" y="2349"/>
                  </a:lnTo>
                  <a:lnTo>
                    <a:pt x="2877413" y="0"/>
                  </a:lnTo>
                  <a:lnTo>
                    <a:pt x="2873603" y="0"/>
                  </a:lnTo>
                  <a:lnTo>
                    <a:pt x="2873603" y="551268"/>
                  </a:lnTo>
                  <a:lnTo>
                    <a:pt x="2740177" y="551268"/>
                  </a:lnTo>
                  <a:lnTo>
                    <a:pt x="2740177" y="419125"/>
                  </a:lnTo>
                  <a:lnTo>
                    <a:pt x="2873603" y="419125"/>
                  </a:lnTo>
                  <a:lnTo>
                    <a:pt x="2873603" y="414045"/>
                  </a:lnTo>
                  <a:lnTo>
                    <a:pt x="2740177" y="414045"/>
                  </a:lnTo>
                  <a:lnTo>
                    <a:pt x="2740177" y="281889"/>
                  </a:lnTo>
                  <a:lnTo>
                    <a:pt x="2873603" y="281889"/>
                  </a:lnTo>
                  <a:lnTo>
                    <a:pt x="2873603" y="276809"/>
                  </a:lnTo>
                  <a:lnTo>
                    <a:pt x="2740177" y="276809"/>
                  </a:lnTo>
                  <a:lnTo>
                    <a:pt x="2740177" y="144653"/>
                  </a:lnTo>
                  <a:lnTo>
                    <a:pt x="2873603" y="144653"/>
                  </a:lnTo>
                  <a:lnTo>
                    <a:pt x="2873603" y="139573"/>
                  </a:lnTo>
                  <a:lnTo>
                    <a:pt x="2740177" y="139573"/>
                  </a:lnTo>
                  <a:lnTo>
                    <a:pt x="2740177" y="7429"/>
                  </a:lnTo>
                  <a:lnTo>
                    <a:pt x="2873603" y="7429"/>
                  </a:lnTo>
                  <a:lnTo>
                    <a:pt x="2873603" y="2349"/>
                  </a:lnTo>
                  <a:lnTo>
                    <a:pt x="2740177" y="2349"/>
                  </a:lnTo>
                  <a:lnTo>
                    <a:pt x="2740177" y="0"/>
                  </a:lnTo>
                  <a:lnTo>
                    <a:pt x="2736367" y="0"/>
                  </a:lnTo>
                  <a:lnTo>
                    <a:pt x="2736367" y="551268"/>
                  </a:lnTo>
                  <a:lnTo>
                    <a:pt x="2602941" y="551268"/>
                  </a:lnTo>
                  <a:lnTo>
                    <a:pt x="2602941" y="419125"/>
                  </a:lnTo>
                  <a:lnTo>
                    <a:pt x="2736367" y="419125"/>
                  </a:lnTo>
                  <a:lnTo>
                    <a:pt x="2736367" y="414045"/>
                  </a:lnTo>
                  <a:lnTo>
                    <a:pt x="2602941" y="414045"/>
                  </a:lnTo>
                  <a:lnTo>
                    <a:pt x="2602941" y="281889"/>
                  </a:lnTo>
                  <a:lnTo>
                    <a:pt x="2736367" y="281889"/>
                  </a:lnTo>
                  <a:lnTo>
                    <a:pt x="2736367" y="276809"/>
                  </a:lnTo>
                  <a:lnTo>
                    <a:pt x="2602941" y="276809"/>
                  </a:lnTo>
                  <a:lnTo>
                    <a:pt x="2602941" y="144653"/>
                  </a:lnTo>
                  <a:lnTo>
                    <a:pt x="2736367" y="144653"/>
                  </a:lnTo>
                  <a:lnTo>
                    <a:pt x="2736367" y="139573"/>
                  </a:lnTo>
                  <a:lnTo>
                    <a:pt x="2602941" y="139573"/>
                  </a:lnTo>
                  <a:lnTo>
                    <a:pt x="2602941" y="7429"/>
                  </a:lnTo>
                  <a:lnTo>
                    <a:pt x="2736367" y="7429"/>
                  </a:lnTo>
                  <a:lnTo>
                    <a:pt x="2736367" y="2349"/>
                  </a:lnTo>
                  <a:lnTo>
                    <a:pt x="2602941" y="2349"/>
                  </a:lnTo>
                  <a:lnTo>
                    <a:pt x="2602941" y="0"/>
                  </a:lnTo>
                  <a:lnTo>
                    <a:pt x="2599131" y="0"/>
                  </a:lnTo>
                  <a:lnTo>
                    <a:pt x="2599131" y="551268"/>
                  </a:lnTo>
                  <a:lnTo>
                    <a:pt x="2465717" y="551268"/>
                  </a:lnTo>
                  <a:lnTo>
                    <a:pt x="2465717" y="419125"/>
                  </a:lnTo>
                  <a:lnTo>
                    <a:pt x="2599131" y="419125"/>
                  </a:lnTo>
                  <a:lnTo>
                    <a:pt x="2599131" y="414045"/>
                  </a:lnTo>
                  <a:lnTo>
                    <a:pt x="2465717" y="414045"/>
                  </a:lnTo>
                  <a:lnTo>
                    <a:pt x="2465717" y="281889"/>
                  </a:lnTo>
                  <a:lnTo>
                    <a:pt x="2599131" y="281889"/>
                  </a:lnTo>
                  <a:lnTo>
                    <a:pt x="2599131" y="276809"/>
                  </a:lnTo>
                  <a:lnTo>
                    <a:pt x="2465717" y="276809"/>
                  </a:lnTo>
                  <a:lnTo>
                    <a:pt x="2465717" y="144653"/>
                  </a:lnTo>
                  <a:lnTo>
                    <a:pt x="2599131" y="144653"/>
                  </a:lnTo>
                  <a:lnTo>
                    <a:pt x="2599131" y="139573"/>
                  </a:lnTo>
                  <a:lnTo>
                    <a:pt x="2465717" y="139573"/>
                  </a:lnTo>
                  <a:lnTo>
                    <a:pt x="2465717" y="7429"/>
                  </a:lnTo>
                  <a:lnTo>
                    <a:pt x="2599131" y="7429"/>
                  </a:lnTo>
                  <a:lnTo>
                    <a:pt x="2599131" y="2349"/>
                  </a:lnTo>
                  <a:lnTo>
                    <a:pt x="2465717" y="2349"/>
                  </a:lnTo>
                  <a:lnTo>
                    <a:pt x="2465717" y="0"/>
                  </a:lnTo>
                  <a:lnTo>
                    <a:pt x="2461907" y="0"/>
                  </a:lnTo>
                  <a:lnTo>
                    <a:pt x="2461907" y="551268"/>
                  </a:lnTo>
                  <a:lnTo>
                    <a:pt x="2328481" y="551268"/>
                  </a:lnTo>
                  <a:lnTo>
                    <a:pt x="2328481" y="419125"/>
                  </a:lnTo>
                  <a:lnTo>
                    <a:pt x="2461907" y="419125"/>
                  </a:lnTo>
                  <a:lnTo>
                    <a:pt x="2461907" y="414045"/>
                  </a:lnTo>
                  <a:lnTo>
                    <a:pt x="2328481" y="414045"/>
                  </a:lnTo>
                  <a:lnTo>
                    <a:pt x="2328481" y="281889"/>
                  </a:lnTo>
                  <a:lnTo>
                    <a:pt x="2461907" y="281889"/>
                  </a:lnTo>
                  <a:lnTo>
                    <a:pt x="2461907" y="276809"/>
                  </a:lnTo>
                  <a:lnTo>
                    <a:pt x="2328481" y="276809"/>
                  </a:lnTo>
                  <a:lnTo>
                    <a:pt x="2328481" y="144653"/>
                  </a:lnTo>
                  <a:lnTo>
                    <a:pt x="2461907" y="144653"/>
                  </a:lnTo>
                  <a:lnTo>
                    <a:pt x="2461907" y="139573"/>
                  </a:lnTo>
                  <a:lnTo>
                    <a:pt x="2328481" y="139573"/>
                  </a:lnTo>
                  <a:lnTo>
                    <a:pt x="2328481" y="7429"/>
                  </a:lnTo>
                  <a:lnTo>
                    <a:pt x="2461907" y="7429"/>
                  </a:lnTo>
                  <a:lnTo>
                    <a:pt x="2461907" y="2349"/>
                  </a:lnTo>
                  <a:lnTo>
                    <a:pt x="2328481" y="2349"/>
                  </a:lnTo>
                  <a:lnTo>
                    <a:pt x="2328481" y="0"/>
                  </a:lnTo>
                  <a:lnTo>
                    <a:pt x="2324671" y="0"/>
                  </a:lnTo>
                  <a:lnTo>
                    <a:pt x="2324671" y="551268"/>
                  </a:lnTo>
                  <a:lnTo>
                    <a:pt x="2191245" y="551268"/>
                  </a:lnTo>
                  <a:lnTo>
                    <a:pt x="2191245" y="419125"/>
                  </a:lnTo>
                  <a:lnTo>
                    <a:pt x="2324671" y="419125"/>
                  </a:lnTo>
                  <a:lnTo>
                    <a:pt x="2324671" y="414045"/>
                  </a:lnTo>
                  <a:lnTo>
                    <a:pt x="2191245" y="414045"/>
                  </a:lnTo>
                  <a:lnTo>
                    <a:pt x="2191245" y="281889"/>
                  </a:lnTo>
                  <a:lnTo>
                    <a:pt x="2324671" y="281889"/>
                  </a:lnTo>
                  <a:lnTo>
                    <a:pt x="2324671" y="276809"/>
                  </a:lnTo>
                  <a:lnTo>
                    <a:pt x="2191245" y="276809"/>
                  </a:lnTo>
                  <a:lnTo>
                    <a:pt x="2191245" y="144653"/>
                  </a:lnTo>
                  <a:lnTo>
                    <a:pt x="2324671" y="144653"/>
                  </a:lnTo>
                  <a:lnTo>
                    <a:pt x="2324671" y="139573"/>
                  </a:lnTo>
                  <a:lnTo>
                    <a:pt x="2191245" y="139573"/>
                  </a:lnTo>
                  <a:lnTo>
                    <a:pt x="2191245" y="7429"/>
                  </a:lnTo>
                  <a:lnTo>
                    <a:pt x="2324671" y="7429"/>
                  </a:lnTo>
                  <a:lnTo>
                    <a:pt x="2324671" y="2349"/>
                  </a:lnTo>
                  <a:lnTo>
                    <a:pt x="2191245" y="2349"/>
                  </a:lnTo>
                  <a:lnTo>
                    <a:pt x="2191245" y="0"/>
                  </a:lnTo>
                  <a:lnTo>
                    <a:pt x="2187435" y="0"/>
                  </a:lnTo>
                  <a:lnTo>
                    <a:pt x="2187435" y="551268"/>
                  </a:lnTo>
                  <a:lnTo>
                    <a:pt x="2054021" y="551268"/>
                  </a:lnTo>
                  <a:lnTo>
                    <a:pt x="2054021" y="419125"/>
                  </a:lnTo>
                  <a:lnTo>
                    <a:pt x="2187435" y="419125"/>
                  </a:lnTo>
                  <a:lnTo>
                    <a:pt x="2187435" y="414045"/>
                  </a:lnTo>
                  <a:lnTo>
                    <a:pt x="2054021" y="414045"/>
                  </a:lnTo>
                  <a:lnTo>
                    <a:pt x="2054021" y="281889"/>
                  </a:lnTo>
                  <a:lnTo>
                    <a:pt x="2187435" y="281889"/>
                  </a:lnTo>
                  <a:lnTo>
                    <a:pt x="2187435" y="276809"/>
                  </a:lnTo>
                  <a:lnTo>
                    <a:pt x="2054021" y="276809"/>
                  </a:lnTo>
                  <a:lnTo>
                    <a:pt x="2054021" y="144653"/>
                  </a:lnTo>
                  <a:lnTo>
                    <a:pt x="2187435" y="144653"/>
                  </a:lnTo>
                  <a:lnTo>
                    <a:pt x="2187435" y="139573"/>
                  </a:lnTo>
                  <a:lnTo>
                    <a:pt x="2054021" y="139573"/>
                  </a:lnTo>
                  <a:lnTo>
                    <a:pt x="2054021" y="7429"/>
                  </a:lnTo>
                  <a:lnTo>
                    <a:pt x="2187435" y="7429"/>
                  </a:lnTo>
                  <a:lnTo>
                    <a:pt x="2187435" y="2349"/>
                  </a:lnTo>
                  <a:lnTo>
                    <a:pt x="2054021" y="2349"/>
                  </a:lnTo>
                  <a:lnTo>
                    <a:pt x="2054021" y="0"/>
                  </a:lnTo>
                  <a:lnTo>
                    <a:pt x="2050211" y="0"/>
                  </a:lnTo>
                  <a:lnTo>
                    <a:pt x="2050211" y="551268"/>
                  </a:lnTo>
                  <a:lnTo>
                    <a:pt x="1916785" y="551268"/>
                  </a:lnTo>
                  <a:lnTo>
                    <a:pt x="1916785" y="419125"/>
                  </a:lnTo>
                  <a:lnTo>
                    <a:pt x="2050211" y="419125"/>
                  </a:lnTo>
                  <a:lnTo>
                    <a:pt x="2050211" y="414045"/>
                  </a:lnTo>
                  <a:lnTo>
                    <a:pt x="1916785" y="414045"/>
                  </a:lnTo>
                  <a:lnTo>
                    <a:pt x="1916785" y="281889"/>
                  </a:lnTo>
                  <a:lnTo>
                    <a:pt x="2050211" y="281889"/>
                  </a:lnTo>
                  <a:lnTo>
                    <a:pt x="2050211" y="276809"/>
                  </a:lnTo>
                  <a:lnTo>
                    <a:pt x="1916785" y="276809"/>
                  </a:lnTo>
                  <a:lnTo>
                    <a:pt x="1916785" y="144653"/>
                  </a:lnTo>
                  <a:lnTo>
                    <a:pt x="2050211" y="144653"/>
                  </a:lnTo>
                  <a:lnTo>
                    <a:pt x="2050211" y="139573"/>
                  </a:lnTo>
                  <a:lnTo>
                    <a:pt x="1916785" y="139573"/>
                  </a:lnTo>
                  <a:lnTo>
                    <a:pt x="1916785" y="7429"/>
                  </a:lnTo>
                  <a:lnTo>
                    <a:pt x="2050211" y="7429"/>
                  </a:lnTo>
                  <a:lnTo>
                    <a:pt x="2050211" y="2349"/>
                  </a:lnTo>
                  <a:lnTo>
                    <a:pt x="1916785" y="2349"/>
                  </a:lnTo>
                  <a:lnTo>
                    <a:pt x="1916785" y="0"/>
                  </a:lnTo>
                  <a:lnTo>
                    <a:pt x="1912975" y="0"/>
                  </a:lnTo>
                  <a:lnTo>
                    <a:pt x="1912975" y="551268"/>
                  </a:lnTo>
                  <a:lnTo>
                    <a:pt x="1779549" y="551268"/>
                  </a:lnTo>
                  <a:lnTo>
                    <a:pt x="1779549" y="419125"/>
                  </a:lnTo>
                  <a:lnTo>
                    <a:pt x="1912975" y="419125"/>
                  </a:lnTo>
                  <a:lnTo>
                    <a:pt x="1912975" y="414045"/>
                  </a:lnTo>
                  <a:lnTo>
                    <a:pt x="1779549" y="414045"/>
                  </a:lnTo>
                  <a:lnTo>
                    <a:pt x="1779549" y="281889"/>
                  </a:lnTo>
                  <a:lnTo>
                    <a:pt x="1912975" y="281889"/>
                  </a:lnTo>
                  <a:lnTo>
                    <a:pt x="1912975" y="276809"/>
                  </a:lnTo>
                  <a:lnTo>
                    <a:pt x="1779549" y="276809"/>
                  </a:lnTo>
                  <a:lnTo>
                    <a:pt x="1779549" y="144653"/>
                  </a:lnTo>
                  <a:lnTo>
                    <a:pt x="1912975" y="144653"/>
                  </a:lnTo>
                  <a:lnTo>
                    <a:pt x="1912975" y="139573"/>
                  </a:lnTo>
                  <a:lnTo>
                    <a:pt x="1779549" y="139573"/>
                  </a:lnTo>
                  <a:lnTo>
                    <a:pt x="1779549" y="7429"/>
                  </a:lnTo>
                  <a:lnTo>
                    <a:pt x="1912975" y="7429"/>
                  </a:lnTo>
                  <a:lnTo>
                    <a:pt x="1912975" y="2349"/>
                  </a:lnTo>
                  <a:lnTo>
                    <a:pt x="1779549" y="2349"/>
                  </a:lnTo>
                  <a:lnTo>
                    <a:pt x="1779549" y="0"/>
                  </a:lnTo>
                  <a:lnTo>
                    <a:pt x="1775739" y="0"/>
                  </a:lnTo>
                  <a:lnTo>
                    <a:pt x="1775739" y="551268"/>
                  </a:lnTo>
                  <a:lnTo>
                    <a:pt x="1642325" y="551268"/>
                  </a:lnTo>
                  <a:lnTo>
                    <a:pt x="1642325" y="419125"/>
                  </a:lnTo>
                  <a:lnTo>
                    <a:pt x="1775739" y="419125"/>
                  </a:lnTo>
                  <a:lnTo>
                    <a:pt x="1775739" y="414045"/>
                  </a:lnTo>
                  <a:lnTo>
                    <a:pt x="1642325" y="414045"/>
                  </a:lnTo>
                  <a:lnTo>
                    <a:pt x="1642325" y="281889"/>
                  </a:lnTo>
                  <a:lnTo>
                    <a:pt x="1775739" y="281889"/>
                  </a:lnTo>
                  <a:lnTo>
                    <a:pt x="1775739" y="276809"/>
                  </a:lnTo>
                  <a:lnTo>
                    <a:pt x="1642325" y="276809"/>
                  </a:lnTo>
                  <a:lnTo>
                    <a:pt x="1642325" y="144653"/>
                  </a:lnTo>
                  <a:lnTo>
                    <a:pt x="1775739" y="144653"/>
                  </a:lnTo>
                  <a:lnTo>
                    <a:pt x="1775739" y="139573"/>
                  </a:lnTo>
                  <a:lnTo>
                    <a:pt x="1642325" y="139573"/>
                  </a:lnTo>
                  <a:lnTo>
                    <a:pt x="1642325" y="7429"/>
                  </a:lnTo>
                  <a:lnTo>
                    <a:pt x="1775739" y="7429"/>
                  </a:lnTo>
                  <a:lnTo>
                    <a:pt x="1775739" y="2349"/>
                  </a:lnTo>
                  <a:lnTo>
                    <a:pt x="1642325" y="2349"/>
                  </a:lnTo>
                  <a:lnTo>
                    <a:pt x="1642325" y="0"/>
                  </a:lnTo>
                  <a:lnTo>
                    <a:pt x="1638515" y="0"/>
                  </a:lnTo>
                  <a:lnTo>
                    <a:pt x="1638515" y="551268"/>
                  </a:lnTo>
                  <a:lnTo>
                    <a:pt x="1505089" y="551268"/>
                  </a:lnTo>
                  <a:lnTo>
                    <a:pt x="1505089" y="419125"/>
                  </a:lnTo>
                  <a:lnTo>
                    <a:pt x="1638515" y="419125"/>
                  </a:lnTo>
                  <a:lnTo>
                    <a:pt x="1638515" y="414045"/>
                  </a:lnTo>
                  <a:lnTo>
                    <a:pt x="1505089" y="414045"/>
                  </a:lnTo>
                  <a:lnTo>
                    <a:pt x="1505089" y="281889"/>
                  </a:lnTo>
                  <a:lnTo>
                    <a:pt x="1638515" y="281889"/>
                  </a:lnTo>
                  <a:lnTo>
                    <a:pt x="1638515" y="276809"/>
                  </a:lnTo>
                  <a:lnTo>
                    <a:pt x="1505089" y="276809"/>
                  </a:lnTo>
                  <a:lnTo>
                    <a:pt x="1505089" y="144653"/>
                  </a:lnTo>
                  <a:lnTo>
                    <a:pt x="1638515" y="144653"/>
                  </a:lnTo>
                  <a:lnTo>
                    <a:pt x="1638515" y="139573"/>
                  </a:lnTo>
                  <a:lnTo>
                    <a:pt x="1505089" y="139573"/>
                  </a:lnTo>
                  <a:lnTo>
                    <a:pt x="1505089" y="7429"/>
                  </a:lnTo>
                  <a:lnTo>
                    <a:pt x="1638515" y="7429"/>
                  </a:lnTo>
                  <a:lnTo>
                    <a:pt x="1638515" y="2349"/>
                  </a:lnTo>
                  <a:lnTo>
                    <a:pt x="1505089" y="2349"/>
                  </a:lnTo>
                  <a:lnTo>
                    <a:pt x="1505089" y="0"/>
                  </a:lnTo>
                  <a:lnTo>
                    <a:pt x="1501279" y="0"/>
                  </a:lnTo>
                  <a:lnTo>
                    <a:pt x="1501279" y="551268"/>
                  </a:lnTo>
                  <a:lnTo>
                    <a:pt x="1367853" y="551268"/>
                  </a:lnTo>
                  <a:lnTo>
                    <a:pt x="1367853" y="419125"/>
                  </a:lnTo>
                  <a:lnTo>
                    <a:pt x="1501279" y="419125"/>
                  </a:lnTo>
                  <a:lnTo>
                    <a:pt x="1501279" y="414045"/>
                  </a:lnTo>
                  <a:lnTo>
                    <a:pt x="1367853" y="414045"/>
                  </a:lnTo>
                  <a:lnTo>
                    <a:pt x="1367853" y="281889"/>
                  </a:lnTo>
                  <a:lnTo>
                    <a:pt x="1501279" y="281889"/>
                  </a:lnTo>
                  <a:lnTo>
                    <a:pt x="1501279" y="276809"/>
                  </a:lnTo>
                  <a:lnTo>
                    <a:pt x="1367853" y="276809"/>
                  </a:lnTo>
                  <a:lnTo>
                    <a:pt x="1367853" y="144653"/>
                  </a:lnTo>
                  <a:lnTo>
                    <a:pt x="1501279" y="144653"/>
                  </a:lnTo>
                  <a:lnTo>
                    <a:pt x="1501279" y="139573"/>
                  </a:lnTo>
                  <a:lnTo>
                    <a:pt x="1367853" y="139573"/>
                  </a:lnTo>
                  <a:lnTo>
                    <a:pt x="1367853" y="7429"/>
                  </a:lnTo>
                  <a:lnTo>
                    <a:pt x="1501279" y="7429"/>
                  </a:lnTo>
                  <a:lnTo>
                    <a:pt x="1501279" y="2349"/>
                  </a:lnTo>
                  <a:lnTo>
                    <a:pt x="1367853" y="2349"/>
                  </a:lnTo>
                  <a:lnTo>
                    <a:pt x="1367853" y="0"/>
                  </a:lnTo>
                  <a:lnTo>
                    <a:pt x="1364043" y="0"/>
                  </a:lnTo>
                  <a:lnTo>
                    <a:pt x="1364043" y="551268"/>
                  </a:lnTo>
                  <a:lnTo>
                    <a:pt x="1230630" y="551268"/>
                  </a:lnTo>
                  <a:lnTo>
                    <a:pt x="1230630" y="419125"/>
                  </a:lnTo>
                  <a:lnTo>
                    <a:pt x="1364043" y="419125"/>
                  </a:lnTo>
                  <a:lnTo>
                    <a:pt x="1364043" y="414045"/>
                  </a:lnTo>
                  <a:lnTo>
                    <a:pt x="1230630" y="414045"/>
                  </a:lnTo>
                  <a:lnTo>
                    <a:pt x="1230630" y="281889"/>
                  </a:lnTo>
                  <a:lnTo>
                    <a:pt x="1364043" y="281889"/>
                  </a:lnTo>
                  <a:lnTo>
                    <a:pt x="1364043" y="276809"/>
                  </a:lnTo>
                  <a:lnTo>
                    <a:pt x="1230630" y="276809"/>
                  </a:lnTo>
                  <a:lnTo>
                    <a:pt x="1230630" y="144653"/>
                  </a:lnTo>
                  <a:lnTo>
                    <a:pt x="1364043" y="144653"/>
                  </a:lnTo>
                  <a:lnTo>
                    <a:pt x="1364043" y="139573"/>
                  </a:lnTo>
                  <a:lnTo>
                    <a:pt x="1230630" y="139573"/>
                  </a:lnTo>
                  <a:lnTo>
                    <a:pt x="1230630" y="7429"/>
                  </a:lnTo>
                  <a:lnTo>
                    <a:pt x="1364043" y="7429"/>
                  </a:lnTo>
                  <a:lnTo>
                    <a:pt x="1364043" y="2349"/>
                  </a:lnTo>
                  <a:lnTo>
                    <a:pt x="1230630" y="2349"/>
                  </a:lnTo>
                  <a:lnTo>
                    <a:pt x="1230630" y="0"/>
                  </a:lnTo>
                  <a:lnTo>
                    <a:pt x="1226820" y="0"/>
                  </a:lnTo>
                  <a:lnTo>
                    <a:pt x="1226820" y="551268"/>
                  </a:lnTo>
                  <a:lnTo>
                    <a:pt x="1093393" y="551268"/>
                  </a:lnTo>
                  <a:lnTo>
                    <a:pt x="1093393" y="419125"/>
                  </a:lnTo>
                  <a:lnTo>
                    <a:pt x="1226820" y="419125"/>
                  </a:lnTo>
                  <a:lnTo>
                    <a:pt x="1226820" y="414045"/>
                  </a:lnTo>
                  <a:lnTo>
                    <a:pt x="1093393" y="414045"/>
                  </a:lnTo>
                  <a:lnTo>
                    <a:pt x="1093393" y="281889"/>
                  </a:lnTo>
                  <a:lnTo>
                    <a:pt x="1226820" y="281889"/>
                  </a:lnTo>
                  <a:lnTo>
                    <a:pt x="1226820" y="276809"/>
                  </a:lnTo>
                  <a:lnTo>
                    <a:pt x="1093393" y="276809"/>
                  </a:lnTo>
                  <a:lnTo>
                    <a:pt x="1093393" y="144653"/>
                  </a:lnTo>
                  <a:lnTo>
                    <a:pt x="1226820" y="144653"/>
                  </a:lnTo>
                  <a:lnTo>
                    <a:pt x="1226820" y="139573"/>
                  </a:lnTo>
                  <a:lnTo>
                    <a:pt x="1093393" y="139573"/>
                  </a:lnTo>
                  <a:lnTo>
                    <a:pt x="1093393" y="7429"/>
                  </a:lnTo>
                  <a:lnTo>
                    <a:pt x="1226820" y="7429"/>
                  </a:lnTo>
                  <a:lnTo>
                    <a:pt x="1226820" y="2349"/>
                  </a:lnTo>
                  <a:lnTo>
                    <a:pt x="1093393" y="2349"/>
                  </a:lnTo>
                  <a:lnTo>
                    <a:pt x="1093393" y="0"/>
                  </a:lnTo>
                  <a:lnTo>
                    <a:pt x="1089583" y="0"/>
                  </a:lnTo>
                  <a:lnTo>
                    <a:pt x="1089583" y="551268"/>
                  </a:lnTo>
                  <a:lnTo>
                    <a:pt x="956157" y="551268"/>
                  </a:lnTo>
                  <a:lnTo>
                    <a:pt x="956157" y="419125"/>
                  </a:lnTo>
                  <a:lnTo>
                    <a:pt x="1089583" y="419125"/>
                  </a:lnTo>
                  <a:lnTo>
                    <a:pt x="1089583" y="414045"/>
                  </a:lnTo>
                  <a:lnTo>
                    <a:pt x="956157" y="414045"/>
                  </a:lnTo>
                  <a:lnTo>
                    <a:pt x="956157" y="281889"/>
                  </a:lnTo>
                  <a:lnTo>
                    <a:pt x="1089583" y="281889"/>
                  </a:lnTo>
                  <a:lnTo>
                    <a:pt x="1089583" y="276809"/>
                  </a:lnTo>
                  <a:lnTo>
                    <a:pt x="956157" y="276809"/>
                  </a:lnTo>
                  <a:lnTo>
                    <a:pt x="956157" y="144653"/>
                  </a:lnTo>
                  <a:lnTo>
                    <a:pt x="1089583" y="144653"/>
                  </a:lnTo>
                  <a:lnTo>
                    <a:pt x="1089583" y="139573"/>
                  </a:lnTo>
                  <a:lnTo>
                    <a:pt x="956157" y="139573"/>
                  </a:lnTo>
                  <a:lnTo>
                    <a:pt x="956157" y="7429"/>
                  </a:lnTo>
                  <a:lnTo>
                    <a:pt x="1089583" y="7429"/>
                  </a:lnTo>
                  <a:lnTo>
                    <a:pt x="1089583" y="2349"/>
                  </a:lnTo>
                  <a:lnTo>
                    <a:pt x="956157" y="2349"/>
                  </a:lnTo>
                  <a:lnTo>
                    <a:pt x="956157" y="0"/>
                  </a:lnTo>
                  <a:lnTo>
                    <a:pt x="952347" y="0"/>
                  </a:lnTo>
                  <a:lnTo>
                    <a:pt x="952347" y="551268"/>
                  </a:lnTo>
                  <a:lnTo>
                    <a:pt x="818934" y="551268"/>
                  </a:lnTo>
                  <a:lnTo>
                    <a:pt x="818934" y="419125"/>
                  </a:lnTo>
                  <a:lnTo>
                    <a:pt x="952347" y="419125"/>
                  </a:lnTo>
                  <a:lnTo>
                    <a:pt x="952347" y="414045"/>
                  </a:lnTo>
                  <a:lnTo>
                    <a:pt x="818934" y="414045"/>
                  </a:lnTo>
                  <a:lnTo>
                    <a:pt x="818934" y="281889"/>
                  </a:lnTo>
                  <a:lnTo>
                    <a:pt x="952347" y="281889"/>
                  </a:lnTo>
                  <a:lnTo>
                    <a:pt x="952347" y="276809"/>
                  </a:lnTo>
                  <a:lnTo>
                    <a:pt x="818934" y="276809"/>
                  </a:lnTo>
                  <a:lnTo>
                    <a:pt x="818934" y="144653"/>
                  </a:lnTo>
                  <a:lnTo>
                    <a:pt x="952347" y="144653"/>
                  </a:lnTo>
                  <a:lnTo>
                    <a:pt x="952347" y="139573"/>
                  </a:lnTo>
                  <a:lnTo>
                    <a:pt x="818934" y="139573"/>
                  </a:lnTo>
                  <a:lnTo>
                    <a:pt x="818934" y="7429"/>
                  </a:lnTo>
                  <a:lnTo>
                    <a:pt x="952347" y="7429"/>
                  </a:lnTo>
                  <a:lnTo>
                    <a:pt x="952347" y="2349"/>
                  </a:lnTo>
                  <a:lnTo>
                    <a:pt x="818934" y="2349"/>
                  </a:lnTo>
                  <a:lnTo>
                    <a:pt x="818934" y="0"/>
                  </a:lnTo>
                  <a:lnTo>
                    <a:pt x="815124" y="0"/>
                  </a:lnTo>
                  <a:lnTo>
                    <a:pt x="815124" y="551268"/>
                  </a:lnTo>
                  <a:lnTo>
                    <a:pt x="681697" y="551268"/>
                  </a:lnTo>
                  <a:lnTo>
                    <a:pt x="681697" y="419125"/>
                  </a:lnTo>
                  <a:lnTo>
                    <a:pt x="815124" y="419125"/>
                  </a:lnTo>
                  <a:lnTo>
                    <a:pt x="815124" y="414045"/>
                  </a:lnTo>
                  <a:lnTo>
                    <a:pt x="681697" y="414045"/>
                  </a:lnTo>
                  <a:lnTo>
                    <a:pt x="681697" y="281889"/>
                  </a:lnTo>
                  <a:lnTo>
                    <a:pt x="815124" y="281889"/>
                  </a:lnTo>
                  <a:lnTo>
                    <a:pt x="815124" y="276809"/>
                  </a:lnTo>
                  <a:lnTo>
                    <a:pt x="681697" y="276809"/>
                  </a:lnTo>
                  <a:lnTo>
                    <a:pt x="681697" y="144653"/>
                  </a:lnTo>
                  <a:lnTo>
                    <a:pt x="815124" y="144653"/>
                  </a:lnTo>
                  <a:lnTo>
                    <a:pt x="815124" y="139573"/>
                  </a:lnTo>
                  <a:lnTo>
                    <a:pt x="681697" y="139573"/>
                  </a:lnTo>
                  <a:lnTo>
                    <a:pt x="681697" y="7429"/>
                  </a:lnTo>
                  <a:lnTo>
                    <a:pt x="815124" y="7429"/>
                  </a:lnTo>
                  <a:lnTo>
                    <a:pt x="815124" y="2349"/>
                  </a:lnTo>
                  <a:lnTo>
                    <a:pt x="681697" y="2349"/>
                  </a:lnTo>
                  <a:lnTo>
                    <a:pt x="681697" y="0"/>
                  </a:lnTo>
                  <a:lnTo>
                    <a:pt x="677887" y="0"/>
                  </a:lnTo>
                  <a:lnTo>
                    <a:pt x="677887" y="551268"/>
                  </a:lnTo>
                  <a:lnTo>
                    <a:pt x="544461" y="551268"/>
                  </a:lnTo>
                  <a:lnTo>
                    <a:pt x="544461" y="419125"/>
                  </a:lnTo>
                  <a:lnTo>
                    <a:pt x="677887" y="419125"/>
                  </a:lnTo>
                  <a:lnTo>
                    <a:pt x="677887" y="414045"/>
                  </a:lnTo>
                  <a:lnTo>
                    <a:pt x="544461" y="414045"/>
                  </a:lnTo>
                  <a:lnTo>
                    <a:pt x="544461" y="281889"/>
                  </a:lnTo>
                  <a:lnTo>
                    <a:pt x="677887" y="281889"/>
                  </a:lnTo>
                  <a:lnTo>
                    <a:pt x="677887" y="276809"/>
                  </a:lnTo>
                  <a:lnTo>
                    <a:pt x="544461" y="276809"/>
                  </a:lnTo>
                  <a:lnTo>
                    <a:pt x="544461" y="144653"/>
                  </a:lnTo>
                  <a:lnTo>
                    <a:pt x="677887" y="144653"/>
                  </a:lnTo>
                  <a:lnTo>
                    <a:pt x="677887" y="139573"/>
                  </a:lnTo>
                  <a:lnTo>
                    <a:pt x="544461" y="139573"/>
                  </a:lnTo>
                  <a:lnTo>
                    <a:pt x="544461" y="7429"/>
                  </a:lnTo>
                  <a:lnTo>
                    <a:pt x="677887" y="7429"/>
                  </a:lnTo>
                  <a:lnTo>
                    <a:pt x="677887" y="2349"/>
                  </a:lnTo>
                  <a:lnTo>
                    <a:pt x="544461" y="2349"/>
                  </a:lnTo>
                  <a:lnTo>
                    <a:pt x="544461" y="0"/>
                  </a:lnTo>
                  <a:lnTo>
                    <a:pt x="540651" y="0"/>
                  </a:lnTo>
                  <a:lnTo>
                    <a:pt x="540651" y="551268"/>
                  </a:lnTo>
                  <a:lnTo>
                    <a:pt x="407238" y="551268"/>
                  </a:lnTo>
                  <a:lnTo>
                    <a:pt x="407238" y="419125"/>
                  </a:lnTo>
                  <a:lnTo>
                    <a:pt x="540651" y="419125"/>
                  </a:lnTo>
                  <a:lnTo>
                    <a:pt x="540651" y="414045"/>
                  </a:lnTo>
                  <a:lnTo>
                    <a:pt x="407238" y="414045"/>
                  </a:lnTo>
                  <a:lnTo>
                    <a:pt x="407238" y="281889"/>
                  </a:lnTo>
                  <a:lnTo>
                    <a:pt x="540651" y="281889"/>
                  </a:lnTo>
                  <a:lnTo>
                    <a:pt x="540651" y="276809"/>
                  </a:lnTo>
                  <a:lnTo>
                    <a:pt x="407238" y="276809"/>
                  </a:lnTo>
                  <a:lnTo>
                    <a:pt x="407238" y="144653"/>
                  </a:lnTo>
                  <a:lnTo>
                    <a:pt x="540651" y="144653"/>
                  </a:lnTo>
                  <a:lnTo>
                    <a:pt x="540651" y="139573"/>
                  </a:lnTo>
                  <a:lnTo>
                    <a:pt x="407238" y="139573"/>
                  </a:lnTo>
                  <a:lnTo>
                    <a:pt x="407238" y="7429"/>
                  </a:lnTo>
                  <a:lnTo>
                    <a:pt x="540651" y="7429"/>
                  </a:lnTo>
                  <a:lnTo>
                    <a:pt x="540651" y="2349"/>
                  </a:lnTo>
                  <a:lnTo>
                    <a:pt x="407238" y="2349"/>
                  </a:lnTo>
                  <a:lnTo>
                    <a:pt x="407238" y="0"/>
                  </a:lnTo>
                  <a:lnTo>
                    <a:pt x="403428" y="0"/>
                  </a:lnTo>
                  <a:lnTo>
                    <a:pt x="403428" y="551268"/>
                  </a:lnTo>
                  <a:lnTo>
                    <a:pt x="270002" y="551268"/>
                  </a:lnTo>
                  <a:lnTo>
                    <a:pt x="270002" y="419125"/>
                  </a:lnTo>
                  <a:lnTo>
                    <a:pt x="403428" y="419125"/>
                  </a:lnTo>
                  <a:lnTo>
                    <a:pt x="403428" y="414045"/>
                  </a:lnTo>
                  <a:lnTo>
                    <a:pt x="270002" y="414045"/>
                  </a:lnTo>
                  <a:lnTo>
                    <a:pt x="270002" y="281889"/>
                  </a:lnTo>
                  <a:lnTo>
                    <a:pt x="403428" y="281889"/>
                  </a:lnTo>
                  <a:lnTo>
                    <a:pt x="403428" y="276809"/>
                  </a:lnTo>
                  <a:lnTo>
                    <a:pt x="270002" y="276809"/>
                  </a:lnTo>
                  <a:lnTo>
                    <a:pt x="270002" y="144653"/>
                  </a:lnTo>
                  <a:lnTo>
                    <a:pt x="403428" y="144653"/>
                  </a:lnTo>
                  <a:lnTo>
                    <a:pt x="403428" y="139573"/>
                  </a:lnTo>
                  <a:lnTo>
                    <a:pt x="270002" y="139573"/>
                  </a:lnTo>
                  <a:lnTo>
                    <a:pt x="270002" y="7429"/>
                  </a:lnTo>
                  <a:lnTo>
                    <a:pt x="403428" y="7429"/>
                  </a:lnTo>
                  <a:lnTo>
                    <a:pt x="403428" y="2349"/>
                  </a:lnTo>
                  <a:lnTo>
                    <a:pt x="270002" y="2349"/>
                  </a:lnTo>
                  <a:lnTo>
                    <a:pt x="270002" y="0"/>
                  </a:lnTo>
                  <a:lnTo>
                    <a:pt x="266192" y="0"/>
                  </a:lnTo>
                  <a:lnTo>
                    <a:pt x="266192" y="551268"/>
                  </a:lnTo>
                  <a:lnTo>
                    <a:pt x="132765" y="551268"/>
                  </a:lnTo>
                  <a:lnTo>
                    <a:pt x="132765" y="419125"/>
                  </a:lnTo>
                  <a:lnTo>
                    <a:pt x="266192" y="419125"/>
                  </a:lnTo>
                  <a:lnTo>
                    <a:pt x="266192" y="414045"/>
                  </a:lnTo>
                  <a:lnTo>
                    <a:pt x="132765" y="414045"/>
                  </a:lnTo>
                  <a:lnTo>
                    <a:pt x="132765" y="281889"/>
                  </a:lnTo>
                  <a:lnTo>
                    <a:pt x="266192" y="281889"/>
                  </a:lnTo>
                  <a:lnTo>
                    <a:pt x="266192" y="276809"/>
                  </a:lnTo>
                  <a:lnTo>
                    <a:pt x="132765" y="276809"/>
                  </a:lnTo>
                  <a:lnTo>
                    <a:pt x="132765" y="144653"/>
                  </a:lnTo>
                  <a:lnTo>
                    <a:pt x="266192" y="144653"/>
                  </a:lnTo>
                  <a:lnTo>
                    <a:pt x="266192" y="139573"/>
                  </a:lnTo>
                  <a:lnTo>
                    <a:pt x="132765" y="139573"/>
                  </a:lnTo>
                  <a:lnTo>
                    <a:pt x="132765" y="7429"/>
                  </a:lnTo>
                  <a:lnTo>
                    <a:pt x="266192" y="7429"/>
                  </a:lnTo>
                  <a:lnTo>
                    <a:pt x="266192" y="2349"/>
                  </a:lnTo>
                  <a:lnTo>
                    <a:pt x="132765" y="2349"/>
                  </a:lnTo>
                  <a:lnTo>
                    <a:pt x="132765" y="0"/>
                  </a:lnTo>
                  <a:lnTo>
                    <a:pt x="128955" y="0"/>
                  </a:lnTo>
                  <a:lnTo>
                    <a:pt x="128955" y="2349"/>
                  </a:lnTo>
                  <a:lnTo>
                    <a:pt x="0" y="2349"/>
                  </a:lnTo>
                  <a:lnTo>
                    <a:pt x="0" y="7429"/>
                  </a:lnTo>
                  <a:lnTo>
                    <a:pt x="128955" y="7429"/>
                  </a:lnTo>
                  <a:lnTo>
                    <a:pt x="128955" y="139573"/>
                  </a:lnTo>
                  <a:lnTo>
                    <a:pt x="0" y="139573"/>
                  </a:lnTo>
                  <a:lnTo>
                    <a:pt x="0" y="144653"/>
                  </a:lnTo>
                  <a:lnTo>
                    <a:pt x="128955" y="144653"/>
                  </a:lnTo>
                  <a:lnTo>
                    <a:pt x="128955" y="276809"/>
                  </a:lnTo>
                  <a:lnTo>
                    <a:pt x="0" y="276809"/>
                  </a:lnTo>
                  <a:lnTo>
                    <a:pt x="0" y="281889"/>
                  </a:lnTo>
                  <a:lnTo>
                    <a:pt x="128955" y="281889"/>
                  </a:lnTo>
                  <a:lnTo>
                    <a:pt x="128955" y="414045"/>
                  </a:lnTo>
                  <a:lnTo>
                    <a:pt x="0" y="414045"/>
                  </a:lnTo>
                  <a:lnTo>
                    <a:pt x="0" y="419125"/>
                  </a:lnTo>
                  <a:lnTo>
                    <a:pt x="128955" y="419125"/>
                  </a:lnTo>
                  <a:lnTo>
                    <a:pt x="128955" y="551268"/>
                  </a:lnTo>
                  <a:lnTo>
                    <a:pt x="0" y="551268"/>
                  </a:lnTo>
                  <a:lnTo>
                    <a:pt x="0" y="556348"/>
                  </a:lnTo>
                  <a:lnTo>
                    <a:pt x="128955" y="556348"/>
                  </a:lnTo>
                  <a:lnTo>
                    <a:pt x="128955" y="671309"/>
                  </a:lnTo>
                  <a:lnTo>
                    <a:pt x="132765" y="671309"/>
                  </a:lnTo>
                  <a:lnTo>
                    <a:pt x="132765" y="556348"/>
                  </a:lnTo>
                  <a:lnTo>
                    <a:pt x="266192" y="556348"/>
                  </a:lnTo>
                  <a:lnTo>
                    <a:pt x="266192" y="671309"/>
                  </a:lnTo>
                  <a:lnTo>
                    <a:pt x="270002" y="671309"/>
                  </a:lnTo>
                  <a:lnTo>
                    <a:pt x="270002" y="556348"/>
                  </a:lnTo>
                  <a:lnTo>
                    <a:pt x="403428" y="556348"/>
                  </a:lnTo>
                  <a:lnTo>
                    <a:pt x="403428" y="671309"/>
                  </a:lnTo>
                  <a:lnTo>
                    <a:pt x="407238" y="671309"/>
                  </a:lnTo>
                  <a:lnTo>
                    <a:pt x="407238" y="556348"/>
                  </a:lnTo>
                  <a:lnTo>
                    <a:pt x="540651" y="556348"/>
                  </a:lnTo>
                  <a:lnTo>
                    <a:pt x="540651" y="671309"/>
                  </a:lnTo>
                  <a:lnTo>
                    <a:pt x="544461" y="671309"/>
                  </a:lnTo>
                  <a:lnTo>
                    <a:pt x="544461" y="556348"/>
                  </a:lnTo>
                  <a:lnTo>
                    <a:pt x="677887" y="556348"/>
                  </a:lnTo>
                  <a:lnTo>
                    <a:pt x="677887" y="671309"/>
                  </a:lnTo>
                  <a:lnTo>
                    <a:pt x="681697" y="671309"/>
                  </a:lnTo>
                  <a:lnTo>
                    <a:pt x="681697" y="556348"/>
                  </a:lnTo>
                  <a:lnTo>
                    <a:pt x="815124" y="556348"/>
                  </a:lnTo>
                  <a:lnTo>
                    <a:pt x="815124" y="671309"/>
                  </a:lnTo>
                  <a:lnTo>
                    <a:pt x="818934" y="671309"/>
                  </a:lnTo>
                  <a:lnTo>
                    <a:pt x="818934" y="556348"/>
                  </a:lnTo>
                  <a:lnTo>
                    <a:pt x="952347" y="556348"/>
                  </a:lnTo>
                  <a:lnTo>
                    <a:pt x="952347" y="671309"/>
                  </a:lnTo>
                  <a:lnTo>
                    <a:pt x="956157" y="671309"/>
                  </a:lnTo>
                  <a:lnTo>
                    <a:pt x="956157" y="556348"/>
                  </a:lnTo>
                  <a:lnTo>
                    <a:pt x="1089583" y="556348"/>
                  </a:lnTo>
                  <a:lnTo>
                    <a:pt x="1089583" y="671309"/>
                  </a:lnTo>
                  <a:lnTo>
                    <a:pt x="1093393" y="671309"/>
                  </a:lnTo>
                  <a:lnTo>
                    <a:pt x="1093393" y="556348"/>
                  </a:lnTo>
                  <a:lnTo>
                    <a:pt x="1226820" y="556348"/>
                  </a:lnTo>
                  <a:lnTo>
                    <a:pt x="1226820" y="671309"/>
                  </a:lnTo>
                  <a:lnTo>
                    <a:pt x="1230630" y="671309"/>
                  </a:lnTo>
                  <a:lnTo>
                    <a:pt x="1230630" y="556348"/>
                  </a:lnTo>
                  <a:lnTo>
                    <a:pt x="1364043" y="556348"/>
                  </a:lnTo>
                  <a:lnTo>
                    <a:pt x="1364043" y="671309"/>
                  </a:lnTo>
                  <a:lnTo>
                    <a:pt x="1367853" y="671309"/>
                  </a:lnTo>
                  <a:lnTo>
                    <a:pt x="1367853" y="556348"/>
                  </a:lnTo>
                  <a:lnTo>
                    <a:pt x="1501279" y="556348"/>
                  </a:lnTo>
                  <a:lnTo>
                    <a:pt x="1501279" y="671309"/>
                  </a:lnTo>
                  <a:lnTo>
                    <a:pt x="1505089" y="671309"/>
                  </a:lnTo>
                  <a:lnTo>
                    <a:pt x="1505089" y="556348"/>
                  </a:lnTo>
                  <a:lnTo>
                    <a:pt x="1638515" y="556348"/>
                  </a:lnTo>
                  <a:lnTo>
                    <a:pt x="1638515" y="671309"/>
                  </a:lnTo>
                  <a:lnTo>
                    <a:pt x="1642325" y="671309"/>
                  </a:lnTo>
                  <a:lnTo>
                    <a:pt x="1642325" y="556348"/>
                  </a:lnTo>
                  <a:lnTo>
                    <a:pt x="1775739" y="556348"/>
                  </a:lnTo>
                  <a:lnTo>
                    <a:pt x="1775739" y="671309"/>
                  </a:lnTo>
                  <a:lnTo>
                    <a:pt x="1779549" y="671309"/>
                  </a:lnTo>
                  <a:lnTo>
                    <a:pt x="1779549" y="556348"/>
                  </a:lnTo>
                  <a:lnTo>
                    <a:pt x="1912975" y="556348"/>
                  </a:lnTo>
                  <a:lnTo>
                    <a:pt x="1912975" y="671309"/>
                  </a:lnTo>
                  <a:lnTo>
                    <a:pt x="1916785" y="671309"/>
                  </a:lnTo>
                  <a:lnTo>
                    <a:pt x="1916785" y="556348"/>
                  </a:lnTo>
                  <a:lnTo>
                    <a:pt x="2050211" y="556348"/>
                  </a:lnTo>
                  <a:lnTo>
                    <a:pt x="2050211" y="671309"/>
                  </a:lnTo>
                  <a:lnTo>
                    <a:pt x="2054021" y="671309"/>
                  </a:lnTo>
                  <a:lnTo>
                    <a:pt x="2054021" y="556348"/>
                  </a:lnTo>
                  <a:lnTo>
                    <a:pt x="2187435" y="556348"/>
                  </a:lnTo>
                  <a:lnTo>
                    <a:pt x="2187435" y="671309"/>
                  </a:lnTo>
                  <a:lnTo>
                    <a:pt x="2191245" y="671309"/>
                  </a:lnTo>
                  <a:lnTo>
                    <a:pt x="2191245" y="556348"/>
                  </a:lnTo>
                  <a:lnTo>
                    <a:pt x="2324671" y="556348"/>
                  </a:lnTo>
                  <a:lnTo>
                    <a:pt x="2324671" y="671309"/>
                  </a:lnTo>
                  <a:lnTo>
                    <a:pt x="2328481" y="671309"/>
                  </a:lnTo>
                  <a:lnTo>
                    <a:pt x="2328481" y="556348"/>
                  </a:lnTo>
                  <a:lnTo>
                    <a:pt x="2461907" y="556348"/>
                  </a:lnTo>
                  <a:lnTo>
                    <a:pt x="2461907" y="671309"/>
                  </a:lnTo>
                  <a:lnTo>
                    <a:pt x="2465717" y="671309"/>
                  </a:lnTo>
                  <a:lnTo>
                    <a:pt x="2465717" y="556348"/>
                  </a:lnTo>
                  <a:lnTo>
                    <a:pt x="2599131" y="556348"/>
                  </a:lnTo>
                  <a:lnTo>
                    <a:pt x="2599131" y="671309"/>
                  </a:lnTo>
                  <a:lnTo>
                    <a:pt x="2602941" y="671309"/>
                  </a:lnTo>
                  <a:lnTo>
                    <a:pt x="2602941" y="556348"/>
                  </a:lnTo>
                  <a:lnTo>
                    <a:pt x="2736367" y="556348"/>
                  </a:lnTo>
                  <a:lnTo>
                    <a:pt x="2736367" y="671309"/>
                  </a:lnTo>
                  <a:lnTo>
                    <a:pt x="2740177" y="671309"/>
                  </a:lnTo>
                  <a:lnTo>
                    <a:pt x="2740177" y="556348"/>
                  </a:lnTo>
                  <a:lnTo>
                    <a:pt x="2873603" y="556348"/>
                  </a:lnTo>
                  <a:lnTo>
                    <a:pt x="2873603" y="671309"/>
                  </a:lnTo>
                  <a:lnTo>
                    <a:pt x="2877413" y="671309"/>
                  </a:lnTo>
                  <a:lnTo>
                    <a:pt x="2877413" y="556348"/>
                  </a:lnTo>
                  <a:lnTo>
                    <a:pt x="3010827" y="556348"/>
                  </a:lnTo>
                  <a:lnTo>
                    <a:pt x="3010827" y="671309"/>
                  </a:lnTo>
                  <a:lnTo>
                    <a:pt x="3014637" y="671309"/>
                  </a:lnTo>
                  <a:lnTo>
                    <a:pt x="3014637" y="556348"/>
                  </a:lnTo>
                  <a:lnTo>
                    <a:pt x="3148050" y="556348"/>
                  </a:lnTo>
                  <a:lnTo>
                    <a:pt x="3148050" y="671309"/>
                  </a:lnTo>
                  <a:lnTo>
                    <a:pt x="3151860" y="671309"/>
                  </a:lnTo>
                  <a:lnTo>
                    <a:pt x="3151860" y="556348"/>
                  </a:lnTo>
                  <a:lnTo>
                    <a:pt x="3285286" y="556348"/>
                  </a:lnTo>
                  <a:lnTo>
                    <a:pt x="3285286" y="671309"/>
                  </a:lnTo>
                  <a:lnTo>
                    <a:pt x="3289096" y="671309"/>
                  </a:lnTo>
                  <a:lnTo>
                    <a:pt x="3289096" y="556348"/>
                  </a:lnTo>
                  <a:lnTo>
                    <a:pt x="3422523" y="556348"/>
                  </a:lnTo>
                  <a:lnTo>
                    <a:pt x="3422523" y="671309"/>
                  </a:lnTo>
                  <a:lnTo>
                    <a:pt x="3426333" y="671309"/>
                  </a:lnTo>
                  <a:lnTo>
                    <a:pt x="3426333" y="556348"/>
                  </a:lnTo>
                  <a:lnTo>
                    <a:pt x="3559746" y="556348"/>
                  </a:lnTo>
                  <a:lnTo>
                    <a:pt x="3559746" y="671309"/>
                  </a:lnTo>
                  <a:lnTo>
                    <a:pt x="3563556" y="671309"/>
                  </a:lnTo>
                  <a:lnTo>
                    <a:pt x="3563556" y="556348"/>
                  </a:lnTo>
                  <a:lnTo>
                    <a:pt x="3696982" y="556348"/>
                  </a:lnTo>
                  <a:lnTo>
                    <a:pt x="3696982" y="671309"/>
                  </a:lnTo>
                  <a:lnTo>
                    <a:pt x="3700792" y="671309"/>
                  </a:lnTo>
                  <a:lnTo>
                    <a:pt x="3700792" y="556348"/>
                  </a:lnTo>
                  <a:lnTo>
                    <a:pt x="3834219" y="556348"/>
                  </a:lnTo>
                  <a:lnTo>
                    <a:pt x="3834219" y="671309"/>
                  </a:lnTo>
                  <a:lnTo>
                    <a:pt x="3838029" y="671309"/>
                  </a:lnTo>
                  <a:lnTo>
                    <a:pt x="3838029" y="556348"/>
                  </a:lnTo>
                  <a:lnTo>
                    <a:pt x="3971442" y="556348"/>
                  </a:lnTo>
                  <a:lnTo>
                    <a:pt x="3971442" y="671309"/>
                  </a:lnTo>
                  <a:lnTo>
                    <a:pt x="3975252" y="671309"/>
                  </a:lnTo>
                  <a:lnTo>
                    <a:pt x="3975252" y="556348"/>
                  </a:lnTo>
                  <a:lnTo>
                    <a:pt x="4108678" y="556348"/>
                  </a:lnTo>
                  <a:lnTo>
                    <a:pt x="4108678" y="671309"/>
                  </a:lnTo>
                  <a:lnTo>
                    <a:pt x="4112488" y="671309"/>
                  </a:lnTo>
                  <a:lnTo>
                    <a:pt x="4112488" y="556348"/>
                  </a:lnTo>
                  <a:lnTo>
                    <a:pt x="4245915" y="556348"/>
                  </a:lnTo>
                  <a:lnTo>
                    <a:pt x="4245915" y="671309"/>
                  </a:lnTo>
                  <a:lnTo>
                    <a:pt x="4249725" y="671309"/>
                  </a:lnTo>
                  <a:lnTo>
                    <a:pt x="4249725" y="556348"/>
                  </a:lnTo>
                  <a:lnTo>
                    <a:pt x="4383138" y="556348"/>
                  </a:lnTo>
                  <a:lnTo>
                    <a:pt x="4383138" y="671309"/>
                  </a:lnTo>
                  <a:lnTo>
                    <a:pt x="4386948" y="671309"/>
                  </a:lnTo>
                  <a:lnTo>
                    <a:pt x="4386948" y="556348"/>
                  </a:lnTo>
                  <a:lnTo>
                    <a:pt x="4520374" y="556348"/>
                  </a:lnTo>
                  <a:lnTo>
                    <a:pt x="4520374" y="671309"/>
                  </a:lnTo>
                  <a:lnTo>
                    <a:pt x="4524184" y="671309"/>
                  </a:lnTo>
                  <a:lnTo>
                    <a:pt x="4524184" y="556348"/>
                  </a:lnTo>
                  <a:lnTo>
                    <a:pt x="4657610" y="556348"/>
                  </a:lnTo>
                  <a:lnTo>
                    <a:pt x="4657610" y="671309"/>
                  </a:lnTo>
                  <a:lnTo>
                    <a:pt x="4661420" y="671309"/>
                  </a:lnTo>
                  <a:lnTo>
                    <a:pt x="4661420" y="556348"/>
                  </a:lnTo>
                  <a:lnTo>
                    <a:pt x="4794834" y="556348"/>
                  </a:lnTo>
                  <a:lnTo>
                    <a:pt x="4794834" y="671309"/>
                  </a:lnTo>
                  <a:lnTo>
                    <a:pt x="4798644" y="671309"/>
                  </a:lnTo>
                  <a:lnTo>
                    <a:pt x="4798644" y="556348"/>
                  </a:lnTo>
                  <a:lnTo>
                    <a:pt x="4932070" y="556348"/>
                  </a:lnTo>
                  <a:lnTo>
                    <a:pt x="4932070" y="671309"/>
                  </a:lnTo>
                  <a:lnTo>
                    <a:pt x="4935880" y="671309"/>
                  </a:lnTo>
                  <a:lnTo>
                    <a:pt x="4935880" y="556348"/>
                  </a:lnTo>
                  <a:lnTo>
                    <a:pt x="5069306" y="556348"/>
                  </a:lnTo>
                  <a:lnTo>
                    <a:pt x="5069306" y="671309"/>
                  </a:lnTo>
                  <a:lnTo>
                    <a:pt x="5073116" y="671309"/>
                  </a:lnTo>
                  <a:lnTo>
                    <a:pt x="5073116" y="556348"/>
                  </a:lnTo>
                  <a:lnTo>
                    <a:pt x="5206530" y="556348"/>
                  </a:lnTo>
                  <a:lnTo>
                    <a:pt x="5206530" y="671309"/>
                  </a:lnTo>
                  <a:lnTo>
                    <a:pt x="5210340" y="671309"/>
                  </a:lnTo>
                  <a:lnTo>
                    <a:pt x="5210340" y="556348"/>
                  </a:lnTo>
                  <a:lnTo>
                    <a:pt x="5343766" y="556348"/>
                  </a:lnTo>
                  <a:lnTo>
                    <a:pt x="5343766" y="671309"/>
                  </a:lnTo>
                  <a:lnTo>
                    <a:pt x="5347576" y="671309"/>
                  </a:lnTo>
                  <a:lnTo>
                    <a:pt x="5347576" y="556348"/>
                  </a:lnTo>
                  <a:lnTo>
                    <a:pt x="5481002" y="556348"/>
                  </a:lnTo>
                  <a:lnTo>
                    <a:pt x="5481002" y="671309"/>
                  </a:lnTo>
                  <a:lnTo>
                    <a:pt x="5484812" y="671309"/>
                  </a:lnTo>
                  <a:lnTo>
                    <a:pt x="5484812" y="556348"/>
                  </a:lnTo>
                  <a:lnTo>
                    <a:pt x="5618226" y="556348"/>
                  </a:lnTo>
                  <a:lnTo>
                    <a:pt x="5618226" y="671309"/>
                  </a:lnTo>
                  <a:lnTo>
                    <a:pt x="5622036" y="671309"/>
                  </a:lnTo>
                  <a:lnTo>
                    <a:pt x="5622036" y="556348"/>
                  </a:lnTo>
                  <a:lnTo>
                    <a:pt x="5755462" y="556348"/>
                  </a:lnTo>
                  <a:lnTo>
                    <a:pt x="5755462" y="671309"/>
                  </a:lnTo>
                  <a:lnTo>
                    <a:pt x="5759272" y="671309"/>
                  </a:lnTo>
                  <a:lnTo>
                    <a:pt x="5759272" y="556348"/>
                  </a:lnTo>
                  <a:lnTo>
                    <a:pt x="5892698" y="556348"/>
                  </a:lnTo>
                  <a:lnTo>
                    <a:pt x="5892698" y="671309"/>
                  </a:lnTo>
                  <a:lnTo>
                    <a:pt x="5896508" y="671309"/>
                  </a:lnTo>
                  <a:lnTo>
                    <a:pt x="5896508" y="556348"/>
                  </a:lnTo>
                  <a:lnTo>
                    <a:pt x="6029922" y="556348"/>
                  </a:lnTo>
                  <a:lnTo>
                    <a:pt x="6029922" y="671309"/>
                  </a:lnTo>
                  <a:lnTo>
                    <a:pt x="6033732" y="671309"/>
                  </a:lnTo>
                  <a:lnTo>
                    <a:pt x="6033732" y="556348"/>
                  </a:lnTo>
                  <a:lnTo>
                    <a:pt x="6167158" y="556348"/>
                  </a:lnTo>
                  <a:lnTo>
                    <a:pt x="6167158" y="671309"/>
                  </a:lnTo>
                  <a:lnTo>
                    <a:pt x="6170968" y="671309"/>
                  </a:lnTo>
                  <a:lnTo>
                    <a:pt x="6170968" y="556348"/>
                  </a:lnTo>
                  <a:lnTo>
                    <a:pt x="6304394" y="556348"/>
                  </a:lnTo>
                  <a:lnTo>
                    <a:pt x="6304394" y="671309"/>
                  </a:lnTo>
                  <a:lnTo>
                    <a:pt x="6308204" y="671309"/>
                  </a:lnTo>
                  <a:lnTo>
                    <a:pt x="6308204" y="556348"/>
                  </a:lnTo>
                  <a:lnTo>
                    <a:pt x="6441618" y="556348"/>
                  </a:lnTo>
                  <a:lnTo>
                    <a:pt x="6441618" y="671309"/>
                  </a:lnTo>
                  <a:lnTo>
                    <a:pt x="6445428" y="671309"/>
                  </a:lnTo>
                  <a:lnTo>
                    <a:pt x="6445428" y="556348"/>
                  </a:lnTo>
                  <a:lnTo>
                    <a:pt x="6578854" y="556348"/>
                  </a:lnTo>
                  <a:lnTo>
                    <a:pt x="6578854" y="671309"/>
                  </a:lnTo>
                  <a:lnTo>
                    <a:pt x="6582664" y="671309"/>
                  </a:lnTo>
                  <a:lnTo>
                    <a:pt x="6582664" y="556348"/>
                  </a:lnTo>
                  <a:lnTo>
                    <a:pt x="6716090" y="556348"/>
                  </a:lnTo>
                  <a:lnTo>
                    <a:pt x="6716090" y="671309"/>
                  </a:lnTo>
                  <a:lnTo>
                    <a:pt x="6719900" y="671309"/>
                  </a:lnTo>
                  <a:lnTo>
                    <a:pt x="6719900" y="556348"/>
                  </a:lnTo>
                  <a:lnTo>
                    <a:pt x="6833895" y="556348"/>
                  </a:lnTo>
                  <a:lnTo>
                    <a:pt x="6833895" y="551268"/>
                  </a:lnTo>
                  <a:lnTo>
                    <a:pt x="6719900" y="551268"/>
                  </a:lnTo>
                  <a:lnTo>
                    <a:pt x="6719900" y="419125"/>
                  </a:lnTo>
                  <a:lnTo>
                    <a:pt x="6833895" y="419125"/>
                  </a:lnTo>
                  <a:lnTo>
                    <a:pt x="6833895" y="414045"/>
                  </a:lnTo>
                  <a:lnTo>
                    <a:pt x="6719900" y="414045"/>
                  </a:lnTo>
                  <a:lnTo>
                    <a:pt x="6719900" y="281889"/>
                  </a:lnTo>
                  <a:lnTo>
                    <a:pt x="6833895" y="281889"/>
                  </a:lnTo>
                  <a:lnTo>
                    <a:pt x="6833895" y="276809"/>
                  </a:lnTo>
                  <a:lnTo>
                    <a:pt x="6719900" y="276809"/>
                  </a:lnTo>
                  <a:lnTo>
                    <a:pt x="6719900" y="144653"/>
                  </a:lnTo>
                  <a:lnTo>
                    <a:pt x="6833895" y="144653"/>
                  </a:lnTo>
                  <a:lnTo>
                    <a:pt x="6833895" y="139573"/>
                  </a:lnTo>
                  <a:close/>
                </a:path>
              </a:pathLst>
            </a:custGeom>
            <a:solidFill>
              <a:srgbClr val="C7C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509750" y="4374120"/>
              <a:ext cx="0" cy="519430"/>
            </a:xfrm>
            <a:custGeom>
              <a:avLst/>
              <a:gdLst/>
              <a:ahLst/>
              <a:cxnLst/>
              <a:rect l="l" t="t" r="r" b="b"/>
              <a:pathLst>
                <a:path h="519429">
                  <a:moveTo>
                    <a:pt x="0" y="0"/>
                  </a:moveTo>
                  <a:lnTo>
                    <a:pt x="0" y="519239"/>
                  </a:lnTo>
                </a:path>
              </a:pathLst>
            </a:custGeom>
            <a:ln w="12700">
              <a:solidFill>
                <a:srgbClr val="33A3D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519798" y="4964670"/>
              <a:ext cx="34290" cy="29845"/>
            </a:xfrm>
            <a:custGeom>
              <a:avLst/>
              <a:gdLst/>
              <a:ahLst/>
              <a:cxnLst/>
              <a:rect l="l" t="t" r="r" b="b"/>
              <a:pathLst>
                <a:path w="34290" h="29845">
                  <a:moveTo>
                    <a:pt x="0" y="0"/>
                  </a:moveTo>
                  <a:lnTo>
                    <a:pt x="5590" y="8749"/>
                  </a:lnTo>
                  <a:lnTo>
                    <a:pt x="12942" y="16905"/>
                  </a:lnTo>
                  <a:lnTo>
                    <a:pt x="22297" y="23986"/>
                  </a:lnTo>
                  <a:lnTo>
                    <a:pt x="33896" y="29514"/>
                  </a:lnTo>
                </a:path>
              </a:pathLst>
            </a:custGeom>
            <a:ln w="12700">
              <a:solidFill>
                <a:srgbClr val="33A3D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626418" y="4998653"/>
              <a:ext cx="6685915" cy="0"/>
            </a:xfrm>
            <a:custGeom>
              <a:avLst/>
              <a:gdLst/>
              <a:ahLst/>
              <a:cxnLst/>
              <a:rect l="l" t="t" r="r" b="b"/>
              <a:pathLst>
                <a:path w="6685915">
                  <a:moveTo>
                    <a:pt x="0" y="0"/>
                  </a:moveTo>
                  <a:lnTo>
                    <a:pt x="6685330" y="0"/>
                  </a:lnTo>
                </a:path>
              </a:pathLst>
            </a:custGeom>
            <a:ln w="12700">
              <a:solidFill>
                <a:srgbClr val="33A3D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343650" y="4432644"/>
              <a:ext cx="0" cy="519430"/>
            </a:xfrm>
            <a:custGeom>
              <a:avLst/>
              <a:gdLst/>
              <a:ahLst/>
              <a:cxnLst/>
              <a:rect l="l" t="t" r="r" b="b"/>
              <a:pathLst>
                <a:path h="519429">
                  <a:moveTo>
                    <a:pt x="0" y="51923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A3D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7299706" y="4331819"/>
              <a:ext cx="34290" cy="29845"/>
            </a:xfrm>
            <a:custGeom>
              <a:avLst/>
              <a:gdLst/>
              <a:ahLst/>
              <a:cxnLst/>
              <a:rect l="l" t="t" r="r" b="b"/>
              <a:pathLst>
                <a:path w="34290" h="29845">
                  <a:moveTo>
                    <a:pt x="33896" y="29514"/>
                  </a:moveTo>
                  <a:lnTo>
                    <a:pt x="28305" y="20763"/>
                  </a:lnTo>
                  <a:lnTo>
                    <a:pt x="20953" y="12604"/>
                  </a:lnTo>
                  <a:lnTo>
                    <a:pt x="11598" y="5522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33A3D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541649" y="4327351"/>
              <a:ext cx="6685915" cy="0"/>
            </a:xfrm>
            <a:custGeom>
              <a:avLst/>
              <a:gdLst/>
              <a:ahLst/>
              <a:cxnLst/>
              <a:rect l="l" t="t" r="r" b="b"/>
              <a:pathLst>
                <a:path w="6685915">
                  <a:moveTo>
                    <a:pt x="668533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3A3D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509750" y="4327356"/>
              <a:ext cx="6834505" cy="671830"/>
            </a:xfrm>
            <a:custGeom>
              <a:avLst/>
              <a:gdLst/>
              <a:ahLst/>
              <a:cxnLst/>
              <a:rect l="l" t="t" r="r" b="b"/>
              <a:pathLst>
                <a:path w="6834505" h="671829">
                  <a:moveTo>
                    <a:pt x="0" y="579475"/>
                  </a:moveTo>
                  <a:lnTo>
                    <a:pt x="0" y="599300"/>
                  </a:lnTo>
                  <a:lnTo>
                    <a:pt x="0" y="606602"/>
                  </a:lnTo>
                  <a:lnTo>
                    <a:pt x="2324" y="616559"/>
                  </a:lnTo>
                </a:path>
                <a:path w="6834505" h="671829">
                  <a:moveTo>
                    <a:pt x="54648" y="669721"/>
                  </a:moveTo>
                  <a:lnTo>
                    <a:pt x="59905" y="670737"/>
                  </a:lnTo>
                  <a:lnTo>
                    <a:pt x="65671" y="671296"/>
                  </a:lnTo>
                  <a:lnTo>
                    <a:pt x="71996" y="671296"/>
                  </a:lnTo>
                  <a:lnTo>
                    <a:pt x="91122" y="671296"/>
                  </a:lnTo>
                </a:path>
                <a:path w="6834505" h="671829">
                  <a:moveTo>
                    <a:pt x="6814781" y="671296"/>
                  </a:moveTo>
                  <a:lnTo>
                    <a:pt x="6833895" y="671296"/>
                  </a:lnTo>
                  <a:lnTo>
                    <a:pt x="6833895" y="651471"/>
                  </a:lnTo>
                </a:path>
                <a:path w="6834505" h="671829">
                  <a:moveTo>
                    <a:pt x="6833895" y="91820"/>
                  </a:moveTo>
                  <a:lnTo>
                    <a:pt x="6833895" y="71996"/>
                  </a:lnTo>
                  <a:lnTo>
                    <a:pt x="6833895" y="64681"/>
                  </a:lnTo>
                  <a:lnTo>
                    <a:pt x="6831571" y="54724"/>
                  </a:lnTo>
                </a:path>
                <a:path w="6834505" h="671829">
                  <a:moveTo>
                    <a:pt x="6779259" y="1562"/>
                  </a:moveTo>
                  <a:lnTo>
                    <a:pt x="6773989" y="558"/>
                  </a:lnTo>
                  <a:lnTo>
                    <a:pt x="6768223" y="0"/>
                  </a:lnTo>
                  <a:lnTo>
                    <a:pt x="6761899" y="0"/>
                  </a:lnTo>
                  <a:lnTo>
                    <a:pt x="6742772" y="0"/>
                  </a:lnTo>
                </a:path>
                <a:path w="6834505" h="671829">
                  <a:moveTo>
                    <a:pt x="19126" y="0"/>
                  </a:moveTo>
                  <a:lnTo>
                    <a:pt x="0" y="0"/>
                  </a:lnTo>
                  <a:lnTo>
                    <a:pt x="0" y="19824"/>
                  </a:lnTo>
                </a:path>
              </a:pathLst>
            </a:custGeom>
            <a:ln w="12700">
              <a:solidFill>
                <a:srgbClr val="33A3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3" name="object 2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1097" y="4193996"/>
              <a:ext cx="125996" cy="936003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1101" y="4345316"/>
              <a:ext cx="693399" cy="784682"/>
            </a:xfrm>
            <a:prstGeom prst="rect">
              <a:avLst/>
            </a:prstGeom>
          </p:spPr>
        </p:pic>
      </p:grpSp>
      <p:sp>
        <p:nvSpPr>
          <p:cNvPr id="235" name="object 235"/>
          <p:cNvSpPr txBox="1"/>
          <p:nvPr/>
        </p:nvSpPr>
        <p:spPr>
          <a:xfrm rot="19740000">
            <a:off x="400605" y="4668004"/>
            <a:ext cx="439314" cy="15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5"/>
              </a:lnSpc>
            </a:pPr>
            <a:r>
              <a:rPr sz="1200" i="1" spc="-40" dirty="0">
                <a:solidFill>
                  <a:srgbClr val="FFFFFF"/>
                </a:solidFill>
                <a:latin typeface="Arial"/>
                <a:cs typeface="Arial"/>
              </a:rPr>
              <a:t>Benim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6" name="object 236"/>
          <p:cNvSpPr txBox="1"/>
          <p:nvPr/>
        </p:nvSpPr>
        <p:spPr>
          <a:xfrm rot="19740000">
            <a:off x="419516" y="4826510"/>
            <a:ext cx="598426" cy="15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5"/>
              </a:lnSpc>
            </a:pPr>
            <a:r>
              <a:rPr sz="1200" i="1" spc="5" dirty="0">
                <a:solidFill>
                  <a:srgbClr val="FFFFFF"/>
                </a:solidFill>
                <a:latin typeface="Arial"/>
                <a:cs typeface="Arial"/>
              </a:rPr>
              <a:t>Notlarim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7" name="object 237"/>
          <p:cNvSpPr txBox="1"/>
          <p:nvPr/>
        </p:nvSpPr>
        <p:spPr>
          <a:xfrm rot="19740000">
            <a:off x="547016" y="4529097"/>
            <a:ext cx="162516" cy="15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5"/>
              </a:lnSpc>
            </a:pPr>
            <a:r>
              <a:rPr sz="1200" i="1" spc="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1256" y="9857137"/>
            <a:ext cx="934719" cy="0"/>
          </a:xfrm>
          <a:custGeom>
            <a:avLst/>
            <a:gdLst/>
            <a:ahLst/>
            <a:cxnLst/>
            <a:rect l="l" t="t" r="r" b="b"/>
            <a:pathLst>
              <a:path w="934719">
                <a:moveTo>
                  <a:pt x="0" y="0"/>
                </a:moveTo>
                <a:lnTo>
                  <a:pt x="93449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7153" y="9722712"/>
            <a:ext cx="72961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0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7998" y="297521"/>
            <a:ext cx="1340485" cy="728980"/>
            <a:chOff x="467998" y="297521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574027" y="300696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4" h="722630">
                  <a:moveTo>
                    <a:pt x="1231201" y="90614"/>
                  </a:moveTo>
                  <a:lnTo>
                    <a:pt x="1143393" y="587400"/>
                  </a:lnTo>
                  <a:lnTo>
                    <a:pt x="113525" y="722566"/>
                  </a:lnTo>
                  <a:lnTo>
                    <a:pt x="0" y="0"/>
                  </a:lnTo>
                  <a:lnTo>
                    <a:pt x="1231201" y="90614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7277" y="312331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1229461" y="0"/>
                  </a:moveTo>
                  <a:lnTo>
                    <a:pt x="0" y="38163"/>
                  </a:lnTo>
                  <a:lnTo>
                    <a:pt x="13721" y="139104"/>
                  </a:lnTo>
                  <a:lnTo>
                    <a:pt x="87820" y="659942"/>
                  </a:lnTo>
                  <a:lnTo>
                    <a:pt x="1136319" y="659942"/>
                  </a:lnTo>
                  <a:lnTo>
                    <a:pt x="1229461" y="0"/>
                  </a:lnTo>
                  <a:close/>
                </a:path>
              </a:pathLst>
            </a:custGeom>
            <a:solidFill>
              <a:srgbClr val="20C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5853" y="312332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0" y="0"/>
                  </a:moveTo>
                  <a:lnTo>
                    <a:pt x="109143" y="69470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7998" y="721494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5" h="218440">
                  <a:moveTo>
                    <a:pt x="0" y="0"/>
                  </a:moveTo>
                  <a:lnTo>
                    <a:pt x="86372" y="217817"/>
                  </a:lnTo>
                  <a:lnTo>
                    <a:pt x="971613" y="198246"/>
                  </a:lnTo>
                  <a:lnTo>
                    <a:pt x="1067219" y="24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887" y="895192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80" h="95884">
                  <a:moveTo>
                    <a:pt x="728421" y="0"/>
                  </a:moveTo>
                  <a:lnTo>
                    <a:pt x="0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355617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207772" y="0"/>
                </a:moveTo>
                <a:lnTo>
                  <a:pt x="0" y="119240"/>
                </a:lnTo>
                <a:lnTo>
                  <a:pt x="173773" y="702002"/>
                </a:lnTo>
                <a:lnTo>
                  <a:pt x="379861" y="702002"/>
                </a:lnTo>
                <a:lnTo>
                  <a:pt x="207772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6340" y="9637093"/>
            <a:ext cx="616270" cy="1879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941659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458" y="679998"/>
            <a:ext cx="8699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14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1500" b="1" spc="-12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500" b="1" spc="-114" dirty="0">
                <a:solidFill>
                  <a:srgbClr val="FFFFFF"/>
                </a:solidFill>
                <a:latin typeface="Tahoma"/>
                <a:cs typeface="Tahoma"/>
              </a:rPr>
              <a:t>gulama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035" y="9677550"/>
            <a:ext cx="1581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14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7999" y="466500"/>
            <a:ext cx="619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Alan</a:t>
            </a:r>
            <a:r>
              <a:rPr sz="900" spc="-30" dirty="0">
                <a:solidFill>
                  <a:srgbClr val="58595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8595B"/>
                </a:solidFill>
                <a:latin typeface="Microsoft Sans Serif"/>
                <a:cs typeface="Microsoft Sans Serif"/>
              </a:rPr>
              <a:t>Ölçme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49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4670" y="267258"/>
            <a:ext cx="3333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5" dirty="0">
                <a:solidFill>
                  <a:srgbClr val="FFFFFF"/>
                </a:solidFill>
                <a:latin typeface="Tahoma"/>
                <a:cs typeface="Tahoma"/>
              </a:rPr>
              <a:t>2.</a:t>
            </a:r>
            <a:endParaRPr sz="3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21700" y="1128452"/>
            <a:ext cx="25400" cy="396240"/>
            <a:chOff x="1421700" y="1128452"/>
            <a:chExt cx="25400" cy="396240"/>
          </a:xfrm>
        </p:grpSpPr>
        <p:sp>
          <p:nvSpPr>
            <p:cNvPr id="19" name="object 19"/>
            <p:cNvSpPr/>
            <p:nvPr/>
          </p:nvSpPr>
          <p:spPr>
            <a:xfrm>
              <a:off x="1442871" y="1128452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25929" y="1128452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5998"/>
                  </a:lnTo>
                </a:path>
              </a:pathLst>
            </a:custGeom>
            <a:ln w="8458">
              <a:solidFill>
                <a:srgbClr val="F68B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93317" y="1291399"/>
            <a:ext cx="3695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37" baseline="3472" dirty="0">
                <a:solidFill>
                  <a:srgbClr val="F15A29"/>
                </a:solidFill>
                <a:latin typeface="Trebuchet MS"/>
                <a:cs typeface="Trebuchet MS"/>
              </a:rPr>
              <a:t>DÜ</a:t>
            </a:r>
            <a:r>
              <a:rPr sz="1200" i="1" spc="-427" baseline="3472" dirty="0">
                <a:solidFill>
                  <a:srgbClr val="F15A29"/>
                </a:solidFill>
                <a:latin typeface="Trebuchet MS"/>
                <a:cs typeface="Trebuchet MS"/>
              </a:rPr>
              <a:t>S</a:t>
            </a:r>
            <a:r>
              <a:rPr sz="800" i="1" spc="-105" dirty="0">
                <a:solidFill>
                  <a:srgbClr val="F15A29"/>
                </a:solidFill>
                <a:latin typeface="Trebuchet MS"/>
                <a:cs typeface="Trebuchet MS"/>
              </a:rPr>
              <a:t>,</a:t>
            </a:r>
            <a:r>
              <a:rPr sz="800" i="1" spc="-25" dirty="0">
                <a:solidFill>
                  <a:srgbClr val="F15A29"/>
                </a:solidFill>
                <a:latin typeface="Trebuchet MS"/>
                <a:cs typeface="Trebuchet MS"/>
              </a:rPr>
              <a:t> </a:t>
            </a:r>
            <a:r>
              <a:rPr sz="1200" i="1" spc="22" baseline="3472" dirty="0">
                <a:solidFill>
                  <a:srgbClr val="F15A29"/>
                </a:solidFill>
                <a:latin typeface="Trebuchet MS"/>
                <a:cs typeface="Trebuchet MS"/>
              </a:rPr>
              <a:t>ün,</a:t>
            </a:r>
            <a:endParaRPr sz="1200" baseline="3472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61911" y="1095367"/>
            <a:ext cx="443865" cy="429895"/>
            <a:chOff x="561911" y="1095367"/>
            <a:chExt cx="443865" cy="429895"/>
          </a:xfrm>
        </p:grpSpPr>
        <p:sp>
          <p:nvSpPr>
            <p:cNvPr id="23" name="object 23"/>
            <p:cNvSpPr/>
            <p:nvPr/>
          </p:nvSpPr>
          <p:spPr>
            <a:xfrm>
              <a:off x="561911" y="1148918"/>
              <a:ext cx="304800" cy="375920"/>
            </a:xfrm>
            <a:custGeom>
              <a:avLst/>
              <a:gdLst/>
              <a:ahLst/>
              <a:cxnLst/>
              <a:rect l="l" t="t" r="r" b="b"/>
              <a:pathLst>
                <a:path w="304800" h="375919">
                  <a:moveTo>
                    <a:pt x="217487" y="94208"/>
                  </a:moveTo>
                  <a:lnTo>
                    <a:pt x="214604" y="87769"/>
                  </a:lnTo>
                  <a:lnTo>
                    <a:pt x="202425" y="83731"/>
                  </a:lnTo>
                  <a:lnTo>
                    <a:pt x="196253" y="87160"/>
                  </a:lnTo>
                  <a:lnTo>
                    <a:pt x="187718" y="112877"/>
                  </a:lnTo>
                  <a:lnTo>
                    <a:pt x="190601" y="119303"/>
                  </a:lnTo>
                  <a:lnTo>
                    <a:pt x="196710" y="121335"/>
                  </a:lnTo>
                  <a:lnTo>
                    <a:pt x="202780" y="123342"/>
                  </a:lnTo>
                  <a:lnTo>
                    <a:pt x="208940" y="119926"/>
                  </a:lnTo>
                  <a:lnTo>
                    <a:pt x="217487" y="94208"/>
                  </a:lnTo>
                  <a:close/>
                </a:path>
                <a:path w="304800" h="375919">
                  <a:moveTo>
                    <a:pt x="280403" y="115354"/>
                  </a:moveTo>
                  <a:lnTo>
                    <a:pt x="278358" y="109042"/>
                  </a:lnTo>
                  <a:lnTo>
                    <a:pt x="268312" y="105714"/>
                  </a:lnTo>
                  <a:lnTo>
                    <a:pt x="262890" y="109537"/>
                  </a:lnTo>
                  <a:lnTo>
                    <a:pt x="254114" y="135966"/>
                  </a:lnTo>
                  <a:lnTo>
                    <a:pt x="256171" y="142252"/>
                  </a:lnTo>
                  <a:lnTo>
                    <a:pt x="261200" y="143929"/>
                  </a:lnTo>
                  <a:lnTo>
                    <a:pt x="266217" y="145592"/>
                  </a:lnTo>
                  <a:lnTo>
                    <a:pt x="271627" y="141782"/>
                  </a:lnTo>
                  <a:lnTo>
                    <a:pt x="280403" y="115354"/>
                  </a:lnTo>
                  <a:close/>
                </a:path>
                <a:path w="304800" h="375919">
                  <a:moveTo>
                    <a:pt x="304215" y="110490"/>
                  </a:moveTo>
                  <a:lnTo>
                    <a:pt x="294195" y="64770"/>
                  </a:lnTo>
                  <a:lnTo>
                    <a:pt x="271500" y="30480"/>
                  </a:lnTo>
                  <a:lnTo>
                    <a:pt x="252831" y="17780"/>
                  </a:lnTo>
                  <a:lnTo>
                    <a:pt x="237909" y="7620"/>
                  </a:lnTo>
                  <a:lnTo>
                    <a:pt x="195249" y="0"/>
                  </a:lnTo>
                  <a:lnTo>
                    <a:pt x="177126" y="1270"/>
                  </a:lnTo>
                  <a:lnTo>
                    <a:pt x="159600" y="6350"/>
                  </a:lnTo>
                  <a:lnTo>
                    <a:pt x="142900" y="12700"/>
                  </a:lnTo>
                  <a:lnTo>
                    <a:pt x="131724" y="19050"/>
                  </a:lnTo>
                  <a:lnTo>
                    <a:pt x="182943" y="19050"/>
                  </a:lnTo>
                  <a:lnTo>
                    <a:pt x="195249" y="17780"/>
                  </a:lnTo>
                  <a:lnTo>
                    <a:pt x="235953" y="26670"/>
                  </a:lnTo>
                  <a:lnTo>
                    <a:pt x="263867" y="48260"/>
                  </a:lnTo>
                  <a:lnTo>
                    <a:pt x="280416" y="78740"/>
                  </a:lnTo>
                  <a:lnTo>
                    <a:pt x="286994" y="111760"/>
                  </a:lnTo>
                  <a:lnTo>
                    <a:pt x="286435" y="132080"/>
                  </a:lnTo>
                  <a:lnTo>
                    <a:pt x="274739" y="168910"/>
                  </a:lnTo>
                  <a:lnTo>
                    <a:pt x="237680" y="201930"/>
                  </a:lnTo>
                  <a:lnTo>
                    <a:pt x="205447" y="208280"/>
                  </a:lnTo>
                  <a:lnTo>
                    <a:pt x="201180" y="208280"/>
                  </a:lnTo>
                  <a:lnTo>
                    <a:pt x="196799" y="207010"/>
                  </a:lnTo>
                  <a:lnTo>
                    <a:pt x="190677" y="207010"/>
                  </a:lnTo>
                  <a:lnTo>
                    <a:pt x="188950" y="205740"/>
                  </a:lnTo>
                  <a:lnTo>
                    <a:pt x="184950" y="204470"/>
                  </a:lnTo>
                  <a:lnTo>
                    <a:pt x="182626" y="205740"/>
                  </a:lnTo>
                  <a:lnTo>
                    <a:pt x="175450" y="236220"/>
                  </a:lnTo>
                  <a:lnTo>
                    <a:pt x="176758" y="252730"/>
                  </a:lnTo>
                  <a:lnTo>
                    <a:pt x="190093" y="295910"/>
                  </a:lnTo>
                  <a:lnTo>
                    <a:pt x="203631" y="325120"/>
                  </a:lnTo>
                  <a:lnTo>
                    <a:pt x="210413" y="342900"/>
                  </a:lnTo>
                  <a:lnTo>
                    <a:pt x="168224" y="359410"/>
                  </a:lnTo>
                  <a:lnTo>
                    <a:pt x="156146" y="359410"/>
                  </a:lnTo>
                  <a:lnTo>
                    <a:pt x="143789" y="356870"/>
                  </a:lnTo>
                  <a:lnTo>
                    <a:pt x="131165" y="355600"/>
                  </a:lnTo>
                  <a:lnTo>
                    <a:pt x="118325" y="351790"/>
                  </a:lnTo>
                  <a:lnTo>
                    <a:pt x="114846" y="340360"/>
                  </a:lnTo>
                  <a:lnTo>
                    <a:pt x="111709" y="321310"/>
                  </a:lnTo>
                  <a:lnTo>
                    <a:pt x="111290" y="297180"/>
                  </a:lnTo>
                  <a:lnTo>
                    <a:pt x="116001" y="270510"/>
                  </a:lnTo>
                  <a:lnTo>
                    <a:pt x="135432" y="270510"/>
                  </a:lnTo>
                  <a:lnTo>
                    <a:pt x="147116" y="269240"/>
                  </a:lnTo>
                  <a:lnTo>
                    <a:pt x="150583" y="265430"/>
                  </a:lnTo>
                  <a:lnTo>
                    <a:pt x="149669" y="255270"/>
                  </a:lnTo>
                  <a:lnTo>
                    <a:pt x="145415" y="252730"/>
                  </a:lnTo>
                  <a:lnTo>
                    <a:pt x="111747" y="252730"/>
                  </a:lnTo>
                  <a:lnTo>
                    <a:pt x="85636" y="248920"/>
                  </a:lnTo>
                  <a:lnTo>
                    <a:pt x="44348" y="228600"/>
                  </a:lnTo>
                  <a:lnTo>
                    <a:pt x="19443" y="185420"/>
                  </a:lnTo>
                  <a:lnTo>
                    <a:pt x="17233" y="166370"/>
                  </a:lnTo>
                  <a:lnTo>
                    <a:pt x="19469" y="129540"/>
                  </a:lnTo>
                  <a:lnTo>
                    <a:pt x="42760" y="71120"/>
                  </a:lnTo>
                  <a:lnTo>
                    <a:pt x="84137" y="41910"/>
                  </a:lnTo>
                  <a:lnTo>
                    <a:pt x="104952" y="36830"/>
                  </a:lnTo>
                  <a:lnTo>
                    <a:pt x="123698" y="38100"/>
                  </a:lnTo>
                  <a:lnTo>
                    <a:pt x="139293" y="46990"/>
                  </a:lnTo>
                  <a:lnTo>
                    <a:pt x="141833" y="48260"/>
                  </a:lnTo>
                  <a:lnTo>
                    <a:pt x="142633" y="50800"/>
                  </a:lnTo>
                  <a:lnTo>
                    <a:pt x="142227" y="53340"/>
                  </a:lnTo>
                  <a:lnTo>
                    <a:pt x="138125" y="55880"/>
                  </a:lnTo>
                  <a:lnTo>
                    <a:pt x="133350" y="58420"/>
                  </a:lnTo>
                  <a:lnTo>
                    <a:pt x="115481" y="53340"/>
                  </a:lnTo>
                  <a:lnTo>
                    <a:pt x="98983" y="54610"/>
                  </a:lnTo>
                  <a:lnTo>
                    <a:pt x="86652" y="58420"/>
                  </a:lnTo>
                  <a:lnTo>
                    <a:pt x="81318" y="62230"/>
                  </a:lnTo>
                  <a:lnTo>
                    <a:pt x="77901" y="63500"/>
                  </a:lnTo>
                  <a:lnTo>
                    <a:pt x="76390" y="68580"/>
                  </a:lnTo>
                  <a:lnTo>
                    <a:pt x="78892" y="76200"/>
                  </a:lnTo>
                  <a:lnTo>
                    <a:pt x="82600" y="77470"/>
                  </a:lnTo>
                  <a:lnTo>
                    <a:pt x="93624" y="77470"/>
                  </a:lnTo>
                  <a:lnTo>
                    <a:pt x="100888" y="78740"/>
                  </a:lnTo>
                  <a:lnTo>
                    <a:pt x="107569" y="81280"/>
                  </a:lnTo>
                  <a:lnTo>
                    <a:pt x="112877" y="86360"/>
                  </a:lnTo>
                  <a:lnTo>
                    <a:pt x="115684" y="91440"/>
                  </a:lnTo>
                  <a:lnTo>
                    <a:pt x="116890" y="97790"/>
                  </a:lnTo>
                  <a:lnTo>
                    <a:pt x="116484" y="104140"/>
                  </a:lnTo>
                  <a:lnTo>
                    <a:pt x="89065" y="133350"/>
                  </a:lnTo>
                  <a:lnTo>
                    <a:pt x="77901" y="132080"/>
                  </a:lnTo>
                  <a:lnTo>
                    <a:pt x="68059" y="128270"/>
                  </a:lnTo>
                  <a:lnTo>
                    <a:pt x="61277" y="124460"/>
                  </a:lnTo>
                  <a:lnTo>
                    <a:pt x="59105" y="123190"/>
                  </a:lnTo>
                  <a:lnTo>
                    <a:pt x="56464" y="123190"/>
                  </a:lnTo>
                  <a:lnTo>
                    <a:pt x="44297" y="153670"/>
                  </a:lnTo>
                  <a:lnTo>
                    <a:pt x="46164" y="173990"/>
                  </a:lnTo>
                  <a:lnTo>
                    <a:pt x="57315" y="198120"/>
                  </a:lnTo>
                  <a:lnTo>
                    <a:pt x="73240" y="213360"/>
                  </a:lnTo>
                  <a:lnTo>
                    <a:pt x="89954" y="219710"/>
                  </a:lnTo>
                  <a:lnTo>
                    <a:pt x="106591" y="220980"/>
                  </a:lnTo>
                  <a:lnTo>
                    <a:pt x="122275" y="219710"/>
                  </a:lnTo>
                  <a:lnTo>
                    <a:pt x="129374" y="218440"/>
                  </a:lnTo>
                  <a:lnTo>
                    <a:pt x="142214" y="218440"/>
                  </a:lnTo>
                  <a:lnTo>
                    <a:pt x="147561" y="219710"/>
                  </a:lnTo>
                  <a:lnTo>
                    <a:pt x="149301" y="219710"/>
                  </a:lnTo>
                  <a:lnTo>
                    <a:pt x="149263" y="220980"/>
                  </a:lnTo>
                  <a:lnTo>
                    <a:pt x="149453" y="219710"/>
                  </a:lnTo>
                  <a:lnTo>
                    <a:pt x="153377" y="220980"/>
                  </a:lnTo>
                  <a:lnTo>
                    <a:pt x="157276" y="218440"/>
                  </a:lnTo>
                  <a:lnTo>
                    <a:pt x="160693" y="210820"/>
                  </a:lnTo>
                  <a:lnTo>
                    <a:pt x="155536" y="203200"/>
                  </a:lnTo>
                  <a:lnTo>
                    <a:pt x="151244" y="196850"/>
                  </a:lnTo>
                  <a:lnTo>
                    <a:pt x="147789" y="195580"/>
                  </a:lnTo>
                  <a:lnTo>
                    <a:pt x="129959" y="186690"/>
                  </a:lnTo>
                  <a:lnTo>
                    <a:pt x="122148" y="181229"/>
                  </a:lnTo>
                  <a:lnTo>
                    <a:pt x="122148" y="201930"/>
                  </a:lnTo>
                  <a:lnTo>
                    <a:pt x="120218" y="201930"/>
                  </a:lnTo>
                  <a:lnTo>
                    <a:pt x="106667" y="203200"/>
                  </a:lnTo>
                  <a:lnTo>
                    <a:pt x="94005" y="203200"/>
                  </a:lnTo>
                  <a:lnTo>
                    <a:pt x="64731" y="176530"/>
                  </a:lnTo>
                  <a:lnTo>
                    <a:pt x="61468" y="153670"/>
                  </a:lnTo>
                  <a:lnTo>
                    <a:pt x="62509" y="144780"/>
                  </a:lnTo>
                  <a:lnTo>
                    <a:pt x="66713" y="146050"/>
                  </a:lnTo>
                  <a:lnTo>
                    <a:pt x="71945" y="148590"/>
                  </a:lnTo>
                  <a:lnTo>
                    <a:pt x="77685" y="149860"/>
                  </a:lnTo>
                  <a:lnTo>
                    <a:pt x="84340" y="165100"/>
                  </a:lnTo>
                  <a:lnTo>
                    <a:pt x="94005" y="179070"/>
                  </a:lnTo>
                  <a:lnTo>
                    <a:pt x="106629" y="191770"/>
                  </a:lnTo>
                  <a:lnTo>
                    <a:pt x="122148" y="201930"/>
                  </a:lnTo>
                  <a:lnTo>
                    <a:pt x="122148" y="181229"/>
                  </a:lnTo>
                  <a:lnTo>
                    <a:pt x="115443" y="176530"/>
                  </a:lnTo>
                  <a:lnTo>
                    <a:pt x="104241" y="163830"/>
                  </a:lnTo>
                  <a:lnTo>
                    <a:pt x="96367" y="149860"/>
                  </a:lnTo>
                  <a:lnTo>
                    <a:pt x="102819" y="149860"/>
                  </a:lnTo>
                  <a:lnTo>
                    <a:pt x="105956" y="148590"/>
                  </a:lnTo>
                  <a:lnTo>
                    <a:pt x="112191" y="144780"/>
                  </a:lnTo>
                  <a:lnTo>
                    <a:pt x="114274" y="143510"/>
                  </a:lnTo>
                  <a:lnTo>
                    <a:pt x="121234" y="137160"/>
                  </a:lnTo>
                  <a:lnTo>
                    <a:pt x="123621" y="133350"/>
                  </a:lnTo>
                  <a:lnTo>
                    <a:pt x="126796" y="128270"/>
                  </a:lnTo>
                  <a:lnTo>
                    <a:pt x="130962" y="118110"/>
                  </a:lnTo>
                  <a:lnTo>
                    <a:pt x="133972" y="102870"/>
                  </a:lnTo>
                  <a:lnTo>
                    <a:pt x="133451" y="91440"/>
                  </a:lnTo>
                  <a:lnTo>
                    <a:pt x="130505" y="81280"/>
                  </a:lnTo>
                  <a:lnTo>
                    <a:pt x="126441" y="75145"/>
                  </a:lnTo>
                  <a:lnTo>
                    <a:pt x="129463" y="77470"/>
                  </a:lnTo>
                  <a:lnTo>
                    <a:pt x="132676" y="77470"/>
                  </a:lnTo>
                  <a:lnTo>
                    <a:pt x="135547" y="76200"/>
                  </a:lnTo>
                  <a:lnTo>
                    <a:pt x="140487" y="74930"/>
                  </a:lnTo>
                  <a:lnTo>
                    <a:pt x="142379" y="73660"/>
                  </a:lnTo>
                  <a:lnTo>
                    <a:pt x="148031" y="69850"/>
                  </a:lnTo>
                  <a:lnTo>
                    <a:pt x="155333" y="63500"/>
                  </a:lnTo>
                  <a:lnTo>
                    <a:pt x="157441" y="58420"/>
                  </a:lnTo>
                  <a:lnTo>
                    <a:pt x="159562" y="53340"/>
                  </a:lnTo>
                  <a:lnTo>
                    <a:pt x="160401" y="48260"/>
                  </a:lnTo>
                  <a:lnTo>
                    <a:pt x="159473" y="40640"/>
                  </a:lnTo>
                  <a:lnTo>
                    <a:pt x="154317" y="36830"/>
                  </a:lnTo>
                  <a:lnTo>
                    <a:pt x="149161" y="33020"/>
                  </a:lnTo>
                  <a:lnTo>
                    <a:pt x="146710" y="30480"/>
                  </a:lnTo>
                  <a:lnTo>
                    <a:pt x="158470" y="25400"/>
                  </a:lnTo>
                  <a:lnTo>
                    <a:pt x="170624" y="21590"/>
                  </a:lnTo>
                  <a:lnTo>
                    <a:pt x="127254" y="21590"/>
                  </a:lnTo>
                  <a:lnTo>
                    <a:pt x="91579" y="21590"/>
                  </a:lnTo>
                  <a:lnTo>
                    <a:pt x="72390" y="27940"/>
                  </a:lnTo>
                  <a:lnTo>
                    <a:pt x="32918" y="55880"/>
                  </a:lnTo>
                  <a:lnTo>
                    <a:pt x="3479" y="120650"/>
                  </a:lnTo>
                  <a:lnTo>
                    <a:pt x="0" y="166370"/>
                  </a:lnTo>
                  <a:lnTo>
                    <a:pt x="2679" y="189230"/>
                  </a:lnTo>
                  <a:lnTo>
                    <a:pt x="19189" y="227330"/>
                  </a:lnTo>
                  <a:lnTo>
                    <a:pt x="62153" y="260350"/>
                  </a:lnTo>
                  <a:lnTo>
                    <a:pt x="98463" y="269240"/>
                  </a:lnTo>
                  <a:lnTo>
                    <a:pt x="93738" y="304800"/>
                  </a:lnTo>
                  <a:lnTo>
                    <a:pt x="100787" y="353060"/>
                  </a:lnTo>
                  <a:lnTo>
                    <a:pt x="139268" y="374650"/>
                  </a:lnTo>
                  <a:lnTo>
                    <a:pt x="153898" y="375920"/>
                  </a:lnTo>
                  <a:lnTo>
                    <a:pt x="168224" y="375920"/>
                  </a:lnTo>
                  <a:lnTo>
                    <a:pt x="192303" y="374650"/>
                  </a:lnTo>
                  <a:lnTo>
                    <a:pt x="210108" y="370840"/>
                  </a:lnTo>
                  <a:lnTo>
                    <a:pt x="221284" y="365760"/>
                  </a:lnTo>
                  <a:lnTo>
                    <a:pt x="225526" y="364490"/>
                  </a:lnTo>
                  <a:lnTo>
                    <a:pt x="226377" y="363220"/>
                  </a:lnTo>
                  <a:lnTo>
                    <a:pt x="227088" y="363220"/>
                  </a:lnTo>
                  <a:lnTo>
                    <a:pt x="227698" y="361950"/>
                  </a:lnTo>
                  <a:lnTo>
                    <a:pt x="243979" y="361950"/>
                  </a:lnTo>
                  <a:lnTo>
                    <a:pt x="253847" y="359410"/>
                  </a:lnTo>
                  <a:lnTo>
                    <a:pt x="261188" y="358140"/>
                  </a:lnTo>
                  <a:lnTo>
                    <a:pt x="264350" y="356870"/>
                  </a:lnTo>
                  <a:lnTo>
                    <a:pt x="266623" y="355600"/>
                  </a:lnTo>
                  <a:lnTo>
                    <a:pt x="268452" y="354330"/>
                  </a:lnTo>
                  <a:lnTo>
                    <a:pt x="270294" y="349250"/>
                  </a:lnTo>
                  <a:lnTo>
                    <a:pt x="270230" y="346710"/>
                  </a:lnTo>
                  <a:lnTo>
                    <a:pt x="269709" y="345440"/>
                  </a:lnTo>
                  <a:lnTo>
                    <a:pt x="269189" y="344170"/>
                  </a:lnTo>
                  <a:lnTo>
                    <a:pt x="264795" y="336550"/>
                  </a:lnTo>
                  <a:lnTo>
                    <a:pt x="259207" y="326390"/>
                  </a:lnTo>
                  <a:lnTo>
                    <a:pt x="252653" y="316230"/>
                  </a:lnTo>
                  <a:lnTo>
                    <a:pt x="248805" y="310400"/>
                  </a:lnTo>
                  <a:lnTo>
                    <a:pt x="248805" y="342900"/>
                  </a:lnTo>
                  <a:lnTo>
                    <a:pt x="244106" y="344170"/>
                  </a:lnTo>
                  <a:lnTo>
                    <a:pt x="238366" y="345440"/>
                  </a:lnTo>
                  <a:lnTo>
                    <a:pt x="228511" y="345440"/>
                  </a:lnTo>
                  <a:lnTo>
                    <a:pt x="226212" y="336550"/>
                  </a:lnTo>
                  <a:lnTo>
                    <a:pt x="222986" y="327660"/>
                  </a:lnTo>
                  <a:lnTo>
                    <a:pt x="219075" y="318770"/>
                  </a:lnTo>
                  <a:lnTo>
                    <a:pt x="210426" y="299720"/>
                  </a:lnTo>
                  <a:lnTo>
                    <a:pt x="206070" y="289560"/>
                  </a:lnTo>
                  <a:lnTo>
                    <a:pt x="194221" y="252730"/>
                  </a:lnTo>
                  <a:lnTo>
                    <a:pt x="195135" y="255270"/>
                  </a:lnTo>
                  <a:lnTo>
                    <a:pt x="196075" y="256540"/>
                  </a:lnTo>
                  <a:lnTo>
                    <a:pt x="197027" y="259080"/>
                  </a:lnTo>
                  <a:lnTo>
                    <a:pt x="204685" y="273050"/>
                  </a:lnTo>
                  <a:lnTo>
                    <a:pt x="213207" y="287020"/>
                  </a:lnTo>
                  <a:lnTo>
                    <a:pt x="235877" y="322580"/>
                  </a:lnTo>
                  <a:lnTo>
                    <a:pt x="240588" y="330200"/>
                  </a:lnTo>
                  <a:lnTo>
                    <a:pt x="244944" y="336550"/>
                  </a:lnTo>
                  <a:lnTo>
                    <a:pt x="248805" y="342900"/>
                  </a:lnTo>
                  <a:lnTo>
                    <a:pt x="248805" y="310400"/>
                  </a:lnTo>
                  <a:lnTo>
                    <a:pt x="228066" y="278130"/>
                  </a:lnTo>
                  <a:lnTo>
                    <a:pt x="212458" y="250190"/>
                  </a:lnTo>
                  <a:lnTo>
                    <a:pt x="206730" y="241300"/>
                  </a:lnTo>
                  <a:lnTo>
                    <a:pt x="201383" y="233680"/>
                  </a:lnTo>
                  <a:lnTo>
                    <a:pt x="196761" y="228600"/>
                  </a:lnTo>
                  <a:lnTo>
                    <a:pt x="193268" y="224790"/>
                  </a:lnTo>
                  <a:lnTo>
                    <a:pt x="197396" y="224790"/>
                  </a:lnTo>
                  <a:lnTo>
                    <a:pt x="201447" y="226060"/>
                  </a:lnTo>
                  <a:lnTo>
                    <a:pt x="205447" y="226060"/>
                  </a:lnTo>
                  <a:lnTo>
                    <a:pt x="215557" y="224790"/>
                  </a:lnTo>
                  <a:lnTo>
                    <a:pt x="225666" y="223520"/>
                  </a:lnTo>
                  <a:lnTo>
                    <a:pt x="261607" y="208280"/>
                  </a:lnTo>
                  <a:lnTo>
                    <a:pt x="289458" y="177800"/>
                  </a:lnTo>
                  <a:lnTo>
                    <a:pt x="303504" y="134620"/>
                  </a:lnTo>
                  <a:lnTo>
                    <a:pt x="304215" y="11049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144" y="1095367"/>
              <a:ext cx="138129" cy="11957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74000" y="1235457"/>
            <a:ext cx="167703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C.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Aşağıdaki</a:t>
            </a:r>
            <a:r>
              <a:rPr sz="900" b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31F20"/>
                </a:solidFill>
                <a:latin typeface="Arial"/>
                <a:cs typeface="Arial"/>
              </a:rPr>
              <a:t>işlemleri</a:t>
            </a:r>
            <a:r>
              <a:rPr sz="900" b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b="1" spc="-5" dirty="0">
                <a:solidFill>
                  <a:srgbClr val="231F20"/>
                </a:solidFill>
                <a:latin typeface="Arial"/>
                <a:cs typeface="Arial"/>
              </a:rPr>
              <a:t>yapınız.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954" y="1693846"/>
            <a:ext cx="107567" cy="12585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92899" y="1404582"/>
            <a:ext cx="712279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12750" algn="l"/>
                <a:tab pos="6741159" algn="l"/>
              </a:tabLst>
            </a:pPr>
            <a:r>
              <a:rPr sz="800" i="1" u="sng" spc="-30" dirty="0">
                <a:solidFill>
                  <a:srgbClr val="F15A29"/>
                </a:solidFill>
                <a:uFill>
                  <a:solidFill>
                    <a:srgbClr val="F15A29"/>
                  </a:solidFill>
                </a:uFill>
                <a:latin typeface="Trebuchet MS"/>
                <a:cs typeface="Trebuchet MS"/>
              </a:rPr>
              <a:t> 	</a:t>
            </a:r>
            <a:r>
              <a:rPr sz="800" i="1" u="sng" spc="55" dirty="0">
                <a:solidFill>
                  <a:srgbClr val="F15A29"/>
                </a:solidFill>
                <a:uFill>
                  <a:solidFill>
                    <a:srgbClr val="F15A29"/>
                  </a:solidFill>
                </a:uFill>
                <a:latin typeface="Trebuchet MS"/>
                <a:cs typeface="Trebuchet MS"/>
              </a:rPr>
              <a:t>bul	</a:t>
            </a:r>
            <a:endParaRPr sz="800">
              <a:latin typeface="Trebuchet MS"/>
              <a:cs typeface="Trebuchet MS"/>
            </a:endParaRPr>
          </a:p>
          <a:p>
            <a:pPr marL="254000" marR="55880" indent="-203200">
              <a:lnSpc>
                <a:spcPct val="116700"/>
              </a:lnSpc>
              <a:spcBef>
                <a:spcPts val="915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1.</a:t>
            </a:r>
            <a:r>
              <a:rPr sz="1000" spc="1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Paralelkenar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biçimindeki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tarlanın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çevresinin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uzunluğu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250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kısa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kenarının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uzunluğu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40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uzun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ait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yüksek-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liğinin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uzunluğu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30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m’dir.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tarlanın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kaç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m</a:t>
            </a:r>
            <a:r>
              <a:rPr sz="1050" baseline="31746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r>
              <a:rPr sz="1050" spc="135" baseline="31746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dir?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10949" y="2236818"/>
            <a:ext cx="5149850" cy="12700"/>
            <a:chOff x="810949" y="2236818"/>
            <a:chExt cx="5149850" cy="12700"/>
          </a:xfrm>
        </p:grpSpPr>
        <p:sp>
          <p:nvSpPr>
            <p:cNvPr id="29" name="object 29"/>
            <p:cNvSpPr/>
            <p:nvPr/>
          </p:nvSpPr>
          <p:spPr>
            <a:xfrm>
              <a:off x="836317" y="2243168"/>
              <a:ext cx="5111750" cy="0"/>
            </a:xfrm>
            <a:custGeom>
              <a:avLst/>
              <a:gdLst/>
              <a:ahLst/>
              <a:cxnLst/>
              <a:rect l="l" t="t" r="r" b="b"/>
              <a:pathLst>
                <a:path w="5111750">
                  <a:moveTo>
                    <a:pt x="0" y="0"/>
                  </a:moveTo>
                  <a:lnTo>
                    <a:pt x="5111648" y="0"/>
                  </a:lnTo>
                </a:path>
              </a:pathLst>
            </a:custGeom>
            <a:ln w="12700">
              <a:solidFill>
                <a:srgbClr val="231F2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0949" y="2243168"/>
              <a:ext cx="5149850" cy="0"/>
            </a:xfrm>
            <a:custGeom>
              <a:avLst/>
              <a:gdLst/>
              <a:ahLst/>
              <a:cxnLst/>
              <a:rect l="l" t="t" r="r" b="b"/>
              <a:pathLst>
                <a:path w="5149850">
                  <a:moveTo>
                    <a:pt x="0" y="0"/>
                  </a:moveTo>
                  <a:lnTo>
                    <a:pt x="0" y="0"/>
                  </a:lnTo>
                </a:path>
                <a:path w="5149850">
                  <a:moveTo>
                    <a:pt x="5149697" y="0"/>
                  </a:moveTo>
                  <a:lnTo>
                    <a:pt x="5149697" y="0"/>
                  </a:lnTo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0016" y="2531046"/>
            <a:ext cx="119505" cy="125856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30999" y="2505774"/>
            <a:ext cx="45904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2.</a:t>
            </a:r>
            <a:r>
              <a:rPr sz="1000" spc="4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Aşağıda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verilen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paralelkenarlarda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verilmeyen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yükseklik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uzunluklarını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bulunuz.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32448" y="2785128"/>
            <a:ext cx="918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7690" algn="l"/>
              </a:tabLst>
            </a:pPr>
            <a:r>
              <a:rPr sz="1350" spc="142" baseline="-6172" dirty="0">
                <a:solidFill>
                  <a:srgbClr val="231F20"/>
                </a:solidFill>
                <a:latin typeface="Trebuchet MS"/>
                <a:cs typeface="Trebuchet MS"/>
              </a:rPr>
              <a:t>D	</a:t>
            </a: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12</a:t>
            </a:r>
            <a:r>
              <a:rPr sz="900" spc="-6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08564" y="3173099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7116" y="3128064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8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21303" y="3245565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6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1699" y="3628202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23015" y="3628202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95899" y="285027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93987" y="2953864"/>
            <a:ext cx="2000250" cy="692150"/>
            <a:chOff x="993987" y="2953864"/>
            <a:chExt cx="2000250" cy="692150"/>
          </a:xfrm>
        </p:grpSpPr>
        <p:sp>
          <p:nvSpPr>
            <p:cNvPr id="41" name="object 41"/>
            <p:cNvSpPr/>
            <p:nvPr/>
          </p:nvSpPr>
          <p:spPr>
            <a:xfrm>
              <a:off x="1611823" y="3583187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35836" y="3607197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4">
                  <a:moveTo>
                    <a:pt x="9271" y="0"/>
                  </a:moveTo>
                  <a:lnTo>
                    <a:pt x="5981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58"/>
                  </a:lnTo>
                  <a:lnTo>
                    <a:pt x="2679" y="11925"/>
                  </a:lnTo>
                  <a:lnTo>
                    <a:pt x="9271" y="11925"/>
                  </a:lnTo>
                  <a:lnTo>
                    <a:pt x="11925" y="9258"/>
                  </a:lnTo>
                  <a:lnTo>
                    <a:pt x="11925" y="2679"/>
                  </a:lnTo>
                  <a:lnTo>
                    <a:pt x="9271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11823" y="2957042"/>
              <a:ext cx="0" cy="686435"/>
            </a:xfrm>
            <a:custGeom>
              <a:avLst/>
              <a:gdLst/>
              <a:ahLst/>
              <a:cxnLst/>
              <a:rect l="l" t="t" r="r" b="b"/>
              <a:pathLst>
                <a:path h="686435">
                  <a:moveTo>
                    <a:pt x="0" y="0"/>
                  </a:moveTo>
                  <a:lnTo>
                    <a:pt x="0" y="686092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81652" y="3502849"/>
              <a:ext cx="84455" cy="48260"/>
            </a:xfrm>
            <a:custGeom>
              <a:avLst/>
              <a:gdLst/>
              <a:ahLst/>
              <a:cxnLst/>
              <a:rect l="l" t="t" r="r" b="b"/>
              <a:pathLst>
                <a:path w="84455" h="48260">
                  <a:moveTo>
                    <a:pt x="0" y="48209"/>
                  </a:moveTo>
                  <a:lnTo>
                    <a:pt x="35648" y="0"/>
                  </a:lnTo>
                  <a:lnTo>
                    <a:pt x="83845" y="35648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416818" y="353803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7670" y="0"/>
                  </a:moveTo>
                  <a:lnTo>
                    <a:pt x="3937" y="533"/>
                  </a:lnTo>
                  <a:lnTo>
                    <a:pt x="1981" y="3187"/>
                  </a:lnTo>
                  <a:lnTo>
                    <a:pt x="0" y="5829"/>
                  </a:lnTo>
                  <a:lnTo>
                    <a:pt x="571" y="9588"/>
                  </a:lnTo>
                  <a:lnTo>
                    <a:pt x="5854" y="13500"/>
                  </a:lnTo>
                  <a:lnTo>
                    <a:pt x="9601" y="12928"/>
                  </a:lnTo>
                  <a:lnTo>
                    <a:pt x="13525" y="7632"/>
                  </a:lnTo>
                  <a:lnTo>
                    <a:pt x="12954" y="3898"/>
                  </a:lnTo>
                  <a:lnTo>
                    <a:pt x="7670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97162" y="2957042"/>
              <a:ext cx="1993900" cy="685800"/>
            </a:xfrm>
            <a:custGeom>
              <a:avLst/>
              <a:gdLst/>
              <a:ahLst/>
              <a:cxnLst/>
              <a:rect l="l" t="t" r="r" b="b"/>
              <a:pathLst>
                <a:path w="1993900" h="685800">
                  <a:moveTo>
                    <a:pt x="1993671" y="0"/>
                  </a:moveTo>
                  <a:lnTo>
                    <a:pt x="614667" y="0"/>
                  </a:lnTo>
                  <a:lnTo>
                    <a:pt x="0" y="685304"/>
                  </a:lnTo>
                  <a:lnTo>
                    <a:pt x="1378991" y="685304"/>
                  </a:lnTo>
                  <a:lnTo>
                    <a:pt x="1993671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611829" y="2957039"/>
              <a:ext cx="817880" cy="626745"/>
            </a:xfrm>
            <a:custGeom>
              <a:avLst/>
              <a:gdLst/>
              <a:ahLst/>
              <a:cxnLst/>
              <a:rect l="l" t="t" r="r" b="b"/>
              <a:pathLst>
                <a:path w="817880" h="626745">
                  <a:moveTo>
                    <a:pt x="817384" y="626148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951853" y="2822483"/>
            <a:ext cx="337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28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86675" y="3197755"/>
            <a:ext cx="337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20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05626" y="3165408"/>
            <a:ext cx="337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14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50163" y="3282908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231F20"/>
                </a:solidFill>
                <a:latin typeface="Trebuchet MS"/>
                <a:cs typeface="Trebuchet MS"/>
              </a:rPr>
              <a:t>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370839" y="2835195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42051" y="3678264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80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70929" y="3678264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25" dirty="0">
                <a:solidFill>
                  <a:srgbClr val="231F20"/>
                </a:solidFill>
                <a:latin typeface="Trebuchet MS"/>
                <a:cs typeface="Trebuchet MS"/>
              </a:rPr>
              <a:t>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142340" y="3678264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0" dirty="0">
                <a:solidFill>
                  <a:srgbClr val="231F20"/>
                </a:solidFill>
                <a:latin typeface="Trebuchet MS"/>
                <a:cs typeface="Trebuchet MS"/>
              </a:rPr>
              <a:t>L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40713" y="2887651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807049" y="2991226"/>
            <a:ext cx="2000250" cy="692150"/>
            <a:chOff x="3807049" y="2991226"/>
            <a:chExt cx="2000250" cy="692150"/>
          </a:xfrm>
        </p:grpSpPr>
        <p:sp>
          <p:nvSpPr>
            <p:cNvPr id="58" name="object 58"/>
            <p:cNvSpPr/>
            <p:nvPr/>
          </p:nvSpPr>
          <p:spPr>
            <a:xfrm>
              <a:off x="4424879" y="3620549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48895" y="3644559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4">
                  <a:moveTo>
                    <a:pt x="9283" y="0"/>
                  </a:moveTo>
                  <a:lnTo>
                    <a:pt x="5981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58"/>
                  </a:lnTo>
                  <a:lnTo>
                    <a:pt x="2679" y="11938"/>
                  </a:lnTo>
                  <a:lnTo>
                    <a:pt x="9283" y="11938"/>
                  </a:lnTo>
                  <a:lnTo>
                    <a:pt x="11938" y="9258"/>
                  </a:lnTo>
                  <a:lnTo>
                    <a:pt x="11938" y="2679"/>
                  </a:lnTo>
                  <a:lnTo>
                    <a:pt x="928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24879" y="2994404"/>
              <a:ext cx="0" cy="686435"/>
            </a:xfrm>
            <a:custGeom>
              <a:avLst/>
              <a:gdLst/>
              <a:ahLst/>
              <a:cxnLst/>
              <a:rect l="l" t="t" r="r" b="b"/>
              <a:pathLst>
                <a:path h="686435">
                  <a:moveTo>
                    <a:pt x="0" y="0"/>
                  </a:moveTo>
                  <a:lnTo>
                    <a:pt x="0" y="686092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194715" y="3540217"/>
              <a:ext cx="84455" cy="48260"/>
            </a:xfrm>
            <a:custGeom>
              <a:avLst/>
              <a:gdLst/>
              <a:ahLst/>
              <a:cxnLst/>
              <a:rect l="l" t="t" r="r" b="b"/>
              <a:pathLst>
                <a:path w="84454" h="48260">
                  <a:moveTo>
                    <a:pt x="0" y="48196"/>
                  </a:moveTo>
                  <a:lnTo>
                    <a:pt x="35636" y="0"/>
                  </a:lnTo>
                  <a:lnTo>
                    <a:pt x="83845" y="3563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29881" y="357539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7658" y="0"/>
                  </a:moveTo>
                  <a:lnTo>
                    <a:pt x="3936" y="546"/>
                  </a:lnTo>
                  <a:lnTo>
                    <a:pt x="1968" y="3187"/>
                  </a:lnTo>
                  <a:lnTo>
                    <a:pt x="0" y="5841"/>
                  </a:lnTo>
                  <a:lnTo>
                    <a:pt x="558" y="9588"/>
                  </a:lnTo>
                  <a:lnTo>
                    <a:pt x="5854" y="13500"/>
                  </a:lnTo>
                  <a:lnTo>
                    <a:pt x="9601" y="12941"/>
                  </a:lnTo>
                  <a:lnTo>
                    <a:pt x="13525" y="7632"/>
                  </a:lnTo>
                  <a:lnTo>
                    <a:pt x="12953" y="3898"/>
                  </a:lnTo>
                  <a:lnTo>
                    <a:pt x="7658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810224" y="2994404"/>
              <a:ext cx="1993900" cy="685800"/>
            </a:xfrm>
            <a:custGeom>
              <a:avLst/>
              <a:gdLst/>
              <a:ahLst/>
              <a:cxnLst/>
              <a:rect l="l" t="t" r="r" b="b"/>
              <a:pathLst>
                <a:path w="1993900" h="685800">
                  <a:moveTo>
                    <a:pt x="1993658" y="0"/>
                  </a:moveTo>
                  <a:lnTo>
                    <a:pt x="614654" y="0"/>
                  </a:lnTo>
                  <a:lnTo>
                    <a:pt x="0" y="685304"/>
                  </a:lnTo>
                  <a:lnTo>
                    <a:pt x="1378991" y="685304"/>
                  </a:lnTo>
                  <a:lnTo>
                    <a:pt x="1993658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424879" y="2994401"/>
              <a:ext cx="817880" cy="626745"/>
            </a:xfrm>
            <a:custGeom>
              <a:avLst/>
              <a:gdLst/>
              <a:ahLst/>
              <a:cxnLst/>
              <a:rect l="l" t="t" r="r" b="b"/>
              <a:pathLst>
                <a:path w="817879" h="626745">
                  <a:moveTo>
                    <a:pt x="817397" y="626148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2791" y="2870689"/>
            <a:ext cx="100836" cy="91440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293" y="2850690"/>
            <a:ext cx="101100" cy="116586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6506293" y="4425670"/>
            <a:ext cx="1054100" cy="913130"/>
            <a:chOff x="6506293" y="4425670"/>
            <a:chExt cx="1054100" cy="913130"/>
          </a:xfrm>
        </p:grpSpPr>
        <p:sp>
          <p:nvSpPr>
            <p:cNvPr id="68" name="object 68"/>
            <p:cNvSpPr/>
            <p:nvPr/>
          </p:nvSpPr>
          <p:spPr>
            <a:xfrm>
              <a:off x="6506293" y="4425670"/>
              <a:ext cx="1054100" cy="913130"/>
            </a:xfrm>
            <a:custGeom>
              <a:avLst/>
              <a:gdLst/>
              <a:ahLst/>
              <a:cxnLst/>
              <a:rect l="l" t="t" r="r" b="b"/>
              <a:pathLst>
                <a:path w="1054100" h="913129">
                  <a:moveTo>
                    <a:pt x="526859" y="0"/>
                  </a:moveTo>
                  <a:lnTo>
                    <a:pt x="0" y="912520"/>
                  </a:lnTo>
                  <a:lnTo>
                    <a:pt x="1053706" y="912520"/>
                  </a:lnTo>
                  <a:lnTo>
                    <a:pt x="526859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639390" y="4583944"/>
              <a:ext cx="788035" cy="688340"/>
            </a:xfrm>
            <a:custGeom>
              <a:avLst/>
              <a:gdLst/>
              <a:ahLst/>
              <a:cxnLst/>
              <a:rect l="l" t="t" r="r" b="b"/>
              <a:pathLst>
                <a:path w="788034" h="688339">
                  <a:moveTo>
                    <a:pt x="393764" y="0"/>
                  </a:moveTo>
                  <a:lnTo>
                    <a:pt x="383105" y="2736"/>
                  </a:lnTo>
                  <a:lnTo>
                    <a:pt x="374815" y="10944"/>
                  </a:lnTo>
                  <a:lnTo>
                    <a:pt x="2959" y="655012"/>
                  </a:lnTo>
                  <a:lnTo>
                    <a:pt x="0" y="666295"/>
                  </a:lnTo>
                  <a:lnTo>
                    <a:pt x="2961" y="676892"/>
                  </a:lnTo>
                  <a:lnTo>
                    <a:pt x="10658" y="684753"/>
                  </a:lnTo>
                  <a:lnTo>
                    <a:pt x="21908" y="687828"/>
                  </a:lnTo>
                  <a:lnTo>
                    <a:pt x="765620" y="687828"/>
                  </a:lnTo>
                  <a:lnTo>
                    <a:pt x="776867" y="684753"/>
                  </a:lnTo>
                  <a:lnTo>
                    <a:pt x="784560" y="676892"/>
                  </a:lnTo>
                  <a:lnTo>
                    <a:pt x="787517" y="666295"/>
                  </a:lnTo>
                  <a:lnTo>
                    <a:pt x="784555" y="655012"/>
                  </a:lnTo>
                  <a:lnTo>
                    <a:pt x="412712" y="10944"/>
                  </a:lnTo>
                  <a:lnTo>
                    <a:pt x="404422" y="2736"/>
                  </a:lnTo>
                  <a:lnTo>
                    <a:pt x="3937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639390" y="4583944"/>
              <a:ext cx="788035" cy="688340"/>
            </a:xfrm>
            <a:custGeom>
              <a:avLst/>
              <a:gdLst/>
              <a:ahLst/>
              <a:cxnLst/>
              <a:rect l="l" t="t" r="r" b="b"/>
              <a:pathLst>
                <a:path w="788034" h="688339">
                  <a:moveTo>
                    <a:pt x="374815" y="10944"/>
                  </a:moveTo>
                  <a:lnTo>
                    <a:pt x="2959" y="655012"/>
                  </a:lnTo>
                  <a:lnTo>
                    <a:pt x="0" y="666295"/>
                  </a:lnTo>
                  <a:lnTo>
                    <a:pt x="2961" y="676892"/>
                  </a:lnTo>
                  <a:lnTo>
                    <a:pt x="10658" y="684753"/>
                  </a:lnTo>
                  <a:lnTo>
                    <a:pt x="21908" y="687828"/>
                  </a:lnTo>
                  <a:lnTo>
                    <a:pt x="765620" y="687828"/>
                  </a:lnTo>
                  <a:lnTo>
                    <a:pt x="776867" y="684753"/>
                  </a:lnTo>
                  <a:lnTo>
                    <a:pt x="784560" y="676892"/>
                  </a:lnTo>
                  <a:lnTo>
                    <a:pt x="787517" y="666295"/>
                  </a:lnTo>
                  <a:lnTo>
                    <a:pt x="784555" y="655012"/>
                  </a:lnTo>
                  <a:lnTo>
                    <a:pt x="412712" y="10944"/>
                  </a:lnTo>
                  <a:lnTo>
                    <a:pt x="404422" y="2736"/>
                  </a:lnTo>
                  <a:lnTo>
                    <a:pt x="393764" y="0"/>
                  </a:lnTo>
                  <a:lnTo>
                    <a:pt x="383105" y="2736"/>
                  </a:lnTo>
                  <a:lnTo>
                    <a:pt x="374815" y="10944"/>
                  </a:lnTo>
                  <a:close/>
                </a:path>
              </a:pathLst>
            </a:custGeom>
            <a:ln w="1089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1" name="object 7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0016" y="4544062"/>
            <a:ext cx="119505" cy="124840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530999" y="4492373"/>
            <a:ext cx="566356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5080" indent="-203200">
              <a:lnSpc>
                <a:spcPct val="1167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3.</a:t>
            </a:r>
            <a:r>
              <a:rPr sz="1000" spc="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Üçgen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şeklinde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trafik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levhasının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uzunluğu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35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kenara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ait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yüksekliği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20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dir.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Bu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trafik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lambasının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alanını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hesaplayınız.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42650" y="5068478"/>
            <a:ext cx="5182235" cy="12700"/>
            <a:chOff x="742650" y="5068478"/>
            <a:chExt cx="5182235" cy="12700"/>
          </a:xfrm>
        </p:grpSpPr>
        <p:sp>
          <p:nvSpPr>
            <p:cNvPr id="74" name="object 74"/>
            <p:cNvSpPr/>
            <p:nvPr/>
          </p:nvSpPr>
          <p:spPr>
            <a:xfrm>
              <a:off x="768051" y="5074828"/>
              <a:ext cx="5144135" cy="0"/>
            </a:xfrm>
            <a:custGeom>
              <a:avLst/>
              <a:gdLst/>
              <a:ahLst/>
              <a:cxnLst/>
              <a:rect l="l" t="t" r="r" b="b"/>
              <a:pathLst>
                <a:path w="5144135">
                  <a:moveTo>
                    <a:pt x="0" y="0"/>
                  </a:moveTo>
                  <a:lnTo>
                    <a:pt x="5143893" y="0"/>
                  </a:lnTo>
                </a:path>
              </a:pathLst>
            </a:custGeom>
            <a:ln w="12700">
              <a:solidFill>
                <a:srgbClr val="231F2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42650" y="5074828"/>
              <a:ext cx="5182235" cy="0"/>
            </a:xfrm>
            <a:custGeom>
              <a:avLst/>
              <a:gdLst/>
              <a:ahLst/>
              <a:cxnLst/>
              <a:rect l="l" t="t" r="r" b="b"/>
              <a:pathLst>
                <a:path w="5182235">
                  <a:moveTo>
                    <a:pt x="0" y="0"/>
                  </a:moveTo>
                  <a:lnTo>
                    <a:pt x="0" y="0"/>
                  </a:lnTo>
                </a:path>
                <a:path w="5182235">
                  <a:moveTo>
                    <a:pt x="5181993" y="0"/>
                  </a:moveTo>
                  <a:lnTo>
                    <a:pt x="5181993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6" name="object 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6841" y="5382150"/>
            <a:ext cx="122680" cy="123951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923293" y="6826105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0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380950" y="6826105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4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27153" y="5977999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393991" y="6826105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0999" y="5329573"/>
            <a:ext cx="5662930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0" marR="5080" indent="-203200">
              <a:lnSpc>
                <a:spcPct val="1167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4.</a:t>
            </a:r>
            <a:r>
              <a:rPr sz="1000" spc="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Aşağıda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üçgenlerde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verilen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yükseklik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uzunluklarından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yararlanarak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istenilen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uzunlukları </a:t>
            </a:r>
            <a:r>
              <a:rPr sz="1000" spc="-254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hesaplayınız.</a:t>
            </a:r>
            <a:endParaRPr sz="1000">
              <a:latin typeface="Microsoft Sans Serif"/>
              <a:cs typeface="Microsoft Sans Serif"/>
            </a:endParaRPr>
          </a:p>
          <a:p>
            <a:pPr marL="853440">
              <a:lnSpc>
                <a:spcPct val="100000"/>
              </a:lnSpc>
              <a:spcBef>
                <a:spcPts val="62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 rot="18900000">
            <a:off x="1181286" y="6291222"/>
            <a:ext cx="33207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12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 rot="2400000">
            <a:off x="1913542" y="6168271"/>
            <a:ext cx="33386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15</a:t>
            </a:r>
            <a:r>
              <a:rPr sz="900" spc="-4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4716635" y="5867114"/>
            <a:ext cx="410845" cy="682625"/>
            <a:chOff x="4716635" y="5867114"/>
            <a:chExt cx="410845" cy="682625"/>
          </a:xfrm>
        </p:grpSpPr>
        <p:sp>
          <p:nvSpPr>
            <p:cNvPr id="85" name="object 85"/>
            <p:cNvSpPr/>
            <p:nvPr/>
          </p:nvSpPr>
          <p:spPr>
            <a:xfrm>
              <a:off x="4719175" y="6482590"/>
              <a:ext cx="64769" cy="64769"/>
            </a:xfrm>
            <a:custGeom>
              <a:avLst/>
              <a:gdLst/>
              <a:ahLst/>
              <a:cxnLst/>
              <a:rect l="l" t="t" r="r" b="b"/>
              <a:pathLst>
                <a:path w="64770" h="64770">
                  <a:moveTo>
                    <a:pt x="0" y="0"/>
                  </a:moveTo>
                  <a:lnTo>
                    <a:pt x="64249" y="0"/>
                  </a:lnTo>
                  <a:lnTo>
                    <a:pt x="64249" y="64261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744918" y="6508325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4">
                  <a:moveTo>
                    <a:pt x="9931" y="0"/>
                  </a:moveTo>
                  <a:lnTo>
                    <a:pt x="6400" y="0"/>
                  </a:lnTo>
                  <a:lnTo>
                    <a:pt x="2857" y="0"/>
                  </a:lnTo>
                  <a:lnTo>
                    <a:pt x="0" y="2870"/>
                  </a:lnTo>
                  <a:lnTo>
                    <a:pt x="0" y="9918"/>
                  </a:lnTo>
                  <a:lnTo>
                    <a:pt x="2857" y="12788"/>
                  </a:lnTo>
                  <a:lnTo>
                    <a:pt x="9931" y="12788"/>
                  </a:lnTo>
                  <a:lnTo>
                    <a:pt x="12776" y="9918"/>
                  </a:lnTo>
                  <a:lnTo>
                    <a:pt x="12776" y="2870"/>
                  </a:lnTo>
                  <a:lnTo>
                    <a:pt x="9931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038402" y="5869654"/>
              <a:ext cx="86360" cy="57785"/>
            </a:xfrm>
            <a:custGeom>
              <a:avLst/>
              <a:gdLst/>
              <a:ahLst/>
              <a:cxnLst/>
              <a:rect l="l" t="t" r="r" b="b"/>
              <a:pathLst>
                <a:path w="86360" h="57785">
                  <a:moveTo>
                    <a:pt x="86245" y="28613"/>
                  </a:moveTo>
                  <a:lnTo>
                    <a:pt x="28816" y="57429"/>
                  </a:lnTo>
                  <a:lnTo>
                    <a:pt x="0" y="0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074230" y="5876667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4">
                  <a:moveTo>
                    <a:pt x="7569" y="0"/>
                  </a:moveTo>
                  <a:lnTo>
                    <a:pt x="1257" y="3174"/>
                  </a:lnTo>
                  <a:lnTo>
                    <a:pt x="0" y="7010"/>
                  </a:lnTo>
                  <a:lnTo>
                    <a:pt x="3149" y="13309"/>
                  </a:lnTo>
                  <a:lnTo>
                    <a:pt x="6984" y="14604"/>
                  </a:lnTo>
                  <a:lnTo>
                    <a:pt x="10147" y="13017"/>
                  </a:lnTo>
                  <a:lnTo>
                    <a:pt x="13309" y="11429"/>
                  </a:lnTo>
                  <a:lnTo>
                    <a:pt x="14592" y="7569"/>
                  </a:lnTo>
                  <a:lnTo>
                    <a:pt x="11429" y="1282"/>
                  </a:lnTo>
                  <a:lnTo>
                    <a:pt x="756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985193" y="5851559"/>
            <a:ext cx="1538605" cy="1000760"/>
            <a:chOff x="985193" y="5851559"/>
            <a:chExt cx="1538605" cy="1000760"/>
          </a:xfrm>
        </p:grpSpPr>
        <p:sp>
          <p:nvSpPr>
            <p:cNvPr id="90" name="object 90"/>
            <p:cNvSpPr/>
            <p:nvPr/>
          </p:nvSpPr>
          <p:spPr>
            <a:xfrm>
              <a:off x="1431715" y="6788861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55722" y="6812872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5">
                  <a:moveTo>
                    <a:pt x="9283" y="0"/>
                  </a:moveTo>
                  <a:lnTo>
                    <a:pt x="5981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45"/>
                  </a:lnTo>
                  <a:lnTo>
                    <a:pt x="2679" y="11925"/>
                  </a:lnTo>
                  <a:lnTo>
                    <a:pt x="9283" y="11925"/>
                  </a:lnTo>
                  <a:lnTo>
                    <a:pt x="11938" y="9245"/>
                  </a:lnTo>
                  <a:lnTo>
                    <a:pt x="11938" y="2679"/>
                  </a:lnTo>
                  <a:lnTo>
                    <a:pt x="928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599968" y="6167336"/>
              <a:ext cx="85090" cy="43180"/>
            </a:xfrm>
            <a:custGeom>
              <a:avLst/>
              <a:gdLst/>
              <a:ahLst/>
              <a:cxnLst/>
              <a:rect l="l" t="t" r="r" b="b"/>
              <a:pathLst>
                <a:path w="85089" h="43179">
                  <a:moveTo>
                    <a:pt x="84772" y="0"/>
                  </a:moveTo>
                  <a:lnTo>
                    <a:pt x="43078" y="43091"/>
                  </a:lnTo>
                  <a:lnTo>
                    <a:pt x="0" y="1384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635770" y="6161460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5">
                  <a:moveTo>
                    <a:pt x="8369" y="0"/>
                  </a:moveTo>
                  <a:lnTo>
                    <a:pt x="4584" y="63"/>
                  </a:lnTo>
                  <a:lnTo>
                    <a:pt x="0" y="4800"/>
                  </a:lnTo>
                  <a:lnTo>
                    <a:pt x="76" y="8572"/>
                  </a:lnTo>
                  <a:lnTo>
                    <a:pt x="4787" y="13144"/>
                  </a:lnTo>
                  <a:lnTo>
                    <a:pt x="8559" y="13093"/>
                  </a:lnTo>
                  <a:lnTo>
                    <a:pt x="10858" y="10731"/>
                  </a:lnTo>
                  <a:lnTo>
                    <a:pt x="13157" y="8356"/>
                  </a:lnTo>
                  <a:lnTo>
                    <a:pt x="13093" y="4572"/>
                  </a:lnTo>
                  <a:lnTo>
                    <a:pt x="8369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88368" y="6124470"/>
              <a:ext cx="654685" cy="724535"/>
            </a:xfrm>
            <a:custGeom>
              <a:avLst/>
              <a:gdLst/>
              <a:ahLst/>
              <a:cxnLst/>
              <a:rect l="l" t="t" r="r" b="b"/>
              <a:pathLst>
                <a:path w="654685" h="724534">
                  <a:moveTo>
                    <a:pt x="0" y="724344"/>
                  </a:moveTo>
                  <a:lnTo>
                    <a:pt x="654291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431715" y="5935735"/>
              <a:ext cx="0" cy="913130"/>
            </a:xfrm>
            <a:custGeom>
              <a:avLst/>
              <a:gdLst/>
              <a:ahLst/>
              <a:cxnLst/>
              <a:rect l="l" t="t" r="r" b="b"/>
              <a:pathLst>
                <a:path h="913129">
                  <a:moveTo>
                    <a:pt x="0" y="91307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88373" y="5935735"/>
              <a:ext cx="1459865" cy="913130"/>
            </a:xfrm>
            <a:custGeom>
              <a:avLst/>
              <a:gdLst/>
              <a:ahLst/>
              <a:cxnLst/>
              <a:rect l="l" t="t" r="r" b="b"/>
              <a:pathLst>
                <a:path w="1459864" h="913129">
                  <a:moveTo>
                    <a:pt x="444817" y="0"/>
                  </a:moveTo>
                  <a:lnTo>
                    <a:pt x="0" y="913079"/>
                  </a:lnTo>
                  <a:lnTo>
                    <a:pt x="1459585" y="913079"/>
                  </a:lnTo>
                  <a:lnTo>
                    <a:pt x="444817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501863" y="5851563"/>
              <a:ext cx="1022350" cy="928369"/>
            </a:xfrm>
            <a:custGeom>
              <a:avLst/>
              <a:gdLst/>
              <a:ahLst/>
              <a:cxnLst/>
              <a:rect l="l" t="t" r="r" b="b"/>
              <a:pathLst>
                <a:path w="1022350" h="928370">
                  <a:moveTo>
                    <a:pt x="1021727" y="911339"/>
                  </a:moveTo>
                  <a:lnTo>
                    <a:pt x="1019454" y="902716"/>
                  </a:lnTo>
                  <a:lnTo>
                    <a:pt x="1012088" y="893851"/>
                  </a:lnTo>
                  <a:lnTo>
                    <a:pt x="1011656" y="893318"/>
                  </a:lnTo>
                  <a:lnTo>
                    <a:pt x="997115" y="880148"/>
                  </a:lnTo>
                  <a:lnTo>
                    <a:pt x="963193" y="849439"/>
                  </a:lnTo>
                  <a:lnTo>
                    <a:pt x="948715" y="836320"/>
                  </a:lnTo>
                  <a:lnTo>
                    <a:pt x="914260" y="805116"/>
                  </a:lnTo>
                  <a:lnTo>
                    <a:pt x="913777" y="804672"/>
                  </a:lnTo>
                  <a:lnTo>
                    <a:pt x="899769" y="791959"/>
                  </a:lnTo>
                  <a:lnTo>
                    <a:pt x="865314" y="760780"/>
                  </a:lnTo>
                  <a:lnTo>
                    <a:pt x="850811" y="747636"/>
                  </a:lnTo>
                  <a:lnTo>
                    <a:pt x="816368" y="716445"/>
                  </a:lnTo>
                  <a:lnTo>
                    <a:pt x="801878" y="703313"/>
                  </a:lnTo>
                  <a:lnTo>
                    <a:pt x="767422" y="672109"/>
                  </a:lnTo>
                  <a:lnTo>
                    <a:pt x="752932" y="658964"/>
                  </a:lnTo>
                  <a:lnTo>
                    <a:pt x="718477" y="627773"/>
                  </a:lnTo>
                  <a:lnTo>
                    <a:pt x="703986" y="614641"/>
                  </a:lnTo>
                  <a:lnTo>
                    <a:pt x="669518" y="583450"/>
                  </a:lnTo>
                  <a:lnTo>
                    <a:pt x="620585" y="539115"/>
                  </a:lnTo>
                  <a:lnTo>
                    <a:pt x="606094" y="525970"/>
                  </a:lnTo>
                  <a:lnTo>
                    <a:pt x="571487" y="494639"/>
                  </a:lnTo>
                  <a:lnTo>
                    <a:pt x="541401" y="467347"/>
                  </a:lnTo>
                  <a:lnTo>
                    <a:pt x="532549" y="449465"/>
                  </a:lnTo>
                  <a:lnTo>
                    <a:pt x="536676" y="440334"/>
                  </a:lnTo>
                  <a:lnTo>
                    <a:pt x="533146" y="437134"/>
                  </a:lnTo>
                  <a:lnTo>
                    <a:pt x="524471" y="442150"/>
                  </a:lnTo>
                  <a:lnTo>
                    <a:pt x="517105" y="442252"/>
                  </a:lnTo>
                  <a:lnTo>
                    <a:pt x="510921" y="439305"/>
                  </a:lnTo>
                  <a:lnTo>
                    <a:pt x="505802" y="435114"/>
                  </a:lnTo>
                  <a:lnTo>
                    <a:pt x="491070" y="421779"/>
                  </a:lnTo>
                  <a:lnTo>
                    <a:pt x="476224" y="408330"/>
                  </a:lnTo>
                  <a:lnTo>
                    <a:pt x="442112" y="377469"/>
                  </a:lnTo>
                  <a:lnTo>
                    <a:pt x="393179" y="333108"/>
                  </a:lnTo>
                  <a:lnTo>
                    <a:pt x="378688" y="319976"/>
                  </a:lnTo>
                  <a:lnTo>
                    <a:pt x="344220" y="288785"/>
                  </a:lnTo>
                  <a:lnTo>
                    <a:pt x="329730" y="275653"/>
                  </a:lnTo>
                  <a:lnTo>
                    <a:pt x="295287" y="244462"/>
                  </a:lnTo>
                  <a:lnTo>
                    <a:pt x="280784" y="231317"/>
                  </a:lnTo>
                  <a:lnTo>
                    <a:pt x="246341" y="200126"/>
                  </a:lnTo>
                  <a:lnTo>
                    <a:pt x="231851" y="186982"/>
                  </a:lnTo>
                  <a:lnTo>
                    <a:pt x="197383" y="155778"/>
                  </a:lnTo>
                  <a:lnTo>
                    <a:pt x="182905" y="142659"/>
                  </a:lnTo>
                  <a:lnTo>
                    <a:pt x="148437" y="111455"/>
                  </a:lnTo>
                  <a:lnTo>
                    <a:pt x="133946" y="98310"/>
                  </a:lnTo>
                  <a:lnTo>
                    <a:pt x="99491" y="67119"/>
                  </a:lnTo>
                  <a:lnTo>
                    <a:pt x="85001" y="53975"/>
                  </a:lnTo>
                  <a:lnTo>
                    <a:pt x="50482" y="22720"/>
                  </a:lnTo>
                  <a:lnTo>
                    <a:pt x="36068" y="9652"/>
                  </a:lnTo>
                  <a:lnTo>
                    <a:pt x="34544" y="8255"/>
                  </a:lnTo>
                  <a:lnTo>
                    <a:pt x="24409" y="1409"/>
                  </a:lnTo>
                  <a:lnTo>
                    <a:pt x="15595" y="0"/>
                  </a:lnTo>
                  <a:lnTo>
                    <a:pt x="7620" y="2959"/>
                  </a:lnTo>
                  <a:lnTo>
                    <a:pt x="0" y="9182"/>
                  </a:lnTo>
                  <a:lnTo>
                    <a:pt x="2260" y="11214"/>
                  </a:lnTo>
                  <a:lnTo>
                    <a:pt x="10160" y="6451"/>
                  </a:lnTo>
                  <a:lnTo>
                    <a:pt x="17094" y="5994"/>
                  </a:lnTo>
                  <a:lnTo>
                    <a:pt x="23647" y="8953"/>
                  </a:lnTo>
                  <a:lnTo>
                    <a:pt x="30441" y="14439"/>
                  </a:lnTo>
                  <a:lnTo>
                    <a:pt x="43535" y="26301"/>
                  </a:lnTo>
                  <a:lnTo>
                    <a:pt x="80086" y="59397"/>
                  </a:lnTo>
                  <a:lnTo>
                    <a:pt x="143535" y="116865"/>
                  </a:lnTo>
                  <a:lnTo>
                    <a:pt x="192481" y="161201"/>
                  </a:lnTo>
                  <a:lnTo>
                    <a:pt x="226936" y="192405"/>
                  </a:lnTo>
                  <a:lnTo>
                    <a:pt x="290385" y="249885"/>
                  </a:lnTo>
                  <a:lnTo>
                    <a:pt x="339318" y="294208"/>
                  </a:lnTo>
                  <a:lnTo>
                    <a:pt x="388264" y="338531"/>
                  </a:lnTo>
                  <a:lnTo>
                    <a:pt x="422706" y="369735"/>
                  </a:lnTo>
                  <a:lnTo>
                    <a:pt x="486156" y="427215"/>
                  </a:lnTo>
                  <a:lnTo>
                    <a:pt x="500583" y="440258"/>
                  </a:lnTo>
                  <a:lnTo>
                    <a:pt x="509117" y="446316"/>
                  </a:lnTo>
                  <a:lnTo>
                    <a:pt x="516940" y="448106"/>
                  </a:lnTo>
                  <a:lnTo>
                    <a:pt x="524827" y="445973"/>
                  </a:lnTo>
                  <a:lnTo>
                    <a:pt x="533514" y="440207"/>
                  </a:lnTo>
                  <a:lnTo>
                    <a:pt x="529043" y="448411"/>
                  </a:lnTo>
                  <a:lnTo>
                    <a:pt x="527329" y="456298"/>
                  </a:lnTo>
                  <a:lnTo>
                    <a:pt x="529526" y="464337"/>
                  </a:lnTo>
                  <a:lnTo>
                    <a:pt x="536790" y="473036"/>
                  </a:lnTo>
                  <a:lnTo>
                    <a:pt x="552246" y="487045"/>
                  </a:lnTo>
                  <a:lnTo>
                    <a:pt x="615670" y="544525"/>
                  </a:lnTo>
                  <a:lnTo>
                    <a:pt x="664629" y="588860"/>
                  </a:lnTo>
                  <a:lnTo>
                    <a:pt x="699071" y="620052"/>
                  </a:lnTo>
                  <a:lnTo>
                    <a:pt x="762508" y="677532"/>
                  </a:lnTo>
                  <a:lnTo>
                    <a:pt x="811453" y="721868"/>
                  </a:lnTo>
                  <a:lnTo>
                    <a:pt x="845908" y="753059"/>
                  </a:lnTo>
                  <a:lnTo>
                    <a:pt x="894842" y="797382"/>
                  </a:lnTo>
                  <a:lnTo>
                    <a:pt x="958291" y="854862"/>
                  </a:lnTo>
                  <a:lnTo>
                    <a:pt x="992200" y="885583"/>
                  </a:lnTo>
                  <a:lnTo>
                    <a:pt x="1005890" y="897978"/>
                  </a:lnTo>
                  <a:lnTo>
                    <a:pt x="1012278" y="904544"/>
                  </a:lnTo>
                  <a:lnTo>
                    <a:pt x="1015796" y="910907"/>
                  </a:lnTo>
                  <a:lnTo>
                    <a:pt x="1015860" y="917740"/>
                  </a:lnTo>
                  <a:lnTo>
                    <a:pt x="1011872" y="925715"/>
                  </a:lnTo>
                  <a:lnTo>
                    <a:pt x="1014133" y="927773"/>
                  </a:lnTo>
                  <a:lnTo>
                    <a:pt x="1019581" y="919568"/>
                  </a:lnTo>
                  <a:lnTo>
                    <a:pt x="1021727" y="91133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4655181" y="5885129"/>
            <a:ext cx="120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825249" y="6537097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231F20"/>
                </a:solidFill>
                <a:latin typeface="Trebuchet MS"/>
                <a:cs typeface="Trebuchet MS"/>
              </a:rPr>
              <a:t>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670726" y="6537097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5" dirty="0">
                <a:solidFill>
                  <a:srgbClr val="231F20"/>
                </a:solidFill>
                <a:latin typeface="Trebuchet MS"/>
                <a:cs typeface="Trebuchet MS"/>
              </a:rPr>
              <a:t>P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93889" y="6537097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80" dirty="0">
                <a:solidFill>
                  <a:srgbClr val="231F20"/>
                </a:solidFill>
                <a:latin typeface="Trebuchet MS"/>
                <a:cs typeface="Trebuchet MS"/>
              </a:rPr>
              <a:t>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2" name="object 102"/>
          <p:cNvSpPr txBox="1"/>
          <p:nvPr/>
        </p:nvSpPr>
        <p:spPr>
          <a:xfrm rot="19860000">
            <a:off x="4144147" y="6172861"/>
            <a:ext cx="275062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8</a:t>
            </a:r>
            <a:r>
              <a:rPr sz="900" spc="-4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3" name="object 103"/>
          <p:cNvSpPr txBox="1"/>
          <p:nvPr/>
        </p:nvSpPr>
        <p:spPr>
          <a:xfrm rot="4080000">
            <a:off x="5002419" y="6119890"/>
            <a:ext cx="273908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6</a:t>
            </a:r>
            <a:r>
              <a:rPr sz="900" spc="-3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24661" y="6989800"/>
            <a:ext cx="1368425" cy="41275"/>
          </a:xfrm>
          <a:custGeom>
            <a:avLst/>
            <a:gdLst/>
            <a:ahLst/>
            <a:cxnLst/>
            <a:rect l="l" t="t" r="r" b="b"/>
            <a:pathLst>
              <a:path w="1368425" h="41275">
                <a:moveTo>
                  <a:pt x="1368310" y="0"/>
                </a:moveTo>
                <a:lnTo>
                  <a:pt x="1365262" y="0"/>
                </a:lnTo>
                <a:lnTo>
                  <a:pt x="1362608" y="8839"/>
                </a:lnTo>
                <a:lnTo>
                  <a:pt x="1357769" y="13843"/>
                </a:lnTo>
                <a:lnTo>
                  <a:pt x="1350924" y="16052"/>
                </a:lnTo>
                <a:lnTo>
                  <a:pt x="1342212" y="16560"/>
                </a:lnTo>
                <a:lnTo>
                  <a:pt x="1341285" y="16560"/>
                </a:lnTo>
                <a:lnTo>
                  <a:pt x="1321803" y="16560"/>
                </a:lnTo>
                <a:lnTo>
                  <a:pt x="707898" y="16560"/>
                </a:lnTo>
                <a:lnTo>
                  <a:pt x="697509" y="17805"/>
                </a:lnTo>
                <a:lnTo>
                  <a:pt x="690499" y="21729"/>
                </a:lnTo>
                <a:lnTo>
                  <a:pt x="686092" y="28600"/>
                </a:lnTo>
                <a:lnTo>
                  <a:pt x="683526" y="38696"/>
                </a:lnTo>
                <a:lnTo>
                  <a:pt x="681329" y="29616"/>
                </a:lnTo>
                <a:lnTo>
                  <a:pt x="677303" y="22631"/>
                </a:lnTo>
                <a:lnTo>
                  <a:pt x="670280" y="18148"/>
                </a:lnTo>
                <a:lnTo>
                  <a:pt x="659053" y="16560"/>
                </a:lnTo>
                <a:lnTo>
                  <a:pt x="638200" y="16560"/>
                </a:lnTo>
                <a:lnTo>
                  <a:pt x="618845" y="16560"/>
                </a:lnTo>
                <a:lnTo>
                  <a:pt x="26098" y="16560"/>
                </a:lnTo>
                <a:lnTo>
                  <a:pt x="16954" y="15963"/>
                </a:lnTo>
                <a:lnTo>
                  <a:pt x="10071" y="13614"/>
                </a:lnTo>
                <a:lnTo>
                  <a:pt x="5448" y="8585"/>
                </a:lnTo>
                <a:lnTo>
                  <a:pt x="3035" y="0"/>
                </a:lnTo>
                <a:lnTo>
                  <a:pt x="0" y="0"/>
                </a:lnTo>
                <a:lnTo>
                  <a:pt x="1473" y="9728"/>
                </a:lnTo>
                <a:lnTo>
                  <a:pt x="5410" y="17259"/>
                </a:lnTo>
                <a:lnTo>
                  <a:pt x="12877" y="22136"/>
                </a:lnTo>
                <a:lnTo>
                  <a:pt x="24295" y="23774"/>
                </a:lnTo>
                <a:lnTo>
                  <a:pt x="24879" y="23850"/>
                </a:lnTo>
                <a:lnTo>
                  <a:pt x="44577" y="23863"/>
                </a:lnTo>
                <a:lnTo>
                  <a:pt x="90335" y="23850"/>
                </a:lnTo>
                <a:lnTo>
                  <a:pt x="109893" y="23850"/>
                </a:lnTo>
                <a:lnTo>
                  <a:pt x="618845" y="23850"/>
                </a:lnTo>
                <a:lnTo>
                  <a:pt x="659460" y="23863"/>
                </a:lnTo>
                <a:lnTo>
                  <a:pt x="666064" y="24193"/>
                </a:lnTo>
                <a:lnTo>
                  <a:pt x="672630" y="26162"/>
                </a:lnTo>
                <a:lnTo>
                  <a:pt x="678014" y="31191"/>
                </a:lnTo>
                <a:lnTo>
                  <a:pt x="681088" y="40728"/>
                </a:lnTo>
                <a:lnTo>
                  <a:pt x="685863" y="40728"/>
                </a:lnTo>
                <a:lnTo>
                  <a:pt x="688924" y="31191"/>
                </a:lnTo>
                <a:lnTo>
                  <a:pt x="694309" y="26162"/>
                </a:lnTo>
                <a:lnTo>
                  <a:pt x="700874" y="24193"/>
                </a:lnTo>
                <a:lnTo>
                  <a:pt x="707491" y="23863"/>
                </a:lnTo>
                <a:lnTo>
                  <a:pt x="747395" y="23863"/>
                </a:lnTo>
                <a:lnTo>
                  <a:pt x="747395" y="23850"/>
                </a:lnTo>
                <a:lnTo>
                  <a:pt x="1321803" y="23850"/>
                </a:lnTo>
                <a:lnTo>
                  <a:pt x="1343329" y="23863"/>
                </a:lnTo>
                <a:lnTo>
                  <a:pt x="1355432" y="22136"/>
                </a:lnTo>
                <a:lnTo>
                  <a:pt x="1362900" y="17259"/>
                </a:lnTo>
                <a:lnTo>
                  <a:pt x="1366837" y="9728"/>
                </a:lnTo>
                <a:lnTo>
                  <a:pt x="136831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105"/>
          <p:cNvGrpSpPr/>
          <p:nvPr/>
        </p:nvGrpSpPr>
        <p:grpSpPr>
          <a:xfrm>
            <a:off x="3875983" y="5830974"/>
            <a:ext cx="1471930" cy="719455"/>
            <a:chOff x="3875983" y="5830974"/>
            <a:chExt cx="1471930" cy="719455"/>
          </a:xfrm>
        </p:grpSpPr>
        <p:sp>
          <p:nvSpPr>
            <p:cNvPr id="106" name="object 106"/>
            <p:cNvSpPr/>
            <p:nvPr/>
          </p:nvSpPr>
          <p:spPr>
            <a:xfrm>
              <a:off x="4719175" y="6055929"/>
              <a:ext cx="0" cy="491490"/>
            </a:xfrm>
            <a:custGeom>
              <a:avLst/>
              <a:gdLst/>
              <a:ahLst/>
              <a:cxnLst/>
              <a:rect l="l" t="t" r="r" b="b"/>
              <a:pathLst>
                <a:path h="491490">
                  <a:moveTo>
                    <a:pt x="0" y="490918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719392" y="5834149"/>
              <a:ext cx="625475" cy="712470"/>
            </a:xfrm>
            <a:custGeom>
              <a:avLst/>
              <a:gdLst/>
              <a:ahLst/>
              <a:cxnLst/>
              <a:rect l="l" t="t" r="r" b="b"/>
              <a:pathLst>
                <a:path w="625475" h="712470">
                  <a:moveTo>
                    <a:pt x="0" y="222161"/>
                  </a:moveTo>
                  <a:lnTo>
                    <a:pt x="380530" y="0"/>
                  </a:lnTo>
                  <a:lnTo>
                    <a:pt x="381685" y="1981"/>
                  </a:lnTo>
                  <a:lnTo>
                    <a:pt x="625221" y="711923"/>
                  </a:lnTo>
                </a:path>
              </a:pathLst>
            </a:custGeom>
            <a:ln w="6350">
              <a:solidFill>
                <a:srgbClr val="EC008C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79158" y="6056310"/>
              <a:ext cx="1463675" cy="490855"/>
            </a:xfrm>
            <a:custGeom>
              <a:avLst/>
              <a:gdLst/>
              <a:ahLst/>
              <a:cxnLst/>
              <a:rect l="l" t="t" r="r" b="b"/>
              <a:pathLst>
                <a:path w="1463675" h="490854">
                  <a:moveTo>
                    <a:pt x="0" y="490537"/>
                  </a:moveTo>
                  <a:lnTo>
                    <a:pt x="840232" y="0"/>
                  </a:lnTo>
                  <a:lnTo>
                    <a:pt x="1463179" y="490537"/>
                  </a:lnTo>
                  <a:lnTo>
                    <a:pt x="0" y="490537"/>
                  </a:lnTo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4574534" y="6197733"/>
            <a:ext cx="166370" cy="273685"/>
          </a:xfrm>
          <a:prstGeom prst="rect">
            <a:avLst/>
          </a:prstGeom>
        </p:spPr>
        <p:txBody>
          <a:bodyPr vert="vert270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4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516741" y="6198322"/>
            <a:ext cx="4311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75" dirty="0">
                <a:solidFill>
                  <a:srgbClr val="231F20"/>
                </a:solidFill>
                <a:latin typeface="Trebuchet MS"/>
                <a:cs typeface="Trebuchet MS"/>
              </a:rPr>
              <a:t>|AE|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231F20"/>
                </a:solidFill>
                <a:latin typeface="Trebuchet MS"/>
                <a:cs typeface="Trebuchet MS"/>
              </a:rPr>
              <a:t>=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165" dirty="0">
                <a:solidFill>
                  <a:srgbClr val="231F20"/>
                </a:solidFill>
                <a:latin typeface="Trebuchet MS"/>
                <a:cs typeface="Trebuchet MS"/>
              </a:rPr>
              <a:t>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400758" y="6063220"/>
            <a:ext cx="437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80" dirty="0">
                <a:solidFill>
                  <a:srgbClr val="231F20"/>
                </a:solidFill>
                <a:latin typeface="Trebuchet MS"/>
                <a:cs typeface="Trebuchet MS"/>
              </a:rPr>
              <a:t>|NK|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50" dirty="0">
                <a:solidFill>
                  <a:srgbClr val="231F20"/>
                </a:solidFill>
                <a:latin typeface="Trebuchet MS"/>
                <a:cs typeface="Trebuchet MS"/>
              </a:rPr>
              <a:t>=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165" dirty="0">
                <a:solidFill>
                  <a:srgbClr val="231F20"/>
                </a:solidFill>
                <a:latin typeface="Trebuchet MS"/>
                <a:cs typeface="Trebuchet MS"/>
              </a:rPr>
              <a:t>?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12" name="object 1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2789" y="5821680"/>
            <a:ext cx="100836" cy="91439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99291" y="5801681"/>
            <a:ext cx="101101" cy="116586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0143" y="7535951"/>
            <a:ext cx="119378" cy="123951"/>
          </a:xfrm>
          <a:prstGeom prst="rect">
            <a:avLst/>
          </a:prstGeom>
        </p:spPr>
      </p:pic>
      <p:sp>
        <p:nvSpPr>
          <p:cNvPr id="115" name="object 115"/>
          <p:cNvSpPr txBox="1"/>
          <p:nvPr/>
        </p:nvSpPr>
        <p:spPr>
          <a:xfrm>
            <a:off x="492899" y="7037502"/>
            <a:ext cx="5137785" cy="64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791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18</a:t>
            </a:r>
            <a:r>
              <a:rPr sz="900" spc="-6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5.</a:t>
            </a:r>
            <a:r>
              <a:rPr sz="1000" spc="4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Alanı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18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</a:t>
            </a:r>
            <a:r>
              <a:rPr sz="1050" baseline="31746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r>
              <a:rPr sz="1050" spc="150" baseline="31746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ikizkenar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dik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üçgenin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dik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kenarlarından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birinin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uzunluğu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kaç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cm’dir?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742650" y="7881680"/>
            <a:ext cx="5182235" cy="12700"/>
            <a:chOff x="742650" y="7881680"/>
            <a:chExt cx="5182235" cy="12700"/>
          </a:xfrm>
        </p:grpSpPr>
        <p:sp>
          <p:nvSpPr>
            <p:cNvPr id="117" name="object 117"/>
            <p:cNvSpPr/>
            <p:nvPr/>
          </p:nvSpPr>
          <p:spPr>
            <a:xfrm>
              <a:off x="768051" y="7888030"/>
              <a:ext cx="5144135" cy="0"/>
            </a:xfrm>
            <a:custGeom>
              <a:avLst/>
              <a:gdLst/>
              <a:ahLst/>
              <a:cxnLst/>
              <a:rect l="l" t="t" r="r" b="b"/>
              <a:pathLst>
                <a:path w="5144135">
                  <a:moveTo>
                    <a:pt x="0" y="0"/>
                  </a:moveTo>
                  <a:lnTo>
                    <a:pt x="5143893" y="0"/>
                  </a:lnTo>
                </a:path>
              </a:pathLst>
            </a:custGeom>
            <a:ln w="12700">
              <a:solidFill>
                <a:srgbClr val="231F2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42650" y="7888030"/>
              <a:ext cx="5182235" cy="0"/>
            </a:xfrm>
            <a:custGeom>
              <a:avLst/>
              <a:gdLst/>
              <a:ahLst/>
              <a:cxnLst/>
              <a:rect l="l" t="t" r="r" b="b"/>
              <a:pathLst>
                <a:path w="5182235">
                  <a:moveTo>
                    <a:pt x="0" y="0"/>
                  </a:moveTo>
                  <a:lnTo>
                    <a:pt x="0" y="0"/>
                  </a:lnTo>
                </a:path>
                <a:path w="5182235">
                  <a:moveTo>
                    <a:pt x="5181993" y="0"/>
                  </a:moveTo>
                  <a:lnTo>
                    <a:pt x="5181993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6135268" y="807600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95" dirty="0">
                <a:solidFill>
                  <a:srgbClr val="231F20"/>
                </a:solidFill>
                <a:latin typeface="Trebuchet MS"/>
                <a:cs typeface="Trebuchet MS"/>
              </a:rPr>
              <a:t>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6521602" y="8649678"/>
            <a:ext cx="102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231F20"/>
                </a:solidFill>
                <a:latin typeface="Trebuchet MS"/>
                <a:cs typeface="Trebuchet MS"/>
              </a:rPr>
              <a:t>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037552" y="8076006"/>
            <a:ext cx="107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10" dirty="0">
                <a:solidFill>
                  <a:srgbClr val="231F20"/>
                </a:solidFill>
                <a:latin typeface="Trebuchet MS"/>
                <a:cs typeface="Trebuchet MS"/>
              </a:rPr>
              <a:t>C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015353" y="8649678"/>
            <a:ext cx="5829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114" dirty="0">
                <a:solidFill>
                  <a:srgbClr val="231F20"/>
                </a:solidFill>
                <a:latin typeface="Trebuchet MS"/>
                <a:cs typeface="Trebuchet MS"/>
              </a:rPr>
              <a:t>E</a:t>
            </a:r>
            <a:r>
              <a:rPr sz="900" spc="1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5</a:t>
            </a:r>
            <a:r>
              <a:rPr sz="900" spc="-4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r>
              <a:rPr sz="900" spc="12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1350" spc="135" baseline="24691" dirty="0">
                <a:solidFill>
                  <a:srgbClr val="231F20"/>
                </a:solidFill>
                <a:latin typeface="Trebuchet MS"/>
                <a:cs typeface="Trebuchet MS"/>
              </a:rPr>
              <a:t>B</a:t>
            </a:r>
            <a:endParaRPr sz="1350" baseline="24691">
              <a:latin typeface="Trebuchet MS"/>
              <a:cs typeface="Trebuchet MS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470281" y="8065490"/>
            <a:ext cx="337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Trebuchet MS"/>
                <a:cs typeface="Trebuchet MS"/>
              </a:rPr>
              <a:t>12</a:t>
            </a:r>
            <a:r>
              <a:rPr sz="900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cm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6198384" y="8232871"/>
            <a:ext cx="1267460" cy="443230"/>
            <a:chOff x="6198384" y="8232871"/>
            <a:chExt cx="1267460" cy="443230"/>
          </a:xfrm>
        </p:grpSpPr>
        <p:sp>
          <p:nvSpPr>
            <p:cNvPr id="125" name="object 125"/>
            <p:cNvSpPr/>
            <p:nvPr/>
          </p:nvSpPr>
          <p:spPr>
            <a:xfrm>
              <a:off x="7091575" y="8612533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60325" h="60325">
                  <a:moveTo>
                    <a:pt x="0" y="0"/>
                  </a:moveTo>
                  <a:lnTo>
                    <a:pt x="59956" y="0"/>
                  </a:lnTo>
                  <a:lnTo>
                    <a:pt x="59956" y="59956"/>
                  </a:lnTo>
                </a:path>
              </a:pathLst>
            </a:custGeom>
            <a:ln w="4864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115582" y="8636543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5" h="12065">
                  <a:moveTo>
                    <a:pt x="9283" y="0"/>
                  </a:moveTo>
                  <a:lnTo>
                    <a:pt x="5981" y="0"/>
                  </a:lnTo>
                  <a:lnTo>
                    <a:pt x="2679" y="0"/>
                  </a:lnTo>
                  <a:lnTo>
                    <a:pt x="0" y="2679"/>
                  </a:lnTo>
                  <a:lnTo>
                    <a:pt x="0" y="9258"/>
                  </a:lnTo>
                  <a:lnTo>
                    <a:pt x="2679" y="11925"/>
                  </a:lnTo>
                  <a:lnTo>
                    <a:pt x="9283" y="11925"/>
                  </a:lnTo>
                  <a:lnTo>
                    <a:pt x="11938" y="9258"/>
                  </a:lnTo>
                  <a:lnTo>
                    <a:pt x="11938" y="2679"/>
                  </a:lnTo>
                  <a:lnTo>
                    <a:pt x="9283" y="0"/>
                  </a:lnTo>
                  <a:close/>
                </a:path>
              </a:pathLst>
            </a:custGeom>
            <a:solidFill>
              <a:srgbClr val="EC00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572444" y="8236050"/>
              <a:ext cx="519430" cy="436880"/>
            </a:xfrm>
            <a:custGeom>
              <a:avLst/>
              <a:gdLst/>
              <a:ahLst/>
              <a:cxnLst/>
              <a:rect l="l" t="t" r="r" b="b"/>
              <a:pathLst>
                <a:path w="519429" h="436879">
                  <a:moveTo>
                    <a:pt x="0" y="436435"/>
                  </a:moveTo>
                  <a:lnTo>
                    <a:pt x="519125" y="0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201559" y="8236046"/>
              <a:ext cx="1261110" cy="436880"/>
            </a:xfrm>
            <a:custGeom>
              <a:avLst/>
              <a:gdLst/>
              <a:ahLst/>
              <a:cxnLst/>
              <a:rect l="l" t="t" r="r" b="b"/>
              <a:pathLst>
                <a:path w="1261109" h="436879">
                  <a:moveTo>
                    <a:pt x="890015" y="0"/>
                  </a:moveTo>
                  <a:lnTo>
                    <a:pt x="1260894" y="436435"/>
                  </a:lnTo>
                  <a:lnTo>
                    <a:pt x="1258938" y="436435"/>
                  </a:lnTo>
                  <a:lnTo>
                    <a:pt x="370890" y="436435"/>
                  </a:lnTo>
                  <a:lnTo>
                    <a:pt x="0" y="0"/>
                  </a:lnTo>
                  <a:lnTo>
                    <a:pt x="890015" y="0"/>
                  </a:lnTo>
                  <a:close/>
                </a:path>
              </a:pathLst>
            </a:custGeom>
            <a:ln w="6350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091575" y="8236046"/>
              <a:ext cx="0" cy="436880"/>
            </a:xfrm>
            <a:custGeom>
              <a:avLst/>
              <a:gdLst/>
              <a:ahLst/>
              <a:cxnLst/>
              <a:rect l="l" t="t" r="r" b="b"/>
              <a:pathLst>
                <a:path h="436879">
                  <a:moveTo>
                    <a:pt x="0" y="0"/>
                  </a:moveTo>
                  <a:lnTo>
                    <a:pt x="0" y="436435"/>
                  </a:lnTo>
                </a:path>
              </a:pathLst>
            </a:custGeom>
            <a:ln w="6350">
              <a:solidFill>
                <a:srgbClr val="EC00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0" name="object 1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8365" y="8229446"/>
            <a:ext cx="121156" cy="125856"/>
          </a:xfrm>
          <a:prstGeom prst="rect">
            <a:avLst/>
          </a:prstGeom>
        </p:spPr>
      </p:pic>
      <p:sp>
        <p:nvSpPr>
          <p:cNvPr id="131" name="object 131"/>
          <p:cNvSpPr txBox="1"/>
          <p:nvPr/>
        </p:nvSpPr>
        <p:spPr>
          <a:xfrm>
            <a:off x="505599" y="8204173"/>
            <a:ext cx="3723004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6.</a:t>
            </a:r>
            <a:r>
              <a:rPr sz="1000" spc="3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Yandaki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ABCD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paralelkenarında</a:t>
            </a:r>
            <a:endParaRPr sz="1000">
              <a:latin typeface="Microsoft Sans Serif"/>
              <a:cs typeface="Microsoft Sans Serif"/>
            </a:endParaRPr>
          </a:p>
          <a:p>
            <a:pPr marL="262890">
              <a:lnSpc>
                <a:spcPct val="100000"/>
              </a:lnSpc>
              <a:spcBef>
                <a:spcPts val="765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|DC|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cm,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|EB|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cm,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0" dirty="0">
                <a:solidFill>
                  <a:srgbClr val="231F20"/>
                </a:solidFill>
                <a:latin typeface="Arial MT"/>
                <a:cs typeface="Arial MT"/>
              </a:rPr>
              <a:t>A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(</a:t>
            </a:r>
            <a:r>
              <a:rPr sz="1000" spc="-540" dirty="0">
                <a:solidFill>
                  <a:srgbClr val="231F20"/>
                </a:solidFill>
                <a:latin typeface="Arial MT"/>
                <a:cs typeface="Arial MT"/>
              </a:rPr>
              <a:t>C</a:t>
            </a:r>
            <a:r>
              <a:rPr sz="1500" spc="-675" baseline="30555" dirty="0">
                <a:solidFill>
                  <a:srgbClr val="231F20"/>
                </a:solidFill>
                <a:latin typeface="Tahoma"/>
                <a:cs typeface="Tahoma"/>
              </a:rPr>
              <a:t>%</a:t>
            </a:r>
            <a:r>
              <a:rPr sz="1000" spc="-5" dirty="0">
                <a:solidFill>
                  <a:srgbClr val="231F20"/>
                </a:solidFill>
                <a:latin typeface="Arial MT"/>
                <a:cs typeface="Arial MT"/>
              </a:rPr>
              <a:t>EB</a:t>
            </a:r>
            <a:r>
              <a:rPr sz="1000" dirty="0">
                <a:solidFill>
                  <a:srgbClr val="231F20"/>
                </a:solidFill>
                <a:latin typeface="Arial MT"/>
                <a:cs typeface="Arial MT"/>
              </a:rPr>
              <a:t>)</a:t>
            </a:r>
            <a:r>
              <a:rPr sz="1000" spc="-30" dirty="0">
                <a:solidFill>
                  <a:srgbClr val="231F20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0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</a:t>
            </a:r>
            <a:r>
              <a:rPr sz="1050" baseline="31746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endParaRPr sz="1050" baseline="31746">
              <a:latin typeface="Microsoft Sans Serif"/>
              <a:cs typeface="Microsoft Sans Serif"/>
            </a:endParaRPr>
          </a:p>
          <a:p>
            <a:pPr marL="262890">
              <a:lnSpc>
                <a:spcPct val="100000"/>
              </a:lnSpc>
              <a:spcBef>
                <a:spcPts val="765"/>
              </a:spcBef>
            </a:pP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olduğuna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ABCD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paralelkenarının</a:t>
            </a:r>
            <a:r>
              <a:rPr sz="1000" b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alanı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kaç</a:t>
            </a:r>
            <a:r>
              <a:rPr sz="1000" b="1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50" b="1" spc="-7" baseline="31746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50" b="1" spc="104" baseline="31746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dir?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742650" y="9076678"/>
            <a:ext cx="6334125" cy="12700"/>
            <a:chOff x="742650" y="9076678"/>
            <a:chExt cx="6334125" cy="12700"/>
          </a:xfrm>
        </p:grpSpPr>
        <p:sp>
          <p:nvSpPr>
            <p:cNvPr id="133" name="object 133"/>
            <p:cNvSpPr/>
            <p:nvPr/>
          </p:nvSpPr>
          <p:spPr>
            <a:xfrm>
              <a:off x="768088" y="9083028"/>
              <a:ext cx="6296025" cy="0"/>
            </a:xfrm>
            <a:custGeom>
              <a:avLst/>
              <a:gdLst/>
              <a:ahLst/>
              <a:cxnLst/>
              <a:rect l="l" t="t" r="r" b="b"/>
              <a:pathLst>
                <a:path w="6296025">
                  <a:moveTo>
                    <a:pt x="0" y="0"/>
                  </a:moveTo>
                  <a:lnTo>
                    <a:pt x="6295847" y="0"/>
                  </a:lnTo>
                </a:path>
              </a:pathLst>
            </a:custGeom>
            <a:ln w="12700">
              <a:solidFill>
                <a:srgbClr val="231F2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42650" y="9083028"/>
              <a:ext cx="6334125" cy="0"/>
            </a:xfrm>
            <a:custGeom>
              <a:avLst/>
              <a:gdLst/>
              <a:ahLst/>
              <a:cxnLst/>
              <a:rect l="l" t="t" r="r" b="b"/>
              <a:pathLst>
                <a:path w="6334125">
                  <a:moveTo>
                    <a:pt x="0" y="0"/>
                  </a:moveTo>
                  <a:lnTo>
                    <a:pt x="0" y="0"/>
                  </a:lnTo>
                </a:path>
                <a:path w="6334125">
                  <a:moveTo>
                    <a:pt x="6333998" y="0"/>
                  </a:moveTo>
                  <a:lnTo>
                    <a:pt x="6333998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2513" y="9857137"/>
            <a:ext cx="829944" cy="0"/>
          </a:xfrm>
          <a:custGeom>
            <a:avLst/>
            <a:gdLst/>
            <a:ahLst/>
            <a:cxnLst/>
            <a:rect l="l" t="t" r="r" b="b"/>
            <a:pathLst>
              <a:path w="829945">
                <a:moveTo>
                  <a:pt x="0" y="0"/>
                </a:moveTo>
                <a:lnTo>
                  <a:pt x="829551" y="0"/>
                </a:lnTo>
              </a:path>
            </a:pathLst>
          </a:custGeom>
          <a:ln w="6350">
            <a:solidFill>
              <a:srgbClr val="5C72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79813" y="9722712"/>
            <a:ext cx="72834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-35" dirty="0">
                <a:solidFill>
                  <a:srgbClr val="797A7D"/>
                </a:solidFill>
                <a:latin typeface="Trebuchet MS"/>
                <a:cs typeface="Trebuchet MS"/>
              </a:rPr>
              <a:t>6.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30" dirty="0">
                <a:solidFill>
                  <a:srgbClr val="797A7D"/>
                </a:solidFill>
                <a:latin typeface="Trebuchet MS"/>
                <a:cs typeface="Trebuchet MS"/>
              </a:rPr>
              <a:t>Sınıf</a:t>
            </a:r>
            <a:r>
              <a:rPr sz="700" b="1" spc="-15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700" b="1" spc="-25" dirty="0">
                <a:solidFill>
                  <a:srgbClr val="797A7D"/>
                </a:solidFill>
                <a:latin typeface="Trebuchet MS"/>
                <a:cs typeface="Trebuchet MS"/>
              </a:rPr>
              <a:t>Matematik</a:t>
            </a:r>
            <a:endParaRPr sz="7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11378" y="305140"/>
            <a:ext cx="1340485" cy="728980"/>
            <a:chOff x="6111378" y="305140"/>
            <a:chExt cx="1340485" cy="728980"/>
          </a:xfrm>
        </p:grpSpPr>
        <p:sp>
          <p:nvSpPr>
            <p:cNvPr id="5" name="object 5"/>
            <p:cNvSpPr/>
            <p:nvPr/>
          </p:nvSpPr>
          <p:spPr>
            <a:xfrm>
              <a:off x="6114553" y="308315"/>
              <a:ext cx="1231265" cy="722630"/>
            </a:xfrm>
            <a:custGeom>
              <a:avLst/>
              <a:gdLst/>
              <a:ahLst/>
              <a:cxnLst/>
              <a:rect l="l" t="t" r="r" b="b"/>
              <a:pathLst>
                <a:path w="1231265" h="722630">
                  <a:moveTo>
                    <a:pt x="0" y="90614"/>
                  </a:moveTo>
                  <a:lnTo>
                    <a:pt x="87820" y="587400"/>
                  </a:lnTo>
                  <a:lnTo>
                    <a:pt x="1117688" y="722566"/>
                  </a:lnTo>
                  <a:lnTo>
                    <a:pt x="1231201" y="0"/>
                  </a:lnTo>
                  <a:lnTo>
                    <a:pt x="0" y="90614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3056" y="319952"/>
              <a:ext cx="1229995" cy="660400"/>
            </a:xfrm>
            <a:custGeom>
              <a:avLst/>
              <a:gdLst/>
              <a:ahLst/>
              <a:cxnLst/>
              <a:rect l="l" t="t" r="r" b="b"/>
              <a:pathLst>
                <a:path w="1229995" h="660400">
                  <a:moveTo>
                    <a:pt x="0" y="0"/>
                  </a:moveTo>
                  <a:lnTo>
                    <a:pt x="93141" y="659942"/>
                  </a:lnTo>
                  <a:lnTo>
                    <a:pt x="1141641" y="659942"/>
                  </a:lnTo>
                  <a:lnTo>
                    <a:pt x="1215739" y="139104"/>
                  </a:lnTo>
                  <a:lnTo>
                    <a:pt x="1229461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73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4779" y="319953"/>
              <a:ext cx="109220" cy="695325"/>
            </a:xfrm>
            <a:custGeom>
              <a:avLst/>
              <a:gdLst/>
              <a:ahLst/>
              <a:cxnLst/>
              <a:rect l="l" t="t" r="r" b="b"/>
              <a:pathLst>
                <a:path w="109220" h="695325">
                  <a:moveTo>
                    <a:pt x="109156" y="0"/>
                  </a:moveTo>
                  <a:lnTo>
                    <a:pt x="0" y="694702"/>
                  </a:lnTo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84564" y="729116"/>
              <a:ext cx="1067435" cy="218440"/>
            </a:xfrm>
            <a:custGeom>
              <a:avLst/>
              <a:gdLst/>
              <a:ahLst/>
              <a:cxnLst/>
              <a:rect l="l" t="t" r="r" b="b"/>
              <a:pathLst>
                <a:path w="1067434" h="218440">
                  <a:moveTo>
                    <a:pt x="1067219" y="0"/>
                  </a:moveTo>
                  <a:lnTo>
                    <a:pt x="0" y="24485"/>
                  </a:lnTo>
                  <a:lnTo>
                    <a:pt x="95618" y="198246"/>
                  </a:lnTo>
                  <a:lnTo>
                    <a:pt x="980846" y="217817"/>
                  </a:lnTo>
                  <a:lnTo>
                    <a:pt x="1067219" y="0"/>
                  </a:lnTo>
                  <a:close/>
                </a:path>
              </a:pathLst>
            </a:custGeom>
            <a:solidFill>
              <a:srgbClr val="034E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56473" y="902814"/>
              <a:ext cx="728980" cy="95885"/>
            </a:xfrm>
            <a:custGeom>
              <a:avLst/>
              <a:gdLst/>
              <a:ahLst/>
              <a:cxnLst/>
              <a:rect l="l" t="t" r="r" b="b"/>
              <a:pathLst>
                <a:path w="728979" h="95884">
                  <a:moveTo>
                    <a:pt x="0" y="0"/>
                  </a:moveTo>
                  <a:lnTo>
                    <a:pt x="728433" y="95592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25864" y="360533"/>
            <a:ext cx="793115" cy="6007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500" b="1" spc="15" dirty="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sz="1500" b="1" spc="-3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500" b="1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1500" b="1" spc="-4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500" b="1" spc="15" dirty="0">
                <a:solidFill>
                  <a:srgbClr val="FFFFFF"/>
                </a:solidFill>
                <a:latin typeface="Trebuchet MS"/>
                <a:cs typeface="Trebuchet MS"/>
              </a:rPr>
              <a:t>ama</a:t>
            </a:r>
            <a:endParaRPr sz="1500">
              <a:latin typeface="Trebuchet MS"/>
              <a:cs typeface="Trebuchet MS"/>
            </a:endParaRPr>
          </a:p>
          <a:p>
            <a:pPr marL="33655">
              <a:lnSpc>
                <a:spcPct val="100000"/>
              </a:lnSpc>
              <a:spcBef>
                <a:spcPts val="459"/>
              </a:spcBef>
            </a:pPr>
            <a:r>
              <a:rPr sz="1500" b="1" spc="-125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5" dirty="0">
                <a:solidFill>
                  <a:srgbClr val="FFFFFF"/>
                </a:solidFill>
                <a:latin typeface="Yu Gothic UI"/>
                <a:cs typeface="Yu Gothic UI"/>
              </a:rPr>
              <a:t>e</a:t>
            </a:r>
            <a:r>
              <a:rPr sz="1500" b="1" spc="-10" dirty="0">
                <a:solidFill>
                  <a:srgbClr val="FFFFFF"/>
                </a:solidFill>
                <a:latin typeface="Yu Gothic UI"/>
                <a:cs typeface="Yu Gothic UI"/>
              </a:rPr>
              <a:t>s</a:t>
            </a:r>
            <a:r>
              <a:rPr sz="1500" b="1" dirty="0">
                <a:solidFill>
                  <a:srgbClr val="FFFFFF"/>
                </a:solidFill>
                <a:latin typeface="Yu Gothic UI"/>
                <a:cs typeface="Yu Gothic UI"/>
              </a:rPr>
              <a:t>t</a:t>
            </a:r>
            <a:r>
              <a:rPr sz="1500" b="1" spc="-8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Yu Gothic UI"/>
                <a:cs typeface="Yu Gothic UI"/>
              </a:rPr>
              <a:t>-</a:t>
            </a:r>
            <a:r>
              <a:rPr sz="1500" b="1" spc="-6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500" b="1" spc="-1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4819" y="9557997"/>
            <a:ext cx="380365" cy="702310"/>
          </a:xfrm>
          <a:custGeom>
            <a:avLst/>
            <a:gdLst/>
            <a:ahLst/>
            <a:cxnLst/>
            <a:rect l="l" t="t" r="r" b="b"/>
            <a:pathLst>
              <a:path w="380365" h="702309">
                <a:moveTo>
                  <a:pt x="172089" y="0"/>
                </a:moveTo>
                <a:lnTo>
                  <a:pt x="0" y="702002"/>
                </a:lnTo>
                <a:lnTo>
                  <a:pt x="206088" y="702002"/>
                </a:lnTo>
                <a:lnTo>
                  <a:pt x="379861" y="119240"/>
                </a:lnTo>
                <a:lnTo>
                  <a:pt x="172089" y="0"/>
                </a:lnTo>
                <a:close/>
              </a:path>
            </a:pathLst>
          </a:custGeom>
          <a:solidFill>
            <a:srgbClr val="034E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58264" y="9677550"/>
            <a:ext cx="2527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b="1" spc="-82" baseline="-11904" dirty="0">
                <a:solidFill>
                  <a:srgbClr val="797A7D"/>
                </a:solidFill>
                <a:latin typeface="Trebuchet MS"/>
                <a:cs typeface="Trebuchet MS"/>
              </a:rPr>
              <a:t>.</a:t>
            </a:r>
            <a:r>
              <a:rPr sz="1050" b="1" spc="-104" baseline="-11904" dirty="0">
                <a:solidFill>
                  <a:srgbClr val="797A7D"/>
                </a:solidFill>
                <a:latin typeface="Trebuchet MS"/>
                <a:cs typeface="Trebuchet MS"/>
              </a:rPr>
              <a:t> </a:t>
            </a:r>
            <a:r>
              <a:rPr sz="900" b="1" spc="-55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441" y="9637093"/>
            <a:ext cx="616270" cy="18796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778760" y="9771040"/>
            <a:ext cx="372745" cy="121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35" dirty="0">
                <a:solidFill>
                  <a:srgbClr val="414042"/>
                </a:solidFill>
                <a:latin typeface="Trebuchet MS"/>
                <a:cs typeface="Trebuchet MS"/>
              </a:rPr>
              <a:t>Y</a:t>
            </a:r>
            <a:r>
              <a:rPr sz="600" spc="-15" dirty="0">
                <a:solidFill>
                  <a:srgbClr val="414042"/>
                </a:solidFill>
                <a:latin typeface="Trebuchet MS"/>
                <a:cs typeface="Trebuchet MS"/>
              </a:rPr>
              <a:t>A</a:t>
            </a:r>
            <a:r>
              <a:rPr sz="600" dirty="0">
                <a:solidFill>
                  <a:srgbClr val="414042"/>
                </a:solidFill>
                <a:latin typeface="Trebuchet MS"/>
                <a:cs typeface="Trebuchet MS"/>
              </a:rPr>
              <a:t>YINLARI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3574" y="466500"/>
            <a:ext cx="619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58595B"/>
                </a:solidFill>
                <a:latin typeface="Microsoft Sans Serif"/>
                <a:cs typeface="Microsoft Sans Serif"/>
              </a:rPr>
              <a:t>Alan</a:t>
            </a:r>
            <a:r>
              <a:rPr sz="900" spc="-30" dirty="0">
                <a:solidFill>
                  <a:srgbClr val="58595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58595B"/>
                </a:solidFill>
                <a:latin typeface="Microsoft Sans Serif"/>
                <a:cs typeface="Microsoft Sans Serif"/>
              </a:rPr>
              <a:t>Ölçme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35898" y="8146398"/>
            <a:ext cx="166370" cy="1409065"/>
          </a:xfrm>
          <a:prstGeom prst="rect">
            <a:avLst/>
          </a:prstGeom>
        </p:spPr>
        <p:txBody>
          <a:bodyPr vert="vert270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" b="1" spc="-40" dirty="0">
                <a:solidFill>
                  <a:srgbClr val="231F20"/>
                </a:solidFill>
                <a:latin typeface="Trebuchet MS"/>
                <a:cs typeface="Trebuchet MS"/>
              </a:rPr>
              <a:t>5.</a:t>
            </a:r>
            <a:r>
              <a:rPr sz="850" b="1" spc="-2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55" dirty="0">
                <a:solidFill>
                  <a:srgbClr val="231F20"/>
                </a:solidFill>
                <a:latin typeface="Trebuchet MS"/>
                <a:cs typeface="Trebuchet MS"/>
              </a:rPr>
              <a:t>Ünite:</a:t>
            </a:r>
            <a:r>
              <a:rPr sz="850" b="1" spc="114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850" b="1" spc="-30" dirty="0">
                <a:solidFill>
                  <a:srgbClr val="58595B"/>
                </a:solidFill>
                <a:latin typeface="Trebuchet MS"/>
                <a:cs typeface="Trebuchet MS"/>
              </a:rPr>
              <a:t>Açılar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125" dirty="0">
                <a:solidFill>
                  <a:srgbClr val="58595B"/>
                </a:solidFill>
                <a:latin typeface="Trebuchet MS"/>
                <a:cs typeface="Trebuchet MS"/>
              </a:rPr>
              <a:t>/</a:t>
            </a:r>
            <a:r>
              <a:rPr sz="850" b="1" spc="-25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58595B"/>
                </a:solidFill>
                <a:latin typeface="Trebuchet MS"/>
                <a:cs typeface="Trebuchet MS"/>
              </a:rPr>
              <a:t>Alan</a:t>
            </a:r>
            <a:r>
              <a:rPr sz="850" b="1" spc="-20" dirty="0">
                <a:solidFill>
                  <a:srgbClr val="58595B"/>
                </a:solidFill>
                <a:latin typeface="Trebuchet MS"/>
                <a:cs typeface="Trebuchet MS"/>
              </a:rPr>
              <a:t> </a:t>
            </a:r>
            <a:r>
              <a:rPr sz="850" b="1" spc="-35" dirty="0">
                <a:solidFill>
                  <a:srgbClr val="58595B"/>
                </a:solidFill>
                <a:latin typeface="Trebuchet MS"/>
                <a:cs typeface="Trebuchet MS"/>
              </a:rPr>
              <a:t>Ölçme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7300" y="6612759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2.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2922" y="6825396"/>
            <a:ext cx="2193290" cy="1009015"/>
            <a:chOff x="702922" y="6825396"/>
            <a:chExt cx="2193290" cy="1009015"/>
          </a:xfrm>
        </p:grpSpPr>
        <p:sp>
          <p:nvSpPr>
            <p:cNvPr id="19" name="object 19"/>
            <p:cNvSpPr/>
            <p:nvPr/>
          </p:nvSpPr>
          <p:spPr>
            <a:xfrm>
              <a:off x="1029920" y="6844979"/>
              <a:ext cx="609600" cy="987425"/>
            </a:xfrm>
            <a:custGeom>
              <a:avLst/>
              <a:gdLst/>
              <a:ahLst/>
              <a:cxnLst/>
              <a:rect l="l" t="t" r="r" b="b"/>
              <a:pathLst>
                <a:path w="609600" h="987425">
                  <a:moveTo>
                    <a:pt x="0" y="0"/>
                  </a:moveTo>
                  <a:lnTo>
                    <a:pt x="146050" y="987425"/>
                  </a:lnTo>
                  <a:lnTo>
                    <a:pt x="609600" y="98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A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7684" y="6830159"/>
              <a:ext cx="2183765" cy="999490"/>
            </a:xfrm>
            <a:custGeom>
              <a:avLst/>
              <a:gdLst/>
              <a:ahLst/>
              <a:cxnLst/>
              <a:rect l="l" t="t" r="r" b="b"/>
              <a:pathLst>
                <a:path w="2183765" h="999490">
                  <a:moveTo>
                    <a:pt x="1863115" y="999070"/>
                  </a:moveTo>
                  <a:lnTo>
                    <a:pt x="0" y="999070"/>
                  </a:lnTo>
                  <a:lnTo>
                    <a:pt x="320166" y="0"/>
                  </a:lnTo>
                  <a:lnTo>
                    <a:pt x="2183295" y="0"/>
                  </a:lnTo>
                  <a:lnTo>
                    <a:pt x="1863115" y="999070"/>
                  </a:lnTo>
                  <a:close/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7856" y="6830165"/>
              <a:ext cx="147320" cy="996950"/>
            </a:xfrm>
            <a:custGeom>
              <a:avLst/>
              <a:gdLst/>
              <a:ahLst/>
              <a:cxnLst/>
              <a:rect l="l" t="t" r="r" b="b"/>
              <a:pathLst>
                <a:path w="147319" h="996950">
                  <a:moveTo>
                    <a:pt x="147053" y="99695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8860" y="6834394"/>
              <a:ext cx="612140" cy="993140"/>
            </a:xfrm>
            <a:custGeom>
              <a:avLst/>
              <a:gdLst/>
              <a:ahLst/>
              <a:cxnLst/>
              <a:rect l="l" t="t" r="r" b="b"/>
              <a:pathLst>
                <a:path w="612139" h="993140">
                  <a:moveTo>
                    <a:pt x="611720" y="99272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28866" y="6832273"/>
              <a:ext cx="1073150" cy="993140"/>
            </a:xfrm>
            <a:custGeom>
              <a:avLst/>
              <a:gdLst/>
              <a:ahLst/>
              <a:cxnLst/>
              <a:rect l="l" t="t" r="r" b="b"/>
              <a:pathLst>
                <a:path w="1073150" h="993140">
                  <a:moveTo>
                    <a:pt x="1073150" y="99272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71183" y="6664728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33805" y="6669081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1300" y="7798006"/>
            <a:ext cx="1896745" cy="76200"/>
            <a:chOff x="691300" y="7798006"/>
            <a:chExt cx="1896745" cy="76200"/>
          </a:xfrm>
        </p:grpSpPr>
        <p:sp>
          <p:nvSpPr>
            <p:cNvPr id="27" name="object 27"/>
            <p:cNvSpPr/>
            <p:nvPr/>
          </p:nvSpPr>
          <p:spPr>
            <a:xfrm>
              <a:off x="695745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20942" y="0"/>
                  </a:moveTo>
                  <a:lnTo>
                    <a:pt x="6032" y="12"/>
                  </a:lnTo>
                  <a:lnTo>
                    <a:pt x="0" y="6057"/>
                  </a:lnTo>
                  <a:lnTo>
                    <a:pt x="0" y="13512"/>
                  </a:lnTo>
                  <a:lnTo>
                    <a:pt x="0" y="20967"/>
                  </a:lnTo>
                  <a:lnTo>
                    <a:pt x="6057" y="27012"/>
                  </a:lnTo>
                  <a:lnTo>
                    <a:pt x="20967" y="27000"/>
                  </a:lnTo>
                  <a:lnTo>
                    <a:pt x="27000" y="20955"/>
                  </a:lnTo>
                  <a:lnTo>
                    <a:pt x="26987" y="6045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5745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0" y="13512"/>
                  </a:moveTo>
                  <a:lnTo>
                    <a:pt x="0" y="6057"/>
                  </a:lnTo>
                  <a:lnTo>
                    <a:pt x="6032" y="12"/>
                  </a:lnTo>
                  <a:lnTo>
                    <a:pt x="13487" y="12"/>
                  </a:lnTo>
                  <a:lnTo>
                    <a:pt x="20942" y="0"/>
                  </a:lnTo>
                  <a:lnTo>
                    <a:pt x="26987" y="6045"/>
                  </a:lnTo>
                  <a:lnTo>
                    <a:pt x="27000" y="13500"/>
                  </a:lnTo>
                  <a:lnTo>
                    <a:pt x="27000" y="20955"/>
                  </a:lnTo>
                  <a:lnTo>
                    <a:pt x="20967" y="27000"/>
                  </a:lnTo>
                  <a:lnTo>
                    <a:pt x="13500" y="27000"/>
                  </a:lnTo>
                  <a:lnTo>
                    <a:pt x="6057" y="27012"/>
                  </a:lnTo>
                  <a:lnTo>
                    <a:pt x="0" y="20967"/>
                  </a:lnTo>
                  <a:lnTo>
                    <a:pt x="0" y="13512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60882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0942" y="0"/>
                  </a:moveTo>
                  <a:lnTo>
                    <a:pt x="6032" y="12"/>
                  </a:lnTo>
                  <a:lnTo>
                    <a:pt x="0" y="6057"/>
                  </a:lnTo>
                  <a:lnTo>
                    <a:pt x="0" y="13512"/>
                  </a:lnTo>
                  <a:lnTo>
                    <a:pt x="0" y="20967"/>
                  </a:lnTo>
                  <a:lnTo>
                    <a:pt x="6057" y="27012"/>
                  </a:lnTo>
                  <a:lnTo>
                    <a:pt x="20955" y="27000"/>
                  </a:lnTo>
                  <a:lnTo>
                    <a:pt x="27000" y="20955"/>
                  </a:lnTo>
                  <a:lnTo>
                    <a:pt x="26987" y="6045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60882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0" y="13512"/>
                  </a:moveTo>
                  <a:lnTo>
                    <a:pt x="0" y="6057"/>
                  </a:lnTo>
                  <a:lnTo>
                    <a:pt x="6032" y="12"/>
                  </a:lnTo>
                  <a:lnTo>
                    <a:pt x="13487" y="12"/>
                  </a:lnTo>
                  <a:lnTo>
                    <a:pt x="20942" y="0"/>
                  </a:lnTo>
                  <a:lnTo>
                    <a:pt x="26987" y="6045"/>
                  </a:lnTo>
                  <a:lnTo>
                    <a:pt x="27000" y="13500"/>
                  </a:lnTo>
                  <a:lnTo>
                    <a:pt x="27000" y="20955"/>
                  </a:lnTo>
                  <a:lnTo>
                    <a:pt x="20955" y="27000"/>
                  </a:lnTo>
                  <a:lnTo>
                    <a:pt x="13500" y="27000"/>
                  </a:lnTo>
                  <a:lnTo>
                    <a:pt x="6057" y="27012"/>
                  </a:lnTo>
                  <a:lnTo>
                    <a:pt x="0" y="20967"/>
                  </a:lnTo>
                  <a:lnTo>
                    <a:pt x="0" y="13512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26014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0942" y="0"/>
                  </a:moveTo>
                  <a:lnTo>
                    <a:pt x="6045" y="12"/>
                  </a:lnTo>
                  <a:lnTo>
                    <a:pt x="0" y="6057"/>
                  </a:lnTo>
                  <a:lnTo>
                    <a:pt x="0" y="13512"/>
                  </a:lnTo>
                  <a:lnTo>
                    <a:pt x="0" y="20967"/>
                  </a:lnTo>
                  <a:lnTo>
                    <a:pt x="6057" y="27012"/>
                  </a:lnTo>
                  <a:lnTo>
                    <a:pt x="20967" y="27000"/>
                  </a:lnTo>
                  <a:lnTo>
                    <a:pt x="27000" y="20955"/>
                  </a:lnTo>
                  <a:lnTo>
                    <a:pt x="26987" y="6045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26014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0" y="13512"/>
                  </a:moveTo>
                  <a:lnTo>
                    <a:pt x="0" y="6057"/>
                  </a:lnTo>
                  <a:lnTo>
                    <a:pt x="6045" y="12"/>
                  </a:lnTo>
                  <a:lnTo>
                    <a:pt x="13487" y="12"/>
                  </a:lnTo>
                  <a:lnTo>
                    <a:pt x="20942" y="0"/>
                  </a:lnTo>
                  <a:lnTo>
                    <a:pt x="26987" y="6045"/>
                  </a:lnTo>
                  <a:lnTo>
                    <a:pt x="27000" y="13500"/>
                  </a:lnTo>
                  <a:lnTo>
                    <a:pt x="27000" y="20955"/>
                  </a:lnTo>
                  <a:lnTo>
                    <a:pt x="20967" y="27000"/>
                  </a:lnTo>
                  <a:lnTo>
                    <a:pt x="13512" y="27000"/>
                  </a:lnTo>
                  <a:lnTo>
                    <a:pt x="6057" y="27012"/>
                  </a:lnTo>
                  <a:lnTo>
                    <a:pt x="0" y="20967"/>
                  </a:lnTo>
                  <a:lnTo>
                    <a:pt x="0" y="13512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91151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0942" y="0"/>
                  </a:moveTo>
                  <a:lnTo>
                    <a:pt x="6045" y="12"/>
                  </a:lnTo>
                  <a:lnTo>
                    <a:pt x="0" y="6057"/>
                  </a:lnTo>
                  <a:lnTo>
                    <a:pt x="0" y="13512"/>
                  </a:lnTo>
                  <a:lnTo>
                    <a:pt x="0" y="20967"/>
                  </a:lnTo>
                  <a:lnTo>
                    <a:pt x="6057" y="27012"/>
                  </a:lnTo>
                  <a:lnTo>
                    <a:pt x="20955" y="27000"/>
                  </a:lnTo>
                  <a:lnTo>
                    <a:pt x="27000" y="20955"/>
                  </a:lnTo>
                  <a:lnTo>
                    <a:pt x="27000" y="6045"/>
                  </a:lnTo>
                  <a:lnTo>
                    <a:pt x="2094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91151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0" y="13512"/>
                  </a:moveTo>
                  <a:lnTo>
                    <a:pt x="0" y="6057"/>
                  </a:lnTo>
                  <a:lnTo>
                    <a:pt x="6045" y="12"/>
                  </a:lnTo>
                  <a:lnTo>
                    <a:pt x="13487" y="12"/>
                  </a:lnTo>
                  <a:lnTo>
                    <a:pt x="20942" y="0"/>
                  </a:lnTo>
                  <a:lnTo>
                    <a:pt x="27000" y="6045"/>
                  </a:lnTo>
                  <a:lnTo>
                    <a:pt x="27000" y="13500"/>
                  </a:lnTo>
                  <a:lnTo>
                    <a:pt x="27000" y="20955"/>
                  </a:lnTo>
                  <a:lnTo>
                    <a:pt x="20955" y="27000"/>
                  </a:lnTo>
                  <a:lnTo>
                    <a:pt x="13500" y="27000"/>
                  </a:lnTo>
                  <a:lnTo>
                    <a:pt x="6057" y="27012"/>
                  </a:lnTo>
                  <a:lnTo>
                    <a:pt x="0" y="20967"/>
                  </a:lnTo>
                  <a:lnTo>
                    <a:pt x="0" y="13512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56276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0955" y="0"/>
                  </a:moveTo>
                  <a:lnTo>
                    <a:pt x="6045" y="12"/>
                  </a:lnTo>
                  <a:lnTo>
                    <a:pt x="0" y="6057"/>
                  </a:lnTo>
                  <a:lnTo>
                    <a:pt x="12" y="13512"/>
                  </a:lnTo>
                  <a:lnTo>
                    <a:pt x="12" y="20967"/>
                  </a:lnTo>
                  <a:lnTo>
                    <a:pt x="6070" y="27012"/>
                  </a:lnTo>
                  <a:lnTo>
                    <a:pt x="20967" y="27000"/>
                  </a:lnTo>
                  <a:lnTo>
                    <a:pt x="27012" y="20955"/>
                  </a:lnTo>
                  <a:lnTo>
                    <a:pt x="27000" y="6045"/>
                  </a:lnTo>
                  <a:lnTo>
                    <a:pt x="2095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56276" y="7814135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2" y="13512"/>
                  </a:moveTo>
                  <a:lnTo>
                    <a:pt x="0" y="6057"/>
                  </a:lnTo>
                  <a:lnTo>
                    <a:pt x="6045" y="12"/>
                  </a:lnTo>
                  <a:lnTo>
                    <a:pt x="13500" y="12"/>
                  </a:lnTo>
                  <a:lnTo>
                    <a:pt x="20955" y="0"/>
                  </a:lnTo>
                  <a:lnTo>
                    <a:pt x="27000" y="6045"/>
                  </a:lnTo>
                  <a:lnTo>
                    <a:pt x="27012" y="13500"/>
                  </a:lnTo>
                  <a:lnTo>
                    <a:pt x="27012" y="20955"/>
                  </a:lnTo>
                  <a:lnTo>
                    <a:pt x="20967" y="27000"/>
                  </a:lnTo>
                  <a:lnTo>
                    <a:pt x="13512" y="27000"/>
                  </a:lnTo>
                  <a:lnTo>
                    <a:pt x="6070" y="27012"/>
                  </a:lnTo>
                  <a:lnTo>
                    <a:pt x="12" y="20967"/>
                  </a:lnTo>
                  <a:lnTo>
                    <a:pt x="12" y="13512"/>
                  </a:lnTo>
                  <a:close/>
                </a:path>
              </a:pathLst>
            </a:custGeom>
            <a:ln w="88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21443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43668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84993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07218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827372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49597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97278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19503" y="7801181"/>
              <a:ext cx="31750" cy="69850"/>
            </a:xfrm>
            <a:custGeom>
              <a:avLst/>
              <a:gdLst/>
              <a:ahLst/>
              <a:cxnLst/>
              <a:rect l="l" t="t" r="r" b="b"/>
              <a:pathLst>
                <a:path w="31750" h="69850">
                  <a:moveTo>
                    <a:pt x="31750" y="0"/>
                  </a:moveTo>
                  <a:lnTo>
                    <a:pt x="0" y="6985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59499" y="7520609"/>
            <a:ext cx="2399030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r>
              <a:rPr sz="9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cm</a:t>
            </a:r>
            <a:r>
              <a:rPr sz="1050" spc="-7" baseline="23809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endParaRPr sz="1050" baseline="23809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05410">
              <a:lnSpc>
                <a:spcPct val="100000"/>
              </a:lnSpc>
              <a:tabLst>
                <a:tab pos="570230" algn="l"/>
                <a:tab pos="1043305" algn="l"/>
                <a:tab pos="1503680" algn="l"/>
                <a:tab pos="1972310" algn="l"/>
              </a:tabLst>
            </a:pPr>
            <a:r>
              <a:rPr sz="1350" baseline="3086" dirty="0">
                <a:solidFill>
                  <a:srgbClr val="231F20"/>
                </a:solidFill>
                <a:latin typeface="Microsoft Sans Serif"/>
                <a:cs typeface="Microsoft Sans Serif"/>
              </a:rPr>
              <a:t>D	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E	F	G	C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</a:pP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verilen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ABCD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paralelkenarında;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6799" y="8356959"/>
            <a:ext cx="2712720" cy="89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|DE| = |EF| =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|FG| =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|GC|’dir.</a:t>
            </a:r>
            <a:endParaRPr sz="1000">
              <a:latin typeface="Microsoft Sans Serif"/>
              <a:cs typeface="Microsoft Sans Serif"/>
            </a:endParaRPr>
          </a:p>
          <a:p>
            <a:pPr marL="50800" marR="43815">
              <a:lnSpc>
                <a:spcPct val="141700"/>
              </a:lnSpc>
              <a:spcBef>
                <a:spcPts val="280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A(AE∆F)</a:t>
            </a:r>
            <a:r>
              <a:rPr sz="1000" b="1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=</a:t>
            </a:r>
            <a:r>
              <a:rPr sz="1000" b="1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r>
              <a:rPr sz="1000" b="1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cm</a:t>
            </a:r>
            <a:r>
              <a:rPr sz="1050" b="1" spc="-7" baseline="31746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1050" b="1" spc="30" baseline="31746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olduğuna</a:t>
            </a:r>
            <a:r>
              <a:rPr sz="1000" b="1" spc="-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A(ABCD)</a:t>
            </a:r>
            <a:r>
              <a:rPr sz="1000" b="1" spc="-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195" dirty="0">
                <a:solidFill>
                  <a:srgbClr val="231F20"/>
                </a:solidFill>
                <a:latin typeface="Arial"/>
                <a:cs typeface="Arial"/>
              </a:rPr>
              <a:t>kaç </a:t>
            </a:r>
            <a:r>
              <a:rPr sz="1000" b="1" spc="-26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santimetrekaredir?</a:t>
            </a:r>
            <a:endParaRPr sz="10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  <a:spcBef>
                <a:spcPts val="770"/>
              </a:spcBef>
              <a:tabLst>
                <a:tab pos="727075" algn="l"/>
                <a:tab pos="1412875" algn="l"/>
                <a:tab pos="204787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16	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24	C)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30	D)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32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27800" y="6624293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3.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50771" y="7275035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2 cm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45813" y="7224196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0 cm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60195" y="6687622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6 cm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76006" y="6661422"/>
            <a:ext cx="102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65399" y="7855239"/>
            <a:ext cx="2312670" cy="44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  <a:tabLst>
                <a:tab pos="432434" algn="l"/>
                <a:tab pos="1975485" algn="l"/>
              </a:tabLst>
            </a:pPr>
            <a:r>
              <a:rPr sz="1350" baseline="3086" dirty="0">
                <a:solidFill>
                  <a:srgbClr val="231F20"/>
                </a:solidFill>
                <a:latin typeface="Microsoft Sans Serif"/>
                <a:cs typeface="Microsoft Sans Serif"/>
              </a:rPr>
              <a:t>A	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H	D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Yukarıda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verilen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 ABCD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paralelkenarında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039774" y="6686875"/>
            <a:ext cx="109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C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911954" y="6843244"/>
            <a:ext cx="2193290" cy="1009015"/>
            <a:chOff x="4911954" y="6843244"/>
            <a:chExt cx="2193290" cy="1009015"/>
          </a:xfrm>
        </p:grpSpPr>
        <p:sp>
          <p:nvSpPr>
            <p:cNvPr id="55" name="object 55"/>
            <p:cNvSpPr/>
            <p:nvPr/>
          </p:nvSpPr>
          <p:spPr>
            <a:xfrm>
              <a:off x="4916717" y="6848006"/>
              <a:ext cx="2183765" cy="999490"/>
            </a:xfrm>
            <a:custGeom>
              <a:avLst/>
              <a:gdLst/>
              <a:ahLst/>
              <a:cxnLst/>
              <a:rect l="l" t="t" r="r" b="b"/>
              <a:pathLst>
                <a:path w="2183765" h="999490">
                  <a:moveTo>
                    <a:pt x="1863115" y="999070"/>
                  </a:moveTo>
                  <a:lnTo>
                    <a:pt x="0" y="999070"/>
                  </a:lnTo>
                  <a:lnTo>
                    <a:pt x="320166" y="0"/>
                  </a:lnTo>
                  <a:lnTo>
                    <a:pt x="2183295" y="0"/>
                  </a:lnTo>
                  <a:lnTo>
                    <a:pt x="1863115" y="999070"/>
                  </a:lnTo>
                  <a:close/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36883" y="6848006"/>
              <a:ext cx="2540" cy="996315"/>
            </a:xfrm>
            <a:custGeom>
              <a:avLst/>
              <a:gdLst/>
              <a:ahLst/>
              <a:cxnLst/>
              <a:rect l="l" t="t" r="r" b="b"/>
              <a:pathLst>
                <a:path w="2539" h="996315">
                  <a:moveTo>
                    <a:pt x="2070" y="99589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7365" y="7713727"/>
              <a:ext cx="138112" cy="138112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4765399" y="8368493"/>
            <a:ext cx="2637155" cy="855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|BC|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36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cm,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|CD|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12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ve</a:t>
            </a:r>
            <a:r>
              <a:rPr sz="1000" spc="-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|BH|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=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</a:t>
            </a:r>
            <a:r>
              <a:rPr sz="10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cm’dir.</a:t>
            </a:r>
            <a:endParaRPr sz="1000">
              <a:latin typeface="Microsoft Sans Serif"/>
              <a:cs typeface="Microsoft Sans Serif"/>
            </a:endParaRPr>
          </a:p>
          <a:p>
            <a:pPr marL="12700" marR="6350">
              <a:lnSpc>
                <a:spcPct val="116700"/>
              </a:lnSpc>
              <a:spcBef>
                <a:spcPts val="565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Buna</a:t>
            </a:r>
            <a:r>
              <a:rPr sz="1000" b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</a:t>
            </a:r>
            <a:r>
              <a:rPr sz="1000" b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CD</a:t>
            </a:r>
            <a:r>
              <a:rPr sz="1000" b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kenarına</a:t>
            </a:r>
            <a:r>
              <a:rPr sz="1000" b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ait</a:t>
            </a:r>
            <a:r>
              <a:rPr sz="1000" b="1" spc="20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yükseklik</a:t>
            </a:r>
            <a:r>
              <a:rPr sz="1000" b="1" spc="2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kaç </a:t>
            </a:r>
            <a:r>
              <a:rPr sz="1000" b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santimetredir?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65"/>
              </a:spcBef>
              <a:tabLst>
                <a:tab pos="688975" algn="l"/>
                <a:tab pos="1374775" algn="l"/>
                <a:tab pos="200977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20	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B)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30	C)</a:t>
            </a:r>
            <a:r>
              <a:rPr sz="10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40	D)</a:t>
            </a:r>
            <a:r>
              <a:rPr sz="10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50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47300" y="1038334"/>
            <a:ext cx="1314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EC008C"/>
                </a:solidFill>
                <a:latin typeface="Arial"/>
                <a:cs typeface="Arial"/>
              </a:rPr>
              <a:t>1.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909884" y="1152367"/>
            <a:ext cx="1748789" cy="1766570"/>
            <a:chOff x="2909884" y="1152367"/>
            <a:chExt cx="1748789" cy="1766570"/>
          </a:xfrm>
        </p:grpSpPr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3070" y="1154760"/>
              <a:ext cx="1745010" cy="169291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975493" y="1155542"/>
              <a:ext cx="682625" cy="0"/>
            </a:xfrm>
            <a:custGeom>
              <a:avLst/>
              <a:gdLst/>
              <a:ahLst/>
              <a:cxnLst/>
              <a:rect l="l" t="t" r="r" b="b"/>
              <a:pathLst>
                <a:path w="682625">
                  <a:moveTo>
                    <a:pt x="0" y="0"/>
                  </a:moveTo>
                  <a:lnTo>
                    <a:pt x="682586" y="0"/>
                  </a:lnTo>
                </a:path>
              </a:pathLst>
            </a:custGeom>
            <a:ln w="6350">
              <a:solidFill>
                <a:srgbClr val="808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913059" y="1942974"/>
              <a:ext cx="0" cy="975994"/>
            </a:xfrm>
            <a:custGeom>
              <a:avLst/>
              <a:gdLst/>
              <a:ahLst/>
              <a:cxnLst/>
              <a:rect l="l" t="t" r="r" b="b"/>
              <a:pathLst>
                <a:path h="975994">
                  <a:moveTo>
                    <a:pt x="0" y="0"/>
                  </a:moveTo>
                  <a:lnTo>
                    <a:pt x="0" y="975474"/>
                  </a:lnTo>
                </a:path>
              </a:pathLst>
            </a:custGeom>
            <a:ln w="6350">
              <a:solidFill>
                <a:srgbClr val="808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4" name="object 6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3447" y="1475156"/>
            <a:ext cx="212474" cy="191389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1821648" y="1312396"/>
            <a:ext cx="273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cm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855367" y="1462358"/>
            <a:ext cx="495934" cy="4876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2250">
              <a:lnSpc>
                <a:spcPct val="109200"/>
              </a:lnSpc>
              <a:spcBef>
                <a:spcPts val="2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cm  </a:t>
            </a:r>
            <a:r>
              <a:rPr sz="900" spc="45" dirty="0">
                <a:solidFill>
                  <a:srgbClr val="231F20"/>
                </a:solidFill>
                <a:latin typeface="Trebuchet MS"/>
                <a:cs typeface="Trebuchet MS"/>
              </a:rPr>
              <a:t>Taş </a:t>
            </a:r>
            <a:r>
              <a:rPr sz="900" spc="50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231F20"/>
                </a:solidFill>
                <a:latin typeface="Trebuchet MS"/>
                <a:cs typeface="Trebuchet MS"/>
              </a:rPr>
              <a:t>parçacığı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315043" y="1163100"/>
            <a:ext cx="139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90" dirty="0">
                <a:solidFill>
                  <a:srgbClr val="231F20"/>
                </a:solidFill>
                <a:latin typeface="Microsoft Sans Serif"/>
                <a:cs typeface="Microsoft Sans Serif"/>
              </a:rPr>
              <a:t>…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87409" y="1319577"/>
            <a:ext cx="139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390" dirty="0">
                <a:solidFill>
                  <a:srgbClr val="231F20"/>
                </a:solidFill>
                <a:latin typeface="Microsoft Sans Serif"/>
                <a:cs typeface="Microsoft Sans Serif"/>
              </a:rPr>
              <a:t>…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170032" y="1756850"/>
            <a:ext cx="139700" cy="139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…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966464" y="1967163"/>
            <a:ext cx="139700" cy="1397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…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678679" y="1219034"/>
            <a:ext cx="4705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0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tane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193971" y="1075332"/>
            <a:ext cx="556895" cy="160655"/>
            <a:chOff x="2193971" y="1075332"/>
            <a:chExt cx="556895" cy="160655"/>
          </a:xfrm>
        </p:grpSpPr>
        <p:sp>
          <p:nvSpPr>
            <p:cNvPr id="73" name="object 73"/>
            <p:cNvSpPr/>
            <p:nvPr/>
          </p:nvSpPr>
          <p:spPr>
            <a:xfrm>
              <a:off x="2193971" y="1075332"/>
              <a:ext cx="543560" cy="147955"/>
            </a:xfrm>
            <a:custGeom>
              <a:avLst/>
              <a:gdLst/>
              <a:ahLst/>
              <a:cxnLst/>
              <a:rect l="l" t="t" r="r" b="b"/>
              <a:pathLst>
                <a:path w="543560" h="147955">
                  <a:moveTo>
                    <a:pt x="292087" y="0"/>
                  </a:moveTo>
                  <a:lnTo>
                    <a:pt x="234314" y="3556"/>
                  </a:lnTo>
                  <a:lnTo>
                    <a:pt x="176453" y="16268"/>
                  </a:lnTo>
                  <a:lnTo>
                    <a:pt x="118516" y="38125"/>
                  </a:lnTo>
                  <a:lnTo>
                    <a:pt x="59855" y="70015"/>
                  </a:lnTo>
                  <a:lnTo>
                    <a:pt x="0" y="111645"/>
                  </a:lnTo>
                  <a:lnTo>
                    <a:pt x="22974" y="147561"/>
                  </a:lnTo>
                  <a:lnTo>
                    <a:pt x="48399" y="128282"/>
                  </a:lnTo>
                  <a:lnTo>
                    <a:pt x="74066" y="110566"/>
                  </a:lnTo>
                  <a:lnTo>
                    <a:pt x="125641" y="81419"/>
                  </a:lnTo>
                  <a:lnTo>
                    <a:pt x="177609" y="59359"/>
                  </a:lnTo>
                  <a:lnTo>
                    <a:pt x="231254" y="45339"/>
                  </a:lnTo>
                  <a:lnTo>
                    <a:pt x="285965" y="39903"/>
                  </a:lnTo>
                  <a:lnTo>
                    <a:pt x="314236" y="40411"/>
                  </a:lnTo>
                  <a:lnTo>
                    <a:pt x="372757" y="48615"/>
                  </a:lnTo>
                  <a:lnTo>
                    <a:pt x="434505" y="66662"/>
                  </a:lnTo>
                  <a:lnTo>
                    <a:pt x="466432" y="79641"/>
                  </a:lnTo>
                  <a:lnTo>
                    <a:pt x="463232" y="110769"/>
                  </a:lnTo>
                  <a:lnTo>
                    <a:pt x="543255" y="90424"/>
                  </a:lnTo>
                  <a:lnTo>
                    <a:pt x="482117" y="18300"/>
                  </a:lnTo>
                  <a:lnTo>
                    <a:pt x="475957" y="43548"/>
                  </a:lnTo>
                  <a:lnTo>
                    <a:pt x="443699" y="30988"/>
                  </a:lnTo>
                  <a:lnTo>
                    <a:pt x="412559" y="20231"/>
                  </a:lnTo>
                  <a:lnTo>
                    <a:pt x="381406" y="11874"/>
                  </a:lnTo>
                  <a:lnTo>
                    <a:pt x="351408" y="5715"/>
                  </a:lnTo>
                  <a:lnTo>
                    <a:pt x="321348" y="1549"/>
                  </a:lnTo>
                  <a:lnTo>
                    <a:pt x="292087" y="0"/>
                  </a:lnTo>
                  <a:close/>
                </a:path>
              </a:pathLst>
            </a:custGeom>
            <a:solidFill>
              <a:srgbClr val="3636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207221" y="1088169"/>
              <a:ext cx="543560" cy="147955"/>
            </a:xfrm>
            <a:custGeom>
              <a:avLst/>
              <a:gdLst/>
              <a:ahLst/>
              <a:cxnLst/>
              <a:rect l="l" t="t" r="r" b="b"/>
              <a:pathLst>
                <a:path w="543560" h="147955">
                  <a:moveTo>
                    <a:pt x="292468" y="0"/>
                  </a:moveTo>
                  <a:lnTo>
                    <a:pt x="234302" y="3632"/>
                  </a:lnTo>
                  <a:lnTo>
                    <a:pt x="176822" y="16268"/>
                  </a:lnTo>
                  <a:lnTo>
                    <a:pt x="118884" y="38112"/>
                  </a:lnTo>
                  <a:lnTo>
                    <a:pt x="60223" y="70027"/>
                  </a:lnTo>
                  <a:lnTo>
                    <a:pt x="0" y="111734"/>
                  </a:lnTo>
                  <a:lnTo>
                    <a:pt x="23368" y="147586"/>
                  </a:lnTo>
                  <a:lnTo>
                    <a:pt x="48780" y="128282"/>
                  </a:lnTo>
                  <a:lnTo>
                    <a:pt x="74447" y="110566"/>
                  </a:lnTo>
                  <a:lnTo>
                    <a:pt x="125958" y="81038"/>
                  </a:lnTo>
                  <a:lnTo>
                    <a:pt x="177977" y="59359"/>
                  </a:lnTo>
                  <a:lnTo>
                    <a:pt x="231267" y="45415"/>
                  </a:lnTo>
                  <a:lnTo>
                    <a:pt x="285965" y="39979"/>
                  </a:lnTo>
                  <a:lnTo>
                    <a:pt x="314617" y="40424"/>
                  </a:lnTo>
                  <a:lnTo>
                    <a:pt x="373151" y="48640"/>
                  </a:lnTo>
                  <a:lnTo>
                    <a:pt x="434873" y="66662"/>
                  </a:lnTo>
                  <a:lnTo>
                    <a:pt x="466801" y="79667"/>
                  </a:lnTo>
                  <a:lnTo>
                    <a:pt x="463600" y="110769"/>
                  </a:lnTo>
                  <a:lnTo>
                    <a:pt x="543229" y="90487"/>
                  </a:lnTo>
                  <a:lnTo>
                    <a:pt x="482053" y="17995"/>
                  </a:lnTo>
                  <a:lnTo>
                    <a:pt x="476338" y="43548"/>
                  </a:lnTo>
                  <a:lnTo>
                    <a:pt x="444030" y="30619"/>
                  </a:lnTo>
                  <a:lnTo>
                    <a:pt x="412572" y="20319"/>
                  </a:lnTo>
                  <a:lnTo>
                    <a:pt x="381774" y="11874"/>
                  </a:lnTo>
                  <a:lnTo>
                    <a:pt x="351396" y="5778"/>
                  </a:lnTo>
                  <a:lnTo>
                    <a:pt x="321716" y="1536"/>
                  </a:lnTo>
                  <a:lnTo>
                    <a:pt x="292468" y="0"/>
                  </a:lnTo>
                  <a:close/>
                </a:path>
              </a:pathLst>
            </a:custGeom>
            <a:solidFill>
              <a:srgbClr val="EF5B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750302" y="1915192"/>
            <a:ext cx="4006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Fayans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84899" y="2761079"/>
            <a:ext cx="6772909" cy="10502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346325">
              <a:lnSpc>
                <a:spcPct val="100000"/>
              </a:lnSpc>
              <a:spcBef>
                <a:spcPts val="725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100</a:t>
            </a:r>
            <a:r>
              <a:rPr sz="9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tane</a:t>
            </a:r>
            <a:endParaRPr sz="900">
              <a:latin typeface="Microsoft Sans Serif"/>
              <a:cs typeface="Microsoft Sans Serif"/>
            </a:endParaRPr>
          </a:p>
          <a:p>
            <a:pPr marL="12700" marR="5080">
              <a:lnSpc>
                <a:spcPts val="1970"/>
              </a:lnSpc>
              <a:spcBef>
                <a:spcPts val="120"/>
              </a:spcBef>
            </a:pP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Kemal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Usta,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uzunlukları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cm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olan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kare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şeklinde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taş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parçacıklarını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şekildeki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gibi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bir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fayansın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üzerine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döşeyecektir.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 Daha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sonra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Kemal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Usta,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taş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parçacığı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döşediği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fayanslar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ile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müteahhitliğini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yaptığı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binanın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ön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cephesini</a:t>
            </a:r>
            <a:r>
              <a:rPr sz="10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süsleyecektir.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R="412115" algn="ctr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50</a:t>
            </a:r>
            <a:r>
              <a:rPr sz="9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metre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402848" y="4185473"/>
            <a:ext cx="4768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0</a:t>
            </a:r>
            <a:r>
              <a:rPr sz="9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231F20"/>
                </a:solidFill>
                <a:latin typeface="Microsoft Sans Serif"/>
                <a:cs typeface="Microsoft Sans Serif"/>
              </a:rPr>
              <a:t>metre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03981" y="3818674"/>
            <a:ext cx="1271905" cy="828675"/>
          </a:xfrm>
          <a:prstGeom prst="rect">
            <a:avLst/>
          </a:prstGeom>
          <a:solidFill>
            <a:srgbClr val="FFDCA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339090" marR="371475" indent="82550">
              <a:lnSpc>
                <a:spcPct val="100000"/>
              </a:lnSpc>
            </a:pPr>
            <a:r>
              <a:rPr sz="900" spc="10" dirty="0">
                <a:solidFill>
                  <a:srgbClr val="231F20"/>
                </a:solidFill>
                <a:latin typeface="Trebuchet MS"/>
                <a:cs typeface="Trebuchet MS"/>
              </a:rPr>
              <a:t>Binanın </a:t>
            </a:r>
            <a:r>
              <a:rPr sz="900" spc="1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ön</a:t>
            </a:r>
            <a:r>
              <a:rPr sz="9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cephesi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84899" y="4679136"/>
            <a:ext cx="6817359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Kemal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Usta,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binanın ön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cephesini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fayanslarla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süslemek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için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20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000</a:t>
            </a:r>
            <a:r>
              <a:rPr sz="1000" spc="-5" dirty="0">
                <a:solidFill>
                  <a:srgbClr val="231F20"/>
                </a:solidFill>
                <a:latin typeface="Verdana"/>
                <a:cs typeface="Verdana"/>
              </a:rPr>
              <a:t>¨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harcama</a:t>
            </a:r>
            <a:r>
              <a:rPr sz="1000" b="1" spc="27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yaptığına</a:t>
            </a:r>
            <a:r>
              <a:rPr sz="1000" b="1" spc="2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göre 1 fayansın fiyatı </a:t>
            </a:r>
            <a:r>
              <a:rPr sz="1000" b="1" spc="-2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Arial"/>
                <a:cs typeface="Arial"/>
              </a:rPr>
              <a:t>kaç </a:t>
            </a:r>
            <a:r>
              <a:rPr sz="1000" spc="-10" dirty="0">
                <a:solidFill>
                  <a:srgbClr val="231F20"/>
                </a:solidFill>
                <a:latin typeface="Verdana"/>
                <a:cs typeface="Verdana"/>
              </a:rPr>
              <a:t>¨</a:t>
            </a:r>
            <a:r>
              <a:rPr sz="1000" spc="-75" dirty="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sz="1000" b="1" dirty="0">
                <a:solidFill>
                  <a:srgbClr val="231F20"/>
                </a:solidFill>
                <a:latin typeface="Arial"/>
                <a:cs typeface="Arial"/>
              </a:rPr>
              <a:t>dir?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65"/>
              </a:spcBef>
              <a:tabLst>
                <a:tab pos="1374775" algn="l"/>
                <a:tab pos="2670175" algn="l"/>
                <a:tab pos="4105275" algn="l"/>
              </a:tabLst>
            </a:pP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A)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20	</a:t>
            </a:r>
            <a:r>
              <a:rPr sz="1000" dirty="0">
                <a:solidFill>
                  <a:srgbClr val="231F20"/>
                </a:solidFill>
                <a:latin typeface="Microsoft Sans Serif"/>
                <a:cs typeface="Microsoft Sans Serif"/>
              </a:rPr>
              <a:t>B)</a:t>
            </a:r>
            <a:r>
              <a:rPr sz="10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30	C)</a:t>
            </a:r>
            <a:r>
              <a:rPr sz="1000" spc="8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40	D)</a:t>
            </a:r>
            <a:r>
              <a:rPr sz="10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50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3259302" y="6660006"/>
            <a:ext cx="1188085" cy="2867660"/>
            <a:chOff x="3259302" y="6660006"/>
            <a:chExt cx="1188085" cy="2867660"/>
          </a:xfrm>
        </p:grpSpPr>
        <p:sp>
          <p:nvSpPr>
            <p:cNvPr id="81" name="object 81"/>
            <p:cNvSpPr/>
            <p:nvPr/>
          </p:nvSpPr>
          <p:spPr>
            <a:xfrm>
              <a:off x="3315441" y="6660006"/>
              <a:ext cx="1059815" cy="605790"/>
            </a:xfrm>
            <a:custGeom>
              <a:avLst/>
              <a:gdLst/>
              <a:ahLst/>
              <a:cxnLst/>
              <a:rect l="l" t="t" r="r" b="b"/>
              <a:pathLst>
                <a:path w="1059814" h="605790">
                  <a:moveTo>
                    <a:pt x="983742" y="605775"/>
                  </a:moveTo>
                  <a:lnTo>
                    <a:pt x="75666" y="605775"/>
                  </a:lnTo>
                  <a:lnTo>
                    <a:pt x="31921" y="604628"/>
                  </a:lnTo>
                  <a:lnTo>
                    <a:pt x="9458" y="596598"/>
                  </a:lnTo>
                  <a:lnTo>
                    <a:pt x="1182" y="574804"/>
                  </a:lnTo>
                  <a:lnTo>
                    <a:pt x="0" y="532363"/>
                  </a:lnTo>
                  <a:lnTo>
                    <a:pt x="0" y="73424"/>
                  </a:lnTo>
                  <a:lnTo>
                    <a:pt x="1182" y="30975"/>
                  </a:lnTo>
                  <a:lnTo>
                    <a:pt x="9458" y="9178"/>
                  </a:lnTo>
                  <a:lnTo>
                    <a:pt x="31921" y="1147"/>
                  </a:lnTo>
                  <a:lnTo>
                    <a:pt x="75666" y="0"/>
                  </a:lnTo>
                  <a:lnTo>
                    <a:pt x="983742" y="0"/>
                  </a:lnTo>
                  <a:lnTo>
                    <a:pt x="1027494" y="1147"/>
                  </a:lnTo>
                  <a:lnTo>
                    <a:pt x="1049961" y="9178"/>
                  </a:lnTo>
                  <a:lnTo>
                    <a:pt x="1058238" y="30975"/>
                  </a:lnTo>
                  <a:lnTo>
                    <a:pt x="1059421" y="73424"/>
                  </a:lnTo>
                  <a:lnTo>
                    <a:pt x="1059421" y="532363"/>
                  </a:lnTo>
                  <a:lnTo>
                    <a:pt x="1058238" y="574804"/>
                  </a:lnTo>
                  <a:lnTo>
                    <a:pt x="1049961" y="596598"/>
                  </a:lnTo>
                  <a:lnTo>
                    <a:pt x="1027494" y="604628"/>
                  </a:lnTo>
                  <a:lnTo>
                    <a:pt x="983742" y="605775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259302" y="6846285"/>
              <a:ext cx="1188085" cy="775970"/>
            </a:xfrm>
            <a:custGeom>
              <a:avLst/>
              <a:gdLst/>
              <a:ahLst/>
              <a:cxnLst/>
              <a:rect l="l" t="t" r="r" b="b"/>
              <a:pathLst>
                <a:path w="1188085" h="775970">
                  <a:moveTo>
                    <a:pt x="1187996" y="775614"/>
                  </a:moveTo>
                  <a:lnTo>
                    <a:pt x="0" y="775614"/>
                  </a:lnTo>
                  <a:lnTo>
                    <a:pt x="0" y="0"/>
                  </a:lnTo>
                  <a:lnTo>
                    <a:pt x="594004" y="194123"/>
                  </a:lnTo>
                  <a:lnTo>
                    <a:pt x="1187996" y="0"/>
                  </a:lnTo>
                  <a:lnTo>
                    <a:pt x="1187996" y="775614"/>
                  </a:lnTo>
                  <a:close/>
                </a:path>
              </a:pathLst>
            </a:custGeom>
            <a:solidFill>
              <a:srgbClr val="C7C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259302" y="6923997"/>
              <a:ext cx="1188085" cy="2603500"/>
            </a:xfrm>
            <a:custGeom>
              <a:avLst/>
              <a:gdLst/>
              <a:ahLst/>
              <a:cxnLst/>
              <a:rect l="l" t="t" r="r" b="b"/>
              <a:pathLst>
                <a:path w="1188085" h="2603500">
                  <a:moveTo>
                    <a:pt x="1187995" y="193009"/>
                  </a:moveTo>
                  <a:lnTo>
                    <a:pt x="594004" y="193009"/>
                  </a:lnTo>
                  <a:lnTo>
                    <a:pt x="1187995" y="0"/>
                  </a:lnTo>
                  <a:lnTo>
                    <a:pt x="1187995" y="193009"/>
                  </a:lnTo>
                  <a:close/>
                </a:path>
                <a:path w="1188085" h="2603500">
                  <a:moveTo>
                    <a:pt x="1187995" y="2603378"/>
                  </a:moveTo>
                  <a:lnTo>
                    <a:pt x="0" y="2603378"/>
                  </a:lnTo>
                  <a:lnTo>
                    <a:pt x="0" y="0"/>
                  </a:lnTo>
                  <a:lnTo>
                    <a:pt x="594004" y="193009"/>
                  </a:lnTo>
                  <a:lnTo>
                    <a:pt x="1187995" y="193009"/>
                  </a:lnTo>
                  <a:lnTo>
                    <a:pt x="1187995" y="2603378"/>
                  </a:lnTo>
                  <a:close/>
                </a:path>
              </a:pathLst>
            </a:custGeom>
            <a:solidFill>
              <a:srgbClr val="F4FB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59302" y="6924002"/>
              <a:ext cx="1188085" cy="2603500"/>
            </a:xfrm>
            <a:custGeom>
              <a:avLst/>
              <a:gdLst/>
              <a:ahLst/>
              <a:cxnLst/>
              <a:rect l="l" t="t" r="r" b="b"/>
              <a:pathLst>
                <a:path w="1188085" h="2603500">
                  <a:moveTo>
                    <a:pt x="1187995" y="2603372"/>
                  </a:moveTo>
                  <a:lnTo>
                    <a:pt x="0" y="2603372"/>
                  </a:lnTo>
                  <a:lnTo>
                    <a:pt x="0" y="0"/>
                  </a:lnTo>
                  <a:lnTo>
                    <a:pt x="594004" y="193004"/>
                  </a:lnTo>
                  <a:lnTo>
                    <a:pt x="1187995" y="193004"/>
                  </a:lnTo>
                  <a:lnTo>
                    <a:pt x="1187995" y="2603372"/>
                  </a:lnTo>
                  <a:close/>
                </a:path>
                <a:path w="1188085" h="2603500">
                  <a:moveTo>
                    <a:pt x="1187995" y="193004"/>
                  </a:moveTo>
                  <a:lnTo>
                    <a:pt x="594004" y="193004"/>
                  </a:lnTo>
                  <a:lnTo>
                    <a:pt x="1187995" y="0"/>
                  </a:lnTo>
                  <a:lnTo>
                    <a:pt x="1187995" y="193004"/>
                  </a:lnTo>
                  <a:close/>
                </a:path>
              </a:pathLst>
            </a:custGeom>
            <a:solidFill>
              <a:srgbClr val="231F2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302734" y="723162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302734" y="7365102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302734" y="70931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302734" y="750505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302734" y="7645011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302734" y="7784965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302734" y="792491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302734" y="8064874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302734" y="8204830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302734" y="834478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302734" y="848473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302734" y="8624686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302734" y="8764639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302734" y="8904594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302734" y="9044548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302734" y="9184503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302734" y="9324457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302734" y="9464412"/>
              <a:ext cx="1097915" cy="0"/>
            </a:xfrm>
            <a:custGeom>
              <a:avLst/>
              <a:gdLst/>
              <a:ahLst/>
              <a:cxnLst/>
              <a:rect l="l" t="t" r="r" b="b"/>
              <a:pathLst>
                <a:path w="1097914">
                  <a:moveTo>
                    <a:pt x="0" y="0"/>
                  </a:moveTo>
                  <a:lnTo>
                    <a:pt x="1097534" y="0"/>
                  </a:lnTo>
                </a:path>
              </a:pathLst>
            </a:custGeom>
            <a:ln w="3225">
              <a:solidFill>
                <a:srgbClr val="D1D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301149" y="7093115"/>
              <a:ext cx="1101090" cy="2434590"/>
            </a:xfrm>
            <a:custGeom>
              <a:avLst/>
              <a:gdLst/>
              <a:ahLst/>
              <a:cxnLst/>
              <a:rect l="l" t="t" r="r" b="b"/>
              <a:pathLst>
                <a:path w="1101089" h="2434590">
                  <a:moveTo>
                    <a:pt x="3162" y="0"/>
                  </a:moveTo>
                  <a:lnTo>
                    <a:pt x="0" y="0"/>
                  </a:lnTo>
                  <a:lnTo>
                    <a:pt x="0" y="2434259"/>
                  </a:lnTo>
                  <a:lnTo>
                    <a:pt x="3162" y="2434259"/>
                  </a:lnTo>
                  <a:lnTo>
                    <a:pt x="3162" y="0"/>
                  </a:lnTo>
                  <a:close/>
                </a:path>
                <a:path w="1101089" h="2434590">
                  <a:moveTo>
                    <a:pt x="140398" y="0"/>
                  </a:moveTo>
                  <a:lnTo>
                    <a:pt x="137236" y="0"/>
                  </a:lnTo>
                  <a:lnTo>
                    <a:pt x="137236" y="2434259"/>
                  </a:lnTo>
                  <a:lnTo>
                    <a:pt x="140398" y="2434259"/>
                  </a:lnTo>
                  <a:lnTo>
                    <a:pt x="140398" y="0"/>
                  </a:lnTo>
                  <a:close/>
                </a:path>
                <a:path w="1101089" h="2434590">
                  <a:moveTo>
                    <a:pt x="277622" y="0"/>
                  </a:moveTo>
                  <a:lnTo>
                    <a:pt x="274459" y="0"/>
                  </a:lnTo>
                  <a:lnTo>
                    <a:pt x="274459" y="2434259"/>
                  </a:lnTo>
                  <a:lnTo>
                    <a:pt x="277622" y="2434259"/>
                  </a:lnTo>
                  <a:lnTo>
                    <a:pt x="277622" y="0"/>
                  </a:lnTo>
                  <a:close/>
                </a:path>
                <a:path w="1101089" h="2434590">
                  <a:moveTo>
                    <a:pt x="414858" y="0"/>
                  </a:moveTo>
                  <a:lnTo>
                    <a:pt x="411695" y="0"/>
                  </a:lnTo>
                  <a:lnTo>
                    <a:pt x="411695" y="2434259"/>
                  </a:lnTo>
                  <a:lnTo>
                    <a:pt x="414858" y="2434259"/>
                  </a:lnTo>
                  <a:lnTo>
                    <a:pt x="414858" y="0"/>
                  </a:lnTo>
                  <a:close/>
                </a:path>
                <a:path w="1101089" h="2434590">
                  <a:moveTo>
                    <a:pt x="552094" y="0"/>
                  </a:moveTo>
                  <a:lnTo>
                    <a:pt x="548932" y="0"/>
                  </a:lnTo>
                  <a:lnTo>
                    <a:pt x="548932" y="2434259"/>
                  </a:lnTo>
                  <a:lnTo>
                    <a:pt x="552094" y="2434259"/>
                  </a:lnTo>
                  <a:lnTo>
                    <a:pt x="552094" y="0"/>
                  </a:lnTo>
                  <a:close/>
                </a:path>
                <a:path w="1101089" h="2434590">
                  <a:moveTo>
                    <a:pt x="689317" y="0"/>
                  </a:moveTo>
                  <a:lnTo>
                    <a:pt x="686155" y="0"/>
                  </a:lnTo>
                  <a:lnTo>
                    <a:pt x="686155" y="2434259"/>
                  </a:lnTo>
                  <a:lnTo>
                    <a:pt x="689317" y="2434259"/>
                  </a:lnTo>
                  <a:lnTo>
                    <a:pt x="689317" y="0"/>
                  </a:lnTo>
                  <a:close/>
                </a:path>
                <a:path w="1101089" h="2434590">
                  <a:moveTo>
                    <a:pt x="826554" y="0"/>
                  </a:moveTo>
                  <a:lnTo>
                    <a:pt x="823391" y="0"/>
                  </a:lnTo>
                  <a:lnTo>
                    <a:pt x="823391" y="2434259"/>
                  </a:lnTo>
                  <a:lnTo>
                    <a:pt x="826554" y="2434259"/>
                  </a:lnTo>
                  <a:lnTo>
                    <a:pt x="826554" y="0"/>
                  </a:lnTo>
                  <a:close/>
                </a:path>
                <a:path w="1101089" h="2434590">
                  <a:moveTo>
                    <a:pt x="963790" y="0"/>
                  </a:moveTo>
                  <a:lnTo>
                    <a:pt x="960628" y="0"/>
                  </a:lnTo>
                  <a:lnTo>
                    <a:pt x="960628" y="2434259"/>
                  </a:lnTo>
                  <a:lnTo>
                    <a:pt x="963790" y="2434259"/>
                  </a:lnTo>
                  <a:lnTo>
                    <a:pt x="963790" y="0"/>
                  </a:lnTo>
                  <a:close/>
                </a:path>
                <a:path w="1101089" h="2434590">
                  <a:moveTo>
                    <a:pt x="1101013" y="0"/>
                  </a:moveTo>
                  <a:lnTo>
                    <a:pt x="1097851" y="0"/>
                  </a:lnTo>
                  <a:lnTo>
                    <a:pt x="1097851" y="2434259"/>
                  </a:lnTo>
                  <a:lnTo>
                    <a:pt x="1101013" y="2434259"/>
                  </a:lnTo>
                  <a:lnTo>
                    <a:pt x="1101013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7613" y="6706329"/>
              <a:ext cx="565463" cy="195579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3544943" y="6615397"/>
            <a:ext cx="5880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solidFill>
                  <a:srgbClr val="FFFFFF"/>
                </a:solidFill>
                <a:latin typeface="Trebuchet MS"/>
                <a:cs typeface="Trebuchet MS"/>
              </a:rPr>
              <a:t>İPUCU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309320" y="7338367"/>
            <a:ext cx="122555" cy="14732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750" spc="-65" dirty="0">
                <a:solidFill>
                  <a:srgbClr val="ED1C24"/>
                </a:solidFill>
                <a:latin typeface="Segoe UI Symbol"/>
                <a:cs typeface="Segoe UI Symbol"/>
              </a:rPr>
              <a:t>❱❱</a:t>
            </a:r>
            <a:r>
              <a:rPr sz="800" dirty="0">
                <a:solidFill>
                  <a:srgbClr val="231F20"/>
                </a:solidFill>
                <a:latin typeface="Segoe UI Symbol"/>
                <a:cs typeface="Segoe UI Symbol"/>
              </a:rPr>
              <a:t> </a:t>
            </a:r>
            <a:endParaRPr sz="800">
              <a:latin typeface="Segoe UI Symbol"/>
              <a:cs typeface="Segoe UI Symbo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635305" y="7946870"/>
            <a:ext cx="793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251254" y="7612439"/>
            <a:ext cx="7937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231F20"/>
                </a:solidFill>
                <a:latin typeface="Microsoft Sans Serif"/>
                <a:cs typeface="Microsoft Sans Serif"/>
              </a:rPr>
              <a:t>h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3320907" y="7460071"/>
            <a:ext cx="933450" cy="520065"/>
            <a:chOff x="3320907" y="7460071"/>
            <a:chExt cx="933450" cy="520065"/>
          </a:xfrm>
        </p:grpSpPr>
        <p:pic>
          <p:nvPicPr>
            <p:cNvPr id="110" name="object 1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6340" y="7839776"/>
              <a:ext cx="80924" cy="8091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3320897" y="7465174"/>
              <a:ext cx="933450" cy="514984"/>
            </a:xfrm>
            <a:custGeom>
              <a:avLst/>
              <a:gdLst/>
              <a:ahLst/>
              <a:cxnLst/>
              <a:rect l="l" t="t" r="r" b="b"/>
              <a:pathLst>
                <a:path w="933450" h="514984">
                  <a:moveTo>
                    <a:pt x="694207" y="488632"/>
                  </a:moveTo>
                  <a:lnTo>
                    <a:pt x="687946" y="488645"/>
                  </a:lnTo>
                  <a:lnTo>
                    <a:pt x="684784" y="492417"/>
                  </a:lnTo>
                  <a:lnTo>
                    <a:pt x="677646" y="495706"/>
                  </a:lnTo>
                  <a:lnTo>
                    <a:pt x="666521" y="498030"/>
                  </a:lnTo>
                  <a:lnTo>
                    <a:pt x="651421" y="498932"/>
                  </a:lnTo>
                  <a:lnTo>
                    <a:pt x="392493" y="499364"/>
                  </a:lnTo>
                  <a:lnTo>
                    <a:pt x="375742" y="500189"/>
                  </a:lnTo>
                  <a:lnTo>
                    <a:pt x="362661" y="502627"/>
                  </a:lnTo>
                  <a:lnTo>
                    <a:pt x="353237" y="506666"/>
                  </a:lnTo>
                  <a:lnTo>
                    <a:pt x="347484" y="512318"/>
                  </a:lnTo>
                  <a:lnTo>
                    <a:pt x="341655" y="506691"/>
                  </a:lnTo>
                  <a:lnTo>
                    <a:pt x="332143" y="502678"/>
                  </a:lnTo>
                  <a:lnTo>
                    <a:pt x="318985" y="500278"/>
                  </a:lnTo>
                  <a:lnTo>
                    <a:pt x="302196" y="499491"/>
                  </a:lnTo>
                  <a:lnTo>
                    <a:pt x="43256" y="499910"/>
                  </a:lnTo>
                  <a:lnTo>
                    <a:pt x="28117" y="499071"/>
                  </a:lnTo>
                  <a:lnTo>
                    <a:pt x="16903" y="496811"/>
                  </a:lnTo>
                  <a:lnTo>
                    <a:pt x="9613" y="493547"/>
                  </a:lnTo>
                  <a:lnTo>
                    <a:pt x="6261" y="489750"/>
                  </a:lnTo>
                  <a:lnTo>
                    <a:pt x="0" y="489762"/>
                  </a:lnTo>
                  <a:lnTo>
                    <a:pt x="2565" y="495223"/>
                  </a:lnTo>
                  <a:lnTo>
                    <a:pt x="10566" y="500265"/>
                  </a:lnTo>
                  <a:lnTo>
                    <a:pt x="24828" y="503948"/>
                  </a:lnTo>
                  <a:lnTo>
                    <a:pt x="46202" y="505358"/>
                  </a:lnTo>
                  <a:lnTo>
                    <a:pt x="306019" y="504939"/>
                  </a:lnTo>
                  <a:lnTo>
                    <a:pt x="320598" y="505726"/>
                  </a:lnTo>
                  <a:lnTo>
                    <a:pt x="332219" y="507860"/>
                  </a:lnTo>
                  <a:lnTo>
                    <a:pt x="340131" y="510959"/>
                  </a:lnTo>
                  <a:lnTo>
                    <a:pt x="343560" y="514616"/>
                  </a:lnTo>
                  <a:lnTo>
                    <a:pt x="351815" y="514604"/>
                  </a:lnTo>
                  <a:lnTo>
                    <a:pt x="388912" y="504799"/>
                  </a:lnTo>
                  <a:lnTo>
                    <a:pt x="648703" y="504380"/>
                  </a:lnTo>
                  <a:lnTo>
                    <a:pt x="670026" y="502907"/>
                  </a:lnTo>
                  <a:lnTo>
                    <a:pt x="684123" y="499173"/>
                  </a:lnTo>
                  <a:lnTo>
                    <a:pt x="691896" y="494106"/>
                  </a:lnTo>
                  <a:lnTo>
                    <a:pt x="694207" y="488632"/>
                  </a:lnTo>
                  <a:close/>
                </a:path>
                <a:path w="933450" h="514984">
                  <a:moveTo>
                    <a:pt x="933450" y="228727"/>
                  </a:moveTo>
                  <a:lnTo>
                    <a:pt x="933437" y="223329"/>
                  </a:lnTo>
                  <a:lnTo>
                    <a:pt x="929538" y="221195"/>
                  </a:lnTo>
                  <a:lnTo>
                    <a:pt x="926223" y="216128"/>
                  </a:lnTo>
                  <a:lnTo>
                    <a:pt x="923912" y="208622"/>
                  </a:lnTo>
                  <a:lnTo>
                    <a:pt x="923023" y="199136"/>
                  </a:lnTo>
                  <a:lnTo>
                    <a:pt x="922578" y="29692"/>
                  </a:lnTo>
                  <a:lnTo>
                    <a:pt x="921016" y="15786"/>
                  </a:lnTo>
                  <a:lnTo>
                    <a:pt x="917054" y="6578"/>
                  </a:lnTo>
                  <a:lnTo>
                    <a:pt x="911669" y="1511"/>
                  </a:lnTo>
                  <a:lnTo>
                    <a:pt x="905865" y="0"/>
                  </a:lnTo>
                  <a:lnTo>
                    <a:pt x="905878" y="4089"/>
                  </a:lnTo>
                  <a:lnTo>
                    <a:pt x="909878" y="6159"/>
                  </a:lnTo>
                  <a:lnTo>
                    <a:pt x="913371" y="10807"/>
                  </a:lnTo>
                  <a:lnTo>
                    <a:pt x="915847" y="18059"/>
                  </a:lnTo>
                  <a:lnTo>
                    <a:pt x="916800" y="27914"/>
                  </a:lnTo>
                  <a:lnTo>
                    <a:pt x="917244" y="196799"/>
                  </a:lnTo>
                  <a:lnTo>
                    <a:pt x="918133" y="207721"/>
                  </a:lnTo>
                  <a:lnTo>
                    <a:pt x="920724" y="216255"/>
                  </a:lnTo>
                  <a:lnTo>
                    <a:pt x="925004" y="222402"/>
                  </a:lnTo>
                  <a:lnTo>
                    <a:pt x="931011" y="226161"/>
                  </a:lnTo>
                  <a:lnTo>
                    <a:pt x="925029" y="229958"/>
                  </a:lnTo>
                  <a:lnTo>
                    <a:pt x="920775" y="236156"/>
                  </a:lnTo>
                  <a:lnTo>
                    <a:pt x="918235" y="244741"/>
                  </a:lnTo>
                  <a:lnTo>
                    <a:pt x="917409" y="255689"/>
                  </a:lnTo>
                  <a:lnTo>
                    <a:pt x="917854" y="424586"/>
                  </a:lnTo>
                  <a:lnTo>
                    <a:pt x="916965" y="434454"/>
                  </a:lnTo>
                  <a:lnTo>
                    <a:pt x="914552" y="441769"/>
                  </a:lnTo>
                  <a:lnTo>
                    <a:pt x="911085" y="446519"/>
                  </a:lnTo>
                  <a:lnTo>
                    <a:pt x="907046" y="448716"/>
                  </a:lnTo>
                  <a:lnTo>
                    <a:pt x="907059" y="452793"/>
                  </a:lnTo>
                  <a:lnTo>
                    <a:pt x="912863" y="451116"/>
                  </a:lnTo>
                  <a:lnTo>
                    <a:pt x="918210" y="445897"/>
                  </a:lnTo>
                  <a:lnTo>
                    <a:pt x="922121" y="436587"/>
                  </a:lnTo>
                  <a:lnTo>
                    <a:pt x="923620" y="422656"/>
                  </a:lnTo>
                  <a:lnTo>
                    <a:pt x="923175" y="253199"/>
                  </a:lnTo>
                  <a:lnTo>
                    <a:pt x="924001" y="243687"/>
                  </a:lnTo>
                  <a:lnTo>
                    <a:pt x="926274" y="236105"/>
                  </a:lnTo>
                  <a:lnTo>
                    <a:pt x="929563" y="230962"/>
                  </a:lnTo>
                  <a:lnTo>
                    <a:pt x="933450" y="228727"/>
                  </a:lnTo>
                  <a:close/>
                </a:path>
              </a:pathLst>
            </a:custGeom>
            <a:solidFill>
              <a:srgbClr val="EE2A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333400" y="7463246"/>
              <a:ext cx="881380" cy="453390"/>
            </a:xfrm>
            <a:custGeom>
              <a:avLst/>
              <a:gdLst/>
              <a:ahLst/>
              <a:cxnLst/>
              <a:rect l="l" t="t" r="r" b="b"/>
              <a:pathLst>
                <a:path w="881379" h="453390">
                  <a:moveTo>
                    <a:pt x="0" y="453237"/>
                  </a:moveTo>
                  <a:lnTo>
                    <a:pt x="688479" y="453237"/>
                  </a:lnTo>
                  <a:lnTo>
                    <a:pt x="880859" y="0"/>
                  </a:lnTo>
                  <a:lnTo>
                    <a:pt x="192379" y="0"/>
                  </a:lnTo>
                  <a:lnTo>
                    <a:pt x="0" y="453237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214091" y="7470285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214091" y="7489062"/>
              <a:ext cx="0" cy="416559"/>
            </a:xfrm>
            <a:custGeom>
              <a:avLst/>
              <a:gdLst/>
              <a:ahLst/>
              <a:cxnLst/>
              <a:rect l="l" t="t" r="r" b="b"/>
              <a:pathLst>
                <a:path h="416559">
                  <a:moveTo>
                    <a:pt x="0" y="0"/>
                  </a:moveTo>
                  <a:lnTo>
                    <a:pt x="0" y="416331"/>
                  </a:lnTo>
                </a:path>
              </a:pathLst>
            </a:custGeom>
            <a:ln w="6350">
              <a:solidFill>
                <a:srgbClr val="231F2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214091" y="791161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-3175" y="3175"/>
                  </a:moveTo>
                  <a:lnTo>
                    <a:pt x="3175" y="3175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207617" y="7916211"/>
              <a:ext cx="6350" cy="635"/>
            </a:xfrm>
            <a:custGeom>
              <a:avLst/>
              <a:gdLst/>
              <a:ahLst/>
              <a:cxnLst/>
              <a:rect l="l" t="t" r="r" b="b"/>
              <a:pathLst>
                <a:path w="6350" h="634">
                  <a:moveTo>
                    <a:pt x="6350" y="0"/>
                  </a:moveTo>
                  <a:lnTo>
                    <a:pt x="0" y="6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032798" y="7916372"/>
              <a:ext cx="163195" cy="1905"/>
            </a:xfrm>
            <a:custGeom>
              <a:avLst/>
              <a:gdLst/>
              <a:ahLst/>
              <a:cxnLst/>
              <a:rect l="l" t="t" r="r" b="b"/>
              <a:pathLst>
                <a:path w="163195" h="1904">
                  <a:moveTo>
                    <a:pt x="162763" y="0"/>
                  </a:moveTo>
                  <a:lnTo>
                    <a:pt x="0" y="1473"/>
                  </a:lnTo>
                </a:path>
              </a:pathLst>
            </a:custGeom>
            <a:ln w="6350">
              <a:solidFill>
                <a:srgbClr val="231F2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020416" y="7917897"/>
              <a:ext cx="6350" cy="635"/>
            </a:xfrm>
            <a:custGeom>
              <a:avLst/>
              <a:gdLst/>
              <a:ahLst/>
              <a:cxnLst/>
              <a:rect l="l" t="t" r="r" b="b"/>
              <a:pathLst>
                <a:path w="6350" h="634">
                  <a:moveTo>
                    <a:pt x="6350" y="0"/>
                  </a:moveTo>
                  <a:lnTo>
                    <a:pt x="0" y="63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3371713" y="8214768"/>
            <a:ext cx="95758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231F20"/>
                </a:solidFill>
                <a:latin typeface="Microsoft Sans Serif"/>
                <a:cs typeface="Microsoft Sans Serif"/>
              </a:rPr>
              <a:t>Paralel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kenarın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alanı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671098" y="8487867"/>
            <a:ext cx="3873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·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h’dir.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Özel</PresentationFormat>
  <Slides>16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7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Bilinmeyen Kullanıcı</cp:lastModifiedBy>
  <cp:revision>1</cp:revision>
  <dcterms:created xsi:type="dcterms:W3CDTF">2022-04-10T16:28:40Z</dcterms:created>
  <dcterms:modified xsi:type="dcterms:W3CDTF">2022-04-11T09:04:02Z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2020-02-19T00:00:00Z</vt:filetime>
  </property>
  <property fmtid="{D5CDD505-2E9C-101B-9397-08002B2CF9AE}" pid="3" name="LastSaved">
    <vt:filetime>2022-04-10T00:00:00Z</vt:filetime>
  </property>
</Properties>
</file>