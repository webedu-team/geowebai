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16"/>
  </p:notesMasterIdLst>
  <p:sldIdLst>
    <p:sldId id="258" r:id="rId2"/>
    <p:sldId id="259" r:id="rId3"/>
    <p:sldId id="277" r:id="rId4"/>
    <p:sldId id="262" r:id="rId5"/>
    <p:sldId id="263" r:id="rId6"/>
    <p:sldId id="264" r:id="rId7"/>
    <p:sldId id="257" r:id="rId8"/>
    <p:sldId id="269" r:id="rId9"/>
    <p:sldId id="278" r:id="rId10"/>
    <p:sldId id="270" r:id="rId11"/>
    <p:sldId id="271" r:id="rId12"/>
    <p:sldId id="272" r:id="rId13"/>
    <p:sldId id="280" r:id="rId14"/>
    <p:sldId id="279" r:id="rId15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notesMaster" Target="notesMasters/notesMaster1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slide" Target="../slides/slide10.xml" 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 /><Relationship Id="rId2" Type="http://schemas.openxmlformats.org/officeDocument/2006/relationships/image" Target="../media/image11.jpg" /><Relationship Id="rId1" Type="http://schemas.openxmlformats.org/officeDocument/2006/relationships/image" Target="../media/image10.jpg" 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 /><Relationship Id="rId2" Type="http://schemas.openxmlformats.org/officeDocument/2006/relationships/image" Target="../media/image11.jpg" /><Relationship Id="rId1" Type="http://schemas.openxmlformats.org/officeDocument/2006/relationships/image" Target="../media/image10.jpg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B40B96-6495-4220-9AC8-4FBED6871140}" type="doc">
      <dgm:prSet loTypeId="urn:microsoft.com/office/officeart/2008/layout/HalfCircleOrganizationChart" loCatId="hierarchy" qsTypeId="urn:microsoft.com/office/officeart/2005/8/quickstyle/3d2" qsCatId="3D" csTypeId="urn:microsoft.com/office/officeart/2005/8/colors/colorful2" csCatId="colorful" phldr="1"/>
      <dgm:spPr/>
      <dgm:t>
        <a:bodyPr/>
        <a:lstStyle/>
        <a:p>
          <a:endParaRPr lang="tr-TR"/>
        </a:p>
      </dgm:t>
    </dgm:pt>
    <dgm:pt modelId="{C303F77E-EA94-4474-81EA-258B53F0033A}">
      <dgm:prSet phldrT="[Metin]"/>
      <dgm:spPr/>
      <dgm:t>
        <a:bodyPr/>
        <a:lstStyle/>
        <a:p>
          <a:r>
            <a:rPr lang="tr-TR" dirty="0"/>
            <a:t>ÇEMBERDE </a:t>
          </a:r>
        </a:p>
        <a:p>
          <a:r>
            <a:rPr lang="tr-TR" dirty="0"/>
            <a:t>AÇILAR </a:t>
          </a:r>
        </a:p>
      </dgm:t>
    </dgm:pt>
    <dgm:pt modelId="{37FFA1DE-5DCF-4BE6-A487-6B7EA0BFFEF6}" type="parTrans" cxnId="{F73B1F5E-DE76-4CDB-9478-FD0148AD78DE}">
      <dgm:prSet/>
      <dgm:spPr/>
      <dgm:t>
        <a:bodyPr/>
        <a:lstStyle/>
        <a:p>
          <a:endParaRPr lang="tr-TR"/>
        </a:p>
      </dgm:t>
    </dgm:pt>
    <dgm:pt modelId="{BE007F74-760E-4779-9973-B23898BC658B}" type="sibTrans" cxnId="{F73B1F5E-DE76-4CDB-9478-FD0148AD78DE}">
      <dgm:prSet/>
      <dgm:spPr/>
      <dgm:t>
        <a:bodyPr/>
        <a:lstStyle/>
        <a:p>
          <a:endParaRPr lang="tr-TR"/>
        </a:p>
      </dgm:t>
    </dgm:pt>
    <dgm:pt modelId="{B3FF06D2-375A-4B24-BCAD-5AEB2F4BB66A}">
      <dgm:prSet phldrT="[Metin]"/>
      <dgm:spPr/>
      <dgm:t>
        <a:bodyPr/>
        <a:lstStyle/>
        <a:p>
          <a:r>
            <a:rPr lang="tr-TR" dirty="0">
              <a:hlinkClick xmlns:r="http://schemas.openxmlformats.org/officeDocument/2006/relationships" r:id="rId1" action="ppaction://hlinksldjump"/>
            </a:rPr>
            <a:t>MERKEZ</a:t>
          </a:r>
          <a:r>
            <a:rPr lang="tr-TR" dirty="0"/>
            <a:t> AÇI</a:t>
          </a:r>
        </a:p>
      </dgm:t>
    </dgm:pt>
    <dgm:pt modelId="{878199F0-EF62-4E29-8005-60CDCECAE159}" type="parTrans" cxnId="{D6B11643-68E3-446F-A373-53380C427483}">
      <dgm:prSet/>
      <dgm:spPr/>
      <dgm:t>
        <a:bodyPr/>
        <a:lstStyle/>
        <a:p>
          <a:endParaRPr lang="tr-TR"/>
        </a:p>
      </dgm:t>
    </dgm:pt>
    <dgm:pt modelId="{FF2B5128-DD46-4618-92EB-41C01B83F7F9}" type="sibTrans" cxnId="{D6B11643-68E3-446F-A373-53380C427483}">
      <dgm:prSet/>
      <dgm:spPr/>
      <dgm:t>
        <a:bodyPr/>
        <a:lstStyle/>
        <a:p>
          <a:endParaRPr lang="tr-TR"/>
        </a:p>
      </dgm:t>
    </dgm:pt>
    <dgm:pt modelId="{71BF0EDD-2405-4EF3-8623-CCDF5D366D41}">
      <dgm:prSet phldrT="[Metin]"/>
      <dgm:spPr/>
      <dgm:t>
        <a:bodyPr/>
        <a:lstStyle/>
        <a:p>
          <a:r>
            <a:rPr lang="tr-TR" dirty="0">
              <a:hlinkClick xmlns:r="http://schemas.openxmlformats.org/officeDocument/2006/relationships" r:id="rId2" action="ppaction://hlinksldjump"/>
            </a:rPr>
            <a:t>ÇEVRE</a:t>
          </a:r>
          <a:r>
            <a:rPr lang="tr-TR" dirty="0"/>
            <a:t> AÇI</a:t>
          </a:r>
        </a:p>
      </dgm:t>
    </dgm:pt>
    <dgm:pt modelId="{B925ABB7-B449-4327-B66F-65FCFF90DBF2}" type="parTrans" cxnId="{14A3CD45-C22B-4679-A379-CE7EB4110A8B}">
      <dgm:prSet/>
      <dgm:spPr/>
      <dgm:t>
        <a:bodyPr/>
        <a:lstStyle/>
        <a:p>
          <a:endParaRPr lang="tr-TR"/>
        </a:p>
      </dgm:t>
    </dgm:pt>
    <dgm:pt modelId="{CDAF8341-AD52-44B3-A233-557EEAE6C3E8}" type="sibTrans" cxnId="{14A3CD45-C22B-4679-A379-CE7EB4110A8B}">
      <dgm:prSet/>
      <dgm:spPr/>
      <dgm:t>
        <a:bodyPr/>
        <a:lstStyle/>
        <a:p>
          <a:endParaRPr lang="tr-TR"/>
        </a:p>
      </dgm:t>
    </dgm:pt>
    <dgm:pt modelId="{9358DD75-516B-4550-93C0-8A2AE049AA16}" type="pres">
      <dgm:prSet presAssocID="{E6B40B96-6495-4220-9AC8-4FBED6871140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359F245-AABE-4EA6-931F-8BB5CC1F16D4}" type="pres">
      <dgm:prSet presAssocID="{C303F77E-EA94-4474-81EA-258B53F0033A}" presName="hierRoot1" presStyleCnt="0">
        <dgm:presLayoutVars>
          <dgm:hierBranch val="init"/>
        </dgm:presLayoutVars>
      </dgm:prSet>
      <dgm:spPr/>
    </dgm:pt>
    <dgm:pt modelId="{336F8EB8-3A6F-472D-B1AD-DF7204351362}" type="pres">
      <dgm:prSet presAssocID="{C303F77E-EA94-4474-81EA-258B53F0033A}" presName="rootComposite1" presStyleCnt="0"/>
      <dgm:spPr/>
    </dgm:pt>
    <dgm:pt modelId="{626131D4-2E89-436C-A663-6FB20F320A02}" type="pres">
      <dgm:prSet presAssocID="{C303F77E-EA94-4474-81EA-258B53F0033A}" presName="rootText1" presStyleLbl="alignAcc1" presStyleIdx="0" presStyleCnt="0">
        <dgm:presLayoutVars>
          <dgm:chPref val="3"/>
        </dgm:presLayoutVars>
      </dgm:prSet>
      <dgm:spPr/>
    </dgm:pt>
    <dgm:pt modelId="{46712679-F462-4E86-B67A-05B2FCFE4070}" type="pres">
      <dgm:prSet presAssocID="{C303F77E-EA94-4474-81EA-258B53F0033A}" presName="topArc1" presStyleLbl="parChTrans1D1" presStyleIdx="0" presStyleCnt="6"/>
      <dgm:spPr/>
    </dgm:pt>
    <dgm:pt modelId="{6225E6F8-AA12-4E6D-BE40-AE0A6179478E}" type="pres">
      <dgm:prSet presAssocID="{C303F77E-EA94-4474-81EA-258B53F0033A}" presName="bottomArc1" presStyleLbl="parChTrans1D1" presStyleIdx="1" presStyleCnt="6"/>
      <dgm:spPr/>
    </dgm:pt>
    <dgm:pt modelId="{85F02038-ABAB-4C53-8169-D2FF72EAD153}" type="pres">
      <dgm:prSet presAssocID="{C303F77E-EA94-4474-81EA-258B53F0033A}" presName="topConnNode1" presStyleLbl="node1" presStyleIdx="0" presStyleCnt="0"/>
      <dgm:spPr/>
    </dgm:pt>
    <dgm:pt modelId="{863EA02E-E588-43A9-929F-54F7416EA6D4}" type="pres">
      <dgm:prSet presAssocID="{C303F77E-EA94-4474-81EA-258B53F0033A}" presName="hierChild2" presStyleCnt="0"/>
      <dgm:spPr/>
    </dgm:pt>
    <dgm:pt modelId="{3E960B5A-6EF8-4832-9854-95CB61857F46}" type="pres">
      <dgm:prSet presAssocID="{878199F0-EF62-4E29-8005-60CDCECAE159}" presName="Name28" presStyleLbl="parChTrans1D2" presStyleIdx="0" presStyleCnt="2"/>
      <dgm:spPr/>
    </dgm:pt>
    <dgm:pt modelId="{0397F9A9-0020-4C13-A64F-26D908DB2B8F}" type="pres">
      <dgm:prSet presAssocID="{B3FF06D2-375A-4B24-BCAD-5AEB2F4BB66A}" presName="hierRoot2" presStyleCnt="0">
        <dgm:presLayoutVars>
          <dgm:hierBranch val="init"/>
        </dgm:presLayoutVars>
      </dgm:prSet>
      <dgm:spPr/>
    </dgm:pt>
    <dgm:pt modelId="{C7D0DDD0-0A5D-47A5-A3DC-9FEE1D30E122}" type="pres">
      <dgm:prSet presAssocID="{B3FF06D2-375A-4B24-BCAD-5AEB2F4BB66A}" presName="rootComposite2" presStyleCnt="0"/>
      <dgm:spPr/>
    </dgm:pt>
    <dgm:pt modelId="{B5F5B767-2E12-4C57-8B30-1B6B9E0AD3A5}" type="pres">
      <dgm:prSet presAssocID="{B3FF06D2-375A-4B24-BCAD-5AEB2F4BB66A}" presName="rootText2" presStyleLbl="alignAcc1" presStyleIdx="0" presStyleCnt="0">
        <dgm:presLayoutVars>
          <dgm:chPref val="3"/>
        </dgm:presLayoutVars>
      </dgm:prSet>
      <dgm:spPr/>
    </dgm:pt>
    <dgm:pt modelId="{4C0A295C-1A0D-4C6C-8982-9B5D140437E2}" type="pres">
      <dgm:prSet presAssocID="{B3FF06D2-375A-4B24-BCAD-5AEB2F4BB66A}" presName="topArc2" presStyleLbl="parChTrans1D1" presStyleIdx="2" presStyleCnt="6"/>
      <dgm:spPr/>
    </dgm:pt>
    <dgm:pt modelId="{42B4ECAE-E410-4B0D-AC66-4D94C5ECB9FA}" type="pres">
      <dgm:prSet presAssocID="{B3FF06D2-375A-4B24-BCAD-5AEB2F4BB66A}" presName="bottomArc2" presStyleLbl="parChTrans1D1" presStyleIdx="3" presStyleCnt="6"/>
      <dgm:spPr/>
    </dgm:pt>
    <dgm:pt modelId="{EA67F259-FACF-45D9-98D1-C157E0A733C8}" type="pres">
      <dgm:prSet presAssocID="{B3FF06D2-375A-4B24-BCAD-5AEB2F4BB66A}" presName="topConnNode2" presStyleLbl="node2" presStyleIdx="0" presStyleCnt="0"/>
      <dgm:spPr/>
    </dgm:pt>
    <dgm:pt modelId="{F729088F-68C8-4C75-B449-E7F941B0B4F7}" type="pres">
      <dgm:prSet presAssocID="{B3FF06D2-375A-4B24-BCAD-5AEB2F4BB66A}" presName="hierChild4" presStyleCnt="0"/>
      <dgm:spPr/>
    </dgm:pt>
    <dgm:pt modelId="{E9EBDBEC-D6AA-400D-864A-ED51DAA4402D}" type="pres">
      <dgm:prSet presAssocID="{B3FF06D2-375A-4B24-BCAD-5AEB2F4BB66A}" presName="hierChild5" presStyleCnt="0"/>
      <dgm:spPr/>
    </dgm:pt>
    <dgm:pt modelId="{270D3B31-3F13-4D83-BCD2-F662AA36E3A0}" type="pres">
      <dgm:prSet presAssocID="{B925ABB7-B449-4327-B66F-65FCFF90DBF2}" presName="Name28" presStyleLbl="parChTrans1D2" presStyleIdx="1" presStyleCnt="2"/>
      <dgm:spPr/>
    </dgm:pt>
    <dgm:pt modelId="{BCC276D6-767D-4481-BD29-7F41106BB5AE}" type="pres">
      <dgm:prSet presAssocID="{71BF0EDD-2405-4EF3-8623-CCDF5D366D41}" presName="hierRoot2" presStyleCnt="0">
        <dgm:presLayoutVars>
          <dgm:hierBranch val="init"/>
        </dgm:presLayoutVars>
      </dgm:prSet>
      <dgm:spPr/>
    </dgm:pt>
    <dgm:pt modelId="{96E370D8-C54C-44AE-BDD9-B5048BBA0086}" type="pres">
      <dgm:prSet presAssocID="{71BF0EDD-2405-4EF3-8623-CCDF5D366D41}" presName="rootComposite2" presStyleCnt="0"/>
      <dgm:spPr/>
    </dgm:pt>
    <dgm:pt modelId="{43FE7F03-3E95-433E-BF35-671181E8F2E1}" type="pres">
      <dgm:prSet presAssocID="{71BF0EDD-2405-4EF3-8623-CCDF5D366D41}" presName="rootText2" presStyleLbl="alignAcc1" presStyleIdx="0" presStyleCnt="0">
        <dgm:presLayoutVars>
          <dgm:chPref val="3"/>
        </dgm:presLayoutVars>
      </dgm:prSet>
      <dgm:spPr/>
    </dgm:pt>
    <dgm:pt modelId="{5E037E5A-9CA3-47DF-9B8D-4B9D3044A885}" type="pres">
      <dgm:prSet presAssocID="{71BF0EDD-2405-4EF3-8623-CCDF5D366D41}" presName="topArc2" presStyleLbl="parChTrans1D1" presStyleIdx="4" presStyleCnt="6"/>
      <dgm:spPr/>
    </dgm:pt>
    <dgm:pt modelId="{D4B50223-1746-484D-8C4C-0DD6F3A3FED7}" type="pres">
      <dgm:prSet presAssocID="{71BF0EDD-2405-4EF3-8623-CCDF5D366D41}" presName="bottomArc2" presStyleLbl="parChTrans1D1" presStyleIdx="5" presStyleCnt="6"/>
      <dgm:spPr/>
    </dgm:pt>
    <dgm:pt modelId="{88A743F8-2E9C-479C-AEEE-64F93158DBD0}" type="pres">
      <dgm:prSet presAssocID="{71BF0EDD-2405-4EF3-8623-CCDF5D366D41}" presName="topConnNode2" presStyleLbl="node2" presStyleIdx="0" presStyleCnt="0"/>
      <dgm:spPr/>
    </dgm:pt>
    <dgm:pt modelId="{43D90864-659F-42E3-9E78-69D728B8A057}" type="pres">
      <dgm:prSet presAssocID="{71BF0EDD-2405-4EF3-8623-CCDF5D366D41}" presName="hierChild4" presStyleCnt="0"/>
      <dgm:spPr/>
    </dgm:pt>
    <dgm:pt modelId="{1C4EB3D7-F643-464B-8A74-BBA1DA867C02}" type="pres">
      <dgm:prSet presAssocID="{71BF0EDD-2405-4EF3-8623-CCDF5D366D41}" presName="hierChild5" presStyleCnt="0"/>
      <dgm:spPr/>
    </dgm:pt>
    <dgm:pt modelId="{EC8D29D5-FB23-455E-883D-E64D2D65DDFB}" type="pres">
      <dgm:prSet presAssocID="{C303F77E-EA94-4474-81EA-258B53F0033A}" presName="hierChild3" presStyleCnt="0"/>
      <dgm:spPr/>
    </dgm:pt>
  </dgm:ptLst>
  <dgm:cxnLst>
    <dgm:cxn modelId="{C26E260C-AF4E-4BFE-9253-45EAEA07DB33}" type="presOf" srcId="{C303F77E-EA94-4474-81EA-258B53F0033A}" destId="{85F02038-ABAB-4C53-8169-D2FF72EAD153}" srcOrd="1" destOrd="0" presId="urn:microsoft.com/office/officeart/2008/layout/HalfCircleOrganizationChart"/>
    <dgm:cxn modelId="{5141952B-9129-42BD-8640-121B45E61D4E}" type="presOf" srcId="{878199F0-EF62-4E29-8005-60CDCECAE159}" destId="{3E960B5A-6EF8-4832-9854-95CB61857F46}" srcOrd="0" destOrd="0" presId="urn:microsoft.com/office/officeart/2008/layout/HalfCircleOrganizationChart"/>
    <dgm:cxn modelId="{CE84B92C-E10B-42C4-8F2E-75EE58EB74F8}" type="presOf" srcId="{71BF0EDD-2405-4EF3-8623-CCDF5D366D41}" destId="{43FE7F03-3E95-433E-BF35-671181E8F2E1}" srcOrd="0" destOrd="0" presId="urn:microsoft.com/office/officeart/2008/layout/HalfCircleOrganizationChart"/>
    <dgm:cxn modelId="{F73B1F5E-DE76-4CDB-9478-FD0148AD78DE}" srcId="{E6B40B96-6495-4220-9AC8-4FBED6871140}" destId="{C303F77E-EA94-4474-81EA-258B53F0033A}" srcOrd="0" destOrd="0" parTransId="{37FFA1DE-5DCF-4BE6-A487-6B7EA0BFFEF6}" sibTransId="{BE007F74-760E-4779-9973-B23898BC658B}"/>
    <dgm:cxn modelId="{D6B11643-68E3-446F-A373-53380C427483}" srcId="{C303F77E-EA94-4474-81EA-258B53F0033A}" destId="{B3FF06D2-375A-4B24-BCAD-5AEB2F4BB66A}" srcOrd="0" destOrd="0" parTransId="{878199F0-EF62-4E29-8005-60CDCECAE159}" sibTransId="{FF2B5128-DD46-4618-92EB-41C01B83F7F9}"/>
    <dgm:cxn modelId="{14A3CD45-C22B-4679-A379-CE7EB4110A8B}" srcId="{C303F77E-EA94-4474-81EA-258B53F0033A}" destId="{71BF0EDD-2405-4EF3-8623-CCDF5D366D41}" srcOrd="1" destOrd="0" parTransId="{B925ABB7-B449-4327-B66F-65FCFF90DBF2}" sibTransId="{CDAF8341-AD52-44B3-A233-557EEAE6C3E8}"/>
    <dgm:cxn modelId="{551DF252-B820-4CEE-941F-19D6A94B9EC6}" type="presOf" srcId="{B3FF06D2-375A-4B24-BCAD-5AEB2F4BB66A}" destId="{B5F5B767-2E12-4C57-8B30-1B6B9E0AD3A5}" srcOrd="0" destOrd="0" presId="urn:microsoft.com/office/officeart/2008/layout/HalfCircleOrganizationChart"/>
    <dgm:cxn modelId="{C5225CB7-29D9-4EDA-B089-9D1111E3C734}" type="presOf" srcId="{71BF0EDD-2405-4EF3-8623-CCDF5D366D41}" destId="{88A743F8-2E9C-479C-AEEE-64F93158DBD0}" srcOrd="1" destOrd="0" presId="urn:microsoft.com/office/officeart/2008/layout/HalfCircleOrganizationChart"/>
    <dgm:cxn modelId="{B8A89DB8-3D31-4450-B6A6-E55E344D5526}" type="presOf" srcId="{C303F77E-EA94-4474-81EA-258B53F0033A}" destId="{626131D4-2E89-436C-A663-6FB20F320A02}" srcOrd="0" destOrd="0" presId="urn:microsoft.com/office/officeart/2008/layout/HalfCircleOrganizationChart"/>
    <dgm:cxn modelId="{98045FCC-4713-4981-B266-1E5A10B50F3A}" type="presOf" srcId="{E6B40B96-6495-4220-9AC8-4FBED6871140}" destId="{9358DD75-516B-4550-93C0-8A2AE049AA16}" srcOrd="0" destOrd="0" presId="urn:microsoft.com/office/officeart/2008/layout/HalfCircleOrganizationChart"/>
    <dgm:cxn modelId="{F6C464DF-2152-4312-8DC4-E4E6B36B6B87}" type="presOf" srcId="{B3FF06D2-375A-4B24-BCAD-5AEB2F4BB66A}" destId="{EA67F259-FACF-45D9-98D1-C157E0A733C8}" srcOrd="1" destOrd="0" presId="urn:microsoft.com/office/officeart/2008/layout/HalfCircleOrganizationChart"/>
    <dgm:cxn modelId="{C44686F0-B701-441E-A050-61D66541E7A0}" type="presOf" srcId="{B925ABB7-B449-4327-B66F-65FCFF90DBF2}" destId="{270D3B31-3F13-4D83-BCD2-F662AA36E3A0}" srcOrd="0" destOrd="0" presId="urn:microsoft.com/office/officeart/2008/layout/HalfCircleOrganizationChart"/>
    <dgm:cxn modelId="{73F4542C-BAFB-45D4-BBD0-19182802550C}" type="presParOf" srcId="{9358DD75-516B-4550-93C0-8A2AE049AA16}" destId="{6359F245-AABE-4EA6-931F-8BB5CC1F16D4}" srcOrd="0" destOrd="0" presId="urn:microsoft.com/office/officeart/2008/layout/HalfCircleOrganizationChart"/>
    <dgm:cxn modelId="{D3236C7C-4914-4647-981A-3E89D3D1C77A}" type="presParOf" srcId="{6359F245-AABE-4EA6-931F-8BB5CC1F16D4}" destId="{336F8EB8-3A6F-472D-B1AD-DF7204351362}" srcOrd="0" destOrd="0" presId="urn:microsoft.com/office/officeart/2008/layout/HalfCircleOrganizationChart"/>
    <dgm:cxn modelId="{C57C7446-163D-41E9-BDF5-A55A3B0E4A5A}" type="presParOf" srcId="{336F8EB8-3A6F-472D-B1AD-DF7204351362}" destId="{626131D4-2E89-436C-A663-6FB20F320A02}" srcOrd="0" destOrd="0" presId="urn:microsoft.com/office/officeart/2008/layout/HalfCircleOrganizationChart"/>
    <dgm:cxn modelId="{F7F08D1E-285C-4F97-9C01-36A501D9C577}" type="presParOf" srcId="{336F8EB8-3A6F-472D-B1AD-DF7204351362}" destId="{46712679-F462-4E86-B67A-05B2FCFE4070}" srcOrd="1" destOrd="0" presId="urn:microsoft.com/office/officeart/2008/layout/HalfCircleOrganizationChart"/>
    <dgm:cxn modelId="{37939314-A543-47B2-9DBF-078E977A5CBF}" type="presParOf" srcId="{336F8EB8-3A6F-472D-B1AD-DF7204351362}" destId="{6225E6F8-AA12-4E6D-BE40-AE0A6179478E}" srcOrd="2" destOrd="0" presId="urn:microsoft.com/office/officeart/2008/layout/HalfCircleOrganizationChart"/>
    <dgm:cxn modelId="{736ECC29-3F5A-44D2-90C6-BEF6A810637E}" type="presParOf" srcId="{336F8EB8-3A6F-472D-B1AD-DF7204351362}" destId="{85F02038-ABAB-4C53-8169-D2FF72EAD153}" srcOrd="3" destOrd="0" presId="urn:microsoft.com/office/officeart/2008/layout/HalfCircleOrganizationChart"/>
    <dgm:cxn modelId="{67F0E0B5-517E-4765-B67C-074F55B732C7}" type="presParOf" srcId="{6359F245-AABE-4EA6-931F-8BB5CC1F16D4}" destId="{863EA02E-E588-43A9-929F-54F7416EA6D4}" srcOrd="1" destOrd="0" presId="urn:microsoft.com/office/officeart/2008/layout/HalfCircleOrganizationChart"/>
    <dgm:cxn modelId="{47EB7674-2878-42CE-98E9-0BF69C19BA1F}" type="presParOf" srcId="{863EA02E-E588-43A9-929F-54F7416EA6D4}" destId="{3E960B5A-6EF8-4832-9854-95CB61857F46}" srcOrd="0" destOrd="0" presId="urn:microsoft.com/office/officeart/2008/layout/HalfCircleOrganizationChart"/>
    <dgm:cxn modelId="{18620D05-D163-4F24-9E75-4D181EC20CDC}" type="presParOf" srcId="{863EA02E-E588-43A9-929F-54F7416EA6D4}" destId="{0397F9A9-0020-4C13-A64F-26D908DB2B8F}" srcOrd="1" destOrd="0" presId="urn:microsoft.com/office/officeart/2008/layout/HalfCircleOrganizationChart"/>
    <dgm:cxn modelId="{D6C65CE1-A1F0-4A9C-9C12-49842CF7A6F8}" type="presParOf" srcId="{0397F9A9-0020-4C13-A64F-26D908DB2B8F}" destId="{C7D0DDD0-0A5D-47A5-A3DC-9FEE1D30E122}" srcOrd="0" destOrd="0" presId="urn:microsoft.com/office/officeart/2008/layout/HalfCircleOrganizationChart"/>
    <dgm:cxn modelId="{0BF02DE2-49AE-449F-8284-DD817F843414}" type="presParOf" srcId="{C7D0DDD0-0A5D-47A5-A3DC-9FEE1D30E122}" destId="{B5F5B767-2E12-4C57-8B30-1B6B9E0AD3A5}" srcOrd="0" destOrd="0" presId="urn:microsoft.com/office/officeart/2008/layout/HalfCircleOrganizationChart"/>
    <dgm:cxn modelId="{3EE17F8D-0542-4BC6-B610-F151AC13D57A}" type="presParOf" srcId="{C7D0DDD0-0A5D-47A5-A3DC-9FEE1D30E122}" destId="{4C0A295C-1A0D-4C6C-8982-9B5D140437E2}" srcOrd="1" destOrd="0" presId="urn:microsoft.com/office/officeart/2008/layout/HalfCircleOrganizationChart"/>
    <dgm:cxn modelId="{346D9937-635B-4790-B5AB-76AD7D66B8A1}" type="presParOf" srcId="{C7D0DDD0-0A5D-47A5-A3DC-9FEE1D30E122}" destId="{42B4ECAE-E410-4B0D-AC66-4D94C5ECB9FA}" srcOrd="2" destOrd="0" presId="urn:microsoft.com/office/officeart/2008/layout/HalfCircleOrganizationChart"/>
    <dgm:cxn modelId="{2C37E5C2-A6B2-4258-9F75-E856471E5E2B}" type="presParOf" srcId="{C7D0DDD0-0A5D-47A5-A3DC-9FEE1D30E122}" destId="{EA67F259-FACF-45D9-98D1-C157E0A733C8}" srcOrd="3" destOrd="0" presId="urn:microsoft.com/office/officeart/2008/layout/HalfCircleOrganizationChart"/>
    <dgm:cxn modelId="{5052D6F6-F803-4B24-A0F6-A9CFC5B728CD}" type="presParOf" srcId="{0397F9A9-0020-4C13-A64F-26D908DB2B8F}" destId="{F729088F-68C8-4C75-B449-E7F941B0B4F7}" srcOrd="1" destOrd="0" presId="urn:microsoft.com/office/officeart/2008/layout/HalfCircleOrganizationChart"/>
    <dgm:cxn modelId="{E8B9B585-DC99-4B47-B4F9-ABBF645896BC}" type="presParOf" srcId="{0397F9A9-0020-4C13-A64F-26D908DB2B8F}" destId="{E9EBDBEC-D6AA-400D-864A-ED51DAA4402D}" srcOrd="2" destOrd="0" presId="urn:microsoft.com/office/officeart/2008/layout/HalfCircleOrganizationChart"/>
    <dgm:cxn modelId="{9E4EF8E2-9472-42AC-8721-B3570512B5A8}" type="presParOf" srcId="{863EA02E-E588-43A9-929F-54F7416EA6D4}" destId="{270D3B31-3F13-4D83-BCD2-F662AA36E3A0}" srcOrd="2" destOrd="0" presId="urn:microsoft.com/office/officeart/2008/layout/HalfCircleOrganizationChart"/>
    <dgm:cxn modelId="{5A397824-DF93-4579-B221-4EA4DAA0167F}" type="presParOf" srcId="{863EA02E-E588-43A9-929F-54F7416EA6D4}" destId="{BCC276D6-767D-4481-BD29-7F41106BB5AE}" srcOrd="3" destOrd="0" presId="urn:microsoft.com/office/officeart/2008/layout/HalfCircleOrganizationChart"/>
    <dgm:cxn modelId="{86F6A931-6F82-4AE0-A39E-A41530585402}" type="presParOf" srcId="{BCC276D6-767D-4481-BD29-7F41106BB5AE}" destId="{96E370D8-C54C-44AE-BDD9-B5048BBA0086}" srcOrd="0" destOrd="0" presId="urn:microsoft.com/office/officeart/2008/layout/HalfCircleOrganizationChart"/>
    <dgm:cxn modelId="{7B4F5A80-F672-44A3-98E1-7546E5EDCABC}" type="presParOf" srcId="{96E370D8-C54C-44AE-BDD9-B5048BBA0086}" destId="{43FE7F03-3E95-433E-BF35-671181E8F2E1}" srcOrd="0" destOrd="0" presId="urn:microsoft.com/office/officeart/2008/layout/HalfCircleOrganizationChart"/>
    <dgm:cxn modelId="{7B3E5BD5-5BCA-4C5D-8D13-0A9C42F4CF44}" type="presParOf" srcId="{96E370D8-C54C-44AE-BDD9-B5048BBA0086}" destId="{5E037E5A-9CA3-47DF-9B8D-4B9D3044A885}" srcOrd="1" destOrd="0" presId="urn:microsoft.com/office/officeart/2008/layout/HalfCircleOrganizationChart"/>
    <dgm:cxn modelId="{F7BB51A5-EC8D-43EE-ACD5-2A462A7BF67C}" type="presParOf" srcId="{96E370D8-C54C-44AE-BDD9-B5048BBA0086}" destId="{D4B50223-1746-484D-8C4C-0DD6F3A3FED7}" srcOrd="2" destOrd="0" presId="urn:microsoft.com/office/officeart/2008/layout/HalfCircleOrganizationChart"/>
    <dgm:cxn modelId="{8A3F965F-09B0-49A5-9191-FA17A0B6953F}" type="presParOf" srcId="{96E370D8-C54C-44AE-BDD9-B5048BBA0086}" destId="{88A743F8-2E9C-479C-AEEE-64F93158DBD0}" srcOrd="3" destOrd="0" presId="urn:microsoft.com/office/officeart/2008/layout/HalfCircleOrganizationChart"/>
    <dgm:cxn modelId="{CFA44D26-FDFE-4881-A2A1-3DB91FF00F93}" type="presParOf" srcId="{BCC276D6-767D-4481-BD29-7F41106BB5AE}" destId="{43D90864-659F-42E3-9E78-69D728B8A057}" srcOrd="1" destOrd="0" presId="urn:microsoft.com/office/officeart/2008/layout/HalfCircleOrganizationChart"/>
    <dgm:cxn modelId="{4968BF16-3274-48C7-BE48-C7B36EC677DF}" type="presParOf" srcId="{BCC276D6-767D-4481-BD29-7F41106BB5AE}" destId="{1C4EB3D7-F643-464B-8A74-BBA1DA867C02}" srcOrd="2" destOrd="0" presId="urn:microsoft.com/office/officeart/2008/layout/HalfCircleOrganizationChart"/>
    <dgm:cxn modelId="{7A4B4B09-D2CC-44A6-8420-BEAF7E1A2438}" type="presParOf" srcId="{6359F245-AABE-4EA6-931F-8BB5CC1F16D4}" destId="{EC8D29D5-FB23-455E-883D-E64D2D65DDFB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65C392-1746-46F3-BD58-27CF1621381C}" type="doc">
      <dgm:prSet loTypeId="urn:microsoft.com/office/officeart/2005/8/layout/vList4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tr-TR"/>
        </a:p>
      </dgm:t>
    </dgm:pt>
    <dgm:pt modelId="{27960BDD-DC3B-4892-B278-C95327B7FFC2}">
      <dgm:prSet phldrT="[Metin]" custT="1"/>
      <dgm:spPr/>
      <dgm:t>
        <a:bodyPr/>
        <a:lstStyle/>
        <a:p>
          <a:r>
            <a:rPr lang="tr-TR" sz="2800" dirty="0">
              <a:solidFill>
                <a:schemeClr val="bg1"/>
              </a:solidFill>
            </a:rPr>
            <a:t>Düzlemde sabit bir noktadan eşit uzaklıktaki noktalar kümesine .........</a:t>
          </a:r>
          <a:r>
            <a:rPr lang="tr-TR" sz="2800" b="1" dirty="0">
              <a:solidFill>
                <a:schemeClr val="bg1"/>
              </a:solidFill>
            </a:rPr>
            <a:t> </a:t>
          </a:r>
          <a:r>
            <a:rPr lang="tr-TR" sz="2800" dirty="0">
              <a:solidFill>
                <a:schemeClr val="bg1"/>
              </a:solidFill>
            </a:rPr>
            <a:t>denir. </a:t>
          </a:r>
        </a:p>
        <a:p>
          <a:endParaRPr lang="tr-TR" sz="1800" dirty="0"/>
        </a:p>
      </dgm:t>
    </dgm:pt>
    <dgm:pt modelId="{86378C03-F03F-41DB-9E09-AA449FB2A4E6}" type="parTrans" cxnId="{33378680-93D2-41A2-A059-F39FCC5BF270}">
      <dgm:prSet/>
      <dgm:spPr/>
      <dgm:t>
        <a:bodyPr/>
        <a:lstStyle/>
        <a:p>
          <a:endParaRPr lang="tr-TR"/>
        </a:p>
      </dgm:t>
    </dgm:pt>
    <dgm:pt modelId="{CAAE7630-BBDC-48E6-A7CC-7FD26F900D55}" type="sibTrans" cxnId="{33378680-93D2-41A2-A059-F39FCC5BF270}">
      <dgm:prSet/>
      <dgm:spPr/>
      <dgm:t>
        <a:bodyPr/>
        <a:lstStyle/>
        <a:p>
          <a:endParaRPr lang="tr-TR"/>
        </a:p>
      </dgm:t>
    </dgm:pt>
    <dgm:pt modelId="{300EF559-9D1E-4850-BC6B-4341E6B849F5}">
      <dgm:prSet phldrT="[Metin]" phldr="1"/>
      <dgm:spPr/>
      <dgm:t>
        <a:bodyPr/>
        <a:lstStyle/>
        <a:p>
          <a:endParaRPr lang="tr-TR" sz="1400" dirty="0"/>
        </a:p>
      </dgm:t>
    </dgm:pt>
    <dgm:pt modelId="{5C040754-374F-4206-9916-7A0299E18152}" type="parTrans" cxnId="{56E7FBA9-6C14-4DC5-8C03-5B7B975154C0}">
      <dgm:prSet/>
      <dgm:spPr/>
      <dgm:t>
        <a:bodyPr/>
        <a:lstStyle/>
        <a:p>
          <a:endParaRPr lang="tr-TR"/>
        </a:p>
      </dgm:t>
    </dgm:pt>
    <dgm:pt modelId="{2BAB5399-B363-46F3-98D4-B89A3E79B265}" type="sibTrans" cxnId="{56E7FBA9-6C14-4DC5-8C03-5B7B975154C0}">
      <dgm:prSet/>
      <dgm:spPr/>
      <dgm:t>
        <a:bodyPr/>
        <a:lstStyle/>
        <a:p>
          <a:endParaRPr lang="tr-TR"/>
        </a:p>
      </dgm:t>
    </dgm:pt>
    <dgm:pt modelId="{4BDD4132-AED5-4D96-AA6C-39A53328353D}">
      <dgm:prSet phldrT="[Metin]" phldr="1"/>
      <dgm:spPr/>
      <dgm:t>
        <a:bodyPr/>
        <a:lstStyle/>
        <a:p>
          <a:endParaRPr lang="tr-TR" sz="1400"/>
        </a:p>
      </dgm:t>
    </dgm:pt>
    <dgm:pt modelId="{B4743BC9-5236-49D7-809F-D13589395C7D}" type="parTrans" cxnId="{9902137A-E141-46F6-AFA5-A8465593C73C}">
      <dgm:prSet/>
      <dgm:spPr/>
      <dgm:t>
        <a:bodyPr/>
        <a:lstStyle/>
        <a:p>
          <a:endParaRPr lang="tr-TR"/>
        </a:p>
      </dgm:t>
    </dgm:pt>
    <dgm:pt modelId="{D2B87005-21F2-46CB-BB91-5A0E6BB76170}" type="sibTrans" cxnId="{9902137A-E141-46F6-AFA5-A8465593C73C}">
      <dgm:prSet/>
      <dgm:spPr/>
      <dgm:t>
        <a:bodyPr/>
        <a:lstStyle/>
        <a:p>
          <a:endParaRPr lang="tr-TR"/>
        </a:p>
      </dgm:t>
    </dgm:pt>
    <dgm:pt modelId="{D07A7432-5D36-4515-B2C3-00F3A4AA3C96}">
      <dgm:prSet phldrT="[Metin]" custT="1"/>
      <dgm:spPr/>
      <dgm:t>
        <a:bodyPr/>
        <a:lstStyle/>
        <a:p>
          <a:r>
            <a:rPr lang="tr-TR" sz="2800" dirty="0">
              <a:solidFill>
                <a:schemeClr val="bg1"/>
              </a:solidFill>
            </a:rPr>
            <a:t>Çemberin orta merkezinden geçen kirişe …… denir.</a:t>
          </a:r>
        </a:p>
      </dgm:t>
    </dgm:pt>
    <dgm:pt modelId="{B2942B4C-E22C-45AE-96BE-EFA7BBCCC4EC}" type="parTrans" cxnId="{93C7FBF8-4ED7-4EA0-B3C0-F2CA7FFF8121}">
      <dgm:prSet/>
      <dgm:spPr/>
      <dgm:t>
        <a:bodyPr/>
        <a:lstStyle/>
        <a:p>
          <a:endParaRPr lang="tr-TR"/>
        </a:p>
      </dgm:t>
    </dgm:pt>
    <dgm:pt modelId="{2978A34C-B28D-4824-B5AE-C1C1A4594BC4}" type="sibTrans" cxnId="{93C7FBF8-4ED7-4EA0-B3C0-F2CA7FFF8121}">
      <dgm:prSet/>
      <dgm:spPr/>
      <dgm:t>
        <a:bodyPr/>
        <a:lstStyle/>
        <a:p>
          <a:endParaRPr lang="tr-TR"/>
        </a:p>
      </dgm:t>
    </dgm:pt>
    <dgm:pt modelId="{E8FE6C55-321D-4155-9BCE-8556D7613C78}">
      <dgm:prSet phldrT="[Metin]" phldr="1"/>
      <dgm:spPr/>
      <dgm:t>
        <a:bodyPr/>
        <a:lstStyle/>
        <a:p>
          <a:endParaRPr lang="tr-TR" sz="1800" dirty="0"/>
        </a:p>
      </dgm:t>
    </dgm:pt>
    <dgm:pt modelId="{CC6C828D-3ADD-40E7-93FC-AB8180DAD1A5}" type="parTrans" cxnId="{D2EBD191-8DD3-420F-9936-4230E13F435B}">
      <dgm:prSet/>
      <dgm:spPr/>
      <dgm:t>
        <a:bodyPr/>
        <a:lstStyle/>
        <a:p>
          <a:endParaRPr lang="tr-TR"/>
        </a:p>
      </dgm:t>
    </dgm:pt>
    <dgm:pt modelId="{AEDD1EB1-05E0-436D-92C5-0D42A6D63040}" type="sibTrans" cxnId="{D2EBD191-8DD3-420F-9936-4230E13F435B}">
      <dgm:prSet/>
      <dgm:spPr/>
      <dgm:t>
        <a:bodyPr/>
        <a:lstStyle/>
        <a:p>
          <a:endParaRPr lang="tr-TR"/>
        </a:p>
      </dgm:t>
    </dgm:pt>
    <dgm:pt modelId="{DC6DE8D8-E86A-4619-A063-4D64ABADE583}">
      <dgm:prSet phldrT="[Metin]" phldr="1"/>
      <dgm:spPr/>
      <dgm:t>
        <a:bodyPr/>
        <a:lstStyle/>
        <a:p>
          <a:endParaRPr lang="tr-TR" sz="1800"/>
        </a:p>
      </dgm:t>
    </dgm:pt>
    <dgm:pt modelId="{8934C685-C320-45CA-B731-1B8989F7D91E}" type="parTrans" cxnId="{77FE2237-48B5-4C76-9F1E-42503376B2DB}">
      <dgm:prSet/>
      <dgm:spPr/>
      <dgm:t>
        <a:bodyPr/>
        <a:lstStyle/>
        <a:p>
          <a:endParaRPr lang="tr-TR"/>
        </a:p>
      </dgm:t>
    </dgm:pt>
    <dgm:pt modelId="{95104119-BAA7-415F-B3E3-3F7E0B58888D}" type="sibTrans" cxnId="{77FE2237-48B5-4C76-9F1E-42503376B2DB}">
      <dgm:prSet/>
      <dgm:spPr/>
      <dgm:t>
        <a:bodyPr/>
        <a:lstStyle/>
        <a:p>
          <a:endParaRPr lang="tr-TR"/>
        </a:p>
      </dgm:t>
    </dgm:pt>
    <dgm:pt modelId="{A33BBEA0-3475-4136-9789-C0F0C69A4D4B}">
      <dgm:prSet phldrT="[Metin]" custT="1"/>
      <dgm:spPr/>
      <dgm:t>
        <a:bodyPr/>
        <a:lstStyle/>
        <a:p>
          <a:r>
            <a:rPr lang="tr-TR" sz="2800" dirty="0">
              <a:solidFill>
                <a:srgbClr val="FF0000"/>
              </a:solidFill>
              <a:cs typeface="Times New Roman" pitchFamily="18" charset="0"/>
            </a:rPr>
            <a:t>Kö</a:t>
          </a:r>
          <a:r>
            <a:rPr lang="tr-TR" sz="2800" dirty="0">
              <a:solidFill>
                <a:srgbClr val="FF0000"/>
              </a:solidFill>
            </a:rPr>
            <a:t>ş</a:t>
          </a:r>
          <a:r>
            <a:rPr lang="tr-TR" sz="2800" dirty="0">
              <a:solidFill>
                <a:srgbClr val="FF0000"/>
              </a:solidFill>
              <a:cs typeface="Times New Roman" pitchFamily="18" charset="0"/>
            </a:rPr>
            <a:t>esi çemberin merkezinde olan aç</a:t>
          </a:r>
          <a:r>
            <a:rPr lang="tr-TR" sz="2800" dirty="0">
              <a:solidFill>
                <a:srgbClr val="FF0000"/>
              </a:solidFill>
            </a:rPr>
            <a:t>ı</a:t>
          </a:r>
          <a:r>
            <a:rPr lang="tr-TR" sz="2800" dirty="0">
              <a:solidFill>
                <a:srgbClr val="FF0000"/>
              </a:solidFill>
              <a:cs typeface="Times New Roman" pitchFamily="18" charset="0"/>
            </a:rPr>
            <a:t>ya ………</a:t>
          </a:r>
          <a:r>
            <a:rPr lang="tr-TR" sz="2800" b="1" dirty="0">
              <a:solidFill>
                <a:srgbClr val="FF0000"/>
              </a:solidFill>
              <a:cs typeface="Times New Roman" pitchFamily="18" charset="0"/>
            </a:rPr>
            <a:t> </a:t>
          </a:r>
          <a:r>
            <a:rPr lang="tr-TR" sz="2800" dirty="0">
              <a:solidFill>
                <a:srgbClr val="FF0000"/>
              </a:solidFill>
              <a:cs typeface="Times New Roman" pitchFamily="18" charset="0"/>
            </a:rPr>
            <a:t>denir. </a:t>
          </a:r>
          <a:endParaRPr lang="tr-TR" sz="2800" dirty="0">
            <a:solidFill>
              <a:srgbClr val="FF0000"/>
            </a:solidFill>
          </a:endParaRPr>
        </a:p>
      </dgm:t>
    </dgm:pt>
    <dgm:pt modelId="{F66B2A47-FB9C-496F-9AAF-48011AC1312D}" type="parTrans" cxnId="{C15DA1B5-67CB-4C61-947C-1FAE8D6F9647}">
      <dgm:prSet/>
      <dgm:spPr/>
      <dgm:t>
        <a:bodyPr/>
        <a:lstStyle/>
        <a:p>
          <a:endParaRPr lang="tr-TR"/>
        </a:p>
      </dgm:t>
    </dgm:pt>
    <dgm:pt modelId="{9A3C3178-98B4-41AB-8BE6-DE4A02E90569}" type="sibTrans" cxnId="{C15DA1B5-67CB-4C61-947C-1FAE8D6F9647}">
      <dgm:prSet/>
      <dgm:spPr/>
      <dgm:t>
        <a:bodyPr/>
        <a:lstStyle/>
        <a:p>
          <a:endParaRPr lang="tr-TR"/>
        </a:p>
      </dgm:t>
    </dgm:pt>
    <dgm:pt modelId="{3E0C6A15-58C8-4576-9D3A-92CEC3EFE847}">
      <dgm:prSet phldrT="[Metin]" phldr="1"/>
      <dgm:spPr/>
      <dgm:t>
        <a:bodyPr/>
        <a:lstStyle/>
        <a:p>
          <a:endParaRPr lang="tr-TR" sz="1800"/>
        </a:p>
      </dgm:t>
    </dgm:pt>
    <dgm:pt modelId="{562486E6-4EBB-424C-9934-7296C86FEB95}" type="parTrans" cxnId="{2745CE3D-3942-45E3-9754-6D25FB88831C}">
      <dgm:prSet/>
      <dgm:spPr/>
      <dgm:t>
        <a:bodyPr/>
        <a:lstStyle/>
        <a:p>
          <a:endParaRPr lang="tr-TR"/>
        </a:p>
      </dgm:t>
    </dgm:pt>
    <dgm:pt modelId="{948C7715-FF5F-4FE2-AC7A-227926372BF1}" type="sibTrans" cxnId="{2745CE3D-3942-45E3-9754-6D25FB88831C}">
      <dgm:prSet/>
      <dgm:spPr/>
      <dgm:t>
        <a:bodyPr/>
        <a:lstStyle/>
        <a:p>
          <a:endParaRPr lang="tr-TR"/>
        </a:p>
      </dgm:t>
    </dgm:pt>
    <dgm:pt modelId="{9D0FC418-C567-4CDA-BA5E-59E5E92EAF00}">
      <dgm:prSet phldrT="[Metin]" phldr="1"/>
      <dgm:spPr/>
      <dgm:t>
        <a:bodyPr/>
        <a:lstStyle/>
        <a:p>
          <a:endParaRPr lang="tr-TR" sz="1800"/>
        </a:p>
      </dgm:t>
    </dgm:pt>
    <dgm:pt modelId="{36AE3BC0-E7B9-454B-97A9-5963B78D7F1C}" type="parTrans" cxnId="{DE460937-F654-4AD4-95E6-016784550EC4}">
      <dgm:prSet/>
      <dgm:spPr/>
      <dgm:t>
        <a:bodyPr/>
        <a:lstStyle/>
        <a:p>
          <a:endParaRPr lang="tr-TR"/>
        </a:p>
      </dgm:t>
    </dgm:pt>
    <dgm:pt modelId="{089098B8-E0B9-41E5-A585-21F714A73A92}" type="sibTrans" cxnId="{DE460937-F654-4AD4-95E6-016784550EC4}">
      <dgm:prSet/>
      <dgm:spPr/>
      <dgm:t>
        <a:bodyPr/>
        <a:lstStyle/>
        <a:p>
          <a:endParaRPr lang="tr-TR"/>
        </a:p>
      </dgm:t>
    </dgm:pt>
    <dgm:pt modelId="{C1A4E460-D8BD-4AC9-9829-3E4F2D9EDFBB}" type="pres">
      <dgm:prSet presAssocID="{CF65C392-1746-46F3-BD58-27CF1621381C}" presName="linear" presStyleCnt="0">
        <dgm:presLayoutVars>
          <dgm:dir/>
          <dgm:resizeHandles val="exact"/>
        </dgm:presLayoutVars>
      </dgm:prSet>
      <dgm:spPr/>
    </dgm:pt>
    <dgm:pt modelId="{405B1E17-09D6-4679-96CC-3F7DB68BA5DE}" type="pres">
      <dgm:prSet presAssocID="{27960BDD-DC3B-4892-B278-C95327B7FFC2}" presName="comp" presStyleCnt="0"/>
      <dgm:spPr/>
    </dgm:pt>
    <dgm:pt modelId="{A720EAA7-C2E9-41A1-BED7-FCD69006C822}" type="pres">
      <dgm:prSet presAssocID="{27960BDD-DC3B-4892-B278-C95327B7FFC2}" presName="box" presStyleLbl="node1" presStyleIdx="0" presStyleCnt="3"/>
      <dgm:spPr/>
    </dgm:pt>
    <dgm:pt modelId="{E1B88FE2-6AB8-4E5C-BB68-0717AE7F4602}" type="pres">
      <dgm:prSet presAssocID="{27960BDD-DC3B-4892-B278-C95327B7FFC2}" presName="img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1000" b="-11000"/>
          </a:stretch>
        </a:blipFill>
      </dgm:spPr>
    </dgm:pt>
    <dgm:pt modelId="{95E51B09-6B9B-4F54-9553-09A091651AD6}" type="pres">
      <dgm:prSet presAssocID="{27960BDD-DC3B-4892-B278-C95327B7FFC2}" presName="text" presStyleLbl="node1" presStyleIdx="0" presStyleCnt="3">
        <dgm:presLayoutVars>
          <dgm:bulletEnabled val="1"/>
        </dgm:presLayoutVars>
      </dgm:prSet>
      <dgm:spPr/>
    </dgm:pt>
    <dgm:pt modelId="{274B90A4-DE4E-4F2C-8B93-610CDF4157A8}" type="pres">
      <dgm:prSet presAssocID="{CAAE7630-BBDC-48E6-A7CC-7FD26F900D55}" presName="spacer" presStyleCnt="0"/>
      <dgm:spPr/>
    </dgm:pt>
    <dgm:pt modelId="{99936B51-711B-444E-8C52-B4C8C88AE5F9}" type="pres">
      <dgm:prSet presAssocID="{D07A7432-5D36-4515-B2C3-00F3A4AA3C96}" presName="comp" presStyleCnt="0"/>
      <dgm:spPr/>
    </dgm:pt>
    <dgm:pt modelId="{C94779D7-CA04-4A02-B6F3-43913A4671D3}" type="pres">
      <dgm:prSet presAssocID="{D07A7432-5D36-4515-B2C3-00F3A4AA3C96}" presName="box" presStyleLbl="node1" presStyleIdx="1" presStyleCnt="3"/>
      <dgm:spPr/>
    </dgm:pt>
    <dgm:pt modelId="{37619BA3-303C-450D-8766-131CE493061F}" type="pres">
      <dgm:prSet presAssocID="{D07A7432-5D36-4515-B2C3-00F3A4AA3C96}" presName="img" presStyleLbl="fgImgPlac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6000" b="-36000"/>
          </a:stretch>
        </a:blipFill>
      </dgm:spPr>
    </dgm:pt>
    <dgm:pt modelId="{E5408289-3954-4B0E-8158-D713A37DE572}" type="pres">
      <dgm:prSet presAssocID="{D07A7432-5D36-4515-B2C3-00F3A4AA3C96}" presName="text" presStyleLbl="node1" presStyleIdx="1" presStyleCnt="3">
        <dgm:presLayoutVars>
          <dgm:bulletEnabled val="1"/>
        </dgm:presLayoutVars>
      </dgm:prSet>
      <dgm:spPr/>
    </dgm:pt>
    <dgm:pt modelId="{0440EBEF-1709-491A-B0F9-216E4DD874C3}" type="pres">
      <dgm:prSet presAssocID="{2978A34C-B28D-4824-B5AE-C1C1A4594BC4}" presName="spacer" presStyleCnt="0"/>
      <dgm:spPr/>
    </dgm:pt>
    <dgm:pt modelId="{A966CB19-D42F-4D14-8739-E55530C9C33F}" type="pres">
      <dgm:prSet presAssocID="{A33BBEA0-3475-4136-9789-C0F0C69A4D4B}" presName="comp" presStyleCnt="0"/>
      <dgm:spPr/>
    </dgm:pt>
    <dgm:pt modelId="{2657003B-48CA-4B09-89E7-B9FBB7D7FD29}" type="pres">
      <dgm:prSet presAssocID="{A33BBEA0-3475-4136-9789-C0F0C69A4D4B}" presName="box" presStyleLbl="node1" presStyleIdx="2" presStyleCnt="3"/>
      <dgm:spPr/>
    </dgm:pt>
    <dgm:pt modelId="{AB204F15-689C-4E04-A082-E4C63EF1CF8D}" type="pres">
      <dgm:prSet presAssocID="{A33BBEA0-3475-4136-9789-C0F0C69A4D4B}" presName="img" presStyleLbl="fgImgPlac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000" b="-6000"/>
          </a:stretch>
        </a:blipFill>
      </dgm:spPr>
    </dgm:pt>
    <dgm:pt modelId="{96E7C9B7-4117-4A3B-8884-E314A6787DD3}" type="pres">
      <dgm:prSet presAssocID="{A33BBEA0-3475-4136-9789-C0F0C69A4D4B}" presName="text" presStyleLbl="node1" presStyleIdx="2" presStyleCnt="3">
        <dgm:presLayoutVars>
          <dgm:bulletEnabled val="1"/>
        </dgm:presLayoutVars>
      </dgm:prSet>
      <dgm:spPr/>
    </dgm:pt>
  </dgm:ptLst>
  <dgm:cxnLst>
    <dgm:cxn modelId="{18F78E24-F5B7-47C3-8255-1F2B6BBF12D5}" type="presOf" srcId="{27960BDD-DC3B-4892-B278-C95327B7FFC2}" destId="{95E51B09-6B9B-4F54-9553-09A091651AD6}" srcOrd="1" destOrd="0" presId="urn:microsoft.com/office/officeart/2005/8/layout/vList4"/>
    <dgm:cxn modelId="{189D3A26-9DE2-419F-8B8F-CCD85551D54A}" type="presOf" srcId="{CF65C392-1746-46F3-BD58-27CF1621381C}" destId="{C1A4E460-D8BD-4AC9-9829-3E4F2D9EDFBB}" srcOrd="0" destOrd="0" presId="urn:microsoft.com/office/officeart/2005/8/layout/vList4"/>
    <dgm:cxn modelId="{B16FF326-22F3-42CA-8392-7784AB0E7AA5}" type="presOf" srcId="{DC6DE8D8-E86A-4619-A063-4D64ABADE583}" destId="{E5408289-3954-4B0E-8158-D713A37DE572}" srcOrd="1" destOrd="2" presId="urn:microsoft.com/office/officeart/2005/8/layout/vList4"/>
    <dgm:cxn modelId="{9A11742E-8D4F-4E94-9057-DE695C124B06}" type="presOf" srcId="{E8FE6C55-321D-4155-9BCE-8556D7613C78}" destId="{E5408289-3954-4B0E-8158-D713A37DE572}" srcOrd="1" destOrd="1" presId="urn:microsoft.com/office/officeart/2005/8/layout/vList4"/>
    <dgm:cxn modelId="{DE460937-F654-4AD4-95E6-016784550EC4}" srcId="{A33BBEA0-3475-4136-9789-C0F0C69A4D4B}" destId="{9D0FC418-C567-4CDA-BA5E-59E5E92EAF00}" srcOrd="1" destOrd="0" parTransId="{36AE3BC0-E7B9-454B-97A9-5963B78D7F1C}" sibTransId="{089098B8-E0B9-41E5-A585-21F714A73A92}"/>
    <dgm:cxn modelId="{77FE2237-48B5-4C76-9F1E-42503376B2DB}" srcId="{D07A7432-5D36-4515-B2C3-00F3A4AA3C96}" destId="{DC6DE8D8-E86A-4619-A063-4D64ABADE583}" srcOrd="1" destOrd="0" parTransId="{8934C685-C320-45CA-B731-1B8989F7D91E}" sibTransId="{95104119-BAA7-415F-B3E3-3F7E0B58888D}"/>
    <dgm:cxn modelId="{2745CE3D-3942-45E3-9754-6D25FB88831C}" srcId="{A33BBEA0-3475-4136-9789-C0F0C69A4D4B}" destId="{3E0C6A15-58C8-4576-9D3A-92CEC3EFE847}" srcOrd="0" destOrd="0" parTransId="{562486E6-4EBB-424C-9934-7296C86FEB95}" sibTransId="{948C7715-FF5F-4FE2-AC7A-227926372BF1}"/>
    <dgm:cxn modelId="{C67FAF5C-D6EE-4D93-A348-EE2408711A91}" type="presOf" srcId="{D07A7432-5D36-4515-B2C3-00F3A4AA3C96}" destId="{C94779D7-CA04-4A02-B6F3-43913A4671D3}" srcOrd="0" destOrd="0" presId="urn:microsoft.com/office/officeart/2005/8/layout/vList4"/>
    <dgm:cxn modelId="{07DF8A5E-43E6-4D17-B092-87795050B841}" type="presOf" srcId="{A33BBEA0-3475-4136-9789-C0F0C69A4D4B}" destId="{96E7C9B7-4117-4A3B-8884-E314A6787DD3}" srcOrd="1" destOrd="0" presId="urn:microsoft.com/office/officeart/2005/8/layout/vList4"/>
    <dgm:cxn modelId="{32159270-062E-4CBD-8579-535A9CBE4033}" type="presOf" srcId="{9D0FC418-C567-4CDA-BA5E-59E5E92EAF00}" destId="{96E7C9B7-4117-4A3B-8884-E314A6787DD3}" srcOrd="1" destOrd="2" presId="urn:microsoft.com/office/officeart/2005/8/layout/vList4"/>
    <dgm:cxn modelId="{C629FC70-40BB-4DE6-8358-5441D0DAF86A}" type="presOf" srcId="{9D0FC418-C567-4CDA-BA5E-59E5E92EAF00}" destId="{2657003B-48CA-4B09-89E7-B9FBB7D7FD29}" srcOrd="0" destOrd="2" presId="urn:microsoft.com/office/officeart/2005/8/layout/vList4"/>
    <dgm:cxn modelId="{F5B64C79-7D29-43E0-A12E-0608A6A24FA7}" type="presOf" srcId="{300EF559-9D1E-4850-BC6B-4341E6B849F5}" destId="{A720EAA7-C2E9-41A1-BED7-FCD69006C822}" srcOrd="0" destOrd="1" presId="urn:microsoft.com/office/officeart/2005/8/layout/vList4"/>
    <dgm:cxn modelId="{9902137A-E141-46F6-AFA5-A8465593C73C}" srcId="{27960BDD-DC3B-4892-B278-C95327B7FFC2}" destId="{4BDD4132-AED5-4D96-AA6C-39A53328353D}" srcOrd="1" destOrd="0" parTransId="{B4743BC9-5236-49D7-809F-D13589395C7D}" sibTransId="{D2B87005-21F2-46CB-BB91-5A0E6BB76170}"/>
    <dgm:cxn modelId="{BA65EE7E-8D44-4B73-8305-F1F686D2C9CA}" type="presOf" srcId="{300EF559-9D1E-4850-BC6B-4341E6B849F5}" destId="{95E51B09-6B9B-4F54-9553-09A091651AD6}" srcOrd="1" destOrd="1" presId="urn:microsoft.com/office/officeart/2005/8/layout/vList4"/>
    <dgm:cxn modelId="{33378680-93D2-41A2-A059-F39FCC5BF270}" srcId="{CF65C392-1746-46F3-BD58-27CF1621381C}" destId="{27960BDD-DC3B-4892-B278-C95327B7FFC2}" srcOrd="0" destOrd="0" parTransId="{86378C03-F03F-41DB-9E09-AA449FB2A4E6}" sibTransId="{CAAE7630-BBDC-48E6-A7CC-7FD26F900D55}"/>
    <dgm:cxn modelId="{B6E2FC81-FD14-4EA8-B6A8-86EF8A561B7F}" type="presOf" srcId="{3E0C6A15-58C8-4576-9D3A-92CEC3EFE847}" destId="{96E7C9B7-4117-4A3B-8884-E314A6787DD3}" srcOrd="1" destOrd="1" presId="urn:microsoft.com/office/officeart/2005/8/layout/vList4"/>
    <dgm:cxn modelId="{30338186-E2EC-4D34-BD1E-E64AC0068B53}" type="presOf" srcId="{E8FE6C55-321D-4155-9BCE-8556D7613C78}" destId="{C94779D7-CA04-4A02-B6F3-43913A4671D3}" srcOrd="0" destOrd="1" presId="urn:microsoft.com/office/officeart/2005/8/layout/vList4"/>
    <dgm:cxn modelId="{717F168C-9FC2-4883-BE69-E61C312F0289}" type="presOf" srcId="{3E0C6A15-58C8-4576-9D3A-92CEC3EFE847}" destId="{2657003B-48CA-4B09-89E7-B9FBB7D7FD29}" srcOrd="0" destOrd="1" presId="urn:microsoft.com/office/officeart/2005/8/layout/vList4"/>
    <dgm:cxn modelId="{B044A88F-93A2-4DA6-ABF2-F0C45EDAD81B}" type="presOf" srcId="{4BDD4132-AED5-4D96-AA6C-39A53328353D}" destId="{A720EAA7-C2E9-41A1-BED7-FCD69006C822}" srcOrd="0" destOrd="2" presId="urn:microsoft.com/office/officeart/2005/8/layout/vList4"/>
    <dgm:cxn modelId="{D2EBD191-8DD3-420F-9936-4230E13F435B}" srcId="{D07A7432-5D36-4515-B2C3-00F3A4AA3C96}" destId="{E8FE6C55-321D-4155-9BCE-8556D7613C78}" srcOrd="0" destOrd="0" parTransId="{CC6C828D-3ADD-40E7-93FC-AB8180DAD1A5}" sibTransId="{AEDD1EB1-05E0-436D-92C5-0D42A6D63040}"/>
    <dgm:cxn modelId="{FED007A6-15D2-46A7-A446-CB9B9E9F9926}" type="presOf" srcId="{D07A7432-5D36-4515-B2C3-00F3A4AA3C96}" destId="{E5408289-3954-4B0E-8158-D713A37DE572}" srcOrd="1" destOrd="0" presId="urn:microsoft.com/office/officeart/2005/8/layout/vList4"/>
    <dgm:cxn modelId="{99A8F0A8-945F-444B-BCBE-DA17A72DF795}" type="presOf" srcId="{A33BBEA0-3475-4136-9789-C0F0C69A4D4B}" destId="{2657003B-48CA-4B09-89E7-B9FBB7D7FD29}" srcOrd="0" destOrd="0" presId="urn:microsoft.com/office/officeart/2005/8/layout/vList4"/>
    <dgm:cxn modelId="{56E7FBA9-6C14-4DC5-8C03-5B7B975154C0}" srcId="{27960BDD-DC3B-4892-B278-C95327B7FFC2}" destId="{300EF559-9D1E-4850-BC6B-4341E6B849F5}" srcOrd="0" destOrd="0" parTransId="{5C040754-374F-4206-9916-7A0299E18152}" sibTransId="{2BAB5399-B363-46F3-98D4-B89A3E79B265}"/>
    <dgm:cxn modelId="{C15DA1B5-67CB-4C61-947C-1FAE8D6F9647}" srcId="{CF65C392-1746-46F3-BD58-27CF1621381C}" destId="{A33BBEA0-3475-4136-9789-C0F0C69A4D4B}" srcOrd="2" destOrd="0" parTransId="{F66B2A47-FB9C-496F-9AAF-48011AC1312D}" sibTransId="{9A3C3178-98B4-41AB-8BE6-DE4A02E90569}"/>
    <dgm:cxn modelId="{548509BA-B554-4AEC-97DC-CCD2B609B9AA}" type="presOf" srcId="{DC6DE8D8-E86A-4619-A063-4D64ABADE583}" destId="{C94779D7-CA04-4A02-B6F3-43913A4671D3}" srcOrd="0" destOrd="2" presId="urn:microsoft.com/office/officeart/2005/8/layout/vList4"/>
    <dgm:cxn modelId="{D41873E8-7F86-4C76-A82F-7ADE51574284}" type="presOf" srcId="{27960BDD-DC3B-4892-B278-C95327B7FFC2}" destId="{A720EAA7-C2E9-41A1-BED7-FCD69006C822}" srcOrd="0" destOrd="0" presId="urn:microsoft.com/office/officeart/2005/8/layout/vList4"/>
    <dgm:cxn modelId="{AE1009EE-A3D2-4A8B-8859-3D876148E990}" type="presOf" srcId="{4BDD4132-AED5-4D96-AA6C-39A53328353D}" destId="{95E51B09-6B9B-4F54-9553-09A091651AD6}" srcOrd="1" destOrd="2" presId="urn:microsoft.com/office/officeart/2005/8/layout/vList4"/>
    <dgm:cxn modelId="{93C7FBF8-4ED7-4EA0-B3C0-F2CA7FFF8121}" srcId="{CF65C392-1746-46F3-BD58-27CF1621381C}" destId="{D07A7432-5D36-4515-B2C3-00F3A4AA3C96}" srcOrd="1" destOrd="0" parTransId="{B2942B4C-E22C-45AE-96BE-EFA7BBCCC4EC}" sibTransId="{2978A34C-B28D-4824-B5AE-C1C1A4594BC4}"/>
    <dgm:cxn modelId="{9553E045-E1C1-47F0-8EDB-394295645097}" type="presParOf" srcId="{C1A4E460-D8BD-4AC9-9829-3E4F2D9EDFBB}" destId="{405B1E17-09D6-4679-96CC-3F7DB68BA5DE}" srcOrd="0" destOrd="0" presId="urn:microsoft.com/office/officeart/2005/8/layout/vList4"/>
    <dgm:cxn modelId="{2A96145E-37BB-4FBB-A2F2-15712128CD7A}" type="presParOf" srcId="{405B1E17-09D6-4679-96CC-3F7DB68BA5DE}" destId="{A720EAA7-C2E9-41A1-BED7-FCD69006C822}" srcOrd="0" destOrd="0" presId="urn:microsoft.com/office/officeart/2005/8/layout/vList4"/>
    <dgm:cxn modelId="{97FE1C68-B191-4F92-A4BD-B05C934B34B3}" type="presParOf" srcId="{405B1E17-09D6-4679-96CC-3F7DB68BA5DE}" destId="{E1B88FE2-6AB8-4E5C-BB68-0717AE7F4602}" srcOrd="1" destOrd="0" presId="urn:microsoft.com/office/officeart/2005/8/layout/vList4"/>
    <dgm:cxn modelId="{EA3A6AA3-5EB0-402D-A8FB-383BF7AAB29B}" type="presParOf" srcId="{405B1E17-09D6-4679-96CC-3F7DB68BA5DE}" destId="{95E51B09-6B9B-4F54-9553-09A091651AD6}" srcOrd="2" destOrd="0" presId="urn:microsoft.com/office/officeart/2005/8/layout/vList4"/>
    <dgm:cxn modelId="{6314A9A1-4978-4959-B458-49D900943F89}" type="presParOf" srcId="{C1A4E460-D8BD-4AC9-9829-3E4F2D9EDFBB}" destId="{274B90A4-DE4E-4F2C-8B93-610CDF4157A8}" srcOrd="1" destOrd="0" presId="urn:microsoft.com/office/officeart/2005/8/layout/vList4"/>
    <dgm:cxn modelId="{6EF4CC5F-7249-4F2E-9376-45FAD1E8368C}" type="presParOf" srcId="{C1A4E460-D8BD-4AC9-9829-3E4F2D9EDFBB}" destId="{99936B51-711B-444E-8C52-B4C8C88AE5F9}" srcOrd="2" destOrd="0" presId="urn:microsoft.com/office/officeart/2005/8/layout/vList4"/>
    <dgm:cxn modelId="{7FAA01B5-C509-4E24-A72D-8A0EC5FC4716}" type="presParOf" srcId="{99936B51-711B-444E-8C52-B4C8C88AE5F9}" destId="{C94779D7-CA04-4A02-B6F3-43913A4671D3}" srcOrd="0" destOrd="0" presId="urn:microsoft.com/office/officeart/2005/8/layout/vList4"/>
    <dgm:cxn modelId="{B6D6479B-6E98-472F-87E7-4CC1EA797782}" type="presParOf" srcId="{99936B51-711B-444E-8C52-B4C8C88AE5F9}" destId="{37619BA3-303C-450D-8766-131CE493061F}" srcOrd="1" destOrd="0" presId="urn:microsoft.com/office/officeart/2005/8/layout/vList4"/>
    <dgm:cxn modelId="{FF28026A-5A52-4ED9-BB9B-B6FA57341756}" type="presParOf" srcId="{99936B51-711B-444E-8C52-B4C8C88AE5F9}" destId="{E5408289-3954-4B0E-8158-D713A37DE572}" srcOrd="2" destOrd="0" presId="urn:microsoft.com/office/officeart/2005/8/layout/vList4"/>
    <dgm:cxn modelId="{016E4CAB-63A6-4A1A-9628-BA9E6BD40D9B}" type="presParOf" srcId="{C1A4E460-D8BD-4AC9-9829-3E4F2D9EDFBB}" destId="{0440EBEF-1709-491A-B0F9-216E4DD874C3}" srcOrd="3" destOrd="0" presId="urn:microsoft.com/office/officeart/2005/8/layout/vList4"/>
    <dgm:cxn modelId="{5070CF19-A4F5-4C3B-A0B1-221EF2AC7FBB}" type="presParOf" srcId="{C1A4E460-D8BD-4AC9-9829-3E4F2D9EDFBB}" destId="{A966CB19-D42F-4D14-8739-E55530C9C33F}" srcOrd="4" destOrd="0" presId="urn:microsoft.com/office/officeart/2005/8/layout/vList4"/>
    <dgm:cxn modelId="{AF8FEF84-90B0-4D70-920B-CBD40C169462}" type="presParOf" srcId="{A966CB19-D42F-4D14-8739-E55530C9C33F}" destId="{2657003B-48CA-4B09-89E7-B9FBB7D7FD29}" srcOrd="0" destOrd="0" presId="urn:microsoft.com/office/officeart/2005/8/layout/vList4"/>
    <dgm:cxn modelId="{01AD229A-0941-48C1-B370-170F5570A2CD}" type="presParOf" srcId="{A966CB19-D42F-4D14-8739-E55530C9C33F}" destId="{AB204F15-689C-4E04-A082-E4C63EF1CF8D}" srcOrd="1" destOrd="0" presId="urn:microsoft.com/office/officeart/2005/8/layout/vList4"/>
    <dgm:cxn modelId="{768A4B75-0150-43EF-A69C-3C7FD3C1DB8D}" type="presParOf" srcId="{A966CB19-D42F-4D14-8739-E55530C9C33F}" destId="{96E7C9B7-4117-4A3B-8884-E314A6787DD3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0D3B31-3F13-4D83-BCD2-F662AA36E3A0}">
      <dsp:nvSpPr>
        <dsp:cNvPr id="0" name=""/>
        <dsp:cNvSpPr/>
      </dsp:nvSpPr>
      <dsp:spPr>
        <a:xfrm>
          <a:off x="4181636" y="2483161"/>
          <a:ext cx="2288389" cy="7943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7158"/>
              </a:lnTo>
              <a:lnTo>
                <a:pt x="2288389" y="397158"/>
              </a:lnTo>
              <a:lnTo>
                <a:pt x="2288389" y="794316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960B5A-6EF8-4832-9854-95CB61857F46}">
      <dsp:nvSpPr>
        <dsp:cNvPr id="0" name=""/>
        <dsp:cNvSpPr/>
      </dsp:nvSpPr>
      <dsp:spPr>
        <a:xfrm>
          <a:off x="1893246" y="2483161"/>
          <a:ext cx="2288389" cy="794316"/>
        </a:xfrm>
        <a:custGeom>
          <a:avLst/>
          <a:gdLst/>
          <a:ahLst/>
          <a:cxnLst/>
          <a:rect l="0" t="0" r="0" b="0"/>
          <a:pathLst>
            <a:path>
              <a:moveTo>
                <a:pt x="2288389" y="0"/>
              </a:moveTo>
              <a:lnTo>
                <a:pt x="2288389" y="397158"/>
              </a:lnTo>
              <a:lnTo>
                <a:pt x="0" y="397158"/>
              </a:lnTo>
              <a:lnTo>
                <a:pt x="0" y="794316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712679-F462-4E86-B67A-05B2FCFE4070}">
      <dsp:nvSpPr>
        <dsp:cNvPr id="0" name=""/>
        <dsp:cNvSpPr/>
      </dsp:nvSpPr>
      <dsp:spPr>
        <a:xfrm>
          <a:off x="3236020" y="591930"/>
          <a:ext cx="1891230" cy="1891230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25E6F8-AA12-4E6D-BE40-AE0A6179478E}">
      <dsp:nvSpPr>
        <dsp:cNvPr id="0" name=""/>
        <dsp:cNvSpPr/>
      </dsp:nvSpPr>
      <dsp:spPr>
        <a:xfrm>
          <a:off x="3236020" y="591930"/>
          <a:ext cx="1891230" cy="1891230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6131D4-2E89-436C-A663-6FB20F320A02}">
      <dsp:nvSpPr>
        <dsp:cNvPr id="0" name=""/>
        <dsp:cNvSpPr/>
      </dsp:nvSpPr>
      <dsp:spPr>
        <a:xfrm>
          <a:off x="2290405" y="932352"/>
          <a:ext cx="3782461" cy="1210387"/>
        </a:xfrm>
        <a:prstGeom prst="rect">
          <a:avLst/>
        </a:prstGeom>
        <a:noFill/>
        <a:ln w="12700" cap="flat" cmpd="sng" algn="ctr">
          <a:noFill/>
          <a:prstDash val="solid"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500" kern="1200" dirty="0"/>
            <a:t>ÇEMBERDE </a:t>
          </a:r>
        </a:p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500" kern="1200" dirty="0"/>
            <a:t>AÇILAR </a:t>
          </a:r>
        </a:p>
      </dsp:txBody>
      <dsp:txXfrm>
        <a:off x="2290405" y="932352"/>
        <a:ext cx="3782461" cy="1210387"/>
      </dsp:txXfrm>
    </dsp:sp>
    <dsp:sp modelId="{4C0A295C-1A0D-4C6C-8982-9B5D140437E2}">
      <dsp:nvSpPr>
        <dsp:cNvPr id="0" name=""/>
        <dsp:cNvSpPr/>
      </dsp:nvSpPr>
      <dsp:spPr>
        <a:xfrm>
          <a:off x="947631" y="3277478"/>
          <a:ext cx="1891230" cy="1891230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B4ECAE-E410-4B0D-AC66-4D94C5ECB9FA}">
      <dsp:nvSpPr>
        <dsp:cNvPr id="0" name=""/>
        <dsp:cNvSpPr/>
      </dsp:nvSpPr>
      <dsp:spPr>
        <a:xfrm>
          <a:off x="947631" y="3277478"/>
          <a:ext cx="1891230" cy="1891230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F5B767-2E12-4C57-8B30-1B6B9E0AD3A5}">
      <dsp:nvSpPr>
        <dsp:cNvPr id="0" name=""/>
        <dsp:cNvSpPr/>
      </dsp:nvSpPr>
      <dsp:spPr>
        <a:xfrm>
          <a:off x="2016" y="3617899"/>
          <a:ext cx="3782461" cy="1210387"/>
        </a:xfrm>
        <a:prstGeom prst="rect">
          <a:avLst/>
        </a:prstGeom>
        <a:noFill/>
        <a:ln w="12700" cap="flat" cmpd="sng" algn="ctr">
          <a:noFill/>
          <a:prstDash val="solid"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500" kern="1200" dirty="0">
              <a:hlinkClick xmlns:r="http://schemas.openxmlformats.org/officeDocument/2006/relationships" r:id="" action="ppaction://hlinksldjump"/>
            </a:rPr>
            <a:t>MERKEZ</a:t>
          </a:r>
          <a:r>
            <a:rPr lang="tr-TR" sz="3500" kern="1200" dirty="0"/>
            <a:t> AÇI</a:t>
          </a:r>
        </a:p>
      </dsp:txBody>
      <dsp:txXfrm>
        <a:off x="2016" y="3617899"/>
        <a:ext cx="3782461" cy="1210387"/>
      </dsp:txXfrm>
    </dsp:sp>
    <dsp:sp modelId="{5E037E5A-9CA3-47DF-9B8D-4B9D3044A885}">
      <dsp:nvSpPr>
        <dsp:cNvPr id="0" name=""/>
        <dsp:cNvSpPr/>
      </dsp:nvSpPr>
      <dsp:spPr>
        <a:xfrm>
          <a:off x="5524409" y="3277478"/>
          <a:ext cx="1891230" cy="1891230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B50223-1746-484D-8C4C-0DD6F3A3FED7}">
      <dsp:nvSpPr>
        <dsp:cNvPr id="0" name=""/>
        <dsp:cNvSpPr/>
      </dsp:nvSpPr>
      <dsp:spPr>
        <a:xfrm>
          <a:off x="5524409" y="3277478"/>
          <a:ext cx="1891230" cy="1891230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FE7F03-3E95-433E-BF35-671181E8F2E1}">
      <dsp:nvSpPr>
        <dsp:cNvPr id="0" name=""/>
        <dsp:cNvSpPr/>
      </dsp:nvSpPr>
      <dsp:spPr>
        <a:xfrm>
          <a:off x="4578794" y="3617899"/>
          <a:ext cx="3782461" cy="1210387"/>
        </a:xfrm>
        <a:prstGeom prst="rect">
          <a:avLst/>
        </a:prstGeom>
        <a:noFill/>
        <a:ln w="12700" cap="flat" cmpd="sng" algn="ctr">
          <a:noFill/>
          <a:prstDash val="solid"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500" kern="1200" dirty="0">
              <a:hlinkClick xmlns:r="http://schemas.openxmlformats.org/officeDocument/2006/relationships" r:id="" action="ppaction://hlinksldjump"/>
            </a:rPr>
            <a:t>ÇEVRE</a:t>
          </a:r>
          <a:r>
            <a:rPr lang="tr-TR" sz="3500" kern="1200" dirty="0"/>
            <a:t> AÇI</a:t>
          </a:r>
        </a:p>
      </dsp:txBody>
      <dsp:txXfrm>
        <a:off x="4578794" y="3617899"/>
        <a:ext cx="3782461" cy="12103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20EAA7-C2E9-41A1-BED7-FCD69006C822}">
      <dsp:nvSpPr>
        <dsp:cNvPr id="0" name=""/>
        <dsp:cNvSpPr/>
      </dsp:nvSpPr>
      <dsp:spPr>
        <a:xfrm>
          <a:off x="0" y="0"/>
          <a:ext cx="7467600" cy="152300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800" kern="1200" dirty="0">
              <a:solidFill>
                <a:schemeClr val="bg1"/>
              </a:solidFill>
            </a:rPr>
            <a:t>Düzlemde sabit bir noktadan eşit uzaklıktaki noktalar kümesine .........</a:t>
          </a:r>
          <a:r>
            <a:rPr lang="tr-TR" sz="2800" b="1" kern="1200" dirty="0">
              <a:solidFill>
                <a:schemeClr val="bg1"/>
              </a:solidFill>
            </a:rPr>
            <a:t> </a:t>
          </a:r>
          <a:r>
            <a:rPr lang="tr-TR" sz="2800" kern="1200" dirty="0">
              <a:solidFill>
                <a:schemeClr val="bg1"/>
              </a:solidFill>
            </a:rPr>
            <a:t>denir. 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tr-T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tr-TR" sz="1400" kern="1200"/>
        </a:p>
      </dsp:txBody>
      <dsp:txXfrm>
        <a:off x="1645820" y="0"/>
        <a:ext cx="5821779" cy="1523007"/>
      </dsp:txXfrm>
    </dsp:sp>
    <dsp:sp modelId="{E1B88FE2-6AB8-4E5C-BB68-0717AE7F4602}">
      <dsp:nvSpPr>
        <dsp:cNvPr id="0" name=""/>
        <dsp:cNvSpPr/>
      </dsp:nvSpPr>
      <dsp:spPr>
        <a:xfrm>
          <a:off x="152300" y="152300"/>
          <a:ext cx="1493520" cy="121840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1000" b="-1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4779D7-CA04-4A02-B6F3-43913A4671D3}">
      <dsp:nvSpPr>
        <dsp:cNvPr id="0" name=""/>
        <dsp:cNvSpPr/>
      </dsp:nvSpPr>
      <dsp:spPr>
        <a:xfrm>
          <a:off x="0" y="1675308"/>
          <a:ext cx="7467600" cy="152300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800" kern="1200" dirty="0">
              <a:solidFill>
                <a:schemeClr val="bg1"/>
              </a:solidFill>
            </a:rPr>
            <a:t>Çemberin orta merkezinden geçen kirişe …… denir.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tr-TR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tr-TR" sz="1800" kern="1200"/>
        </a:p>
      </dsp:txBody>
      <dsp:txXfrm>
        <a:off x="1645820" y="1675308"/>
        <a:ext cx="5821779" cy="1523007"/>
      </dsp:txXfrm>
    </dsp:sp>
    <dsp:sp modelId="{37619BA3-303C-450D-8766-131CE493061F}">
      <dsp:nvSpPr>
        <dsp:cNvPr id="0" name=""/>
        <dsp:cNvSpPr/>
      </dsp:nvSpPr>
      <dsp:spPr>
        <a:xfrm>
          <a:off x="152300" y="1827609"/>
          <a:ext cx="1493520" cy="121840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6000" b="-36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57003B-48CA-4B09-89E7-B9FBB7D7FD29}">
      <dsp:nvSpPr>
        <dsp:cNvPr id="0" name=""/>
        <dsp:cNvSpPr/>
      </dsp:nvSpPr>
      <dsp:spPr>
        <a:xfrm>
          <a:off x="0" y="3350617"/>
          <a:ext cx="7467600" cy="152300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800" kern="1200" dirty="0">
              <a:solidFill>
                <a:srgbClr val="FF0000"/>
              </a:solidFill>
              <a:cs typeface="Times New Roman" pitchFamily="18" charset="0"/>
            </a:rPr>
            <a:t>Kö</a:t>
          </a:r>
          <a:r>
            <a:rPr lang="tr-TR" sz="2800" kern="1200" dirty="0">
              <a:solidFill>
                <a:srgbClr val="FF0000"/>
              </a:solidFill>
            </a:rPr>
            <a:t>ş</a:t>
          </a:r>
          <a:r>
            <a:rPr lang="tr-TR" sz="2800" kern="1200" dirty="0">
              <a:solidFill>
                <a:srgbClr val="FF0000"/>
              </a:solidFill>
              <a:cs typeface="Times New Roman" pitchFamily="18" charset="0"/>
            </a:rPr>
            <a:t>esi çemberin merkezinde olan aç</a:t>
          </a:r>
          <a:r>
            <a:rPr lang="tr-TR" sz="2800" kern="1200" dirty="0">
              <a:solidFill>
                <a:srgbClr val="FF0000"/>
              </a:solidFill>
            </a:rPr>
            <a:t>ı</a:t>
          </a:r>
          <a:r>
            <a:rPr lang="tr-TR" sz="2800" kern="1200" dirty="0">
              <a:solidFill>
                <a:srgbClr val="FF0000"/>
              </a:solidFill>
              <a:cs typeface="Times New Roman" pitchFamily="18" charset="0"/>
            </a:rPr>
            <a:t>ya ………</a:t>
          </a:r>
          <a:r>
            <a:rPr lang="tr-TR" sz="2800" b="1" kern="1200" dirty="0">
              <a:solidFill>
                <a:srgbClr val="FF0000"/>
              </a:solidFill>
              <a:cs typeface="Times New Roman" pitchFamily="18" charset="0"/>
            </a:rPr>
            <a:t> </a:t>
          </a:r>
          <a:r>
            <a:rPr lang="tr-TR" sz="2800" kern="1200" dirty="0">
              <a:solidFill>
                <a:srgbClr val="FF0000"/>
              </a:solidFill>
              <a:cs typeface="Times New Roman" pitchFamily="18" charset="0"/>
            </a:rPr>
            <a:t>denir. </a:t>
          </a:r>
          <a:endParaRPr lang="tr-TR" sz="2800" kern="1200" dirty="0">
            <a:solidFill>
              <a:srgbClr val="FF0000"/>
            </a:solidFill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tr-TR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tr-TR" sz="1800" kern="1200"/>
        </a:p>
      </dsp:txBody>
      <dsp:txXfrm>
        <a:off x="1645820" y="3350617"/>
        <a:ext cx="5821779" cy="1523007"/>
      </dsp:txXfrm>
    </dsp:sp>
    <dsp:sp modelId="{AB204F15-689C-4E04-A082-E4C63EF1CF8D}">
      <dsp:nvSpPr>
        <dsp:cNvPr id="0" name=""/>
        <dsp:cNvSpPr/>
      </dsp:nvSpPr>
      <dsp:spPr>
        <a:xfrm>
          <a:off x="152300" y="3502917"/>
          <a:ext cx="1493520" cy="121840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000" b="-6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Üstbilgi Yer Tutucusu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A828BF-8016-4B61-9386-F4D64C9005F1}" type="datetimeFigureOut">
              <a:rPr lang="tr-TR" smtClean="0"/>
              <a:pPr/>
              <a:t>11.04.2022</a:t>
            </a:fld>
            <a:endParaRPr lang="tr-TR"/>
          </a:p>
        </p:txBody>
      </p:sp>
      <p:sp>
        <p:nvSpPr>
          <p:cNvPr id="4" name="3 Slayt Görüntüsü Yer Tutucusu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4 Not Yer Tutucusu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7FEC88-2E06-470B-B832-875429853EA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8391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285A46-6038-472F-94A5-335AD94C046C}" type="slidenum">
              <a:rPr lang="tr-TR"/>
              <a:pPr/>
              <a:t>1</a:t>
            </a:fld>
            <a:endParaRPr lang="tr-TR"/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051D2BE-5A1B-419D-BB8F-6A36C09F831B}" type="slidenum">
              <a:rPr lang="tr-TR"/>
              <a:pPr/>
              <a:t>6</a:t>
            </a:fld>
            <a:endParaRPr lang="tr-TR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A45158-87A4-4D72-BEBA-F76F43CB27C9}" type="slidenum">
              <a:rPr lang="tr-TR"/>
              <a:pPr/>
              <a:t>7</a:t>
            </a:fld>
            <a:endParaRPr lang="tr-TR"/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4DDFB9-B240-4E44-AE9A-4B7E84C54C60}" type="slidenum">
              <a:rPr lang="tr-TR"/>
              <a:pPr/>
              <a:t>8</a:t>
            </a:fld>
            <a:endParaRPr lang="tr-TR"/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63C87F-0C5C-433D-8E79-4C327C135B80}" type="slidenum">
              <a:rPr lang="tr-TR"/>
              <a:pPr/>
              <a:t>10</a:t>
            </a:fld>
            <a:endParaRPr lang="tr-TR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80BA9C-27E0-4334-99CD-CCA79473C700}" type="slidenum">
              <a:rPr lang="tr-TR"/>
              <a:pPr/>
              <a:t>11</a:t>
            </a:fld>
            <a:endParaRPr lang="tr-TR"/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şlık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9" name="Alt Başlık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tr-TR"/>
              <a:t>Asıl alt başlık stilini düzenlemek için tıklatın</a:t>
            </a:r>
            <a:endParaRPr kumimoji="0" lang="en-US"/>
          </a:p>
        </p:txBody>
      </p:sp>
      <p:sp>
        <p:nvSpPr>
          <p:cNvPr id="28" name="Veri Yer Tutucusu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778BD84C-9537-47F6-8E8C-E5C0F5F97ACD}" type="datetimeFigureOut">
              <a:rPr lang="tr-TR" smtClean="0"/>
              <a:pPr/>
              <a:t>11.04.2022</a:t>
            </a:fld>
            <a:endParaRPr lang="tr-TR"/>
          </a:p>
        </p:txBody>
      </p:sp>
      <p:sp>
        <p:nvSpPr>
          <p:cNvPr id="17" name="Altbilgi Yer Tutucusu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tr-TR"/>
          </a:p>
        </p:txBody>
      </p:sp>
      <p:sp>
        <p:nvSpPr>
          <p:cNvPr id="10" name="Dikdörtgen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ikdörtgen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Dikdörtgen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Dikdörtgen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üz Bağlayıcı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Düz Bağlayıcı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Düz Bağlayıcı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Düz Bağlayıcı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Düz Bağlayıcı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Düz Bağlayıcı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Dikdörtgen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ayt Numarası Yer Tutucusu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F188D0ED-C9CD-4ADE-8318-42D5EB8F462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8" name="İçerik Yer Tutucusu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778BD84C-9537-47F6-8E8C-E5C0F5F97ACD}" type="datetimeFigureOut">
              <a:rPr lang="tr-TR" smtClean="0"/>
              <a:pPr/>
              <a:t>11.04.2022</a:t>
            </a:fld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F188D0ED-C9CD-4ADE-8318-42D5EB8F4625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0" name="Altbilgi Yer Tutucusu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778BD84C-9537-47F6-8E8C-E5C0F5F97ACD}" type="datetimeFigureOut">
              <a:rPr lang="tr-TR" smtClean="0"/>
              <a:pPr/>
              <a:t>11.04.2022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tr-TR"/>
          </a:p>
        </p:txBody>
      </p:sp>
      <p:sp>
        <p:nvSpPr>
          <p:cNvPr id="9" name="Dikdörtgen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Dikdörtgen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ikdörtgen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ikdörtgen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Düz Bağlayıcı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Düz Bağlayıcı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Düz Bağlayıcı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Düz Bağlayıcı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Düz Bağlayıcı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Dikdörtgen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Düz Bağlayıcı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F188D0ED-C9CD-4ADE-8318-42D5EB8F462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BD84C-9537-47F6-8E8C-E5C0F5F97ACD}" type="datetimeFigureOut">
              <a:rPr lang="tr-TR" smtClean="0"/>
              <a:pPr/>
              <a:t>11.04.2022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8D0ED-C9CD-4ADE-8318-42D5EB8F4625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9" name="İçerik Yer Tutucusu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1" name="İçerik Yer Tutucusu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BD84C-9537-47F6-8E8C-E5C0F5F97ACD}" type="datetimeFigureOut">
              <a:rPr lang="tr-TR" smtClean="0"/>
              <a:pPr/>
              <a:t>11.04.2022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8D0ED-C9CD-4ADE-8318-42D5EB8F4625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1" name="İçerik Yer Tutucusu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3" name="İçerik Yer Tutucusu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2" name="Metin Yer Tutucusu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14" name="Metin Yer Tutucusu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6" name="Veri Yer Tutucusu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778BD84C-9537-47F6-8E8C-E5C0F5F97ACD}" type="datetimeFigureOut">
              <a:rPr lang="tr-TR" smtClean="0"/>
              <a:pPr/>
              <a:t>11.04.2022</a:t>
            </a:fld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F188D0ED-C9CD-4ADE-8318-42D5EB8F4625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BD84C-9537-47F6-8E8C-E5C0F5F97ACD}" type="datetimeFigureOut">
              <a:rPr lang="tr-TR" smtClean="0"/>
              <a:pPr/>
              <a:t>11.04.2022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8D0ED-C9CD-4ADE-8318-42D5EB8F462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üz Bağlayıcı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8" name="Düz Bağlayıcı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Düz Bağlayıcı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Düz Bağlayıcı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Dikdörtgen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Düz Bağlayıcı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İçerik Yer Tutucusu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21" name="Veri Yer Tutucusu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778BD84C-9537-47F6-8E8C-E5C0F5F97ACD}" type="datetimeFigureOut">
              <a:rPr lang="tr-TR" smtClean="0"/>
              <a:pPr/>
              <a:t>11.04.2022</a:t>
            </a:fld>
            <a:endParaRPr lang="tr-TR"/>
          </a:p>
        </p:txBody>
      </p:sp>
      <p:sp>
        <p:nvSpPr>
          <p:cNvPr id="22" name="Slayt Numarası Yer Tutucusu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F188D0ED-C9CD-4ADE-8318-42D5EB8F4625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23" name="Altbilgi Yer Tutucusu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üz Bağlayıcı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tr-TR"/>
              <a:t>Resim eklemek için simgeyi tıklatın</a:t>
            </a:r>
            <a:endParaRPr kumimoji="0" lang="en-US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10" name="Düz Bağlayıcı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Dikdörtgen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üz Bağlayıcı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Düz Bağlayıcı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Düz Bağlayıcı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Veri Yer Tutucusu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778BD84C-9537-47F6-8E8C-E5C0F5F97ACD}" type="datetimeFigureOut">
              <a:rPr lang="tr-TR" smtClean="0"/>
              <a:pPr/>
              <a:t>11.04.2022</a:t>
            </a:fld>
            <a:endParaRPr lang="tr-TR"/>
          </a:p>
        </p:txBody>
      </p:sp>
      <p:sp>
        <p:nvSpPr>
          <p:cNvPr id="18" name="Slayt Numarası Yer Tutucusu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F188D0ED-C9CD-4ADE-8318-42D5EB8F4625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21" name="Altbilgi Yer Tutucusu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BD84C-9537-47F6-8E8C-E5C0F5F97ACD}" type="datetimeFigureOut">
              <a:rPr lang="tr-TR" smtClean="0"/>
              <a:pPr/>
              <a:t>11.04.2022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8D0ED-C9CD-4ADE-8318-42D5EB8F462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BD84C-9537-47F6-8E8C-E5C0F5F97ACD}" type="datetimeFigureOut">
              <a:rPr lang="tr-TR" smtClean="0"/>
              <a:pPr/>
              <a:t>11.04.2022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8D0ED-C9CD-4ADE-8318-42D5EB8F462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üz Bağlayıcı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Başlık Yer Tutucusu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13" name="Metin Yer Tutucusu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tr-TR"/>
              <a:t>Asıl metin stillerini düzenlemek için tıklatın</a:t>
            </a:r>
          </a:p>
          <a:p>
            <a:pPr lvl="1" eaLnBrk="1" latinLnBrk="0" hangingPunct="1"/>
            <a:r>
              <a:rPr kumimoji="0" lang="tr-TR"/>
              <a:t>İkinci düzey</a:t>
            </a:r>
          </a:p>
          <a:p>
            <a:pPr lvl="2" eaLnBrk="1" latinLnBrk="0" hangingPunct="1"/>
            <a:r>
              <a:rPr kumimoji="0" lang="tr-TR"/>
              <a:t>Üçüncü düzey</a:t>
            </a:r>
          </a:p>
          <a:p>
            <a:pPr lvl="3" eaLnBrk="1" latinLnBrk="0" hangingPunct="1"/>
            <a:r>
              <a:rPr kumimoji="0" lang="tr-TR"/>
              <a:t>Dördüncü düzey</a:t>
            </a:r>
          </a:p>
          <a:p>
            <a:pPr lvl="4" eaLnBrk="1" latinLnBrk="0" hangingPunct="1"/>
            <a:r>
              <a:rPr kumimoji="0" lang="tr-TR"/>
              <a:t>Beşinci düzey</a:t>
            </a:r>
            <a:endParaRPr kumimoji="0" lang="en-US"/>
          </a:p>
        </p:txBody>
      </p:sp>
      <p:sp>
        <p:nvSpPr>
          <p:cNvPr id="14" name="Veri Yer Tutucusu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778BD84C-9537-47F6-8E8C-E5C0F5F97ACD}" type="datetimeFigureOut">
              <a:rPr lang="tr-TR" smtClean="0"/>
              <a:pPr/>
              <a:t>11.04.2022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7" name="Düz Bağlayıcı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Düz Bağlayıcı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Dikdörtgen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üz Bağlayıcı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ayt Numarası Yer Tutucusu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F188D0ED-C9CD-4ADE-8318-42D5EB8F4625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jpg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13.xml" /><Relationship Id="rId3" Type="http://schemas.openxmlformats.org/officeDocument/2006/relationships/diagramLayout" Target="../diagrams/layout1.xml" /><Relationship Id="rId7" Type="http://schemas.openxmlformats.org/officeDocument/2006/relationships/image" Target="../media/image9.jpeg" /><Relationship Id="rId2" Type="http://schemas.openxmlformats.org/officeDocument/2006/relationships/diagramData" Target="../diagrams/data1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.xml" /><Relationship Id="rId5" Type="http://schemas.openxmlformats.org/officeDocument/2006/relationships/diagramColors" Target="../diagrams/colors1.xml" /><Relationship Id="rId4" Type="http://schemas.openxmlformats.org/officeDocument/2006/relationships/diagramQuickStyle" Target="../diagrams/quickStyle1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9.xml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9.xml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 /><Relationship Id="rId7" Type="http://schemas.openxmlformats.org/officeDocument/2006/relationships/image" Target="../media/image13.gif" /><Relationship Id="rId2" Type="http://schemas.openxmlformats.org/officeDocument/2006/relationships/diagramData" Target="../diagrams/data2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2.xml" /><Relationship Id="rId5" Type="http://schemas.openxmlformats.org/officeDocument/2006/relationships/diagramColors" Target="../diagrams/colors2.xml" /><Relationship Id="rId4" Type="http://schemas.openxmlformats.org/officeDocument/2006/relationships/diagramQuickStyle" Target="../diagrams/quickStyle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1691680" y="1316917"/>
            <a:ext cx="7772400" cy="1829761"/>
          </a:xfrm>
        </p:spPr>
        <p:txBody>
          <a:bodyPr/>
          <a:lstStyle/>
          <a:p>
            <a:r>
              <a:rPr lang="tr-TR" sz="4400" cap="none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ÇEMBERDE AÇILAR</a:t>
            </a: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9936" y="4599672"/>
            <a:ext cx="1872208" cy="1872208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9616" y="8920"/>
            <a:ext cx="2880320" cy="2231798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2235592" y="3483005"/>
            <a:ext cx="55446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/>
              <a:t>Bu slayt 7.sınıf  ünite 4 konusunda hazırlanmıştır…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>
          <a:xfrm>
            <a:off x="601216" y="4503058"/>
            <a:ext cx="8229600" cy="5577483"/>
          </a:xfrm>
        </p:spPr>
        <p:txBody>
          <a:bodyPr/>
          <a:lstStyle/>
          <a:p>
            <a:pPr>
              <a:buFont typeface="Wingdings" pitchFamily="2" charset="2"/>
              <a:buChar char="v"/>
            </a:pPr>
            <a:r>
              <a:rPr lang="tr-TR" sz="2800" dirty="0">
                <a:solidFill>
                  <a:srgbClr val="002060"/>
                </a:solidFill>
              </a:rPr>
              <a:t>Düzlemde sabit bir noktadan eşit uzaklıktaki noktalar kümesine </a:t>
            </a:r>
            <a:r>
              <a:rPr lang="tr-TR" sz="2800" b="1" dirty="0">
                <a:solidFill>
                  <a:srgbClr val="0070C0"/>
                </a:solidFill>
              </a:rPr>
              <a:t>çember</a:t>
            </a:r>
            <a:r>
              <a:rPr lang="tr-TR" sz="2800" b="1" dirty="0">
                <a:solidFill>
                  <a:srgbClr val="002060"/>
                </a:solidFill>
              </a:rPr>
              <a:t> </a:t>
            </a:r>
            <a:r>
              <a:rPr lang="tr-TR" sz="2800" dirty="0">
                <a:solidFill>
                  <a:srgbClr val="002060"/>
                </a:solidFill>
              </a:rPr>
              <a:t>denir. </a:t>
            </a:r>
          </a:p>
          <a:p>
            <a:endParaRPr lang="tr-TR" b="1" dirty="0"/>
          </a:p>
        </p:txBody>
      </p:sp>
      <p:sp>
        <p:nvSpPr>
          <p:cNvPr id="4" name="Oval 7"/>
          <p:cNvSpPr>
            <a:spLocks noChangeArrowheads="1"/>
          </p:cNvSpPr>
          <p:nvPr/>
        </p:nvSpPr>
        <p:spPr bwMode="auto">
          <a:xfrm>
            <a:off x="2923418" y="732031"/>
            <a:ext cx="3312368" cy="3311773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5" name="Line 11"/>
          <p:cNvSpPr>
            <a:spLocks noChangeShapeType="1"/>
          </p:cNvSpPr>
          <p:nvPr/>
        </p:nvSpPr>
        <p:spPr bwMode="auto">
          <a:xfrm flipH="1">
            <a:off x="4424040" y="1225081"/>
            <a:ext cx="1294954" cy="10801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6" name="Line 10"/>
          <p:cNvSpPr>
            <a:spLocks noChangeShapeType="1"/>
          </p:cNvSpPr>
          <p:nvPr/>
        </p:nvSpPr>
        <p:spPr bwMode="auto">
          <a:xfrm>
            <a:off x="4409440" y="2257755"/>
            <a:ext cx="1224136" cy="150486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7" name="6 Metin kutusu"/>
          <p:cNvSpPr txBox="1"/>
          <p:nvPr/>
        </p:nvSpPr>
        <p:spPr>
          <a:xfrm>
            <a:off x="4644008" y="2977788"/>
            <a:ext cx="288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>
                <a:solidFill>
                  <a:srgbClr val="0070C0"/>
                </a:solidFill>
              </a:rPr>
              <a:t>r</a:t>
            </a:r>
          </a:p>
        </p:txBody>
      </p:sp>
      <p:sp>
        <p:nvSpPr>
          <p:cNvPr id="8" name="7 Metin kutusu"/>
          <p:cNvSpPr txBox="1"/>
          <p:nvPr/>
        </p:nvSpPr>
        <p:spPr>
          <a:xfrm>
            <a:off x="4676610" y="1260249"/>
            <a:ext cx="305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>
                <a:solidFill>
                  <a:srgbClr val="0070C0"/>
                </a:solidFill>
              </a:rPr>
              <a:t>r</a:t>
            </a:r>
          </a:p>
        </p:txBody>
      </p:sp>
      <p:sp>
        <p:nvSpPr>
          <p:cNvPr id="9" name="8 Metin kutusu"/>
          <p:cNvSpPr txBox="1"/>
          <p:nvPr/>
        </p:nvSpPr>
        <p:spPr>
          <a:xfrm>
            <a:off x="5796136" y="701861"/>
            <a:ext cx="360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0" name="9 Metin kutusu"/>
          <p:cNvSpPr txBox="1"/>
          <p:nvPr/>
        </p:nvSpPr>
        <p:spPr>
          <a:xfrm>
            <a:off x="5718994" y="3762616"/>
            <a:ext cx="504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1" name="10 Metin kutusu"/>
          <p:cNvSpPr txBox="1"/>
          <p:nvPr/>
        </p:nvSpPr>
        <p:spPr>
          <a:xfrm>
            <a:off x="3955296" y="1892588"/>
            <a:ext cx="432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>
                <a:solidFill>
                  <a:srgbClr val="0070C0"/>
                </a:solidFill>
              </a:rPr>
              <a:t>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/>
      <p:bldP spid="8" grpId="0"/>
      <p:bldP spid="9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2" name="İçerik Yer Tutucusu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>
                <a:solidFill>
                  <a:srgbClr val="002060"/>
                </a:solidFill>
              </a:rPr>
              <a:t>Yüzük, araba lastiği, simit çembere örnektir.</a:t>
            </a:r>
          </a:p>
        </p:txBody>
      </p:sp>
      <p:pic>
        <p:nvPicPr>
          <p:cNvPr id="4" name="Resim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44963">
            <a:off x="4350649" y="3704832"/>
            <a:ext cx="2458924" cy="23077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Resim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20032">
            <a:off x="1427341" y="2504607"/>
            <a:ext cx="2079458" cy="21612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0612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75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>
          <a:xfrm>
            <a:off x="457200" y="836712"/>
            <a:ext cx="8229600" cy="5289451"/>
          </a:xfrm>
        </p:spPr>
        <p:txBody>
          <a:bodyPr/>
          <a:lstStyle/>
          <a:p>
            <a:pPr>
              <a:buFont typeface="Wingdings" pitchFamily="2" charset="2"/>
              <a:buChar char="v"/>
            </a:pPr>
            <a:r>
              <a:rPr lang="tr-TR" b="1" dirty="0">
                <a:solidFill>
                  <a:schemeClr val="accent3"/>
                </a:solidFill>
              </a:rPr>
              <a:t>YARIÇAP: </a:t>
            </a:r>
            <a:r>
              <a:rPr lang="tr-TR" dirty="0">
                <a:solidFill>
                  <a:srgbClr val="002060"/>
                </a:solidFill>
              </a:rPr>
              <a:t>Çember üzerinde alınan bir noktayı çember merkezine birleştiren doğru parçasına yarıçap</a:t>
            </a:r>
            <a:r>
              <a:rPr lang="tr-TR" b="1" dirty="0">
                <a:solidFill>
                  <a:srgbClr val="002060"/>
                </a:solidFill>
              </a:rPr>
              <a:t> </a:t>
            </a:r>
            <a:r>
              <a:rPr lang="tr-TR" dirty="0">
                <a:solidFill>
                  <a:srgbClr val="002060"/>
                </a:solidFill>
              </a:rPr>
              <a:t>denir. r</a:t>
            </a:r>
            <a:r>
              <a:rPr lang="tr-TR" b="1" dirty="0">
                <a:solidFill>
                  <a:srgbClr val="002060"/>
                </a:solidFill>
              </a:rPr>
              <a:t> </a:t>
            </a:r>
            <a:r>
              <a:rPr lang="tr-TR" dirty="0">
                <a:solidFill>
                  <a:srgbClr val="002060"/>
                </a:solidFill>
              </a:rPr>
              <a:t>harfi ile gösterilir.</a:t>
            </a:r>
          </a:p>
          <a:p>
            <a:endParaRPr lang="tr-TR" dirty="0"/>
          </a:p>
          <a:p>
            <a:pPr>
              <a:buFont typeface="Wingdings" pitchFamily="2" charset="2"/>
              <a:buChar char="v"/>
            </a:pPr>
            <a:r>
              <a:rPr lang="tr-TR" b="1" dirty="0">
                <a:solidFill>
                  <a:schemeClr val="accent3"/>
                </a:solidFill>
              </a:rPr>
              <a:t>ÇAP: </a:t>
            </a:r>
            <a:r>
              <a:rPr lang="tr-TR" dirty="0">
                <a:solidFill>
                  <a:srgbClr val="002060"/>
                </a:solidFill>
              </a:rPr>
              <a:t>Çemberin orta merkezinden geçen kirişe çap denir. Çap R harfi ile gösterilir. </a:t>
            </a:r>
          </a:p>
          <a:p>
            <a:pPr marL="109728" indent="0">
              <a:buNone/>
            </a:pPr>
            <a:endParaRPr lang="tr-TR" b="1" dirty="0">
              <a:solidFill>
                <a:schemeClr val="accent3"/>
              </a:solidFill>
            </a:endParaRPr>
          </a:p>
          <a:p>
            <a:pPr marL="109728" indent="0">
              <a:buNone/>
            </a:pPr>
            <a:r>
              <a:rPr lang="tr-TR" b="1" dirty="0">
                <a:solidFill>
                  <a:schemeClr val="accent3"/>
                </a:solidFill>
              </a:rPr>
              <a:t>    </a:t>
            </a:r>
          </a:p>
          <a:p>
            <a:endParaRPr lang="tr-TR" dirty="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30964">
            <a:off x="5292079" y="3969060"/>
            <a:ext cx="2832315" cy="21242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7"/>
          <p:cNvSpPr>
            <a:spLocks noChangeArrowheads="1"/>
          </p:cNvSpPr>
          <p:nvPr/>
        </p:nvSpPr>
        <p:spPr bwMode="auto">
          <a:xfrm>
            <a:off x="2267744" y="1196752"/>
            <a:ext cx="4464496" cy="4463901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tr-TR"/>
          </a:p>
        </p:txBody>
      </p:sp>
      <p:cxnSp>
        <p:nvCxnSpPr>
          <p:cNvPr id="26" name="25 Düz Bağlayıcı"/>
          <p:cNvCxnSpPr>
            <a:stCxn id="4" idx="2"/>
            <a:endCxn id="31" idx="0"/>
          </p:cNvCxnSpPr>
          <p:nvPr/>
        </p:nvCxnSpPr>
        <p:spPr>
          <a:xfrm>
            <a:off x="2267744" y="3428703"/>
            <a:ext cx="2196244" cy="297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8" name="27 Düz Bağlayıcı"/>
          <p:cNvCxnSpPr>
            <a:stCxn id="31" idx="0"/>
          </p:cNvCxnSpPr>
          <p:nvPr/>
        </p:nvCxnSpPr>
        <p:spPr>
          <a:xfrm flipV="1">
            <a:off x="4463988" y="1628800"/>
            <a:ext cx="1332148" cy="18002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30 Metin kutusu"/>
          <p:cNvSpPr txBox="1"/>
          <p:nvPr/>
        </p:nvSpPr>
        <p:spPr>
          <a:xfrm>
            <a:off x="4211960" y="3429000"/>
            <a:ext cx="504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/>
              <a:t>O</a:t>
            </a:r>
          </a:p>
        </p:txBody>
      </p:sp>
      <p:sp>
        <p:nvSpPr>
          <p:cNvPr id="32" name="31 Metin kutusu"/>
          <p:cNvSpPr txBox="1"/>
          <p:nvPr/>
        </p:nvSpPr>
        <p:spPr>
          <a:xfrm>
            <a:off x="1763688" y="3140968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/>
              <a:t>K</a:t>
            </a:r>
          </a:p>
        </p:txBody>
      </p:sp>
      <p:sp>
        <p:nvSpPr>
          <p:cNvPr id="33" name="32 Metin kutusu"/>
          <p:cNvSpPr txBox="1"/>
          <p:nvPr/>
        </p:nvSpPr>
        <p:spPr>
          <a:xfrm>
            <a:off x="5796136" y="1124744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/>
              <a:t>L</a:t>
            </a:r>
          </a:p>
        </p:txBody>
      </p:sp>
      <p:sp>
        <p:nvSpPr>
          <p:cNvPr id="34" name="33 Metin kutusu"/>
          <p:cNvSpPr txBox="1"/>
          <p:nvPr/>
        </p:nvSpPr>
        <p:spPr>
          <a:xfrm>
            <a:off x="3419872" y="2924944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/>
              <a:t>r</a:t>
            </a:r>
          </a:p>
        </p:txBody>
      </p:sp>
      <p:sp>
        <p:nvSpPr>
          <p:cNvPr id="36" name="35 Metin kutusu"/>
          <p:cNvSpPr txBox="1"/>
          <p:nvPr/>
        </p:nvSpPr>
        <p:spPr>
          <a:xfrm>
            <a:off x="4716016" y="2276872"/>
            <a:ext cx="504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/>
              <a:t>r</a:t>
            </a:r>
          </a:p>
        </p:txBody>
      </p:sp>
      <p:cxnSp>
        <p:nvCxnSpPr>
          <p:cNvPr id="42" name="41 Düz Bağlayıcı"/>
          <p:cNvCxnSpPr/>
          <p:nvPr/>
        </p:nvCxnSpPr>
        <p:spPr>
          <a:xfrm flipH="1" flipV="1">
            <a:off x="2915816" y="980728"/>
            <a:ext cx="2232248" cy="155775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47 Metin kutusu"/>
          <p:cNvSpPr txBox="1"/>
          <p:nvPr/>
        </p:nvSpPr>
        <p:spPr>
          <a:xfrm>
            <a:off x="1691680" y="457508"/>
            <a:ext cx="1728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>
                <a:solidFill>
                  <a:schemeClr val="accent3"/>
                </a:solidFill>
              </a:rPr>
              <a:t>yarıçap</a:t>
            </a:r>
          </a:p>
        </p:txBody>
      </p:sp>
      <p:cxnSp>
        <p:nvCxnSpPr>
          <p:cNvPr id="17" name="16 Düz Bağlayıcı"/>
          <p:cNvCxnSpPr/>
          <p:nvPr/>
        </p:nvCxnSpPr>
        <p:spPr>
          <a:xfrm flipH="1" flipV="1">
            <a:off x="2915816" y="980728"/>
            <a:ext cx="432048" cy="2448272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Düz Bağlayıcı"/>
          <p:cNvCxnSpPr>
            <a:stCxn id="31" idx="0"/>
          </p:cNvCxnSpPr>
          <p:nvPr/>
        </p:nvCxnSpPr>
        <p:spPr>
          <a:xfrm>
            <a:off x="4463988" y="3429000"/>
            <a:ext cx="3132348" cy="86409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19 Metin kutusu"/>
          <p:cNvSpPr txBox="1"/>
          <p:nvPr/>
        </p:nvSpPr>
        <p:spPr>
          <a:xfrm>
            <a:off x="7164288" y="4338682"/>
            <a:ext cx="18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>
                <a:solidFill>
                  <a:schemeClr val="accent3"/>
                </a:solidFill>
              </a:rPr>
              <a:t>merkez</a:t>
            </a:r>
          </a:p>
        </p:txBody>
      </p:sp>
      <p:cxnSp>
        <p:nvCxnSpPr>
          <p:cNvPr id="3" name="Düz Bağlayıcı 2"/>
          <p:cNvCxnSpPr/>
          <p:nvPr/>
        </p:nvCxnSpPr>
        <p:spPr>
          <a:xfrm>
            <a:off x="4499992" y="3439291"/>
            <a:ext cx="2232248" cy="26125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6" name="Metin kutusu 5"/>
          <p:cNvSpPr txBox="1"/>
          <p:nvPr/>
        </p:nvSpPr>
        <p:spPr>
          <a:xfrm>
            <a:off x="5382090" y="2920281"/>
            <a:ext cx="1296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/>
              <a:t>r</a:t>
            </a:r>
          </a:p>
        </p:txBody>
      </p:sp>
      <p:sp>
        <p:nvSpPr>
          <p:cNvPr id="10" name="Metin kutusu 9"/>
          <p:cNvSpPr txBox="1"/>
          <p:nvPr/>
        </p:nvSpPr>
        <p:spPr>
          <a:xfrm>
            <a:off x="251520" y="5660653"/>
            <a:ext cx="93070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>
                <a:solidFill>
                  <a:srgbClr val="0070C0"/>
                </a:solidFill>
              </a:rPr>
              <a:t>Çap, yarıçapın iki katıdır.</a:t>
            </a:r>
          </a:p>
          <a:p>
            <a:r>
              <a:rPr lang="tr-TR" sz="2800" dirty="0">
                <a:solidFill>
                  <a:srgbClr val="0070C0"/>
                </a:solidFill>
              </a:rPr>
              <a:t>              R=2r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1" grpId="0"/>
      <p:bldP spid="32" grpId="0"/>
      <p:bldP spid="33" grpId="0"/>
      <p:bldP spid="34" grpId="0"/>
      <p:bldP spid="36" grpId="0"/>
      <p:bldP spid="48" grpId="0"/>
      <p:bldP spid="20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4" name="Rectangle 44"/>
          <p:cNvSpPr>
            <a:spLocks noChangeArrowheads="1"/>
          </p:cNvSpPr>
          <p:nvPr/>
        </p:nvSpPr>
        <p:spPr bwMode="auto">
          <a:xfrm>
            <a:off x="3313" y="255618"/>
            <a:ext cx="8893175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marL="457200" indent="-457200" algn="l">
              <a:buFont typeface="Wingdings" pitchFamily="2" charset="2"/>
              <a:buChar char="v"/>
            </a:pPr>
            <a:r>
              <a:rPr lang="tr-TR" sz="2800" dirty="0">
                <a:solidFill>
                  <a:srgbClr val="002060"/>
                </a:solidFill>
              </a:rPr>
              <a:t>Çember üzerindeki iki noktayı birleştiren doğru parçasına</a:t>
            </a:r>
            <a:r>
              <a:rPr lang="tr-TR" sz="2800" dirty="0">
                <a:solidFill>
                  <a:srgbClr val="0070C0"/>
                </a:solidFill>
              </a:rPr>
              <a:t> </a:t>
            </a:r>
            <a:r>
              <a:rPr lang="tr-TR" sz="2800" b="1" dirty="0">
                <a:solidFill>
                  <a:srgbClr val="0070C0"/>
                </a:solidFill>
              </a:rPr>
              <a:t>kiriş</a:t>
            </a:r>
            <a:r>
              <a:rPr lang="tr-TR" sz="2800" dirty="0">
                <a:solidFill>
                  <a:srgbClr val="0070C0"/>
                </a:solidFill>
              </a:rPr>
              <a:t> </a:t>
            </a:r>
            <a:r>
              <a:rPr lang="tr-TR" sz="2800" dirty="0">
                <a:solidFill>
                  <a:srgbClr val="002060"/>
                </a:solidFill>
              </a:rPr>
              <a:t>denir. [CD] kirişi gibi.</a:t>
            </a:r>
          </a:p>
          <a:p>
            <a:pPr marL="457200" indent="-457200" algn="l">
              <a:buFont typeface="Wingdings" pitchFamily="2" charset="2"/>
              <a:buChar char="v"/>
            </a:pPr>
            <a:endParaRPr lang="tr-TR" sz="2800" dirty="0">
              <a:solidFill>
                <a:srgbClr val="002060"/>
              </a:solidFill>
            </a:endParaRPr>
          </a:p>
          <a:p>
            <a:pPr marL="457200" indent="-457200" algn="l">
              <a:buFont typeface="Wingdings" pitchFamily="2" charset="2"/>
              <a:buChar char="v"/>
            </a:pPr>
            <a:endParaRPr lang="tr-TR" sz="2800" dirty="0">
              <a:solidFill>
                <a:srgbClr val="002060"/>
              </a:solidFill>
            </a:endParaRPr>
          </a:p>
          <a:p>
            <a:pPr marL="457200" indent="-457200" algn="l">
              <a:buFont typeface="Wingdings" pitchFamily="2" charset="2"/>
              <a:buChar char="v"/>
            </a:pPr>
            <a:endParaRPr lang="tr-TR" sz="2800" dirty="0">
              <a:solidFill>
                <a:srgbClr val="002060"/>
              </a:solidFill>
            </a:endParaRPr>
          </a:p>
          <a:p>
            <a:pPr marL="457200" indent="-457200" algn="l">
              <a:buFont typeface="Wingdings" pitchFamily="2" charset="2"/>
              <a:buChar char="v"/>
            </a:pPr>
            <a:endParaRPr lang="tr-TR" sz="2800" dirty="0">
              <a:solidFill>
                <a:srgbClr val="002060"/>
              </a:solidFill>
            </a:endParaRPr>
          </a:p>
          <a:p>
            <a:pPr marL="457200" indent="-457200" algn="l">
              <a:buFont typeface="Wingdings" pitchFamily="2" charset="2"/>
              <a:buChar char="v"/>
            </a:pPr>
            <a:endParaRPr lang="tr-TR" sz="2800" dirty="0">
              <a:solidFill>
                <a:srgbClr val="002060"/>
              </a:solidFill>
            </a:endParaRPr>
          </a:p>
          <a:p>
            <a:pPr marL="457200" indent="-457200" algn="l">
              <a:buFont typeface="Wingdings" pitchFamily="2" charset="2"/>
              <a:buChar char="v"/>
            </a:pPr>
            <a:endParaRPr lang="tr-TR" sz="2800" dirty="0">
              <a:solidFill>
                <a:srgbClr val="002060"/>
              </a:solidFill>
            </a:endParaRPr>
          </a:p>
          <a:p>
            <a:pPr algn="l"/>
            <a:endParaRPr lang="tr-TR" sz="2800" dirty="0">
              <a:solidFill>
                <a:srgbClr val="002060"/>
              </a:solidFill>
            </a:endParaRPr>
          </a:p>
          <a:p>
            <a:pPr algn="l"/>
            <a:endParaRPr lang="tr-TR" sz="2800" dirty="0">
              <a:solidFill>
                <a:srgbClr val="002060"/>
              </a:solidFill>
            </a:endParaRPr>
          </a:p>
          <a:p>
            <a:pPr marL="457200" indent="-457200" algn="l">
              <a:buFont typeface="Wingdings" pitchFamily="2" charset="2"/>
              <a:buChar char="v"/>
            </a:pPr>
            <a:r>
              <a:rPr lang="tr-TR" sz="2800" dirty="0">
                <a:solidFill>
                  <a:srgbClr val="002060"/>
                </a:solidFill>
              </a:rPr>
              <a:t>En uzun kiriş merkezden geçen kiriştir. O merkezinden geçen [AB] kirişine </a:t>
            </a:r>
            <a:r>
              <a:rPr lang="tr-TR" sz="2800" b="1" dirty="0">
                <a:solidFill>
                  <a:srgbClr val="0070C0"/>
                </a:solidFill>
              </a:rPr>
              <a:t>çemberin çapı </a:t>
            </a:r>
            <a:r>
              <a:rPr lang="tr-TR" sz="2800" dirty="0">
                <a:solidFill>
                  <a:srgbClr val="002060"/>
                </a:solidFill>
              </a:rPr>
              <a:t>denir.</a:t>
            </a:r>
          </a:p>
        </p:txBody>
      </p:sp>
      <p:grpSp>
        <p:nvGrpSpPr>
          <p:cNvPr id="34" name="33 Grup"/>
          <p:cNvGrpSpPr/>
          <p:nvPr/>
        </p:nvGrpSpPr>
        <p:grpSpPr>
          <a:xfrm>
            <a:off x="3389789" y="1361807"/>
            <a:ext cx="5091410" cy="3043475"/>
            <a:chOff x="1835150" y="620713"/>
            <a:chExt cx="5091410" cy="3043475"/>
          </a:xfrm>
        </p:grpSpPr>
        <p:grpSp>
          <p:nvGrpSpPr>
            <p:cNvPr id="33" name="32 Grup"/>
            <p:cNvGrpSpPr/>
            <p:nvPr/>
          </p:nvGrpSpPr>
          <p:grpSpPr>
            <a:xfrm>
              <a:off x="1835150" y="620713"/>
              <a:ext cx="3877883" cy="2879725"/>
              <a:chOff x="1835150" y="620713"/>
              <a:chExt cx="3877883" cy="2879725"/>
            </a:xfrm>
          </p:grpSpPr>
          <p:grpSp>
            <p:nvGrpSpPr>
              <p:cNvPr id="19" name="18 Grup"/>
              <p:cNvGrpSpPr/>
              <p:nvPr/>
            </p:nvGrpSpPr>
            <p:grpSpPr>
              <a:xfrm>
                <a:off x="2339975" y="620713"/>
                <a:ext cx="2879725" cy="2879725"/>
                <a:chOff x="2339975" y="620713"/>
                <a:chExt cx="2879725" cy="2879725"/>
              </a:xfrm>
            </p:grpSpPr>
            <p:sp>
              <p:nvSpPr>
                <p:cNvPr id="5141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3492500" y="1412875"/>
                  <a:ext cx="436338" cy="5847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  <a:scene3d>
                    <a:camera prst="orthographicFront"/>
                    <a:lightRig rig="flat" dir="tl">
                      <a:rot lat="0" lon="0" rev="6600000"/>
                    </a:lightRig>
                  </a:scene3d>
                  <a:sp3d extrusionH="25400" contourW="8890">
                    <a:bevelT w="38100" h="31750"/>
                    <a:contourClr>
                      <a:schemeClr val="accent2">
                        <a:shade val="75000"/>
                      </a:schemeClr>
                    </a:contourClr>
                  </a:sp3d>
                </a:bodyPr>
                <a:lstStyle/>
                <a:p>
                  <a:pPr algn="l"/>
                  <a:r>
                    <a:rPr lang="tr-TR" sz="3200" b="1" dirty="0">
                      <a:ln w="11430"/>
                      <a:gradFill>
                        <a:gsLst>
                          <a:gs pos="0">
                            <a:schemeClr val="accent2">
                              <a:tint val="70000"/>
                              <a:satMod val="245000"/>
                            </a:schemeClr>
                          </a:gs>
                          <a:gs pos="75000">
                            <a:schemeClr val="accent2">
                              <a:tint val="90000"/>
                              <a:shade val="60000"/>
                              <a:satMod val="240000"/>
                            </a:schemeClr>
                          </a:gs>
                          <a:gs pos="100000">
                            <a:schemeClr val="accent2">
                              <a:tint val="100000"/>
                              <a:shade val="50000"/>
                              <a:satMod val="240000"/>
                            </a:schemeClr>
                          </a:gs>
                        </a:gsLst>
                        <a:lin ang="5400000"/>
                      </a:gradFill>
                      <a:effectLst>
                        <a:outerShdw blurRad="50800" dist="39000" dir="5460000" algn="tl">
                          <a:srgbClr val="000000">
                            <a:alpha val="38000"/>
                          </a:srgbClr>
                        </a:outerShdw>
                      </a:effectLst>
                    </a:rPr>
                    <a:t>o</a:t>
                  </a:r>
                </a:p>
              </p:txBody>
            </p:sp>
            <p:grpSp>
              <p:nvGrpSpPr>
                <p:cNvPr id="18" name="17 Grup"/>
                <p:cNvGrpSpPr/>
                <p:nvPr/>
              </p:nvGrpSpPr>
              <p:grpSpPr>
                <a:xfrm>
                  <a:off x="2339975" y="620713"/>
                  <a:ext cx="2879725" cy="2879725"/>
                  <a:chOff x="2339975" y="620713"/>
                  <a:chExt cx="2879725" cy="2879725"/>
                </a:xfrm>
              </p:grpSpPr>
              <p:sp>
                <p:nvSpPr>
                  <p:cNvPr id="5150" name="Oval 30"/>
                  <p:cNvSpPr>
                    <a:spLocks noChangeArrowheads="1"/>
                  </p:cNvSpPr>
                  <p:nvPr/>
                </p:nvSpPr>
                <p:spPr bwMode="auto">
                  <a:xfrm>
                    <a:off x="3708400" y="2017713"/>
                    <a:ext cx="71438" cy="71437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>
                    <a:scene3d>
                      <a:camera prst="orthographicFront"/>
                      <a:lightRig rig="flat" dir="tl">
                        <a:rot lat="0" lon="0" rev="6600000"/>
                      </a:lightRig>
                    </a:scene3d>
                    <a:sp3d extrusionH="25400" contourW="8890">
                      <a:bevelT w="38100" h="31750"/>
                      <a:contourClr>
                        <a:schemeClr val="accent2">
                          <a:shade val="75000"/>
                        </a:schemeClr>
                      </a:contourClr>
                    </a:sp3d>
                  </a:bodyPr>
                  <a:lstStyle/>
                  <a:p>
                    <a:endParaRPr lang="tr-TR" b="1">
                      <a:ln w="11430"/>
                      <a:gradFill>
                        <a:gsLst>
                          <a:gs pos="0">
                            <a:schemeClr val="accent2">
                              <a:tint val="70000"/>
                              <a:satMod val="245000"/>
                            </a:schemeClr>
                          </a:gs>
                          <a:gs pos="75000">
                            <a:schemeClr val="accent2">
                              <a:tint val="90000"/>
                              <a:shade val="60000"/>
                              <a:satMod val="240000"/>
                            </a:schemeClr>
                          </a:gs>
                          <a:gs pos="100000">
                            <a:schemeClr val="accent2">
                              <a:tint val="100000"/>
                              <a:shade val="50000"/>
                              <a:satMod val="240000"/>
                            </a:schemeClr>
                          </a:gs>
                        </a:gsLst>
                        <a:lin ang="5400000"/>
                      </a:gradFill>
                      <a:effectLst>
                        <a:outerShdw blurRad="50800" dist="39000" dir="5460000" algn="tl">
                          <a:srgbClr val="000000">
                            <a:alpha val="38000"/>
                          </a:srgbClr>
                        </a:outerShdw>
                      </a:effectLst>
                    </a:endParaRPr>
                  </a:p>
                </p:txBody>
              </p:sp>
              <p:grpSp>
                <p:nvGrpSpPr>
                  <p:cNvPr id="17" name="16 Grup"/>
                  <p:cNvGrpSpPr/>
                  <p:nvPr/>
                </p:nvGrpSpPr>
                <p:grpSpPr>
                  <a:xfrm>
                    <a:off x="2339975" y="620713"/>
                    <a:ext cx="2879725" cy="2879725"/>
                    <a:chOff x="2339975" y="620713"/>
                    <a:chExt cx="2879725" cy="2879725"/>
                  </a:xfrm>
                </p:grpSpPr>
                <p:sp>
                  <p:nvSpPr>
                    <p:cNvPr id="5136" name="Line 1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39975" y="2060575"/>
                      <a:ext cx="2879725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>
                      <a:scene3d>
                        <a:camera prst="orthographicFront"/>
                        <a:lightRig rig="flat" dir="tl">
                          <a:rot lat="0" lon="0" rev="6600000"/>
                        </a:lightRig>
                      </a:scene3d>
                      <a:sp3d extrusionH="25400" contourW="8890">
                        <a:bevelT w="38100" h="31750"/>
                        <a:contourClr>
                          <a:schemeClr val="accent2">
                            <a:shade val="75000"/>
                          </a:schemeClr>
                        </a:contourClr>
                      </a:sp3d>
                    </a:bodyPr>
                    <a:lstStyle/>
                    <a:p>
                      <a:endParaRPr lang="tr-TR" b="1">
                        <a:ln w="11430"/>
                        <a:gradFill>
                          <a:gsLst>
                            <a:gs pos="0">
                              <a:schemeClr val="accent2">
                                <a:tint val="70000"/>
                                <a:satMod val="245000"/>
                              </a:schemeClr>
                            </a:gs>
                            <a:gs pos="75000">
                              <a:schemeClr val="accent2">
                                <a:tint val="90000"/>
                                <a:shade val="60000"/>
                                <a:satMod val="240000"/>
                              </a:schemeClr>
                            </a:gs>
                            <a:gs pos="100000">
                              <a:schemeClr val="accent2">
                                <a:tint val="100000"/>
                                <a:shade val="50000"/>
                                <a:satMod val="2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outerShdw blurRad="50800" dist="39000" dir="5460000" algn="tl">
                            <a:srgbClr val="000000">
                              <a:alpha val="38000"/>
                            </a:srgbClr>
                          </a:outerShdw>
                        </a:effectLst>
                      </a:endParaRPr>
                    </a:p>
                  </p:txBody>
                </p:sp>
                <p:sp>
                  <p:nvSpPr>
                    <p:cNvPr id="5142" name="Text Box 2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43213" y="1484313"/>
                      <a:ext cx="352982" cy="584775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>
                      <a:spAutoFit/>
                      <a:scene3d>
                        <a:camera prst="orthographicFront"/>
                        <a:lightRig rig="flat" dir="tl">
                          <a:rot lat="0" lon="0" rev="6600000"/>
                        </a:lightRig>
                      </a:scene3d>
                      <a:sp3d extrusionH="25400" contourW="8890">
                        <a:bevelT w="38100" h="31750"/>
                        <a:contourClr>
                          <a:schemeClr val="accent2">
                            <a:shade val="75000"/>
                          </a:schemeClr>
                        </a:contourClr>
                      </a:sp3d>
                    </a:bodyPr>
                    <a:lstStyle/>
                    <a:p>
                      <a:pPr algn="l"/>
                      <a:r>
                        <a:rPr lang="tr-TR" sz="3200" b="1" dirty="0">
                          <a:ln w="11430"/>
                          <a:gradFill>
                            <a:gsLst>
                              <a:gs pos="0">
                                <a:schemeClr val="accent2">
                                  <a:tint val="70000"/>
                                  <a:satMod val="245000"/>
                                </a:schemeClr>
                              </a:gs>
                              <a:gs pos="75000">
                                <a:schemeClr val="accent2">
                                  <a:tint val="90000"/>
                                  <a:shade val="60000"/>
                                  <a:satMod val="240000"/>
                                </a:schemeClr>
                              </a:gs>
                              <a:gs pos="100000">
                                <a:schemeClr val="accent2">
                                  <a:tint val="100000"/>
                                  <a:shade val="50000"/>
                                  <a:satMod val="24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50800" dist="39000" dir="5460000" algn="tl">
                              <a:srgbClr val="000000">
                                <a:alpha val="38000"/>
                              </a:srgbClr>
                            </a:outerShdw>
                          </a:effectLst>
                        </a:rPr>
                        <a:t>r</a:t>
                      </a:r>
                    </a:p>
                  </p:txBody>
                </p:sp>
                <p:grpSp>
                  <p:nvGrpSpPr>
                    <p:cNvPr id="16" name="15 Grup"/>
                    <p:cNvGrpSpPr/>
                    <p:nvPr/>
                  </p:nvGrpSpPr>
                  <p:grpSpPr>
                    <a:xfrm>
                      <a:off x="2339975" y="620713"/>
                      <a:ext cx="2879725" cy="2879725"/>
                      <a:chOff x="2339975" y="620713"/>
                      <a:chExt cx="2879725" cy="2879725"/>
                    </a:xfrm>
                  </p:grpSpPr>
                  <p:sp>
                    <p:nvSpPr>
                      <p:cNvPr id="5135" name="Oval 1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339975" y="620713"/>
                        <a:ext cx="2879725" cy="2879725"/>
                      </a:xfrm>
                      <a:prstGeom prst="ellips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>
                        <a:scene3d>
                          <a:camera prst="orthographicFront"/>
                          <a:lightRig rig="flat" dir="tl">
                            <a:rot lat="0" lon="0" rev="6600000"/>
                          </a:lightRig>
                        </a:scene3d>
                        <a:sp3d extrusionH="25400" contourW="8890">
                          <a:bevelT w="38100" h="31750"/>
                          <a:contourClr>
                            <a:schemeClr val="accent2">
                              <a:shade val="75000"/>
                            </a:schemeClr>
                          </a:contourClr>
                        </a:sp3d>
                      </a:bodyPr>
                      <a:lstStyle/>
                      <a:p>
                        <a:endParaRPr lang="tr-TR" b="1">
                          <a:ln w="11430"/>
                          <a:gradFill>
                            <a:gsLst>
                              <a:gs pos="0">
                                <a:schemeClr val="accent2">
                                  <a:tint val="70000"/>
                                  <a:satMod val="245000"/>
                                </a:schemeClr>
                              </a:gs>
                              <a:gs pos="75000">
                                <a:schemeClr val="accent2">
                                  <a:tint val="90000"/>
                                  <a:shade val="60000"/>
                                  <a:satMod val="240000"/>
                                </a:schemeClr>
                              </a:gs>
                              <a:gs pos="100000">
                                <a:schemeClr val="accent2">
                                  <a:tint val="100000"/>
                                  <a:shade val="50000"/>
                                  <a:satMod val="24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50800" dist="39000" dir="5460000" algn="tl">
                              <a:srgbClr val="000000">
                                <a:alpha val="38000"/>
                              </a:srgbClr>
                            </a:outerShdw>
                          </a:effectLst>
                        </a:endParaRPr>
                      </a:p>
                    </p:txBody>
                  </p:sp>
                  <p:sp>
                    <p:nvSpPr>
                      <p:cNvPr id="5156" name="Line 36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2771775" y="2349500"/>
                        <a:ext cx="2447925" cy="719138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>
                        <a:scene3d>
                          <a:camera prst="orthographicFront"/>
                          <a:lightRig rig="flat" dir="tl">
                            <a:rot lat="0" lon="0" rev="6600000"/>
                          </a:lightRig>
                        </a:scene3d>
                        <a:sp3d extrusionH="25400" contourW="8890">
                          <a:bevelT w="38100" h="31750"/>
                          <a:contourClr>
                            <a:schemeClr val="accent2">
                              <a:shade val="75000"/>
                            </a:schemeClr>
                          </a:contourClr>
                        </a:sp3d>
                      </a:bodyPr>
                      <a:lstStyle/>
                      <a:p>
                        <a:endParaRPr lang="tr-TR" b="1">
                          <a:ln w="11430"/>
                          <a:gradFill>
                            <a:gsLst>
                              <a:gs pos="0">
                                <a:schemeClr val="accent2">
                                  <a:tint val="70000"/>
                                  <a:satMod val="245000"/>
                                </a:schemeClr>
                              </a:gs>
                              <a:gs pos="75000">
                                <a:schemeClr val="accent2">
                                  <a:tint val="90000"/>
                                  <a:shade val="60000"/>
                                  <a:satMod val="240000"/>
                                </a:schemeClr>
                              </a:gs>
                              <a:gs pos="100000">
                                <a:schemeClr val="accent2">
                                  <a:tint val="100000"/>
                                  <a:shade val="50000"/>
                                  <a:satMod val="24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50800" dist="39000" dir="5460000" algn="tl">
                              <a:srgbClr val="000000">
                                <a:alpha val="38000"/>
                              </a:srgbClr>
                            </a:outerShdw>
                          </a:effectLst>
                        </a:endParaRPr>
                      </a:p>
                    </p:txBody>
                  </p:sp>
                </p:grpSp>
              </p:grpSp>
            </p:grpSp>
          </p:grpSp>
          <p:sp>
            <p:nvSpPr>
              <p:cNvPr id="5157" name="Text Box 37"/>
              <p:cNvSpPr txBox="1">
                <a:spLocks noChangeArrowheads="1"/>
              </p:cNvSpPr>
              <p:nvPr/>
            </p:nvSpPr>
            <p:spPr bwMode="auto">
              <a:xfrm>
                <a:off x="2268538" y="2852738"/>
                <a:ext cx="477837" cy="5794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  <a:scene3d>
                  <a:camera prst="orthographicFront"/>
                  <a:lightRig rig="flat" dir="tl">
                    <a:rot lat="0" lon="0" rev="6600000"/>
                  </a:lightRig>
                </a:scene3d>
                <a:sp3d extrusionH="25400" contourW="8890">
                  <a:bevelT w="38100" h="31750"/>
                  <a:contourClr>
                    <a:schemeClr val="accent2">
                      <a:shade val="75000"/>
                    </a:schemeClr>
                  </a:contourClr>
                </a:sp3d>
              </a:bodyPr>
              <a:lstStyle/>
              <a:p>
                <a:pPr algn="l"/>
                <a:r>
                  <a:rPr lang="tr-TR" sz="3200" b="1">
                    <a:ln w="11430"/>
                    <a:gradFill>
                      <a:gsLst>
                        <a:gs pos="0">
                          <a:schemeClr val="accent2">
                            <a:tint val="70000"/>
                            <a:satMod val="245000"/>
                          </a:schemeClr>
                        </a:gs>
                        <a:gs pos="75000">
                          <a:schemeClr val="accent2">
                            <a:tint val="90000"/>
                            <a:shade val="60000"/>
                            <a:satMod val="240000"/>
                          </a:schemeClr>
                        </a:gs>
                        <a:gs pos="100000">
                          <a:schemeClr val="accent2">
                            <a:tint val="100000"/>
                            <a:shade val="50000"/>
                            <a:satMod val="240000"/>
                          </a:schemeClr>
                        </a:gs>
                      </a:gsLst>
                      <a:lin ang="5400000"/>
                    </a:gradFill>
                    <a:effectLst>
                      <a:outerShdw blurRad="50800" dist="39000" dir="5460000" algn="tl">
                        <a:srgbClr val="000000">
                          <a:alpha val="38000"/>
                        </a:srgbClr>
                      </a:outerShdw>
                    </a:effectLst>
                  </a:rPr>
                  <a:t>C</a:t>
                </a:r>
              </a:p>
            </p:txBody>
          </p:sp>
          <p:sp>
            <p:nvSpPr>
              <p:cNvPr id="5158" name="Text Box 38"/>
              <p:cNvSpPr txBox="1">
                <a:spLocks noChangeArrowheads="1"/>
              </p:cNvSpPr>
              <p:nvPr/>
            </p:nvSpPr>
            <p:spPr bwMode="auto">
              <a:xfrm>
                <a:off x="5148263" y="2276475"/>
                <a:ext cx="492443" cy="5847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  <a:scene3d>
                  <a:camera prst="orthographicFront"/>
                  <a:lightRig rig="flat" dir="tl">
                    <a:rot lat="0" lon="0" rev="6600000"/>
                  </a:lightRig>
                </a:scene3d>
                <a:sp3d extrusionH="25400" contourW="8890">
                  <a:bevelT w="38100" h="31750"/>
                  <a:contourClr>
                    <a:schemeClr val="accent2">
                      <a:shade val="75000"/>
                    </a:schemeClr>
                  </a:contourClr>
                </a:sp3d>
              </a:bodyPr>
              <a:lstStyle/>
              <a:p>
                <a:pPr algn="l"/>
                <a:r>
                  <a:rPr lang="tr-TR" sz="3200" b="1">
                    <a:ln w="11430"/>
                    <a:gradFill>
                      <a:gsLst>
                        <a:gs pos="0">
                          <a:schemeClr val="accent2">
                            <a:tint val="70000"/>
                            <a:satMod val="245000"/>
                          </a:schemeClr>
                        </a:gs>
                        <a:gs pos="75000">
                          <a:schemeClr val="accent2">
                            <a:tint val="90000"/>
                            <a:shade val="60000"/>
                            <a:satMod val="240000"/>
                          </a:schemeClr>
                        </a:gs>
                        <a:gs pos="100000">
                          <a:schemeClr val="accent2">
                            <a:tint val="100000"/>
                            <a:shade val="50000"/>
                            <a:satMod val="240000"/>
                          </a:schemeClr>
                        </a:gs>
                      </a:gsLst>
                      <a:lin ang="5400000"/>
                    </a:gradFill>
                    <a:effectLst>
                      <a:outerShdw blurRad="50800" dist="39000" dir="5460000" algn="tl">
                        <a:srgbClr val="000000">
                          <a:alpha val="38000"/>
                        </a:srgbClr>
                      </a:outerShdw>
                    </a:effectLst>
                  </a:rPr>
                  <a:t>D</a:t>
                </a:r>
              </a:p>
            </p:txBody>
          </p:sp>
          <p:sp>
            <p:nvSpPr>
              <p:cNvPr id="5159" name="Text Box 39"/>
              <p:cNvSpPr txBox="1">
                <a:spLocks noChangeArrowheads="1"/>
              </p:cNvSpPr>
              <p:nvPr/>
            </p:nvSpPr>
            <p:spPr bwMode="auto">
              <a:xfrm>
                <a:off x="5292725" y="1773238"/>
                <a:ext cx="420308" cy="5847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  <a:scene3d>
                  <a:camera prst="orthographicFront"/>
                  <a:lightRig rig="flat" dir="tl">
                    <a:rot lat="0" lon="0" rev="6600000"/>
                  </a:lightRig>
                </a:scene3d>
                <a:sp3d extrusionH="25400" contourW="8890">
                  <a:bevelT w="38100" h="31750"/>
                  <a:contourClr>
                    <a:schemeClr val="accent2">
                      <a:shade val="75000"/>
                    </a:schemeClr>
                  </a:contourClr>
                </a:sp3d>
              </a:bodyPr>
              <a:lstStyle/>
              <a:p>
                <a:pPr algn="l"/>
                <a:r>
                  <a:rPr lang="tr-TR" sz="3200" b="1">
                    <a:ln w="11430"/>
                    <a:gradFill>
                      <a:gsLst>
                        <a:gs pos="0">
                          <a:schemeClr val="accent2">
                            <a:tint val="70000"/>
                            <a:satMod val="245000"/>
                          </a:schemeClr>
                        </a:gs>
                        <a:gs pos="75000">
                          <a:schemeClr val="accent2">
                            <a:tint val="90000"/>
                            <a:shade val="60000"/>
                            <a:satMod val="240000"/>
                          </a:schemeClr>
                        </a:gs>
                        <a:gs pos="100000">
                          <a:schemeClr val="accent2">
                            <a:tint val="100000"/>
                            <a:shade val="50000"/>
                            <a:satMod val="240000"/>
                          </a:schemeClr>
                        </a:gs>
                      </a:gsLst>
                      <a:lin ang="5400000"/>
                    </a:gradFill>
                    <a:effectLst>
                      <a:outerShdw blurRad="50800" dist="39000" dir="5460000" algn="tl">
                        <a:srgbClr val="000000">
                          <a:alpha val="38000"/>
                        </a:srgbClr>
                      </a:outerShdw>
                    </a:effectLst>
                  </a:rPr>
                  <a:t>B</a:t>
                </a:r>
              </a:p>
            </p:txBody>
          </p:sp>
          <p:sp>
            <p:nvSpPr>
              <p:cNvPr id="5160" name="Text Box 40"/>
              <p:cNvSpPr txBox="1">
                <a:spLocks noChangeArrowheads="1"/>
              </p:cNvSpPr>
              <p:nvPr/>
            </p:nvSpPr>
            <p:spPr bwMode="auto">
              <a:xfrm>
                <a:off x="1835150" y="1701800"/>
                <a:ext cx="468398" cy="5847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  <a:scene3d>
                  <a:camera prst="orthographicFront"/>
                  <a:lightRig rig="flat" dir="tl">
                    <a:rot lat="0" lon="0" rev="6600000"/>
                  </a:lightRig>
                </a:scene3d>
                <a:sp3d extrusionH="25400" contourW="8890">
                  <a:bevelT w="38100" h="31750"/>
                  <a:contourClr>
                    <a:schemeClr val="accent2">
                      <a:shade val="75000"/>
                    </a:schemeClr>
                  </a:contourClr>
                </a:sp3d>
              </a:bodyPr>
              <a:lstStyle/>
              <a:p>
                <a:pPr algn="l"/>
                <a:r>
                  <a:rPr lang="tr-TR" sz="3200" b="1">
                    <a:ln w="11430"/>
                    <a:gradFill>
                      <a:gsLst>
                        <a:gs pos="0">
                          <a:schemeClr val="accent2">
                            <a:tint val="70000"/>
                            <a:satMod val="245000"/>
                          </a:schemeClr>
                        </a:gs>
                        <a:gs pos="75000">
                          <a:schemeClr val="accent2">
                            <a:tint val="90000"/>
                            <a:shade val="60000"/>
                            <a:satMod val="240000"/>
                          </a:schemeClr>
                        </a:gs>
                        <a:gs pos="100000">
                          <a:schemeClr val="accent2">
                            <a:tint val="100000"/>
                            <a:shade val="50000"/>
                            <a:satMod val="240000"/>
                          </a:schemeClr>
                        </a:gs>
                      </a:gsLst>
                      <a:lin ang="5400000"/>
                    </a:gradFill>
                    <a:effectLst>
                      <a:outerShdw blurRad="50800" dist="39000" dir="5460000" algn="tl">
                        <a:srgbClr val="000000">
                          <a:alpha val="38000"/>
                        </a:srgbClr>
                      </a:outerShdw>
                    </a:effectLst>
                  </a:rPr>
                  <a:t>A</a:t>
                </a:r>
              </a:p>
            </p:txBody>
          </p:sp>
        </p:grpSp>
        <p:sp>
          <p:nvSpPr>
            <p:cNvPr id="5161" name="Text Box 41"/>
            <p:cNvSpPr txBox="1">
              <a:spLocks noChangeArrowheads="1"/>
            </p:cNvSpPr>
            <p:nvPr/>
          </p:nvSpPr>
          <p:spPr bwMode="auto">
            <a:xfrm>
              <a:off x="5508104" y="3140968"/>
              <a:ext cx="933269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  <a:scene3d>
                <a:camera prst="orthographicFront"/>
                <a:lightRig rig="flat" dir="tl">
                  <a:rot lat="0" lon="0" rev="6600000"/>
                </a:lightRig>
              </a:scene3d>
              <a:sp3d extrusionH="25400" contourW="8890">
                <a:bevelT w="38100" h="31750"/>
                <a:contourClr>
                  <a:schemeClr val="accent2">
                    <a:shade val="75000"/>
                  </a:schemeClr>
                </a:contourClr>
              </a:sp3d>
            </a:bodyPr>
            <a:lstStyle/>
            <a:p>
              <a:pPr algn="l"/>
              <a:r>
                <a:rPr lang="tr-TR" sz="2800" b="1" dirty="0">
                  <a:ln w="11430"/>
                  <a:gradFill>
                    <a:gsLst>
                      <a:gs pos="0">
                        <a:schemeClr val="accent2">
                          <a:tint val="70000"/>
                          <a:satMod val="245000"/>
                        </a:schemeClr>
                      </a:gs>
                      <a:gs pos="75000">
                        <a:schemeClr val="accent2">
                          <a:tint val="90000"/>
                          <a:shade val="60000"/>
                          <a:satMod val="240000"/>
                        </a:schemeClr>
                      </a:gs>
                      <a:gs pos="100000">
                        <a:schemeClr val="accent2">
                          <a:tint val="100000"/>
                          <a:shade val="50000"/>
                          <a:satMod val="240000"/>
                        </a:schemeClr>
                      </a:gs>
                    </a:gsLst>
                    <a:lin ang="5400000"/>
                  </a:gradFill>
                  <a:effectLst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</a:rPr>
                <a:t>kiriş</a:t>
              </a:r>
            </a:p>
          </p:txBody>
        </p:sp>
        <p:sp>
          <p:nvSpPr>
            <p:cNvPr id="5163" name="AutoShape 43"/>
            <p:cNvSpPr>
              <a:spLocks/>
            </p:cNvSpPr>
            <p:nvPr/>
          </p:nvSpPr>
          <p:spPr bwMode="auto">
            <a:xfrm>
              <a:off x="6012160" y="1412776"/>
              <a:ext cx="914400" cy="331788"/>
            </a:xfrm>
            <a:prstGeom prst="accentCallout2">
              <a:avLst>
                <a:gd name="adj1" fmla="val 34449"/>
                <a:gd name="adj2" fmla="val -8333"/>
                <a:gd name="adj3" fmla="val 34449"/>
                <a:gd name="adj4" fmla="val -76218"/>
                <a:gd name="adj5" fmla="val 202870"/>
                <a:gd name="adj6" fmla="val -146875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cene3d>
                <a:camera prst="orthographicFront"/>
                <a:lightRig rig="flat" dir="tl">
                  <a:rot lat="0" lon="0" rev="6600000"/>
                </a:lightRig>
              </a:scene3d>
              <a:sp3d extrusionH="25400" contourW="8890">
                <a:bevelT w="38100" h="31750"/>
                <a:contourClr>
                  <a:schemeClr val="accent2">
                    <a:shade val="75000"/>
                  </a:schemeClr>
                </a:contourClr>
              </a:sp3d>
            </a:bodyPr>
            <a:lstStyle/>
            <a:p>
              <a:r>
                <a:rPr lang="tr-TR" sz="2800" b="1" dirty="0">
                  <a:ln w="11430"/>
                  <a:gradFill>
                    <a:gsLst>
                      <a:gs pos="0">
                        <a:schemeClr val="accent2">
                          <a:tint val="70000"/>
                          <a:satMod val="245000"/>
                        </a:schemeClr>
                      </a:gs>
                      <a:gs pos="75000">
                        <a:schemeClr val="accent2">
                          <a:tint val="90000"/>
                          <a:shade val="60000"/>
                          <a:satMod val="240000"/>
                        </a:schemeClr>
                      </a:gs>
                      <a:gs pos="100000">
                        <a:schemeClr val="accent2">
                          <a:tint val="100000"/>
                          <a:shade val="50000"/>
                          <a:satMod val="240000"/>
                        </a:schemeClr>
                      </a:gs>
                    </a:gsLst>
                    <a:lin ang="5400000"/>
                  </a:gradFill>
                  <a:effectLst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</a:rPr>
                <a:t>çap</a:t>
              </a:r>
            </a:p>
          </p:txBody>
        </p:sp>
        <p:cxnSp>
          <p:nvCxnSpPr>
            <p:cNvPr id="29" name="28 Düz Bağlayıcı"/>
            <p:cNvCxnSpPr/>
            <p:nvPr/>
          </p:nvCxnSpPr>
          <p:spPr>
            <a:xfrm>
              <a:off x="4067944" y="2708920"/>
              <a:ext cx="1440160" cy="69365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1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6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251520" y="3326785"/>
            <a:ext cx="7704856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457200" indent="-457200" algn="l">
              <a:buFont typeface="Wingdings" pitchFamily="2" charset="2"/>
              <a:buChar char="v"/>
            </a:pPr>
            <a:r>
              <a:rPr lang="tr-TR" sz="2800" dirty="0">
                <a:solidFill>
                  <a:srgbClr val="002060"/>
                </a:solidFill>
              </a:rPr>
              <a:t>Çemberin merkezindeki 360° lik açı çember yayının tamamını görür.</a:t>
            </a:r>
          </a:p>
          <a:p>
            <a:pPr marL="457200" indent="-457200" algn="l">
              <a:buFont typeface="Wingdings" pitchFamily="2" charset="2"/>
              <a:buChar char="v"/>
            </a:pPr>
            <a:endParaRPr lang="tr-TR" sz="2800" dirty="0">
              <a:solidFill>
                <a:srgbClr val="002060"/>
              </a:solidFill>
            </a:endParaRPr>
          </a:p>
          <a:p>
            <a:pPr algn="l"/>
            <a:r>
              <a:rPr lang="tr-TR" sz="2800" dirty="0">
                <a:solidFill>
                  <a:srgbClr val="002060"/>
                </a:solidFill>
              </a:rPr>
              <a:t> </a:t>
            </a:r>
          </a:p>
          <a:p>
            <a:pPr marL="457200" indent="-457200" algn="l">
              <a:buFont typeface="Wingdings" pitchFamily="2" charset="2"/>
              <a:buChar char="v"/>
            </a:pPr>
            <a:r>
              <a:rPr lang="tr-TR" sz="2800" dirty="0">
                <a:solidFill>
                  <a:srgbClr val="002060"/>
                </a:solidFill>
              </a:rPr>
              <a:t>Çember yayının açısal değeri 360° dir. </a:t>
            </a:r>
          </a:p>
        </p:txBody>
      </p:sp>
      <p:grpSp>
        <p:nvGrpSpPr>
          <p:cNvPr id="16" name="15 Grup"/>
          <p:cNvGrpSpPr/>
          <p:nvPr/>
        </p:nvGrpSpPr>
        <p:grpSpPr>
          <a:xfrm>
            <a:off x="5209426" y="245818"/>
            <a:ext cx="2895600" cy="2879725"/>
            <a:chOff x="2987675" y="2420938"/>
            <a:chExt cx="2895600" cy="2879725"/>
          </a:xfrm>
        </p:grpSpPr>
        <p:grpSp>
          <p:nvGrpSpPr>
            <p:cNvPr id="14" name="13 Grup"/>
            <p:cNvGrpSpPr/>
            <p:nvPr/>
          </p:nvGrpSpPr>
          <p:grpSpPr>
            <a:xfrm>
              <a:off x="2987675" y="2420938"/>
              <a:ext cx="2895600" cy="2879725"/>
              <a:chOff x="2987675" y="2420938"/>
              <a:chExt cx="2895600" cy="2879725"/>
            </a:xfrm>
          </p:grpSpPr>
          <p:grpSp>
            <p:nvGrpSpPr>
              <p:cNvPr id="13" name="12 Grup"/>
              <p:cNvGrpSpPr/>
              <p:nvPr/>
            </p:nvGrpSpPr>
            <p:grpSpPr>
              <a:xfrm>
                <a:off x="2987675" y="2420938"/>
                <a:ext cx="2895600" cy="2879725"/>
                <a:chOff x="2987675" y="2420938"/>
                <a:chExt cx="2895600" cy="2879725"/>
              </a:xfrm>
            </p:grpSpPr>
            <p:sp>
              <p:nvSpPr>
                <p:cNvPr id="4106" name="Line 10"/>
                <p:cNvSpPr>
                  <a:spLocks noChangeShapeType="1"/>
                </p:cNvSpPr>
                <p:nvPr/>
              </p:nvSpPr>
              <p:spPr bwMode="auto">
                <a:xfrm>
                  <a:off x="4443413" y="3860800"/>
                  <a:ext cx="1439862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tr-TR"/>
                </a:p>
              </p:txBody>
            </p:sp>
            <p:grpSp>
              <p:nvGrpSpPr>
                <p:cNvPr id="12" name="11 Grup"/>
                <p:cNvGrpSpPr/>
                <p:nvPr/>
              </p:nvGrpSpPr>
              <p:grpSpPr>
                <a:xfrm>
                  <a:off x="2987675" y="2420938"/>
                  <a:ext cx="2879725" cy="2879725"/>
                  <a:chOff x="2987675" y="2420938"/>
                  <a:chExt cx="2879725" cy="2879725"/>
                </a:xfrm>
              </p:grpSpPr>
              <p:sp>
                <p:nvSpPr>
                  <p:cNvPr id="4102" name="Oval 6"/>
                  <p:cNvSpPr>
                    <a:spLocks noChangeArrowheads="1"/>
                  </p:cNvSpPr>
                  <p:nvPr/>
                </p:nvSpPr>
                <p:spPr bwMode="auto">
                  <a:xfrm>
                    <a:off x="2987675" y="2420938"/>
                    <a:ext cx="2879725" cy="2879725"/>
                  </a:xfrm>
                  <a:prstGeom prst="ellipse">
                    <a:avLst/>
                  </a:prstGeom>
                  <a:noFill/>
                  <a:ln w="571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tr-TR"/>
                  </a:p>
                </p:txBody>
              </p:sp>
              <p:grpSp>
                <p:nvGrpSpPr>
                  <p:cNvPr id="2" name="Group 7"/>
                  <p:cNvGrpSpPr>
                    <a:grpSpLocks/>
                  </p:cNvGrpSpPr>
                  <p:nvPr/>
                </p:nvGrpSpPr>
                <p:grpSpPr bwMode="auto">
                  <a:xfrm>
                    <a:off x="4140200" y="3213100"/>
                    <a:ext cx="431800" cy="682625"/>
                    <a:chOff x="2018" y="1616"/>
                    <a:chExt cx="272" cy="430"/>
                  </a:xfrm>
                </p:grpSpPr>
                <p:sp>
                  <p:nvSpPr>
                    <p:cNvPr id="4104" name="Oval 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76" y="2001"/>
                      <a:ext cx="45" cy="45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tr-TR"/>
                    </a:p>
                  </p:txBody>
                </p:sp>
                <p:sp>
                  <p:nvSpPr>
                    <p:cNvPr id="4105" name="Text Box 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018" y="1616"/>
                      <a:ext cx="272" cy="365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lang="tr-TR" sz="3200" b="1" dirty="0"/>
                        <a:t>o</a:t>
                      </a:r>
                    </a:p>
                  </p:txBody>
                </p:sp>
              </p:grpSp>
              <p:sp>
                <p:nvSpPr>
                  <p:cNvPr id="4108" name="Oval 12"/>
                  <p:cNvSpPr>
                    <a:spLocks noChangeArrowheads="1"/>
                  </p:cNvSpPr>
                  <p:nvPr/>
                </p:nvSpPr>
                <p:spPr bwMode="auto">
                  <a:xfrm>
                    <a:off x="3924300" y="3357563"/>
                    <a:ext cx="936625" cy="936625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tr-TR"/>
                  </a:p>
                </p:txBody>
              </p:sp>
            </p:grpSp>
          </p:grpSp>
          <p:sp>
            <p:nvSpPr>
              <p:cNvPr id="4110" name="AutoShape 14"/>
              <p:cNvSpPr>
                <a:spLocks noChangeArrowheads="1"/>
              </p:cNvSpPr>
              <p:nvPr/>
            </p:nvSpPr>
            <p:spPr bwMode="auto">
              <a:xfrm>
                <a:off x="4730750" y="3803650"/>
                <a:ext cx="215900" cy="215900"/>
              </a:xfrm>
              <a:prstGeom prst="triangle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tr-TR"/>
              </a:p>
            </p:txBody>
          </p:sp>
        </p:grpSp>
        <p:sp>
          <p:nvSpPr>
            <p:cNvPr id="4112" name="Text Box 16"/>
            <p:cNvSpPr txBox="1">
              <a:spLocks noChangeArrowheads="1"/>
            </p:cNvSpPr>
            <p:nvPr/>
          </p:nvSpPr>
          <p:spPr bwMode="auto">
            <a:xfrm>
              <a:off x="4140200" y="2924175"/>
              <a:ext cx="614271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tr-TR" sz="1800" b="1" dirty="0">
                  <a:solidFill>
                    <a:srgbClr val="0070C0"/>
                  </a:solidFill>
                </a:rPr>
                <a:t>360</a:t>
              </a:r>
              <a:r>
                <a:rPr lang="tr-TR" sz="1800" b="1" baseline="30000" dirty="0">
                  <a:solidFill>
                    <a:srgbClr val="0070C0"/>
                  </a:solidFill>
                </a:rPr>
                <a:t>0</a:t>
              </a:r>
            </a:p>
          </p:txBody>
        </p:sp>
      </p:grpSp>
      <p:pic>
        <p:nvPicPr>
          <p:cNvPr id="5" name="Resi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03" y="420648"/>
            <a:ext cx="2346598" cy="18141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106392" y="1153309"/>
            <a:ext cx="78486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/>
            <a:r>
              <a:rPr lang="tr-TR" sz="2800" dirty="0">
                <a:solidFill>
                  <a:srgbClr val="002060"/>
                </a:solidFill>
              </a:rPr>
              <a:t>Çap çember yayını iki eşit parçaya ayırır. Her bir parça 180° dir. </a:t>
            </a:r>
          </a:p>
        </p:txBody>
      </p:sp>
      <p:grpSp>
        <p:nvGrpSpPr>
          <p:cNvPr id="20" name="19 Grup"/>
          <p:cNvGrpSpPr/>
          <p:nvPr/>
        </p:nvGrpSpPr>
        <p:grpSpPr>
          <a:xfrm>
            <a:off x="2339975" y="1630363"/>
            <a:ext cx="3876675" cy="3606800"/>
            <a:chOff x="2339975" y="1630363"/>
            <a:chExt cx="3876675" cy="3606800"/>
          </a:xfrm>
        </p:grpSpPr>
        <p:sp>
          <p:nvSpPr>
            <p:cNvPr id="6154" name="Oval 10"/>
            <p:cNvSpPr>
              <a:spLocks noChangeArrowheads="1"/>
            </p:cNvSpPr>
            <p:nvPr/>
          </p:nvSpPr>
          <p:spPr bwMode="auto">
            <a:xfrm>
              <a:off x="4232275" y="3406775"/>
              <a:ext cx="71438" cy="7143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6155" name="Text Box 11"/>
            <p:cNvSpPr txBox="1">
              <a:spLocks noChangeArrowheads="1"/>
            </p:cNvSpPr>
            <p:nvPr/>
          </p:nvSpPr>
          <p:spPr bwMode="auto">
            <a:xfrm>
              <a:off x="4067175" y="2781300"/>
              <a:ext cx="431800" cy="579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tr-TR" sz="3200" b="1" dirty="0"/>
                <a:t>o</a:t>
              </a:r>
            </a:p>
          </p:txBody>
        </p:sp>
        <p:grpSp>
          <p:nvGrpSpPr>
            <p:cNvPr id="19" name="18 Grup"/>
            <p:cNvGrpSpPr/>
            <p:nvPr/>
          </p:nvGrpSpPr>
          <p:grpSpPr>
            <a:xfrm>
              <a:off x="2339975" y="1630363"/>
              <a:ext cx="3876675" cy="3606800"/>
              <a:chOff x="2339975" y="1630363"/>
              <a:chExt cx="3876675" cy="3606800"/>
            </a:xfrm>
          </p:grpSpPr>
          <p:grpSp>
            <p:nvGrpSpPr>
              <p:cNvPr id="16" name="15 Grup"/>
              <p:cNvGrpSpPr/>
              <p:nvPr/>
            </p:nvGrpSpPr>
            <p:grpSpPr>
              <a:xfrm>
                <a:off x="2843213" y="1989138"/>
                <a:ext cx="2908300" cy="2879725"/>
                <a:chOff x="2843213" y="1989138"/>
                <a:chExt cx="2908300" cy="2879725"/>
              </a:xfrm>
            </p:grpSpPr>
            <p:grpSp>
              <p:nvGrpSpPr>
                <p:cNvPr id="15" name="14 Grup"/>
                <p:cNvGrpSpPr/>
                <p:nvPr/>
              </p:nvGrpSpPr>
              <p:grpSpPr>
                <a:xfrm>
                  <a:off x="2843213" y="1989138"/>
                  <a:ext cx="2881312" cy="2879725"/>
                  <a:chOff x="2843213" y="1989138"/>
                  <a:chExt cx="2881312" cy="2879725"/>
                </a:xfrm>
              </p:grpSpPr>
              <p:sp>
                <p:nvSpPr>
                  <p:cNvPr id="6184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2843213" y="3429000"/>
                    <a:ext cx="2881312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anchor="ctr">
                    <a:spAutoFit/>
                  </a:bodyPr>
                  <a:lstStyle/>
                  <a:p>
                    <a:endParaRPr lang="tr-TR"/>
                  </a:p>
                </p:txBody>
              </p:sp>
              <p:sp>
                <p:nvSpPr>
                  <p:cNvPr id="6150" name="Oval 6"/>
                  <p:cNvSpPr>
                    <a:spLocks noChangeArrowheads="1"/>
                  </p:cNvSpPr>
                  <p:nvPr/>
                </p:nvSpPr>
                <p:spPr bwMode="auto">
                  <a:xfrm>
                    <a:off x="2843213" y="1989138"/>
                    <a:ext cx="2879725" cy="2879725"/>
                  </a:xfrm>
                  <a:prstGeom prst="ellipse">
                    <a:avLst/>
                  </a:prstGeom>
                  <a:noFill/>
                  <a:ln w="571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tr-TR"/>
                  </a:p>
                </p:txBody>
              </p:sp>
            </p:grpSp>
            <p:sp>
              <p:nvSpPr>
                <p:cNvPr id="6157" name="Oval 13"/>
                <p:cNvSpPr>
                  <a:spLocks noChangeArrowheads="1"/>
                </p:cNvSpPr>
                <p:nvPr/>
              </p:nvSpPr>
              <p:spPr bwMode="auto">
                <a:xfrm>
                  <a:off x="5680075" y="3357563"/>
                  <a:ext cx="71438" cy="71437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tr-TR"/>
                </a:p>
              </p:txBody>
            </p:sp>
          </p:grpSp>
          <p:grpSp>
            <p:nvGrpSpPr>
              <p:cNvPr id="18" name="17 Grup"/>
              <p:cNvGrpSpPr/>
              <p:nvPr/>
            </p:nvGrpSpPr>
            <p:grpSpPr>
              <a:xfrm>
                <a:off x="2339975" y="1630363"/>
                <a:ext cx="3876675" cy="3606800"/>
                <a:chOff x="2339975" y="1630363"/>
                <a:chExt cx="3876675" cy="3606800"/>
              </a:xfrm>
            </p:grpSpPr>
            <p:sp>
              <p:nvSpPr>
                <p:cNvPr id="6158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3922713" y="1630363"/>
                  <a:ext cx="649287" cy="3667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tr-TR" sz="1800" b="1" dirty="0"/>
                    <a:t>180</a:t>
                  </a:r>
                  <a:r>
                    <a:rPr lang="tr-TR" sz="1800" b="1" baseline="30000" dirty="0"/>
                    <a:t>0</a:t>
                  </a:r>
                </a:p>
              </p:txBody>
            </p:sp>
            <p:sp>
              <p:nvSpPr>
                <p:cNvPr id="6159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3922713" y="4870450"/>
                  <a:ext cx="649287" cy="36671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tr-TR" sz="1800" b="1" dirty="0"/>
                    <a:t>180</a:t>
                  </a:r>
                  <a:r>
                    <a:rPr lang="tr-TR" sz="1800" b="1" baseline="30000" dirty="0"/>
                    <a:t>0</a:t>
                  </a:r>
                </a:p>
              </p:txBody>
            </p:sp>
            <p:grpSp>
              <p:nvGrpSpPr>
                <p:cNvPr id="17" name="16 Grup"/>
                <p:cNvGrpSpPr/>
                <p:nvPr/>
              </p:nvGrpSpPr>
              <p:grpSpPr>
                <a:xfrm>
                  <a:off x="2339975" y="3213100"/>
                  <a:ext cx="3876675" cy="366713"/>
                  <a:chOff x="2339975" y="3213100"/>
                  <a:chExt cx="3876675" cy="366713"/>
                </a:xfrm>
              </p:grpSpPr>
              <p:sp>
                <p:nvSpPr>
                  <p:cNvPr id="6151" name="Text Box 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39975" y="3213100"/>
                    <a:ext cx="349250" cy="36671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tr-TR" sz="1800" b="1" dirty="0"/>
                      <a:t>A</a:t>
                    </a:r>
                    <a:endParaRPr lang="tr-TR" sz="1800" b="1" baseline="30000" dirty="0"/>
                  </a:p>
                </p:txBody>
              </p:sp>
              <p:sp>
                <p:nvSpPr>
                  <p:cNvPr id="6152" name="Text Box 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867400" y="3213100"/>
                    <a:ext cx="349250" cy="36671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tr-TR" sz="1800" b="1"/>
                      <a:t>B</a:t>
                    </a:r>
                    <a:endParaRPr lang="tr-TR" sz="1800" b="1" baseline="30000"/>
                  </a:p>
                </p:txBody>
              </p:sp>
              <p:sp>
                <p:nvSpPr>
                  <p:cNvPr id="6182" name="Oval 38"/>
                  <p:cNvSpPr>
                    <a:spLocks noChangeArrowheads="1"/>
                  </p:cNvSpPr>
                  <p:nvPr/>
                </p:nvSpPr>
                <p:spPr bwMode="auto">
                  <a:xfrm>
                    <a:off x="2814638" y="3357563"/>
                    <a:ext cx="71437" cy="71437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tr-TR"/>
                  </a:p>
                </p:txBody>
              </p:sp>
            </p:grpSp>
          </p:grpSp>
        </p:grpSp>
      </p:grpSp>
      <p:sp>
        <p:nvSpPr>
          <p:cNvPr id="6185" name="Rectangle 41"/>
          <p:cNvSpPr>
            <a:spLocks noChangeArrowheads="1"/>
          </p:cNvSpPr>
          <p:nvPr/>
        </p:nvSpPr>
        <p:spPr bwMode="auto">
          <a:xfrm>
            <a:off x="1619672" y="5517232"/>
            <a:ext cx="6335320" cy="95410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l"/>
            <a:r>
              <a:rPr lang="tr-TR" sz="2800" dirty="0">
                <a:solidFill>
                  <a:schemeClr val="accent2">
                    <a:lumMod val="50000"/>
                  </a:schemeClr>
                </a:solidFill>
              </a:rPr>
              <a:t>Çemberi kesen en uzun kiriş </a:t>
            </a:r>
            <a:r>
              <a:rPr lang="tr-TR" sz="2800" u="sng" dirty="0">
                <a:solidFill>
                  <a:srgbClr val="0070C0"/>
                </a:solidFill>
              </a:rPr>
              <a:t>çemberin çapıdır.</a:t>
            </a:r>
          </a:p>
        </p:txBody>
      </p:sp>
      <p:sp>
        <p:nvSpPr>
          <p:cNvPr id="6186" name="Rectangle 42"/>
          <p:cNvSpPr>
            <a:spLocks noGrp="1" noChangeArrowheads="1"/>
          </p:cNvSpPr>
          <p:nvPr>
            <p:ph type="title"/>
          </p:nvPr>
        </p:nvSpPr>
        <p:spPr>
          <a:xfrm>
            <a:off x="307400" y="247125"/>
            <a:ext cx="8388424" cy="882352"/>
          </a:xfrm>
          <a:solidFill>
            <a:schemeClr val="bg1"/>
          </a:solidFill>
          <a:ln/>
        </p:spPr>
        <p:txBody>
          <a:bodyPr>
            <a:normAutofit/>
          </a:bodyPr>
          <a:lstStyle/>
          <a:p>
            <a:r>
              <a:rPr lang="tr-TR" sz="3600" b="1" cap="none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ÇEMBERDE AÇI ÖZELLİKLERİ </a:t>
            </a: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5262183"/>
            <a:ext cx="1336575" cy="1334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1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1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1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1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1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0"/>
                            </p:stCondLst>
                            <p:childTnLst>
                              <p:par>
                                <p:cTn id="28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/>
      <p:bldP spid="6185" grpId="0" animBg="1"/>
      <p:bldP spid="618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İçerik Yer Tutucusu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229278328"/>
              </p:ext>
            </p:extLst>
          </p:nvPr>
        </p:nvGraphicFramePr>
        <p:xfrm>
          <a:off x="457200" y="548680"/>
          <a:ext cx="8363272" cy="5760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" name="Resim 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548680"/>
            <a:ext cx="2461028" cy="1872208"/>
          </a:xfrm>
          <a:prstGeom prst="rect">
            <a:avLst/>
          </a:prstGeom>
        </p:spPr>
      </p:pic>
      <p:sp>
        <p:nvSpPr>
          <p:cNvPr id="3" name="Metin kutusu 2"/>
          <p:cNvSpPr txBox="1"/>
          <p:nvPr/>
        </p:nvSpPr>
        <p:spPr>
          <a:xfrm>
            <a:off x="2249200" y="5697376"/>
            <a:ext cx="4032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>
                <a:solidFill>
                  <a:srgbClr val="0070C0"/>
                </a:solidFill>
              </a:rPr>
              <a:t>DEĞERLENDİRME</a:t>
            </a:r>
          </a:p>
        </p:txBody>
      </p:sp>
      <p:sp>
        <p:nvSpPr>
          <p:cNvPr id="5" name="Sağ Ok 4">
            <a:hlinkClick r:id="rId8" action="ppaction://hlinksldjump"/>
          </p:cNvPr>
          <p:cNvSpPr/>
          <p:nvPr/>
        </p:nvSpPr>
        <p:spPr>
          <a:xfrm>
            <a:off x="6084168" y="5697376"/>
            <a:ext cx="792088" cy="5232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29001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P spid="3" grpId="0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226448" y="1330622"/>
            <a:ext cx="5472607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457200" indent="-457200" algn="l">
              <a:buFont typeface="Wingdings" pitchFamily="2" charset="2"/>
              <a:buChar char="v"/>
            </a:pPr>
            <a:r>
              <a:rPr lang="tr-TR" sz="2800" dirty="0">
                <a:solidFill>
                  <a:schemeClr val="accent2">
                    <a:lumMod val="50000"/>
                  </a:schemeClr>
                </a:solidFill>
                <a:cs typeface="Times New Roman" pitchFamily="18" charset="0"/>
              </a:rPr>
              <a:t>Kö</a:t>
            </a:r>
            <a:r>
              <a:rPr lang="tr-TR" sz="2800" dirty="0">
                <a:solidFill>
                  <a:schemeClr val="accent2">
                    <a:lumMod val="50000"/>
                  </a:schemeClr>
                </a:solidFill>
              </a:rPr>
              <a:t>ş</a:t>
            </a:r>
            <a:r>
              <a:rPr lang="tr-TR" sz="2800" dirty="0">
                <a:solidFill>
                  <a:schemeClr val="accent2">
                    <a:lumMod val="50000"/>
                  </a:schemeClr>
                </a:solidFill>
                <a:cs typeface="Times New Roman" pitchFamily="18" charset="0"/>
              </a:rPr>
              <a:t>esi çemberin merkezinde olan aç</a:t>
            </a:r>
            <a:r>
              <a:rPr lang="tr-TR" sz="2800" dirty="0">
                <a:solidFill>
                  <a:schemeClr val="accent2">
                    <a:lumMod val="50000"/>
                  </a:schemeClr>
                </a:solidFill>
              </a:rPr>
              <a:t>ı</a:t>
            </a:r>
            <a:r>
              <a:rPr lang="tr-TR" sz="2800" dirty="0">
                <a:solidFill>
                  <a:schemeClr val="accent2">
                    <a:lumMod val="50000"/>
                  </a:schemeClr>
                </a:solidFill>
                <a:cs typeface="Times New Roman" pitchFamily="18" charset="0"/>
              </a:rPr>
              <a:t>ya </a:t>
            </a:r>
            <a:r>
              <a:rPr lang="tr-TR" sz="2800" b="1" dirty="0">
                <a:solidFill>
                  <a:srgbClr val="0070C0"/>
                </a:solidFill>
                <a:cs typeface="Times New Roman" pitchFamily="18" charset="0"/>
              </a:rPr>
              <a:t>merkez aç</a:t>
            </a:r>
            <a:r>
              <a:rPr lang="tr-TR" sz="2800" b="1" dirty="0">
                <a:solidFill>
                  <a:srgbClr val="0070C0"/>
                </a:solidFill>
              </a:rPr>
              <a:t>ı</a:t>
            </a:r>
            <a:r>
              <a:rPr lang="tr-TR" sz="2800" b="1" dirty="0">
                <a:solidFill>
                  <a:srgbClr val="0070C0"/>
                </a:solidFill>
                <a:cs typeface="Times New Roman" pitchFamily="18" charset="0"/>
              </a:rPr>
              <a:t> </a:t>
            </a:r>
            <a:r>
              <a:rPr lang="tr-TR" sz="2800" dirty="0">
                <a:solidFill>
                  <a:schemeClr val="accent2">
                    <a:lumMod val="50000"/>
                  </a:schemeClr>
                </a:solidFill>
                <a:cs typeface="Times New Roman" pitchFamily="18" charset="0"/>
              </a:rPr>
              <a:t>denir. </a:t>
            </a:r>
            <a:endParaRPr lang="tr-TR" sz="28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185" name="Rectangle 17"/>
          <p:cNvSpPr>
            <a:spLocks noChangeArrowheads="1"/>
          </p:cNvSpPr>
          <p:nvPr/>
        </p:nvSpPr>
        <p:spPr bwMode="auto">
          <a:xfrm>
            <a:off x="5171188" y="4698673"/>
            <a:ext cx="283109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0" hangingPunct="0"/>
            <a:r>
              <a:rPr lang="tr-TR" sz="2800" b="1" dirty="0"/>
              <a:t>m(AOB)=m(AB)=a</a:t>
            </a:r>
          </a:p>
        </p:txBody>
      </p:sp>
      <p:grpSp>
        <p:nvGrpSpPr>
          <p:cNvPr id="23" name="22 Grup"/>
          <p:cNvGrpSpPr/>
          <p:nvPr/>
        </p:nvGrpSpPr>
        <p:grpSpPr>
          <a:xfrm>
            <a:off x="5531513" y="1303040"/>
            <a:ext cx="3338972" cy="2879725"/>
            <a:chOff x="5148064" y="1268760"/>
            <a:chExt cx="3338972" cy="2879725"/>
          </a:xfrm>
        </p:grpSpPr>
        <p:grpSp>
          <p:nvGrpSpPr>
            <p:cNvPr id="22" name="21 Grup"/>
            <p:cNvGrpSpPr/>
            <p:nvPr/>
          </p:nvGrpSpPr>
          <p:grpSpPr>
            <a:xfrm>
              <a:off x="7236296" y="2276872"/>
              <a:ext cx="1250740" cy="656783"/>
              <a:chOff x="7236296" y="2276872"/>
              <a:chExt cx="1250740" cy="656783"/>
            </a:xfrm>
          </p:grpSpPr>
          <p:sp>
            <p:nvSpPr>
              <p:cNvPr id="7194" name="Text Box 26"/>
              <p:cNvSpPr txBox="1">
                <a:spLocks noChangeArrowheads="1"/>
              </p:cNvSpPr>
              <p:nvPr/>
            </p:nvSpPr>
            <p:spPr bwMode="auto">
              <a:xfrm>
                <a:off x="7236296" y="2276872"/>
                <a:ext cx="386644" cy="5847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sz="3200" b="1" dirty="0">
                    <a:solidFill>
                      <a:srgbClr val="0070C0"/>
                    </a:solidFill>
                  </a:rPr>
                  <a:t>a</a:t>
                </a:r>
              </a:p>
            </p:txBody>
          </p:sp>
          <p:sp>
            <p:nvSpPr>
              <p:cNvPr id="7198" name="Text Box 30"/>
              <p:cNvSpPr txBox="1">
                <a:spLocks noChangeArrowheads="1"/>
              </p:cNvSpPr>
              <p:nvPr/>
            </p:nvSpPr>
            <p:spPr bwMode="auto">
              <a:xfrm>
                <a:off x="8100392" y="2348880"/>
                <a:ext cx="386644" cy="5847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:r>
                  <a:rPr lang="tr-TR" sz="3200" b="1" dirty="0">
                    <a:solidFill>
                      <a:srgbClr val="0070C0"/>
                    </a:solidFill>
                  </a:rPr>
                  <a:t>a</a:t>
                </a:r>
              </a:p>
            </p:txBody>
          </p:sp>
        </p:grpSp>
        <p:grpSp>
          <p:nvGrpSpPr>
            <p:cNvPr id="21" name="20 Grup"/>
            <p:cNvGrpSpPr/>
            <p:nvPr/>
          </p:nvGrpSpPr>
          <p:grpSpPr>
            <a:xfrm>
              <a:off x="5148064" y="1268760"/>
              <a:ext cx="2941538" cy="2879725"/>
              <a:chOff x="5148064" y="1268760"/>
              <a:chExt cx="2941538" cy="2879725"/>
            </a:xfrm>
          </p:grpSpPr>
          <p:sp>
            <p:nvSpPr>
              <p:cNvPr id="7197" name="Arc 29"/>
              <p:cNvSpPr>
                <a:spLocks/>
              </p:cNvSpPr>
              <p:nvPr/>
            </p:nvSpPr>
            <p:spPr bwMode="auto">
              <a:xfrm rot="1971344">
                <a:off x="6691551" y="2443843"/>
                <a:ext cx="506412" cy="530225"/>
              </a:xfrm>
              <a:custGeom>
                <a:avLst/>
                <a:gdLst>
                  <a:gd name="G0" fmla="+- 0 0 0"/>
                  <a:gd name="G1" fmla="+- 20944 0 0"/>
                  <a:gd name="G2" fmla="+- 21600 0 0"/>
                  <a:gd name="T0" fmla="*/ 5284 w 21600"/>
                  <a:gd name="T1" fmla="*/ 0 h 25414"/>
                  <a:gd name="T2" fmla="*/ 21132 w 21600"/>
                  <a:gd name="T3" fmla="*/ 25414 h 25414"/>
                  <a:gd name="T4" fmla="*/ 0 w 21600"/>
                  <a:gd name="T5" fmla="*/ 20944 h 254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5414" fill="none" extrusionOk="0">
                    <a:moveTo>
                      <a:pt x="5283" y="0"/>
                    </a:moveTo>
                    <a:cubicBezTo>
                      <a:pt x="14877" y="2420"/>
                      <a:pt x="21600" y="11049"/>
                      <a:pt x="21600" y="20944"/>
                    </a:cubicBezTo>
                    <a:cubicBezTo>
                      <a:pt x="21600" y="22446"/>
                      <a:pt x="21443" y="23944"/>
                      <a:pt x="21132" y="25414"/>
                    </a:cubicBezTo>
                  </a:path>
                  <a:path w="21600" h="25414" stroke="0" extrusionOk="0">
                    <a:moveTo>
                      <a:pt x="5283" y="0"/>
                    </a:moveTo>
                    <a:cubicBezTo>
                      <a:pt x="14877" y="2420"/>
                      <a:pt x="21600" y="11049"/>
                      <a:pt x="21600" y="20944"/>
                    </a:cubicBezTo>
                    <a:cubicBezTo>
                      <a:pt x="21600" y="22446"/>
                      <a:pt x="21443" y="23944"/>
                      <a:pt x="21132" y="25414"/>
                    </a:cubicBezTo>
                    <a:lnTo>
                      <a:pt x="0" y="20944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tr-TR"/>
              </a:p>
            </p:txBody>
          </p:sp>
          <p:grpSp>
            <p:nvGrpSpPr>
              <p:cNvPr id="20" name="19 Grup"/>
              <p:cNvGrpSpPr/>
              <p:nvPr/>
            </p:nvGrpSpPr>
            <p:grpSpPr>
              <a:xfrm>
                <a:off x="5148064" y="1268760"/>
                <a:ext cx="2941538" cy="2879725"/>
                <a:chOff x="5148064" y="1268760"/>
                <a:chExt cx="2941538" cy="2879725"/>
              </a:xfrm>
            </p:grpSpPr>
            <p:sp>
              <p:nvSpPr>
                <p:cNvPr id="7188" name="Line 20"/>
                <p:cNvSpPr>
                  <a:spLocks noChangeShapeType="1"/>
                </p:cNvSpPr>
                <p:nvPr/>
              </p:nvSpPr>
              <p:spPr bwMode="auto">
                <a:xfrm>
                  <a:off x="6588224" y="2708920"/>
                  <a:ext cx="1152525" cy="86360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tr-TR"/>
                </a:p>
              </p:txBody>
            </p:sp>
            <p:grpSp>
              <p:nvGrpSpPr>
                <p:cNvPr id="19" name="18 Grup"/>
                <p:cNvGrpSpPr/>
                <p:nvPr/>
              </p:nvGrpSpPr>
              <p:grpSpPr>
                <a:xfrm>
                  <a:off x="5148064" y="1268760"/>
                  <a:ext cx="2941538" cy="2879725"/>
                  <a:chOff x="5148064" y="1268760"/>
                  <a:chExt cx="2941538" cy="2879725"/>
                </a:xfrm>
              </p:grpSpPr>
              <p:sp>
                <p:nvSpPr>
                  <p:cNvPr id="7187" name="Line 1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6588224" y="1844824"/>
                    <a:ext cx="1225550" cy="86360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tr-TR"/>
                  </a:p>
                </p:txBody>
              </p:sp>
              <p:grpSp>
                <p:nvGrpSpPr>
                  <p:cNvPr id="18" name="17 Grup"/>
                  <p:cNvGrpSpPr/>
                  <p:nvPr/>
                </p:nvGrpSpPr>
                <p:grpSpPr>
                  <a:xfrm>
                    <a:off x="5148064" y="1268760"/>
                    <a:ext cx="2941538" cy="2879725"/>
                    <a:chOff x="5148064" y="1268760"/>
                    <a:chExt cx="2941538" cy="2879725"/>
                  </a:xfrm>
                </p:grpSpPr>
                <p:sp>
                  <p:nvSpPr>
                    <p:cNvPr id="7186" name="Oval 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148064" y="1268760"/>
                      <a:ext cx="2879725" cy="2879725"/>
                    </a:xfrm>
                    <a:prstGeom prst="ellips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tr-TR"/>
                    </a:p>
                  </p:txBody>
                </p:sp>
                <p:grpSp>
                  <p:nvGrpSpPr>
                    <p:cNvPr id="2" name="Group 2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00192" y="1988840"/>
                      <a:ext cx="431800" cy="754063"/>
                      <a:chOff x="2018" y="1571"/>
                      <a:chExt cx="272" cy="475"/>
                    </a:xfrm>
                  </p:grpSpPr>
                  <p:sp>
                    <p:nvSpPr>
                      <p:cNvPr id="7191" name="Oval 2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176" y="2001"/>
                        <a:ext cx="45" cy="45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tr-TR"/>
                      </a:p>
                    </p:txBody>
                  </p:sp>
                  <p:sp>
                    <p:nvSpPr>
                      <p:cNvPr id="7192" name="Text Box 24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018" y="1571"/>
                        <a:ext cx="272" cy="36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square">
                        <a:spAutoFit/>
                      </a:bodyPr>
                      <a:lstStyle/>
                      <a:p>
                        <a:pPr algn="l"/>
                        <a:r>
                          <a:rPr lang="tr-TR" sz="3200" b="1" dirty="0"/>
                          <a:t>o</a:t>
                        </a:r>
                      </a:p>
                    </p:txBody>
                  </p:sp>
                </p:grpSp>
                <p:sp>
                  <p:nvSpPr>
                    <p:cNvPr id="7200" name="Text Box 3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7740352" y="1484784"/>
                      <a:ext cx="349250" cy="36671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lang="tr-TR" sz="1800" b="1" dirty="0"/>
                        <a:t>B</a:t>
                      </a:r>
                    </a:p>
                  </p:txBody>
                </p:sp>
                <p:sp>
                  <p:nvSpPr>
                    <p:cNvPr id="7201" name="Text Box 3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7740352" y="3501008"/>
                      <a:ext cx="349250" cy="36671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lang="tr-TR" sz="1800" b="1" dirty="0"/>
                        <a:t>A</a:t>
                      </a:r>
                    </a:p>
                  </p:txBody>
                </p:sp>
              </p:grpSp>
            </p:grpSp>
          </p:grpSp>
        </p:grpSp>
      </p:grpSp>
      <p:sp>
        <p:nvSpPr>
          <p:cNvPr id="7203" name="Rectangle 35"/>
          <p:cNvSpPr>
            <a:spLocks noChangeArrowheads="1"/>
          </p:cNvSpPr>
          <p:nvPr/>
        </p:nvSpPr>
        <p:spPr bwMode="auto">
          <a:xfrm>
            <a:off x="1547664" y="625043"/>
            <a:ext cx="4460481" cy="584775"/>
          </a:xfrm>
          <a:prstGeom prst="rect">
            <a:avLst/>
          </a:prstGeom>
          <a:ln>
            <a:solidFill>
              <a:schemeClr val="bg1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eaLnBrk="0" hangingPunct="0"/>
            <a:r>
              <a:rPr lang="tr-TR" sz="3200" b="1" dirty="0">
                <a:solidFill>
                  <a:schemeClr val="accent3"/>
                </a:solidFill>
              </a:rPr>
              <a:t>        </a:t>
            </a:r>
            <a:r>
              <a:rPr lang="tr-TR" sz="32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MERKEZ AÇI </a:t>
            </a:r>
          </a:p>
        </p:txBody>
      </p:sp>
      <p:sp>
        <p:nvSpPr>
          <p:cNvPr id="3" name="Metin kutusu 2"/>
          <p:cNvSpPr txBox="1"/>
          <p:nvPr/>
        </p:nvSpPr>
        <p:spPr>
          <a:xfrm>
            <a:off x="230600" y="3090064"/>
            <a:ext cx="44629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v"/>
            </a:pPr>
            <a:r>
              <a:rPr lang="tr-TR" sz="2800" dirty="0">
                <a:solidFill>
                  <a:schemeClr val="accent2">
                    <a:lumMod val="50000"/>
                  </a:schemeClr>
                </a:solidFill>
              </a:rPr>
              <a:t>Bir merkez açının ölçüsü, gördüğü yayın ölçüsüne eşittir.</a:t>
            </a:r>
          </a:p>
        </p:txBody>
      </p:sp>
      <p:sp>
        <p:nvSpPr>
          <p:cNvPr id="4" name="Sağa Bükülü Ok 3">
            <a:hlinkClick r:id="rId3" action="ppaction://hlinksldjump"/>
          </p:cNvPr>
          <p:cNvSpPr/>
          <p:nvPr/>
        </p:nvSpPr>
        <p:spPr>
          <a:xfrm>
            <a:off x="7008517" y="5442912"/>
            <a:ext cx="1054223" cy="122413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20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20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20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20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75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/>
      <p:bldP spid="7185" grpId="0"/>
      <p:bldP spid="7203" grpId="0" animBg="1"/>
      <p:bldP spid="3" grpId="0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233175" y="1508861"/>
            <a:ext cx="6225907" cy="95410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457200" indent="-457200" algn="l">
              <a:buFont typeface="Wingdings" pitchFamily="2" charset="2"/>
              <a:buChar char="v"/>
            </a:pPr>
            <a:r>
              <a:rPr lang="tr-TR" sz="2800" dirty="0">
                <a:solidFill>
                  <a:schemeClr val="accent2">
                    <a:lumMod val="50000"/>
                  </a:schemeClr>
                </a:solidFill>
                <a:cs typeface="Times New Roman" pitchFamily="18" charset="0"/>
              </a:rPr>
              <a:t>Kö</a:t>
            </a:r>
            <a:r>
              <a:rPr lang="tr-TR" sz="2800" dirty="0">
                <a:solidFill>
                  <a:schemeClr val="accent2">
                    <a:lumMod val="50000"/>
                  </a:schemeClr>
                </a:solidFill>
              </a:rPr>
              <a:t>ş</a:t>
            </a:r>
            <a:r>
              <a:rPr lang="tr-TR" sz="2800" dirty="0">
                <a:solidFill>
                  <a:schemeClr val="accent2">
                    <a:lumMod val="50000"/>
                  </a:schemeClr>
                </a:solidFill>
                <a:cs typeface="Times New Roman" pitchFamily="18" charset="0"/>
              </a:rPr>
              <a:t>esi çemberin üzerinde olan açıya </a:t>
            </a:r>
            <a:r>
              <a:rPr lang="tr-TR" sz="2800" b="1" dirty="0">
                <a:solidFill>
                  <a:srgbClr val="0070C0"/>
                </a:solidFill>
                <a:cs typeface="Times New Roman" pitchFamily="18" charset="0"/>
              </a:rPr>
              <a:t>çevre açı </a:t>
            </a:r>
            <a:r>
              <a:rPr lang="tr-TR" sz="2800" dirty="0">
                <a:solidFill>
                  <a:schemeClr val="accent2">
                    <a:lumMod val="50000"/>
                  </a:schemeClr>
                </a:solidFill>
                <a:cs typeface="Times New Roman" pitchFamily="18" charset="0"/>
              </a:rPr>
              <a:t>denir.</a:t>
            </a:r>
            <a:endParaRPr lang="tr-TR" sz="28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6401" name="Rectangle 17"/>
          <p:cNvSpPr>
            <a:spLocks noChangeArrowheads="1"/>
          </p:cNvSpPr>
          <p:nvPr/>
        </p:nvSpPr>
        <p:spPr bwMode="auto">
          <a:xfrm>
            <a:off x="200115" y="3354494"/>
            <a:ext cx="5343462" cy="138499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457200" indent="-457200" algn="l">
              <a:buFont typeface="Wingdings" pitchFamily="2" charset="2"/>
              <a:buChar char="v"/>
            </a:pPr>
            <a:r>
              <a:rPr lang="tr-TR" sz="2800" dirty="0">
                <a:solidFill>
                  <a:schemeClr val="accent2">
                    <a:lumMod val="50000"/>
                  </a:schemeClr>
                </a:solidFill>
                <a:cs typeface="Times New Roman" pitchFamily="18" charset="0"/>
              </a:rPr>
              <a:t>Çevre açının ölçüsü gördüğü yayın açı ölçüsünün yarısına eşittir.</a:t>
            </a:r>
            <a:endParaRPr lang="tr-TR" sz="2800" dirty="0">
              <a:solidFill>
                <a:schemeClr val="accent2">
                  <a:lumMod val="50000"/>
                </a:schemeClr>
              </a:solidFill>
            </a:endParaRPr>
          </a:p>
        </p:txBody>
      </p:sp>
      <p:grpSp>
        <p:nvGrpSpPr>
          <p:cNvPr id="41" name="40 Grup"/>
          <p:cNvGrpSpPr/>
          <p:nvPr/>
        </p:nvGrpSpPr>
        <p:grpSpPr>
          <a:xfrm>
            <a:off x="5165756" y="1985914"/>
            <a:ext cx="3802111" cy="2879725"/>
            <a:chOff x="3635375" y="1412875"/>
            <a:chExt cx="3802111" cy="2879725"/>
          </a:xfrm>
        </p:grpSpPr>
        <p:grpSp>
          <p:nvGrpSpPr>
            <p:cNvPr id="40" name="39 Grup"/>
            <p:cNvGrpSpPr/>
            <p:nvPr/>
          </p:nvGrpSpPr>
          <p:grpSpPr>
            <a:xfrm>
              <a:off x="3635375" y="1412875"/>
              <a:ext cx="3802111" cy="2879725"/>
              <a:chOff x="3635375" y="1412875"/>
              <a:chExt cx="3802111" cy="2879725"/>
            </a:xfrm>
          </p:grpSpPr>
          <p:grpSp>
            <p:nvGrpSpPr>
              <p:cNvPr id="2" name="Group 38"/>
              <p:cNvGrpSpPr>
                <a:grpSpLocks/>
              </p:cNvGrpSpPr>
              <p:nvPr/>
            </p:nvGrpSpPr>
            <p:grpSpPr bwMode="auto">
              <a:xfrm>
                <a:off x="5580111" y="2492896"/>
                <a:ext cx="1857375" cy="611188"/>
                <a:chOff x="3506" y="1570"/>
                <a:chExt cx="1170" cy="385"/>
              </a:xfrm>
            </p:grpSpPr>
            <p:sp>
              <p:nvSpPr>
                <p:cNvPr id="16404" name="Arc 20"/>
                <p:cNvSpPr>
                  <a:spLocks/>
                </p:cNvSpPr>
                <p:nvPr/>
              </p:nvSpPr>
              <p:spPr bwMode="auto">
                <a:xfrm rot="1395775">
                  <a:off x="3506" y="1607"/>
                  <a:ext cx="319" cy="348"/>
                </a:xfrm>
                <a:custGeom>
                  <a:avLst/>
                  <a:gdLst>
                    <a:gd name="G0" fmla="+- 0 0 0"/>
                    <a:gd name="G1" fmla="+- 20545 0 0"/>
                    <a:gd name="G2" fmla="+- 21600 0 0"/>
                    <a:gd name="T0" fmla="*/ 6668 w 21600"/>
                    <a:gd name="T1" fmla="*/ 0 h 26611"/>
                    <a:gd name="T2" fmla="*/ 20731 w 21600"/>
                    <a:gd name="T3" fmla="*/ 26611 h 26611"/>
                    <a:gd name="T4" fmla="*/ 0 w 21600"/>
                    <a:gd name="T5" fmla="*/ 20545 h 266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6611" fill="none" extrusionOk="0">
                      <a:moveTo>
                        <a:pt x="6668" y="-1"/>
                      </a:moveTo>
                      <a:cubicBezTo>
                        <a:pt x="15571" y="2889"/>
                        <a:pt x="21600" y="11184"/>
                        <a:pt x="21600" y="20545"/>
                      </a:cubicBezTo>
                      <a:cubicBezTo>
                        <a:pt x="21600" y="22598"/>
                        <a:pt x="21307" y="24640"/>
                        <a:pt x="20730" y="26610"/>
                      </a:cubicBezTo>
                    </a:path>
                    <a:path w="21600" h="26611" stroke="0" extrusionOk="0">
                      <a:moveTo>
                        <a:pt x="6668" y="-1"/>
                      </a:moveTo>
                      <a:cubicBezTo>
                        <a:pt x="15571" y="2889"/>
                        <a:pt x="21600" y="11184"/>
                        <a:pt x="21600" y="20545"/>
                      </a:cubicBezTo>
                      <a:cubicBezTo>
                        <a:pt x="21600" y="22598"/>
                        <a:pt x="21307" y="24640"/>
                        <a:pt x="20730" y="26610"/>
                      </a:cubicBezTo>
                      <a:lnTo>
                        <a:pt x="0" y="20545"/>
                      </a:lnTo>
                      <a:close/>
                    </a:path>
                  </a:pathLst>
                </a:custGeom>
                <a:solidFill>
                  <a:schemeClr val="tx2">
                    <a:lumMod val="40000"/>
                    <a:lumOff val="60000"/>
                  </a:schemeClr>
                </a:solidFill>
                <a:ln w="9525">
                  <a:solidFill>
                    <a:srgbClr val="CC99FF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tr-TR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6397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4421" y="1570"/>
                  <a:ext cx="255" cy="3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tr-TR" sz="3200" b="1" dirty="0">
                      <a:solidFill>
                        <a:srgbClr val="0070C0"/>
                      </a:solidFill>
                    </a:rPr>
                    <a:t>b</a:t>
                  </a:r>
                </a:p>
              </p:txBody>
            </p:sp>
            <p:sp>
              <p:nvSpPr>
                <p:cNvPr id="16405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3742" y="1570"/>
                  <a:ext cx="255" cy="3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tr-TR" sz="3200" b="1" dirty="0">
                      <a:solidFill>
                        <a:srgbClr val="0070C0"/>
                      </a:solidFill>
                    </a:rPr>
                    <a:t>b</a:t>
                  </a:r>
                </a:p>
              </p:txBody>
            </p:sp>
          </p:grpSp>
          <p:grpSp>
            <p:nvGrpSpPr>
              <p:cNvPr id="39" name="38 Grup"/>
              <p:cNvGrpSpPr/>
              <p:nvPr/>
            </p:nvGrpSpPr>
            <p:grpSpPr>
              <a:xfrm>
                <a:off x="3635375" y="1412875"/>
                <a:ext cx="3427413" cy="2879725"/>
                <a:chOff x="3635375" y="1412875"/>
                <a:chExt cx="3427413" cy="2879725"/>
              </a:xfrm>
            </p:grpSpPr>
            <p:grpSp>
              <p:nvGrpSpPr>
                <p:cNvPr id="3" name="Group 39"/>
                <p:cNvGrpSpPr>
                  <a:grpSpLocks/>
                </p:cNvGrpSpPr>
                <p:nvPr/>
              </p:nvGrpSpPr>
              <p:grpSpPr bwMode="auto">
                <a:xfrm>
                  <a:off x="4211960" y="2636912"/>
                  <a:ext cx="1203325" cy="415925"/>
                  <a:chOff x="2597" y="1645"/>
                  <a:chExt cx="758" cy="262"/>
                </a:xfrm>
              </p:grpSpPr>
              <p:sp>
                <p:nvSpPr>
                  <p:cNvPr id="16386" name="Arc 2"/>
                  <p:cNvSpPr>
                    <a:spLocks/>
                  </p:cNvSpPr>
                  <p:nvPr/>
                </p:nvSpPr>
                <p:spPr bwMode="auto">
                  <a:xfrm rot="1395775">
                    <a:off x="2597" y="1688"/>
                    <a:ext cx="319" cy="219"/>
                  </a:xfrm>
                  <a:custGeom>
                    <a:avLst/>
                    <a:gdLst>
                      <a:gd name="G0" fmla="+- 0 0 0"/>
                      <a:gd name="G1" fmla="+- 16712 0 0"/>
                      <a:gd name="G2" fmla="+- 21600 0 0"/>
                      <a:gd name="T0" fmla="*/ 13684 w 21574"/>
                      <a:gd name="T1" fmla="*/ 0 h 16712"/>
                      <a:gd name="T2" fmla="*/ 21574 w 21574"/>
                      <a:gd name="T3" fmla="*/ 15652 h 16712"/>
                      <a:gd name="T4" fmla="*/ 0 w 21574"/>
                      <a:gd name="T5" fmla="*/ 16712 h 167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574" h="16712" fill="none" extrusionOk="0">
                        <a:moveTo>
                          <a:pt x="13684" y="-1"/>
                        </a:moveTo>
                        <a:cubicBezTo>
                          <a:pt x="18408" y="3867"/>
                          <a:pt x="21274" y="9554"/>
                          <a:pt x="21573" y="15652"/>
                        </a:cubicBezTo>
                      </a:path>
                      <a:path w="21574" h="16712" stroke="0" extrusionOk="0">
                        <a:moveTo>
                          <a:pt x="13684" y="-1"/>
                        </a:moveTo>
                        <a:cubicBezTo>
                          <a:pt x="18408" y="3867"/>
                          <a:pt x="21274" y="9554"/>
                          <a:pt x="21573" y="15652"/>
                        </a:cubicBezTo>
                        <a:lnTo>
                          <a:pt x="0" y="16712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40000"/>
                      <a:lumOff val="60000"/>
                    </a:schemeClr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tr-TR"/>
                  </a:p>
                </p:txBody>
              </p:sp>
              <p:sp>
                <p:nvSpPr>
                  <p:cNvPr id="16396" name="Text Box 1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80" y="1645"/>
                    <a:ext cx="475" cy="23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tr-TR" b="1" dirty="0">
                        <a:solidFill>
                          <a:srgbClr val="0070C0"/>
                        </a:solidFill>
                      </a:rPr>
                      <a:t>a</a:t>
                    </a:r>
                    <a:r>
                      <a:rPr lang="tr-TR" sz="1800" b="1" dirty="0">
                        <a:solidFill>
                          <a:srgbClr val="0070C0"/>
                        </a:solidFill>
                      </a:rPr>
                      <a:t>=b/2</a:t>
                    </a:r>
                  </a:p>
                </p:txBody>
              </p:sp>
            </p:grpSp>
            <p:grpSp>
              <p:nvGrpSpPr>
                <p:cNvPr id="38" name="37 Grup"/>
                <p:cNvGrpSpPr/>
                <p:nvPr/>
              </p:nvGrpSpPr>
              <p:grpSpPr>
                <a:xfrm>
                  <a:off x="4067175" y="1412875"/>
                  <a:ext cx="2879725" cy="2879725"/>
                  <a:chOff x="4067175" y="1412875"/>
                  <a:chExt cx="2879725" cy="2879725"/>
                </a:xfrm>
              </p:grpSpPr>
              <p:sp>
                <p:nvSpPr>
                  <p:cNvPr id="16390" name="Oval 6"/>
                  <p:cNvSpPr>
                    <a:spLocks noChangeArrowheads="1"/>
                  </p:cNvSpPr>
                  <p:nvPr/>
                </p:nvSpPr>
                <p:spPr bwMode="auto">
                  <a:xfrm>
                    <a:off x="4067175" y="1412875"/>
                    <a:ext cx="2879725" cy="2879725"/>
                  </a:xfrm>
                  <a:prstGeom prst="ellipse">
                    <a:avLst/>
                  </a:prstGeom>
                  <a:noFill/>
                  <a:ln w="571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tr-TR"/>
                  </a:p>
                </p:txBody>
              </p:sp>
              <p:grpSp>
                <p:nvGrpSpPr>
                  <p:cNvPr id="4" name="Group 35"/>
                  <p:cNvGrpSpPr>
                    <a:grpSpLocks/>
                  </p:cNvGrpSpPr>
                  <p:nvPr/>
                </p:nvGrpSpPr>
                <p:grpSpPr bwMode="auto">
                  <a:xfrm>
                    <a:off x="4067175" y="1989138"/>
                    <a:ext cx="2592388" cy="1727200"/>
                    <a:chOff x="2562" y="1253"/>
                    <a:chExt cx="1633" cy="1088"/>
                  </a:xfrm>
                </p:grpSpPr>
                <p:sp>
                  <p:nvSpPr>
                    <p:cNvPr id="16391" name="Line 7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562" y="1253"/>
                      <a:ext cx="1633" cy="589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/>
                    <a:lstStyle/>
                    <a:p>
                      <a:endParaRPr lang="tr-TR"/>
                    </a:p>
                  </p:txBody>
                </p:sp>
                <p:sp>
                  <p:nvSpPr>
                    <p:cNvPr id="16392" name="Line 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62" y="1842"/>
                      <a:ext cx="1633" cy="499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/>
                    <a:lstStyle/>
                    <a:p>
                      <a:endParaRPr lang="tr-TR"/>
                    </a:p>
                  </p:txBody>
                </p:sp>
              </p:grpSp>
            </p:grpSp>
            <p:grpSp>
              <p:nvGrpSpPr>
                <p:cNvPr id="37" name="36 Grup"/>
                <p:cNvGrpSpPr/>
                <p:nvPr/>
              </p:nvGrpSpPr>
              <p:grpSpPr>
                <a:xfrm>
                  <a:off x="3635375" y="1628775"/>
                  <a:ext cx="3427413" cy="2473325"/>
                  <a:chOff x="3635375" y="1628775"/>
                  <a:chExt cx="3427413" cy="2473325"/>
                </a:xfrm>
              </p:grpSpPr>
              <p:grpSp>
                <p:nvGrpSpPr>
                  <p:cNvPr id="5" name="Group 33"/>
                  <p:cNvGrpSpPr>
                    <a:grpSpLocks/>
                  </p:cNvGrpSpPr>
                  <p:nvPr/>
                </p:nvGrpSpPr>
                <p:grpSpPr bwMode="auto">
                  <a:xfrm>
                    <a:off x="5508625" y="1989138"/>
                    <a:ext cx="1150938" cy="1727200"/>
                    <a:chOff x="3470" y="1253"/>
                    <a:chExt cx="725" cy="1088"/>
                  </a:xfrm>
                </p:grpSpPr>
                <p:sp>
                  <p:nvSpPr>
                    <p:cNvPr id="16402" name="Line 18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470" y="1253"/>
                      <a:ext cx="725" cy="544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/>
                    <a:lstStyle/>
                    <a:p>
                      <a:endParaRPr lang="tr-TR"/>
                    </a:p>
                  </p:txBody>
                </p:sp>
                <p:sp>
                  <p:nvSpPr>
                    <p:cNvPr id="16403" name="Line 1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70" y="1797"/>
                      <a:ext cx="725" cy="544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/>
                    <a:lstStyle/>
                    <a:p>
                      <a:endParaRPr lang="tr-TR"/>
                    </a:p>
                  </p:txBody>
                </p:sp>
              </p:grpSp>
              <p:grpSp>
                <p:nvGrpSpPr>
                  <p:cNvPr id="6" name="Group 37"/>
                  <p:cNvGrpSpPr>
                    <a:grpSpLocks/>
                  </p:cNvGrpSpPr>
                  <p:nvPr/>
                </p:nvGrpSpPr>
                <p:grpSpPr bwMode="auto">
                  <a:xfrm>
                    <a:off x="3635375" y="1628775"/>
                    <a:ext cx="3427413" cy="2473325"/>
                    <a:chOff x="2290" y="1025"/>
                    <a:chExt cx="2159" cy="1558"/>
                  </a:xfrm>
                </p:grpSpPr>
                <p:grpSp>
                  <p:nvGrpSpPr>
                    <p:cNvPr id="7" name="Group 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334" y="1479"/>
                      <a:ext cx="272" cy="365"/>
                      <a:chOff x="2064" y="1706"/>
                      <a:chExt cx="272" cy="365"/>
                    </a:xfrm>
                  </p:grpSpPr>
                  <p:sp>
                    <p:nvSpPr>
                      <p:cNvPr id="16394" name="Oval 1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176" y="2001"/>
                        <a:ext cx="45" cy="45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tr-TR"/>
                      </a:p>
                    </p:txBody>
                  </p:sp>
                  <p:sp>
                    <p:nvSpPr>
                      <p:cNvPr id="16395" name="Text Box 11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064" y="1706"/>
                        <a:ext cx="272" cy="3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l"/>
                        <a:r>
                          <a:rPr lang="tr-TR" sz="3200" b="1" dirty="0"/>
                          <a:t>o</a:t>
                        </a:r>
                      </a:p>
                    </p:txBody>
                  </p:sp>
                </p:grpSp>
                <p:grpSp>
                  <p:nvGrpSpPr>
                    <p:cNvPr id="8" name="Group 3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290" y="1025"/>
                      <a:ext cx="2159" cy="1558"/>
                      <a:chOff x="2290" y="1025"/>
                      <a:chExt cx="2159" cy="1558"/>
                    </a:xfrm>
                  </p:grpSpPr>
                  <p:sp>
                    <p:nvSpPr>
                      <p:cNvPr id="16398" name="Text Box 14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4194" y="1025"/>
                        <a:ext cx="255" cy="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l"/>
                        <a:r>
                          <a:rPr lang="tr-TR" b="1"/>
                          <a:t>B</a:t>
                        </a:r>
                      </a:p>
                    </p:txBody>
                  </p:sp>
                  <p:sp>
                    <p:nvSpPr>
                      <p:cNvPr id="16399" name="Text Box 15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4194" y="2295"/>
                        <a:ext cx="255" cy="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l"/>
                        <a:r>
                          <a:rPr lang="tr-TR" b="1"/>
                          <a:t>A</a:t>
                        </a:r>
                      </a:p>
                    </p:txBody>
                  </p:sp>
                  <p:sp>
                    <p:nvSpPr>
                      <p:cNvPr id="16412" name="Text Box 28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290" y="1660"/>
                        <a:ext cx="255" cy="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l"/>
                        <a:r>
                          <a:rPr lang="tr-TR" b="1" dirty="0"/>
                          <a:t>C</a:t>
                        </a:r>
                      </a:p>
                    </p:txBody>
                  </p:sp>
                </p:grpSp>
              </p:grpSp>
            </p:grpSp>
          </p:grpSp>
        </p:grpSp>
        <p:sp>
          <p:nvSpPr>
            <p:cNvPr id="16416" name="Arc 32"/>
            <p:cNvSpPr>
              <a:spLocks/>
            </p:cNvSpPr>
            <p:nvPr/>
          </p:nvSpPr>
          <p:spPr bwMode="auto">
            <a:xfrm rot="1350445">
              <a:off x="4838700" y="1762125"/>
              <a:ext cx="2254250" cy="1555750"/>
            </a:xfrm>
            <a:custGeom>
              <a:avLst/>
              <a:gdLst>
                <a:gd name="G0" fmla="+- 0 0 0"/>
                <a:gd name="G1" fmla="+- 15791 0 0"/>
                <a:gd name="G2" fmla="+- 21600 0 0"/>
                <a:gd name="T0" fmla="*/ 14738 w 21600"/>
                <a:gd name="T1" fmla="*/ 0 h 19068"/>
                <a:gd name="T2" fmla="*/ 21350 w 21600"/>
                <a:gd name="T3" fmla="*/ 19068 h 19068"/>
                <a:gd name="T4" fmla="*/ 0 w 21600"/>
                <a:gd name="T5" fmla="*/ 15791 h 190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068" fill="none" extrusionOk="0">
                  <a:moveTo>
                    <a:pt x="14737" y="0"/>
                  </a:moveTo>
                  <a:cubicBezTo>
                    <a:pt x="19114" y="4085"/>
                    <a:pt x="21600" y="9803"/>
                    <a:pt x="21600" y="15791"/>
                  </a:cubicBezTo>
                  <a:cubicBezTo>
                    <a:pt x="21600" y="16888"/>
                    <a:pt x="21516" y="17983"/>
                    <a:pt x="21349" y="19067"/>
                  </a:cubicBezTo>
                </a:path>
                <a:path w="21600" h="19068" stroke="0" extrusionOk="0">
                  <a:moveTo>
                    <a:pt x="14737" y="0"/>
                  </a:moveTo>
                  <a:cubicBezTo>
                    <a:pt x="19114" y="4085"/>
                    <a:pt x="21600" y="9803"/>
                    <a:pt x="21600" y="15791"/>
                  </a:cubicBezTo>
                  <a:cubicBezTo>
                    <a:pt x="21600" y="16888"/>
                    <a:pt x="21516" y="17983"/>
                    <a:pt x="21349" y="19067"/>
                  </a:cubicBezTo>
                  <a:lnTo>
                    <a:pt x="0" y="15791"/>
                  </a:lnTo>
                  <a:close/>
                </a:path>
              </a:pathLst>
            </a:custGeom>
            <a:noFill/>
            <a:ln w="57150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tr-TR"/>
            </a:p>
          </p:txBody>
        </p:sp>
      </p:grpSp>
      <p:sp>
        <p:nvSpPr>
          <p:cNvPr id="12" name="Metin kutusu 11"/>
          <p:cNvSpPr txBox="1"/>
          <p:nvPr/>
        </p:nvSpPr>
        <p:spPr>
          <a:xfrm>
            <a:off x="2591698" y="494694"/>
            <a:ext cx="3742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ÇEVRE AÇI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animBg="1"/>
      <p:bldP spid="16401" grpId="0" animBg="1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>
          <a:xfrm>
            <a:off x="395536" y="260648"/>
            <a:ext cx="8229600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tr-TR" sz="2800" dirty="0">
                <a:solidFill>
                  <a:srgbClr val="002060"/>
                </a:solidFill>
              </a:rPr>
              <a:t>Merkez açının kenarlarının çemberi veya daireyi kestiği noktaların arasındaki yaylardan biri </a:t>
            </a:r>
            <a:r>
              <a:rPr lang="tr-TR" sz="2800" b="1" dirty="0">
                <a:solidFill>
                  <a:srgbClr val="0070C0"/>
                </a:solidFill>
              </a:rPr>
              <a:t>majör(büyük) çember yayı </a:t>
            </a:r>
            <a:r>
              <a:rPr lang="tr-TR" sz="2800" dirty="0">
                <a:solidFill>
                  <a:srgbClr val="002060"/>
                </a:solidFill>
              </a:rPr>
              <a:t>diğeri </a:t>
            </a:r>
            <a:r>
              <a:rPr lang="tr-TR" sz="2800" b="1" dirty="0">
                <a:solidFill>
                  <a:srgbClr val="0070C0"/>
                </a:solidFill>
              </a:rPr>
              <a:t>minör(küçük) çember yayı</a:t>
            </a:r>
            <a:r>
              <a:rPr lang="tr-TR" sz="2800" b="1" dirty="0">
                <a:solidFill>
                  <a:srgbClr val="002060"/>
                </a:solidFill>
              </a:rPr>
              <a:t> </a:t>
            </a:r>
            <a:r>
              <a:rPr lang="tr-TR" sz="2800" dirty="0">
                <a:solidFill>
                  <a:srgbClr val="002060"/>
                </a:solidFill>
              </a:rPr>
              <a:t>dır.</a:t>
            </a:r>
          </a:p>
          <a:p>
            <a:pPr>
              <a:buFont typeface="Wingdings" pitchFamily="2" charset="2"/>
              <a:buChar char="v"/>
            </a:pPr>
            <a:r>
              <a:rPr lang="tr-TR" sz="2800" dirty="0">
                <a:solidFill>
                  <a:schemeClr val="accent3"/>
                </a:solidFill>
              </a:rPr>
              <a:t> </a:t>
            </a:r>
            <a:r>
              <a:rPr lang="tr-TR" sz="2800" dirty="0">
                <a:solidFill>
                  <a:srgbClr val="002060"/>
                </a:solidFill>
              </a:rPr>
              <a:t>Merkez açının gördüğü yay minör yaydır</a:t>
            </a:r>
            <a:r>
              <a:rPr lang="tr-TR" sz="2800" dirty="0">
                <a:solidFill>
                  <a:schemeClr val="accent3"/>
                </a:solidFill>
              </a:rPr>
              <a:t>.</a:t>
            </a:r>
          </a:p>
        </p:txBody>
      </p:sp>
      <p:grpSp>
        <p:nvGrpSpPr>
          <p:cNvPr id="31" name="30 Grup"/>
          <p:cNvGrpSpPr/>
          <p:nvPr/>
        </p:nvGrpSpPr>
        <p:grpSpPr>
          <a:xfrm>
            <a:off x="583836" y="2609285"/>
            <a:ext cx="2880320" cy="3558009"/>
            <a:chOff x="971600" y="2708920"/>
            <a:chExt cx="2880320" cy="3558009"/>
          </a:xfrm>
        </p:grpSpPr>
        <p:sp>
          <p:nvSpPr>
            <p:cNvPr id="11" name="10 Yay"/>
            <p:cNvSpPr/>
            <p:nvPr/>
          </p:nvSpPr>
          <p:spPr>
            <a:xfrm>
              <a:off x="1331640" y="3140968"/>
              <a:ext cx="2016224" cy="1346448"/>
            </a:xfrm>
            <a:prstGeom prst="arc">
              <a:avLst>
                <a:gd name="adj1" fmla="val 11668608"/>
                <a:gd name="adj2" fmla="val 20766345"/>
              </a:avLst>
            </a:prstGeom>
            <a:noFill/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>
                <a:solidFill>
                  <a:srgbClr val="0070C0"/>
                </a:solidFill>
              </a:endParaRPr>
            </a:p>
          </p:txBody>
        </p:sp>
        <p:grpSp>
          <p:nvGrpSpPr>
            <p:cNvPr id="30" name="29 Grup"/>
            <p:cNvGrpSpPr/>
            <p:nvPr/>
          </p:nvGrpSpPr>
          <p:grpSpPr>
            <a:xfrm>
              <a:off x="971600" y="2708920"/>
              <a:ext cx="2880320" cy="3558009"/>
              <a:chOff x="971600" y="2708920"/>
              <a:chExt cx="2880320" cy="3558009"/>
            </a:xfrm>
          </p:grpSpPr>
          <p:sp>
            <p:nvSpPr>
              <p:cNvPr id="17" name="16 Metin kutusu"/>
              <p:cNvSpPr txBox="1"/>
              <p:nvPr/>
            </p:nvSpPr>
            <p:spPr>
              <a:xfrm>
                <a:off x="2411760" y="5805264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r-TR" sz="2400" b="1" dirty="0">
                    <a:solidFill>
                      <a:srgbClr val="0070C0"/>
                    </a:solidFill>
                  </a:rPr>
                  <a:t>D</a:t>
                </a:r>
              </a:p>
            </p:txBody>
          </p:sp>
          <p:grpSp>
            <p:nvGrpSpPr>
              <p:cNvPr id="29" name="28 Grup"/>
              <p:cNvGrpSpPr/>
              <p:nvPr/>
            </p:nvGrpSpPr>
            <p:grpSpPr>
              <a:xfrm>
                <a:off x="971600" y="2708920"/>
                <a:ext cx="2880320" cy="3168352"/>
                <a:chOff x="971600" y="2708920"/>
                <a:chExt cx="2880320" cy="3168352"/>
              </a:xfrm>
            </p:grpSpPr>
            <p:sp>
              <p:nvSpPr>
                <p:cNvPr id="13" name="12 Metin kutusu"/>
                <p:cNvSpPr txBox="1"/>
                <p:nvPr/>
              </p:nvSpPr>
              <p:spPr>
                <a:xfrm>
                  <a:off x="1043608" y="3140968"/>
                  <a:ext cx="50405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tr-TR" sz="2400" b="1" dirty="0">
                      <a:solidFill>
                        <a:srgbClr val="0070C0"/>
                      </a:solidFill>
                    </a:rPr>
                    <a:t>A</a:t>
                  </a:r>
                </a:p>
              </p:txBody>
            </p:sp>
            <p:sp>
              <p:nvSpPr>
                <p:cNvPr id="14" name="13 Metin kutusu"/>
                <p:cNvSpPr txBox="1"/>
                <p:nvPr/>
              </p:nvSpPr>
              <p:spPr>
                <a:xfrm>
                  <a:off x="3275856" y="3212976"/>
                  <a:ext cx="57606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tr-TR" sz="2400" b="1" dirty="0">
                      <a:solidFill>
                        <a:srgbClr val="0070C0"/>
                      </a:solidFill>
                    </a:rPr>
                    <a:t>B</a:t>
                  </a:r>
                </a:p>
              </p:txBody>
            </p:sp>
            <p:grpSp>
              <p:nvGrpSpPr>
                <p:cNvPr id="28" name="27 Grup"/>
                <p:cNvGrpSpPr/>
                <p:nvPr/>
              </p:nvGrpSpPr>
              <p:grpSpPr>
                <a:xfrm>
                  <a:off x="971600" y="2708920"/>
                  <a:ext cx="2736304" cy="3168352"/>
                  <a:chOff x="971600" y="2708920"/>
                  <a:chExt cx="2736304" cy="3168352"/>
                </a:xfrm>
              </p:grpSpPr>
              <p:sp>
                <p:nvSpPr>
                  <p:cNvPr id="15" name="Oval 23"/>
                  <p:cNvSpPr>
                    <a:spLocks noChangeArrowheads="1"/>
                  </p:cNvSpPr>
                  <p:nvPr/>
                </p:nvSpPr>
                <p:spPr bwMode="auto">
                  <a:xfrm>
                    <a:off x="2339752" y="3140968"/>
                    <a:ext cx="71438" cy="71438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tr-TR">
                      <a:solidFill>
                        <a:srgbClr val="0070C0"/>
                      </a:solidFill>
                    </a:endParaRPr>
                  </a:p>
                </p:txBody>
              </p:sp>
              <p:grpSp>
                <p:nvGrpSpPr>
                  <p:cNvPr id="27" name="26 Grup"/>
                  <p:cNvGrpSpPr/>
                  <p:nvPr/>
                </p:nvGrpSpPr>
                <p:grpSpPr>
                  <a:xfrm>
                    <a:off x="971600" y="2708920"/>
                    <a:ext cx="2736304" cy="3168352"/>
                    <a:chOff x="971600" y="2708920"/>
                    <a:chExt cx="2736304" cy="3168352"/>
                  </a:xfrm>
                </p:grpSpPr>
                <p:grpSp>
                  <p:nvGrpSpPr>
                    <p:cNvPr id="26" name="25 Grup"/>
                    <p:cNvGrpSpPr/>
                    <p:nvPr/>
                  </p:nvGrpSpPr>
                  <p:grpSpPr>
                    <a:xfrm>
                      <a:off x="971600" y="3140968"/>
                      <a:ext cx="2736304" cy="2736304"/>
                      <a:chOff x="971600" y="3140968"/>
                      <a:chExt cx="2736304" cy="2736304"/>
                    </a:xfrm>
                  </p:grpSpPr>
                  <p:cxnSp>
                    <p:nvCxnSpPr>
                      <p:cNvPr id="6" name="5 Düz Bağlayıcı"/>
                      <p:cNvCxnSpPr>
                        <a:stCxn id="4" idx="1"/>
                      </p:cNvCxnSpPr>
                      <p:nvPr/>
                    </p:nvCxnSpPr>
                    <p:spPr>
                      <a:xfrm>
                        <a:off x="1372323" y="3541690"/>
                        <a:ext cx="967429" cy="967430"/>
                      </a:xfrm>
                      <a:prstGeom prst="line">
                        <a:avLst/>
                      </a:prstGeom>
                      <a:ln/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" name="7 Düz Bağlayıcı"/>
                      <p:cNvCxnSpPr>
                        <a:stCxn id="4" idx="7"/>
                      </p:cNvCxnSpPr>
                      <p:nvPr/>
                    </p:nvCxnSpPr>
                    <p:spPr>
                      <a:xfrm flipH="1">
                        <a:off x="2339752" y="3541690"/>
                        <a:ext cx="967429" cy="967430"/>
                      </a:xfrm>
                      <a:prstGeom prst="line">
                        <a:avLst/>
                      </a:prstGeom>
                      <a:ln/>
                    </p:spPr>
                    <p:style>
                      <a:lnRef idx="3">
                        <a:schemeClr val="accent2"/>
                      </a:lnRef>
                      <a:fillRef idx="0">
                        <a:schemeClr val="accent2"/>
                      </a:fillRef>
                      <a:effectRef idx="2">
                        <a:schemeClr val="accent2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2" name="11 Metin kutusu"/>
                      <p:cNvSpPr txBox="1"/>
                      <p:nvPr/>
                    </p:nvSpPr>
                    <p:spPr>
                      <a:xfrm>
                        <a:off x="2123728" y="4437112"/>
                        <a:ext cx="720080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tr-TR" sz="2400" b="1" dirty="0">
                            <a:solidFill>
                              <a:srgbClr val="0070C0"/>
                            </a:solidFill>
                          </a:rPr>
                          <a:t>O</a:t>
                        </a:r>
                      </a:p>
                    </p:txBody>
                  </p:sp>
                  <p:grpSp>
                    <p:nvGrpSpPr>
                      <p:cNvPr id="25" name="24 Grup"/>
                      <p:cNvGrpSpPr/>
                      <p:nvPr/>
                    </p:nvGrpSpPr>
                    <p:grpSpPr>
                      <a:xfrm>
                        <a:off x="971600" y="3140968"/>
                        <a:ext cx="2736304" cy="2736304"/>
                        <a:chOff x="971600" y="3140968"/>
                        <a:chExt cx="2736304" cy="2736304"/>
                      </a:xfrm>
                    </p:grpSpPr>
                    <p:sp>
                      <p:nvSpPr>
                        <p:cNvPr id="4" name="3 Oval"/>
                        <p:cNvSpPr/>
                        <p:nvPr/>
                      </p:nvSpPr>
                      <p:spPr>
                        <a:xfrm>
                          <a:off x="971600" y="3140968"/>
                          <a:ext cx="2736304" cy="2736304"/>
                        </a:xfrm>
                        <a:prstGeom prst="ellipse">
                          <a:avLst/>
                        </a:prstGeom>
                        <a:noFill/>
                        <a:ln w="317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tr-TR">
                            <a:solidFill>
                              <a:srgbClr val="0070C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8" name="Oval 2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411760" y="5805264"/>
                          <a:ext cx="71438" cy="71438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 w="635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tr-TR">
                            <a:solidFill>
                              <a:srgbClr val="0070C0"/>
                            </a:solidFill>
                          </a:endParaRPr>
                        </a:p>
                      </p:txBody>
                    </p:sp>
                  </p:grpSp>
                </p:grpSp>
                <p:sp>
                  <p:nvSpPr>
                    <p:cNvPr id="19" name="18 Metin kutusu"/>
                    <p:cNvSpPr txBox="1"/>
                    <p:nvPr/>
                  </p:nvSpPr>
                  <p:spPr>
                    <a:xfrm>
                      <a:off x="2411760" y="2708920"/>
                      <a:ext cx="648072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tr-TR" sz="2400" b="1" dirty="0">
                          <a:solidFill>
                            <a:srgbClr val="0070C0"/>
                          </a:solidFill>
                        </a:rPr>
                        <a:t>C</a:t>
                      </a:r>
                    </a:p>
                  </p:txBody>
                </p:sp>
              </p:grpSp>
            </p:grpSp>
          </p:grpSp>
        </p:grpSp>
      </p:grpSp>
      <p:sp>
        <p:nvSpPr>
          <p:cNvPr id="20" name="19 Metin kutusu"/>
          <p:cNvSpPr txBox="1"/>
          <p:nvPr/>
        </p:nvSpPr>
        <p:spPr>
          <a:xfrm>
            <a:off x="3707904" y="2564737"/>
            <a:ext cx="511256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v"/>
            </a:pPr>
            <a:r>
              <a:rPr lang="tr-TR" sz="2800" dirty="0">
                <a:solidFill>
                  <a:srgbClr val="002060"/>
                </a:solidFill>
              </a:rPr>
              <a:t>Yandaki çemberde ACB yayı minör yay, ADB yayı ise majör yaydır.Minör yayın ölçüsü, kendisini gören merkez açının ölçüsüne eşittir.</a:t>
            </a:r>
          </a:p>
          <a:p>
            <a:endParaRPr lang="tr-TR" sz="2800" dirty="0">
              <a:solidFill>
                <a:schemeClr val="accent3"/>
              </a:solidFill>
            </a:endParaRPr>
          </a:p>
          <a:p>
            <a:r>
              <a:rPr lang="tr-TR" sz="2800" dirty="0">
                <a:solidFill>
                  <a:srgbClr val="002060"/>
                </a:solidFill>
              </a:rPr>
              <a:t>s(ACB)=s(AOB)</a:t>
            </a:r>
          </a:p>
          <a:p>
            <a:r>
              <a:rPr lang="tr-TR" sz="2800" dirty="0">
                <a:solidFill>
                  <a:srgbClr val="002060"/>
                </a:solidFill>
              </a:rPr>
              <a:t>Majör yayın ölçüsü ise</a:t>
            </a:r>
          </a:p>
          <a:p>
            <a:r>
              <a:rPr lang="tr-TR" sz="2800" dirty="0">
                <a:solidFill>
                  <a:srgbClr val="002060"/>
                </a:solidFill>
              </a:rPr>
              <a:t>         s(ADB)=360-s(ACB)</a:t>
            </a:r>
          </a:p>
        </p:txBody>
      </p:sp>
      <p:sp>
        <p:nvSpPr>
          <p:cNvPr id="21" name="20 Yay"/>
          <p:cNvSpPr/>
          <p:nvPr/>
        </p:nvSpPr>
        <p:spPr>
          <a:xfrm>
            <a:off x="4283968" y="5493760"/>
            <a:ext cx="504056" cy="432048"/>
          </a:xfrm>
          <a:prstGeom prst="arc">
            <a:avLst>
              <a:gd name="adj1" fmla="val 13446346"/>
              <a:gd name="adj2" fmla="val 19830739"/>
            </a:avLst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2" name="21 Yay"/>
          <p:cNvSpPr/>
          <p:nvPr/>
        </p:nvSpPr>
        <p:spPr>
          <a:xfrm>
            <a:off x="5453164" y="6310560"/>
            <a:ext cx="504056" cy="512440"/>
          </a:xfrm>
          <a:prstGeom prst="arc">
            <a:avLst>
              <a:gd name="adj1" fmla="val 13446346"/>
              <a:gd name="adj2" fmla="val 19436764"/>
            </a:avLst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3" name="22 Yay"/>
          <p:cNvSpPr/>
          <p:nvPr/>
        </p:nvSpPr>
        <p:spPr>
          <a:xfrm>
            <a:off x="5735776" y="5499144"/>
            <a:ext cx="504056" cy="432048"/>
          </a:xfrm>
          <a:prstGeom prst="arc">
            <a:avLst>
              <a:gd name="adj1" fmla="val 13446346"/>
              <a:gd name="adj2" fmla="val 19830739"/>
            </a:avLst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4" name="23 Yay"/>
          <p:cNvSpPr/>
          <p:nvPr/>
        </p:nvSpPr>
        <p:spPr>
          <a:xfrm>
            <a:off x="7645372" y="6323248"/>
            <a:ext cx="504056" cy="432048"/>
          </a:xfrm>
          <a:prstGeom prst="arc">
            <a:avLst>
              <a:gd name="adj1" fmla="val 13446346"/>
              <a:gd name="adj2" fmla="val 19830739"/>
            </a:avLst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Sola Bükülü Ok 1">
            <a:hlinkClick r:id="rId2" action="ppaction://hlinksldjump"/>
          </p:cNvPr>
          <p:cNvSpPr/>
          <p:nvPr/>
        </p:nvSpPr>
        <p:spPr>
          <a:xfrm>
            <a:off x="323528" y="5301208"/>
            <a:ext cx="836372" cy="1238064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0" grpId="0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402676" y="335672"/>
            <a:ext cx="7467600" cy="755576"/>
          </a:xfrm>
        </p:spPr>
        <p:txBody>
          <a:bodyPr>
            <a:normAutofit/>
          </a:bodyPr>
          <a:lstStyle/>
          <a:p>
            <a:r>
              <a:rPr lang="tr-TR" sz="3200" b="1" i="1" u="sng" dirty="0">
                <a:solidFill>
                  <a:srgbClr val="002060"/>
                </a:solidFill>
              </a:rPr>
              <a:t>DEĞERLENDİRME:</a:t>
            </a:r>
          </a:p>
        </p:txBody>
      </p:sp>
      <p:graphicFrame>
        <p:nvGraphicFramePr>
          <p:cNvPr id="4" name="İçerik Yer Tutucusu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885357825"/>
              </p:ext>
            </p:extLst>
          </p:nvPr>
        </p:nvGraphicFramePr>
        <p:xfrm>
          <a:off x="457200" y="1600200"/>
          <a:ext cx="74676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Resim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84" y="291188"/>
            <a:ext cx="1163776" cy="977572"/>
          </a:xfrm>
          <a:prstGeom prst="rect">
            <a:avLst/>
          </a:prstGeom>
        </p:spPr>
      </p:pic>
      <p:sp>
        <p:nvSpPr>
          <p:cNvPr id="6" name="Metin kutusu 5"/>
          <p:cNvSpPr txBox="1"/>
          <p:nvPr/>
        </p:nvSpPr>
        <p:spPr>
          <a:xfrm>
            <a:off x="1421612" y="1088500"/>
            <a:ext cx="6192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>
                <a:solidFill>
                  <a:srgbClr val="002060"/>
                </a:solidFill>
              </a:rPr>
              <a:t>Aşağıdaki boşlukları doldurunuz…</a:t>
            </a:r>
          </a:p>
        </p:txBody>
      </p:sp>
    </p:spTree>
    <p:extLst>
      <p:ext uri="{BB962C8B-B14F-4D97-AF65-F5344CB8AC3E}">
        <p14:creationId xmlns:p14="http://schemas.microsoft.com/office/powerpoint/2010/main" val="3302364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467600" cy="1143000"/>
          </a:xfrm>
        </p:spPr>
        <p:txBody>
          <a:bodyPr>
            <a:norm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tr-TR" sz="36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KAZANIMLAR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251520" y="1556792"/>
            <a:ext cx="9289032" cy="4873752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Wingdings" pitchFamily="2" charset="2"/>
              <a:buChar char="ü"/>
            </a:pPr>
            <a:r>
              <a:rPr lang="tr-TR" dirty="0">
                <a:solidFill>
                  <a:srgbClr val="002060"/>
                </a:solidFill>
                <a:latin typeface="Calibri"/>
                <a:ea typeface="Calibri"/>
                <a:cs typeface="Times New Roman"/>
              </a:rPr>
              <a:t>Çemberin özelliklerini belirler ve çember modeli  inşa eder.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endParaRPr lang="tr-TR" dirty="0">
              <a:solidFill>
                <a:srgbClr val="002060"/>
              </a:solidFill>
              <a:latin typeface="Calibri"/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Wingdings" pitchFamily="2" charset="2"/>
              <a:buChar char="ü"/>
            </a:pPr>
            <a:r>
              <a:rPr lang="tr-TR" dirty="0">
                <a:solidFill>
                  <a:srgbClr val="002060"/>
                </a:solidFill>
                <a:latin typeface="Calibri"/>
                <a:ea typeface="Calibri"/>
                <a:cs typeface="Times New Roman"/>
              </a:rPr>
              <a:t>Çemberde merkez açı ve çevre açı ile bu açıların 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tr-TR" dirty="0">
                <a:solidFill>
                  <a:srgbClr val="002060"/>
                </a:solidFill>
                <a:latin typeface="Calibri"/>
                <a:ea typeface="Calibri"/>
                <a:cs typeface="Times New Roman"/>
              </a:rPr>
              <a:t>gördüğü yayları belirler.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endParaRPr lang="tr-TR" dirty="0">
              <a:solidFill>
                <a:srgbClr val="002060"/>
              </a:solidFill>
              <a:latin typeface="Calibri"/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Wingdings" pitchFamily="2" charset="2"/>
              <a:buChar char="ü"/>
            </a:pPr>
            <a:r>
              <a:rPr lang="tr-TR" b="1" dirty="0">
                <a:solidFill>
                  <a:srgbClr val="002060"/>
                </a:solidFill>
                <a:latin typeface="Calibri"/>
                <a:ea typeface="Calibri"/>
                <a:cs typeface="Times New Roman"/>
              </a:rPr>
              <a:t> </a:t>
            </a:r>
            <a:r>
              <a:rPr lang="tr-TR" dirty="0">
                <a:solidFill>
                  <a:srgbClr val="002060"/>
                </a:solidFill>
                <a:latin typeface="Calibri"/>
                <a:ea typeface="Calibri"/>
                <a:cs typeface="Times New Roman"/>
              </a:rPr>
              <a:t>Aynı yayı gören merkez açının ölçüsü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tr-TR" dirty="0">
                <a:solidFill>
                  <a:srgbClr val="002060"/>
                </a:solidFill>
                <a:latin typeface="Calibri"/>
                <a:ea typeface="Calibri"/>
                <a:cs typeface="Times New Roman"/>
              </a:rPr>
              <a:t>ile çevre açının ölçüsü arasındaki ilişkiyi belirler.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96483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Cumba">
  <a:themeElements>
    <a:clrScheme name="Cumba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Cumba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umba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426</TotalTime>
  <Words>423</Words>
  <Application>Microsoft Office PowerPoint</Application>
  <PresentationFormat>Ekran Gösterisi (4:3)</PresentationFormat>
  <Paragraphs>111</Paragraphs>
  <Slides>14</Slides>
  <Notes>6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5" baseType="lpstr">
      <vt:lpstr>Cumba</vt:lpstr>
      <vt:lpstr>ÇEMBERDE AÇILAR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ÇEMBERDE AÇI ÖZELLİKLERİ </vt:lpstr>
      <vt:lpstr>PowerPoint Sunusu</vt:lpstr>
      <vt:lpstr>PowerPoint Sunusu</vt:lpstr>
      <vt:lpstr>PowerPoint Sunusu</vt:lpstr>
      <vt:lpstr>PowerPoint Sunusu</vt:lpstr>
      <vt:lpstr>DEĞERLENDİRME:</vt:lpstr>
      <vt:lpstr>KAZANIMLAR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Slayt 1</dc:title>
  <dc:creator>Su</dc:creator>
  <cp:lastModifiedBy>Bilinmeyen Kullanıcı</cp:lastModifiedBy>
  <cp:revision>84</cp:revision>
  <dcterms:created xsi:type="dcterms:W3CDTF">2012-03-18T17:55:28Z</dcterms:created>
  <dcterms:modified xsi:type="dcterms:W3CDTF">2022-04-11T09:04:33Z</dcterms:modified>
</cp:coreProperties>
</file>