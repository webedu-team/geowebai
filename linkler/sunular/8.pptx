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3" r:id="rId22"/>
    <p:sldId id="284" r:id="rId23"/>
    <p:sldId id="288" r:id="rId24"/>
    <p:sldId id="289" r:id="rId25"/>
    <p:sldId id="290" r:id="rId26"/>
    <p:sldId id="291" r:id="rId27"/>
    <p:sldId id="292" r:id="rId28"/>
    <p:sldId id="297" r:id="rId29"/>
    <p:sldId id="304" r:id="rId30"/>
    <p:sldId id="305" r:id="rId31"/>
    <p:sldId id="306" r:id="rId32"/>
    <p:sldId id="309" r:id="rId33"/>
    <p:sldId id="310" r:id="rId34"/>
  </p:sldIdLst>
  <p:sldSz cx="7924800" cy="9906000"/>
  <p:notesSz cx="7924800" cy="9906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2196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4360" y="3070860"/>
            <a:ext cx="6736080" cy="2080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88720" y="5547360"/>
            <a:ext cx="5547360" cy="247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735">
              <a:lnSpc>
                <a:spcPts val="1420"/>
              </a:lnSpc>
            </a:pPr>
            <a:fld id="{81D60167-4931-47E6-BA6A-407CBD079E47}" type="slidenum">
              <a:rPr spc="30" dirty="0"/>
              <a:t>‹#›</a:t>
            </a:fld>
            <a:endParaRPr spc="3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300" b="0" i="0">
                <a:solidFill>
                  <a:srgbClr val="358CC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735">
              <a:lnSpc>
                <a:spcPts val="1420"/>
              </a:lnSpc>
            </a:pPr>
            <a:fld id="{81D60167-4931-47E6-BA6A-407CBD079E47}" type="slidenum">
              <a:rPr spc="30" dirty="0"/>
              <a:t>‹#›</a:t>
            </a:fld>
            <a:endParaRPr spc="3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300" b="0" i="0">
                <a:solidFill>
                  <a:srgbClr val="358CC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6240" y="2278380"/>
            <a:ext cx="3447288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81272" y="2278380"/>
            <a:ext cx="3447288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735">
              <a:lnSpc>
                <a:spcPts val="1420"/>
              </a:lnSpc>
            </a:pPr>
            <a:fld id="{81D60167-4931-47E6-BA6A-407CBD079E47}" type="slidenum">
              <a:rPr spc="30" dirty="0"/>
              <a:t>‹#›</a:t>
            </a:fld>
            <a:endParaRPr spc="3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300" b="0" i="0">
                <a:solidFill>
                  <a:srgbClr val="358CC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735">
              <a:lnSpc>
                <a:spcPts val="1420"/>
              </a:lnSpc>
            </a:pPr>
            <a:fld id="{81D60167-4931-47E6-BA6A-407CBD079E47}" type="slidenum">
              <a:rPr spc="30" dirty="0"/>
              <a:t>‹#›</a:t>
            </a:fld>
            <a:endParaRPr spc="3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735">
              <a:lnSpc>
                <a:spcPts val="1420"/>
              </a:lnSpc>
            </a:pPr>
            <a:fld id="{81D60167-4931-47E6-BA6A-407CBD079E47}" type="slidenum">
              <a:rPr spc="30" dirty="0"/>
              <a:t>‹#›</a:t>
            </a:fld>
            <a:endParaRPr spc="3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01695" y="3503526"/>
            <a:ext cx="3175635" cy="1442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300" b="0" i="0">
                <a:solidFill>
                  <a:srgbClr val="358CC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6240" y="2278380"/>
            <a:ext cx="713232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94432" y="9212580"/>
            <a:ext cx="2535936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240" y="9212580"/>
            <a:ext cx="1822704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42061" y="9374982"/>
            <a:ext cx="255270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735">
              <a:lnSpc>
                <a:spcPts val="1420"/>
              </a:lnSpc>
            </a:pPr>
            <a:fld id="{81D60167-4931-47E6-BA6A-407CBD079E47}" type="slidenum">
              <a:rPr spc="30" dirty="0"/>
              <a:t>‹#›</a:t>
            </a:fld>
            <a:endParaRPr spc="3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7.png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 /><Relationship Id="rId3" Type="http://schemas.openxmlformats.org/officeDocument/2006/relationships/image" Target="../media/image10.png" /><Relationship Id="rId7" Type="http://schemas.openxmlformats.org/officeDocument/2006/relationships/image" Target="../media/image14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3.png" /><Relationship Id="rId5" Type="http://schemas.openxmlformats.org/officeDocument/2006/relationships/image" Target="../media/image12.png" /><Relationship Id="rId4" Type="http://schemas.openxmlformats.org/officeDocument/2006/relationships/image" Target="../media/image11.png" /><Relationship Id="rId9" Type="http://schemas.openxmlformats.org/officeDocument/2006/relationships/image" Target="../media/image16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1.png" /><Relationship Id="rId5" Type="http://schemas.openxmlformats.org/officeDocument/2006/relationships/image" Target="../media/image20.png" /><Relationship Id="rId4" Type="http://schemas.openxmlformats.org/officeDocument/2006/relationships/image" Target="../media/image19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 /><Relationship Id="rId3" Type="http://schemas.openxmlformats.org/officeDocument/2006/relationships/image" Target="../media/image23.png" /><Relationship Id="rId7" Type="http://schemas.openxmlformats.org/officeDocument/2006/relationships/image" Target="../media/image27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6.png" /><Relationship Id="rId5" Type="http://schemas.openxmlformats.org/officeDocument/2006/relationships/image" Target="../media/image25.png" /><Relationship Id="rId4" Type="http://schemas.openxmlformats.org/officeDocument/2006/relationships/image" Target="../media/image24.png" /><Relationship Id="rId9" Type="http://schemas.openxmlformats.org/officeDocument/2006/relationships/image" Target="../media/image29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33.png" /><Relationship Id="rId4" Type="http://schemas.openxmlformats.org/officeDocument/2006/relationships/image" Target="../media/image32.pn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 /><Relationship Id="rId2" Type="http://schemas.openxmlformats.org/officeDocument/2006/relationships/image" Target="../media/image35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37.pn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 /><Relationship Id="rId3" Type="http://schemas.openxmlformats.org/officeDocument/2006/relationships/image" Target="../media/image39.png" /><Relationship Id="rId7" Type="http://schemas.openxmlformats.org/officeDocument/2006/relationships/image" Target="../media/image16.png" /><Relationship Id="rId2" Type="http://schemas.openxmlformats.org/officeDocument/2006/relationships/image" Target="../media/image38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42.png" /><Relationship Id="rId5" Type="http://schemas.openxmlformats.org/officeDocument/2006/relationships/image" Target="../media/image41.png" /><Relationship Id="rId4" Type="http://schemas.openxmlformats.org/officeDocument/2006/relationships/image" Target="../media/image40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 /><Relationship Id="rId2" Type="http://schemas.openxmlformats.org/officeDocument/2006/relationships/image" Target="../media/image43.pn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46.png" /><Relationship Id="rId4" Type="http://schemas.openxmlformats.org/officeDocument/2006/relationships/image" Target="../media/image45.png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 /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 /><Relationship Id="rId2" Type="http://schemas.openxmlformats.org/officeDocument/2006/relationships/image" Target="../media/image48.pn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51.png" /><Relationship Id="rId4" Type="http://schemas.openxmlformats.org/officeDocument/2006/relationships/image" Target="../media/image50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 /><Relationship Id="rId2" Type="http://schemas.openxmlformats.org/officeDocument/2006/relationships/image" Target="../media/image52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56.png" /><Relationship Id="rId5" Type="http://schemas.openxmlformats.org/officeDocument/2006/relationships/image" Target="../media/image55.png" /><Relationship Id="rId4" Type="http://schemas.openxmlformats.org/officeDocument/2006/relationships/image" Target="../media/image54.png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image" Target="../media/image57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58.pn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 /><Relationship Id="rId2" Type="http://schemas.openxmlformats.org/officeDocument/2006/relationships/image" Target="../media/image59.png" /><Relationship Id="rId1" Type="http://schemas.openxmlformats.org/officeDocument/2006/relationships/slideLayout" Target="../slideLayouts/slideLayout5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 /><Relationship Id="rId1" Type="http://schemas.openxmlformats.org/officeDocument/2006/relationships/slideLayout" Target="../slideLayouts/slideLayout5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 /><Relationship Id="rId1" Type="http://schemas.openxmlformats.org/officeDocument/2006/relationships/slideLayout" Target="../slideLayouts/slideLayout5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 /><Relationship Id="rId2" Type="http://schemas.openxmlformats.org/officeDocument/2006/relationships/image" Target="../media/image63.png" /><Relationship Id="rId1" Type="http://schemas.openxmlformats.org/officeDocument/2006/relationships/slideLayout" Target="../slideLayouts/slideLayout5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 /><Relationship Id="rId13" Type="http://schemas.openxmlformats.org/officeDocument/2006/relationships/image" Target="../media/image76.png" /><Relationship Id="rId3" Type="http://schemas.openxmlformats.org/officeDocument/2006/relationships/image" Target="../media/image66.png" /><Relationship Id="rId7" Type="http://schemas.openxmlformats.org/officeDocument/2006/relationships/image" Target="../media/image70.png" /><Relationship Id="rId12" Type="http://schemas.openxmlformats.org/officeDocument/2006/relationships/image" Target="../media/image75.png" /><Relationship Id="rId17" Type="http://schemas.openxmlformats.org/officeDocument/2006/relationships/image" Target="../media/image80.png" /><Relationship Id="rId2" Type="http://schemas.openxmlformats.org/officeDocument/2006/relationships/image" Target="../media/image65.png" /><Relationship Id="rId16" Type="http://schemas.openxmlformats.org/officeDocument/2006/relationships/image" Target="../media/image79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69.png" /><Relationship Id="rId11" Type="http://schemas.openxmlformats.org/officeDocument/2006/relationships/image" Target="../media/image74.png" /><Relationship Id="rId5" Type="http://schemas.openxmlformats.org/officeDocument/2006/relationships/image" Target="../media/image68.png" /><Relationship Id="rId15" Type="http://schemas.openxmlformats.org/officeDocument/2006/relationships/image" Target="../media/image78.png" /><Relationship Id="rId10" Type="http://schemas.openxmlformats.org/officeDocument/2006/relationships/image" Target="../media/image73.png" /><Relationship Id="rId4" Type="http://schemas.openxmlformats.org/officeDocument/2006/relationships/image" Target="../media/image67.png" /><Relationship Id="rId9" Type="http://schemas.openxmlformats.org/officeDocument/2006/relationships/image" Target="../media/image72.png" /><Relationship Id="rId14" Type="http://schemas.openxmlformats.org/officeDocument/2006/relationships/image" Target="../media/image77.png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 /><Relationship Id="rId1" Type="http://schemas.openxmlformats.org/officeDocument/2006/relationships/slideLayout" Target="../slideLayouts/slideLayout5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 /><Relationship Id="rId1" Type="http://schemas.openxmlformats.org/officeDocument/2006/relationships/slideLayout" Target="../slideLayouts/slideLayout5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3" name="object 3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997499" y="1223996"/>
            <a:ext cx="2105025" cy="127000"/>
          </a:xfrm>
          <a:custGeom>
            <a:avLst/>
            <a:gdLst/>
            <a:ahLst/>
            <a:cxnLst/>
            <a:rect l="l" t="t" r="r" b="b"/>
            <a:pathLst>
              <a:path w="2105025" h="127000">
                <a:moveTo>
                  <a:pt x="0" y="127000"/>
                </a:moveTo>
                <a:lnTo>
                  <a:pt x="2104999" y="127000"/>
                </a:lnTo>
                <a:lnTo>
                  <a:pt x="2104999" y="0"/>
                </a:lnTo>
                <a:lnTo>
                  <a:pt x="0" y="0"/>
                </a:lnTo>
                <a:lnTo>
                  <a:pt x="0" y="12700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127998" y="132805"/>
            <a:ext cx="513080" cy="513080"/>
            <a:chOff x="7127998" y="132805"/>
            <a:chExt cx="513080" cy="513080"/>
          </a:xfrm>
        </p:grpSpPr>
        <p:sp>
          <p:nvSpPr>
            <p:cNvPr id="7" name="object 7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2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79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9999" y="1287496"/>
            <a:ext cx="6660515" cy="0"/>
          </a:xfrm>
          <a:custGeom>
            <a:avLst/>
            <a:gdLst/>
            <a:ahLst/>
            <a:cxnLst/>
            <a:rect l="l" t="t" r="r" b="b"/>
            <a:pathLst>
              <a:path w="6660515">
                <a:moveTo>
                  <a:pt x="0" y="0"/>
                </a:moveTo>
                <a:lnTo>
                  <a:pt x="6659994" y="0"/>
                </a:lnTo>
              </a:path>
            </a:pathLst>
          </a:custGeom>
          <a:ln w="25400">
            <a:solidFill>
              <a:srgbClr val="358CC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531327" y="910697"/>
            <a:ext cx="1032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210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1800" b="1" i="1" spc="-215" dirty="0">
                <a:solidFill>
                  <a:srgbClr val="358CCB"/>
                </a:solidFill>
                <a:latin typeface="Times New Roman"/>
                <a:cs typeface="Times New Roman"/>
              </a:rPr>
              <a:t>Ç</a:t>
            </a:r>
            <a:r>
              <a:rPr sz="1800" b="1" i="1" spc="-245" dirty="0">
                <a:solidFill>
                  <a:srgbClr val="358CCB"/>
                </a:solidFill>
                <a:latin typeface="Times New Roman"/>
                <a:cs typeface="Times New Roman"/>
              </a:rPr>
              <a:t>GENLER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7316" y="1652768"/>
            <a:ext cx="6685915" cy="2280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00"/>
              </a:spcBef>
            </a:pPr>
            <a:r>
              <a:rPr sz="1500" b="1" i="1" spc="-70" dirty="0">
                <a:solidFill>
                  <a:srgbClr val="358CCB"/>
                </a:solidFill>
                <a:latin typeface="Times New Roman"/>
                <a:cs typeface="Times New Roman"/>
              </a:rPr>
              <a:t>Üçgend</a:t>
            </a:r>
            <a:r>
              <a:rPr sz="1500" b="1" i="1" spc="-45" dirty="0">
                <a:solidFill>
                  <a:srgbClr val="358CCB"/>
                </a:solidFill>
                <a:latin typeface="Times New Roman"/>
                <a:cs typeface="Times New Roman"/>
              </a:rPr>
              <a:t>e</a:t>
            </a:r>
            <a:r>
              <a:rPr sz="1500" b="1" i="1" spc="-130" dirty="0">
                <a:solidFill>
                  <a:srgbClr val="358CCB"/>
                </a:solidFill>
                <a:latin typeface="Times New Roman"/>
                <a:cs typeface="Times New Roman"/>
              </a:rPr>
              <a:t> </a:t>
            </a:r>
            <a:r>
              <a:rPr sz="1500" b="1" i="1" spc="-170" dirty="0">
                <a:solidFill>
                  <a:srgbClr val="358CCB"/>
                </a:solidFill>
                <a:latin typeface="Times New Roman"/>
                <a:cs typeface="Times New Roman"/>
              </a:rPr>
              <a:t>Y</a:t>
            </a:r>
            <a:r>
              <a:rPr sz="1500" b="1" i="1" spc="-65" dirty="0">
                <a:solidFill>
                  <a:srgbClr val="358CCB"/>
                </a:solidFill>
                <a:latin typeface="Times New Roman"/>
                <a:cs typeface="Times New Roman"/>
              </a:rPr>
              <a:t>ardımc</a:t>
            </a:r>
            <a:r>
              <a:rPr sz="1500" b="1" i="1" spc="-30" dirty="0">
                <a:solidFill>
                  <a:srgbClr val="358CCB"/>
                </a:solidFill>
                <a:latin typeface="Times New Roman"/>
                <a:cs typeface="Times New Roman"/>
              </a:rPr>
              <a:t>ı</a:t>
            </a:r>
            <a:r>
              <a:rPr sz="1500" b="1" i="1" spc="-130" dirty="0">
                <a:solidFill>
                  <a:srgbClr val="358CCB"/>
                </a:solidFill>
                <a:latin typeface="Times New Roman"/>
                <a:cs typeface="Times New Roman"/>
              </a:rPr>
              <a:t> </a:t>
            </a:r>
            <a:r>
              <a:rPr sz="1500" b="1" i="1" spc="-85" dirty="0">
                <a:solidFill>
                  <a:srgbClr val="358CCB"/>
                </a:solidFill>
                <a:latin typeface="Times New Roman"/>
                <a:cs typeface="Times New Roman"/>
              </a:rPr>
              <a:t>Elemanlar</a:t>
            </a: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0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50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tiçgende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kenarortaylar,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açıortaylar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ytikseklikler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yardımcı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elemanlarıdır.</a:t>
            </a:r>
            <a:endParaRPr sz="1000">
              <a:latin typeface="Verdana"/>
              <a:cs typeface="Verdana"/>
            </a:endParaRPr>
          </a:p>
          <a:p>
            <a:pPr marL="192405">
              <a:lnSpc>
                <a:spcPct val="100000"/>
              </a:lnSpc>
              <a:spcBef>
                <a:spcPts val="755"/>
              </a:spcBef>
            </a:pPr>
            <a:r>
              <a:rPr sz="1400" b="1" i="1" spc="-100" dirty="0">
                <a:solidFill>
                  <a:srgbClr val="649DD4"/>
                </a:solidFill>
                <a:latin typeface="Times New Roman"/>
                <a:cs typeface="Times New Roman"/>
              </a:rPr>
              <a:t>1</a:t>
            </a:r>
            <a:r>
              <a:rPr sz="1400" b="1" i="1" spc="-45" dirty="0">
                <a:solidFill>
                  <a:srgbClr val="649DD4"/>
                </a:solidFill>
                <a:latin typeface="Times New Roman"/>
                <a:cs typeface="Times New Roman"/>
              </a:rPr>
              <a:t>.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170" dirty="0">
                <a:solidFill>
                  <a:srgbClr val="649DD4"/>
                </a:solidFill>
                <a:latin typeface="Times New Roman"/>
                <a:cs typeface="Times New Roman"/>
              </a:rPr>
              <a:t>K</a:t>
            </a:r>
            <a:r>
              <a:rPr sz="1400" b="1" i="1" spc="-45" dirty="0">
                <a:solidFill>
                  <a:srgbClr val="649DD4"/>
                </a:solidFill>
                <a:latin typeface="Times New Roman"/>
                <a:cs typeface="Times New Roman"/>
              </a:rPr>
              <a:t>ena</a:t>
            </a:r>
            <a:r>
              <a:rPr sz="1400" b="1" i="1" spc="-50" dirty="0">
                <a:solidFill>
                  <a:srgbClr val="649DD4"/>
                </a:solidFill>
                <a:latin typeface="Times New Roman"/>
                <a:cs typeface="Times New Roman"/>
              </a:rPr>
              <a:t>r</a:t>
            </a:r>
            <a:r>
              <a:rPr sz="1400" b="1" i="1" spc="-60" dirty="0">
                <a:solidFill>
                  <a:srgbClr val="649DD4"/>
                </a:solidFill>
                <a:latin typeface="Times New Roman"/>
                <a:cs typeface="Times New Roman"/>
              </a:rPr>
              <a:t>o</a:t>
            </a:r>
            <a:r>
              <a:rPr sz="1400" b="1" i="1" spc="-35" dirty="0">
                <a:solidFill>
                  <a:srgbClr val="649DD4"/>
                </a:solidFill>
                <a:latin typeface="Times New Roman"/>
                <a:cs typeface="Times New Roman"/>
              </a:rPr>
              <a:t>r</a:t>
            </a:r>
            <a:r>
              <a:rPr sz="1400" b="1" i="1" spc="40" dirty="0">
                <a:solidFill>
                  <a:srgbClr val="649DD4"/>
                </a:solidFill>
                <a:latin typeface="Times New Roman"/>
                <a:cs typeface="Times New Roman"/>
              </a:rPr>
              <a:t>t</a:t>
            </a:r>
            <a:r>
              <a:rPr sz="1400" b="1" i="1" spc="65" dirty="0">
                <a:solidFill>
                  <a:srgbClr val="649DD4"/>
                </a:solidFill>
                <a:latin typeface="Times New Roman"/>
                <a:cs typeface="Times New Roman"/>
              </a:rPr>
              <a:t>a</a:t>
            </a:r>
            <a:r>
              <a:rPr sz="1400" b="1" i="1" spc="60" dirty="0">
                <a:solidFill>
                  <a:srgbClr val="649DD4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marL="192405" marR="5080" indent="-180340" algn="just">
              <a:lnSpc>
                <a:spcPts val="2210"/>
              </a:lnSpc>
              <a:spcBef>
                <a:spcPts val="165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34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Üçgende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köşeden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kenara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inen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ve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kenarı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iki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eşit 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parçaya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ayıran doğru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parçasına </a:t>
            </a:r>
            <a:r>
              <a:rPr sz="1000" i="1" spc="75" dirty="0">
                <a:solidFill>
                  <a:srgbClr val="EC008C"/>
                </a:solidFill>
                <a:latin typeface="Verdana"/>
                <a:cs typeface="Verdana"/>
              </a:rPr>
              <a:t>kenaror- </a:t>
            </a:r>
            <a:r>
              <a:rPr sz="1000" i="1" spc="8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i="1" spc="90" dirty="0">
                <a:solidFill>
                  <a:srgbClr val="EC008C"/>
                </a:solidFill>
                <a:latin typeface="Verdana"/>
                <a:cs typeface="Verdana"/>
              </a:rPr>
              <a:t>tay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denir. </a:t>
            </a:r>
            <a:r>
              <a:rPr sz="1000" i="1" spc="-40" dirty="0">
                <a:solidFill>
                  <a:srgbClr val="231F20"/>
                </a:solidFill>
                <a:latin typeface="Verdana"/>
                <a:cs typeface="Verdana"/>
              </a:rPr>
              <a:t>“</a:t>
            </a:r>
            <a:r>
              <a:rPr sz="1000" i="1" spc="-40" dirty="0">
                <a:solidFill>
                  <a:srgbClr val="EC008C"/>
                </a:solidFill>
                <a:latin typeface="Verdana"/>
                <a:cs typeface="Verdana"/>
              </a:rPr>
              <a:t>V</a:t>
            </a:r>
            <a:r>
              <a:rPr sz="1000" i="1" spc="-40" dirty="0">
                <a:solidFill>
                  <a:srgbClr val="231F20"/>
                </a:solidFill>
                <a:latin typeface="Verdana"/>
                <a:cs typeface="Verdana"/>
              </a:rPr>
              <a:t>“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sembolti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ile 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gösterilir.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tiçgende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tiç  </a:t>
            </a:r>
            <a:r>
              <a:rPr sz="1000" i="1" spc="85" dirty="0">
                <a:solidFill>
                  <a:srgbClr val="231F20"/>
                </a:solidFill>
                <a:latin typeface="Verdana"/>
                <a:cs typeface="Verdana"/>
              </a:rPr>
              <a:t>tane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kenarortay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vardır.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Kenarortayla- </a:t>
            </a:r>
            <a:r>
              <a:rPr sz="1000" i="1" spc="-3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rın</a:t>
            </a:r>
            <a:r>
              <a:rPr sz="10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kesim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noktasına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EC008C"/>
                </a:solidFill>
                <a:latin typeface="Verdana"/>
                <a:cs typeface="Verdana"/>
              </a:rPr>
              <a:t>ağırlık</a:t>
            </a:r>
            <a:r>
              <a:rPr sz="1000" i="1" spc="14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EC008C"/>
                </a:solidFill>
                <a:latin typeface="Verdana"/>
                <a:cs typeface="Verdana"/>
              </a:rPr>
              <a:t>merkezi</a:t>
            </a:r>
            <a:r>
              <a:rPr sz="1000" i="1" spc="14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denir.</a:t>
            </a:r>
            <a:endParaRPr sz="10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655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34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Ağırlık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merkezi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daima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tiçgenin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iç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bölgesindedir.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Verdana"/>
              <a:cs typeface="Verdana"/>
            </a:endParaRPr>
          </a:p>
          <a:p>
            <a:pPr marR="1549400" algn="ctr">
              <a:lnSpc>
                <a:spcPct val="100000"/>
              </a:lnSpc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44338" y="4072978"/>
            <a:ext cx="752475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41700"/>
              </a:lnSpc>
              <a:spcBef>
                <a:spcPts val="100"/>
              </a:spcBef>
            </a:pPr>
            <a:r>
              <a:rPr sz="1000" i="1" spc="80" dirty="0">
                <a:solidFill>
                  <a:srgbClr val="38B54A"/>
                </a:solidFill>
                <a:latin typeface="Arial"/>
                <a:cs typeface="Arial"/>
              </a:rPr>
              <a:t>V</a:t>
            </a:r>
            <a:r>
              <a:rPr sz="1200" i="1" spc="120" baseline="-20833" dirty="0">
                <a:solidFill>
                  <a:srgbClr val="38B54A"/>
                </a:solidFill>
                <a:latin typeface="Arial"/>
                <a:cs typeface="Arial"/>
              </a:rPr>
              <a:t>a </a:t>
            </a:r>
            <a:r>
              <a:rPr sz="1000" i="1" spc="-10" dirty="0">
                <a:solidFill>
                  <a:srgbClr val="38B54A"/>
                </a:solidFill>
                <a:latin typeface="Arial"/>
                <a:cs typeface="Arial"/>
              </a:rPr>
              <a:t>= </a:t>
            </a:r>
            <a:r>
              <a:rPr sz="1000" i="1" spc="100" dirty="0">
                <a:solidFill>
                  <a:srgbClr val="38B54A"/>
                </a:solidFill>
                <a:latin typeface="Arial"/>
                <a:cs typeface="Arial"/>
              </a:rPr>
              <a:t>[AE] </a:t>
            </a:r>
            <a:r>
              <a:rPr sz="1000" i="1" spc="105" dirty="0">
                <a:solidFill>
                  <a:srgbClr val="38B54A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F5821F"/>
                </a:solidFill>
                <a:latin typeface="Arial"/>
                <a:cs typeface="Arial"/>
              </a:rPr>
              <a:t>V</a:t>
            </a:r>
            <a:r>
              <a:rPr sz="1200" i="1" spc="97" baseline="-20833" dirty="0">
                <a:solidFill>
                  <a:srgbClr val="F5821F"/>
                </a:solidFill>
                <a:latin typeface="Arial"/>
                <a:cs typeface="Arial"/>
              </a:rPr>
              <a:t>b </a:t>
            </a:r>
            <a:r>
              <a:rPr sz="1000" i="1" spc="-10" dirty="0">
                <a:solidFill>
                  <a:srgbClr val="F5821F"/>
                </a:solidFill>
                <a:latin typeface="Arial"/>
                <a:cs typeface="Arial"/>
              </a:rPr>
              <a:t>= </a:t>
            </a:r>
            <a:r>
              <a:rPr sz="1000" i="1" spc="140" dirty="0">
                <a:solidFill>
                  <a:srgbClr val="F5821F"/>
                </a:solidFill>
                <a:latin typeface="Arial"/>
                <a:cs typeface="Arial"/>
              </a:rPr>
              <a:t>[BF] </a:t>
            </a:r>
            <a:r>
              <a:rPr sz="1000" i="1" spc="145" dirty="0">
                <a:solidFill>
                  <a:srgbClr val="F5821F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004B88"/>
                </a:solidFill>
                <a:latin typeface="Arial"/>
                <a:cs typeface="Arial"/>
              </a:rPr>
              <a:t>V</a:t>
            </a:r>
            <a:r>
              <a:rPr sz="1200" i="1" spc="127" baseline="-20833" dirty="0">
                <a:solidFill>
                  <a:srgbClr val="004B88"/>
                </a:solidFill>
                <a:latin typeface="Arial"/>
                <a:cs typeface="Arial"/>
              </a:rPr>
              <a:t>c</a:t>
            </a:r>
            <a:r>
              <a:rPr sz="1200" i="1" spc="345" baseline="-20833" dirty="0">
                <a:solidFill>
                  <a:srgbClr val="004B88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004B88"/>
                </a:solidFill>
                <a:latin typeface="Arial"/>
                <a:cs typeface="Arial"/>
              </a:rPr>
              <a:t>=</a:t>
            </a:r>
            <a:r>
              <a:rPr sz="1000" i="1" spc="175" dirty="0">
                <a:solidFill>
                  <a:srgbClr val="004B88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004B88"/>
                </a:solidFill>
                <a:latin typeface="Arial"/>
                <a:cs typeface="Arial"/>
              </a:rPr>
              <a:t>[CD]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11519" y="5374899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23364" y="5366669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97294" y="4484616"/>
            <a:ext cx="1225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1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13600" y="5374899"/>
            <a:ext cx="1123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77683" y="4455012"/>
            <a:ext cx="118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75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52335" y="4868092"/>
            <a:ext cx="134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55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161786" y="3928879"/>
            <a:ext cx="2390140" cy="1468755"/>
            <a:chOff x="2161786" y="3928879"/>
            <a:chExt cx="2390140" cy="146875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9794" y="4201764"/>
              <a:ext cx="112788" cy="10437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8875" y="4880333"/>
              <a:ext cx="112788" cy="10437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5765" y="4272025"/>
              <a:ext cx="87950" cy="8511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21542" y="4883014"/>
              <a:ext cx="87938" cy="8511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828190" y="5322442"/>
              <a:ext cx="71120" cy="75565"/>
            </a:xfrm>
            <a:custGeom>
              <a:avLst/>
              <a:gdLst/>
              <a:ahLst/>
              <a:cxnLst/>
              <a:rect l="l" t="t" r="r" b="b"/>
              <a:pathLst>
                <a:path w="71120" h="75564">
                  <a:moveTo>
                    <a:pt x="11277" y="1346"/>
                  </a:moveTo>
                  <a:lnTo>
                    <a:pt x="25" y="1320"/>
                  </a:lnTo>
                  <a:lnTo>
                    <a:pt x="0" y="75057"/>
                  </a:lnTo>
                  <a:lnTo>
                    <a:pt x="11239" y="75095"/>
                  </a:lnTo>
                  <a:lnTo>
                    <a:pt x="11277" y="1346"/>
                  </a:lnTo>
                  <a:close/>
                </a:path>
                <a:path w="71120" h="75564">
                  <a:moveTo>
                    <a:pt x="41249" y="1346"/>
                  </a:moveTo>
                  <a:lnTo>
                    <a:pt x="30010" y="1346"/>
                  </a:lnTo>
                  <a:lnTo>
                    <a:pt x="29959" y="75069"/>
                  </a:lnTo>
                  <a:lnTo>
                    <a:pt x="41249" y="75044"/>
                  </a:lnTo>
                  <a:lnTo>
                    <a:pt x="41249" y="1346"/>
                  </a:lnTo>
                  <a:close/>
                </a:path>
                <a:path w="71120" h="75564">
                  <a:moveTo>
                    <a:pt x="70713" y="12"/>
                  </a:moveTo>
                  <a:lnTo>
                    <a:pt x="59486" y="0"/>
                  </a:lnTo>
                  <a:lnTo>
                    <a:pt x="59448" y="73748"/>
                  </a:lnTo>
                  <a:lnTo>
                    <a:pt x="70713" y="73723"/>
                  </a:lnTo>
                  <a:lnTo>
                    <a:pt x="70713" y="12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75515" y="3932054"/>
              <a:ext cx="1273175" cy="1426845"/>
            </a:xfrm>
            <a:custGeom>
              <a:avLst/>
              <a:gdLst/>
              <a:ahLst/>
              <a:cxnLst/>
              <a:rect l="l" t="t" r="r" b="b"/>
              <a:pathLst>
                <a:path w="1273175" h="1426845">
                  <a:moveTo>
                    <a:pt x="1272679" y="1426692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25373" y="5322442"/>
              <a:ext cx="71120" cy="75565"/>
            </a:xfrm>
            <a:custGeom>
              <a:avLst/>
              <a:gdLst/>
              <a:ahLst/>
              <a:cxnLst/>
              <a:rect l="l" t="t" r="r" b="b"/>
              <a:pathLst>
                <a:path w="71119" h="75564">
                  <a:moveTo>
                    <a:pt x="11290" y="1346"/>
                  </a:moveTo>
                  <a:lnTo>
                    <a:pt x="38" y="1320"/>
                  </a:lnTo>
                  <a:lnTo>
                    <a:pt x="0" y="75057"/>
                  </a:lnTo>
                  <a:lnTo>
                    <a:pt x="11252" y="75095"/>
                  </a:lnTo>
                  <a:lnTo>
                    <a:pt x="11290" y="1346"/>
                  </a:lnTo>
                  <a:close/>
                </a:path>
                <a:path w="71119" h="75564">
                  <a:moveTo>
                    <a:pt x="41262" y="1346"/>
                  </a:moveTo>
                  <a:lnTo>
                    <a:pt x="30022" y="1346"/>
                  </a:lnTo>
                  <a:lnTo>
                    <a:pt x="29972" y="75069"/>
                  </a:lnTo>
                  <a:lnTo>
                    <a:pt x="41262" y="75044"/>
                  </a:lnTo>
                  <a:lnTo>
                    <a:pt x="41262" y="1346"/>
                  </a:lnTo>
                  <a:close/>
                </a:path>
                <a:path w="71119" h="75564">
                  <a:moveTo>
                    <a:pt x="70726" y="12"/>
                  </a:moveTo>
                  <a:lnTo>
                    <a:pt x="59486" y="0"/>
                  </a:lnTo>
                  <a:lnTo>
                    <a:pt x="59448" y="73748"/>
                  </a:lnTo>
                  <a:lnTo>
                    <a:pt x="70726" y="73723"/>
                  </a:lnTo>
                  <a:lnTo>
                    <a:pt x="70726" y="12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64966" y="5354269"/>
              <a:ext cx="2383790" cy="5080"/>
            </a:xfrm>
            <a:custGeom>
              <a:avLst/>
              <a:gdLst/>
              <a:ahLst/>
              <a:cxnLst/>
              <a:rect l="l" t="t" r="r" b="b"/>
              <a:pathLst>
                <a:path w="2383790" h="5079">
                  <a:moveTo>
                    <a:pt x="-3174" y="2241"/>
                  </a:moveTo>
                  <a:lnTo>
                    <a:pt x="2386406" y="2241"/>
                  </a:lnTo>
                </a:path>
              </a:pathLst>
            </a:custGeom>
            <a:ln w="10833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168445" y="3932055"/>
              <a:ext cx="1107440" cy="1422400"/>
            </a:xfrm>
            <a:custGeom>
              <a:avLst/>
              <a:gdLst/>
              <a:ahLst/>
              <a:cxnLst/>
              <a:rect l="l" t="t" r="r" b="b"/>
              <a:pathLst>
                <a:path w="1107439" h="1422400">
                  <a:moveTo>
                    <a:pt x="1107071" y="0"/>
                  </a:moveTo>
                  <a:lnTo>
                    <a:pt x="0" y="1422209"/>
                  </a:lnTo>
                </a:path>
              </a:pathLst>
            </a:custGeom>
            <a:ln w="6350">
              <a:solidFill>
                <a:srgbClr val="2E30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64961" y="4567867"/>
              <a:ext cx="1678305" cy="791210"/>
            </a:xfrm>
            <a:custGeom>
              <a:avLst/>
              <a:gdLst/>
              <a:ahLst/>
              <a:cxnLst/>
              <a:rect l="l" t="t" r="r" b="b"/>
              <a:pathLst>
                <a:path w="1678304" h="791210">
                  <a:moveTo>
                    <a:pt x="0" y="790879"/>
                  </a:moveTo>
                  <a:lnTo>
                    <a:pt x="1677733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75516" y="3932055"/>
              <a:ext cx="0" cy="1426845"/>
            </a:xfrm>
            <a:custGeom>
              <a:avLst/>
              <a:gdLst/>
              <a:ahLst/>
              <a:cxnLst/>
              <a:rect l="l" t="t" r="r" b="b"/>
              <a:pathLst>
                <a:path h="1426845">
                  <a:moveTo>
                    <a:pt x="0" y="0"/>
                  </a:moveTo>
                  <a:lnTo>
                    <a:pt x="0" y="1426692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50713" y="4611161"/>
              <a:ext cx="1797685" cy="748030"/>
            </a:xfrm>
            <a:custGeom>
              <a:avLst/>
              <a:gdLst/>
              <a:ahLst/>
              <a:cxnLst/>
              <a:rect l="l" t="t" r="r" b="b"/>
              <a:pathLst>
                <a:path w="1797685" h="748029">
                  <a:moveTo>
                    <a:pt x="1797481" y="747585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E30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59249" y="4813753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26949" y="0"/>
                  </a:moveTo>
                  <a:lnTo>
                    <a:pt x="7772" y="0"/>
                  </a:lnTo>
                  <a:lnTo>
                    <a:pt x="0" y="7772"/>
                  </a:lnTo>
                  <a:lnTo>
                    <a:pt x="0" y="26949"/>
                  </a:lnTo>
                  <a:lnTo>
                    <a:pt x="7772" y="34721"/>
                  </a:lnTo>
                  <a:lnTo>
                    <a:pt x="26949" y="34721"/>
                  </a:lnTo>
                  <a:lnTo>
                    <a:pt x="34721" y="26949"/>
                  </a:lnTo>
                  <a:lnTo>
                    <a:pt x="34721" y="17360"/>
                  </a:lnTo>
                  <a:lnTo>
                    <a:pt x="34721" y="7772"/>
                  </a:lnTo>
                  <a:lnTo>
                    <a:pt x="2694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75493" y="6716925"/>
            <a:ext cx="1231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65" dirty="0">
                <a:solidFill>
                  <a:srgbClr val="EF5BA1"/>
                </a:solidFill>
                <a:latin typeface="Verdana"/>
                <a:cs typeface="Verdana"/>
              </a:rPr>
              <a:t>1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05582" y="6883600"/>
            <a:ext cx="1667510" cy="703580"/>
          </a:xfrm>
          <a:custGeom>
            <a:avLst/>
            <a:gdLst/>
            <a:ahLst/>
            <a:cxnLst/>
            <a:rect l="l" t="t" r="r" b="b"/>
            <a:pathLst>
              <a:path w="1667510" h="703579">
                <a:moveTo>
                  <a:pt x="451523" y="0"/>
                </a:moveTo>
                <a:lnTo>
                  <a:pt x="0" y="702983"/>
                </a:lnTo>
                <a:lnTo>
                  <a:pt x="1667154" y="702983"/>
                </a:lnTo>
                <a:lnTo>
                  <a:pt x="451523" y="0"/>
                </a:lnTo>
                <a:close/>
              </a:path>
            </a:pathLst>
          </a:custGeom>
          <a:ln w="6350">
            <a:solidFill>
              <a:srgbClr val="00AE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499781" y="6724057"/>
            <a:ext cx="105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30122" y="7591936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43479" y="7582906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102407" y="7935418"/>
            <a:ext cx="1673860" cy="711200"/>
            <a:chOff x="1102407" y="7935418"/>
            <a:chExt cx="1673860" cy="711200"/>
          </a:xfrm>
        </p:grpSpPr>
        <p:sp>
          <p:nvSpPr>
            <p:cNvPr id="42" name="object 42"/>
            <p:cNvSpPr/>
            <p:nvPr/>
          </p:nvSpPr>
          <p:spPr>
            <a:xfrm>
              <a:off x="1556611" y="7939759"/>
              <a:ext cx="386080" cy="703580"/>
            </a:xfrm>
            <a:custGeom>
              <a:avLst/>
              <a:gdLst/>
              <a:ahLst/>
              <a:cxnLst/>
              <a:rect l="l" t="t" r="r" b="b"/>
              <a:pathLst>
                <a:path w="386080" h="703579">
                  <a:moveTo>
                    <a:pt x="0" y="0"/>
                  </a:moveTo>
                  <a:lnTo>
                    <a:pt x="385559" y="70344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105582" y="7938593"/>
              <a:ext cx="1667510" cy="703580"/>
            </a:xfrm>
            <a:custGeom>
              <a:avLst/>
              <a:gdLst/>
              <a:ahLst/>
              <a:cxnLst/>
              <a:rect l="l" t="t" r="r" b="b"/>
              <a:pathLst>
                <a:path w="1667510" h="703579">
                  <a:moveTo>
                    <a:pt x="451523" y="0"/>
                  </a:moveTo>
                  <a:lnTo>
                    <a:pt x="0" y="702983"/>
                  </a:lnTo>
                  <a:lnTo>
                    <a:pt x="1667154" y="702983"/>
                  </a:lnTo>
                  <a:lnTo>
                    <a:pt x="451523" y="0"/>
                  </a:lnTo>
                  <a:close/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518009" y="7786256"/>
            <a:ext cx="105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878283" y="8669110"/>
            <a:ext cx="1225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1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57875" y="8767979"/>
            <a:ext cx="2997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900" i="1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261530" y="8767979"/>
            <a:ext cx="2997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900" i="1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800101" y="9020011"/>
            <a:ext cx="3009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14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r>
              <a:rPr sz="900" i="1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30177" y="8644078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730846" y="8644078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140978" y="8669946"/>
            <a:ext cx="1604010" cy="85090"/>
            <a:chOff x="1140978" y="8669946"/>
            <a:chExt cx="1604010" cy="85090"/>
          </a:xfrm>
        </p:grpSpPr>
        <p:sp>
          <p:nvSpPr>
            <p:cNvPr id="52" name="object 52"/>
            <p:cNvSpPr/>
            <p:nvPr/>
          </p:nvSpPr>
          <p:spPr>
            <a:xfrm>
              <a:off x="1144153" y="8689740"/>
              <a:ext cx="701040" cy="62230"/>
            </a:xfrm>
            <a:custGeom>
              <a:avLst/>
              <a:gdLst/>
              <a:ahLst/>
              <a:cxnLst/>
              <a:rect l="l" t="t" r="r" b="b"/>
              <a:pathLst>
                <a:path w="701039" h="62229">
                  <a:moveTo>
                    <a:pt x="0" y="0"/>
                  </a:moveTo>
                  <a:lnTo>
                    <a:pt x="42920" y="15596"/>
                  </a:lnTo>
                  <a:lnTo>
                    <a:pt x="88925" y="29169"/>
                  </a:lnTo>
                  <a:lnTo>
                    <a:pt x="137731" y="40582"/>
                  </a:lnTo>
                  <a:lnTo>
                    <a:pt x="189052" y="49697"/>
                  </a:lnTo>
                  <a:lnTo>
                    <a:pt x="242605" y="56378"/>
                  </a:lnTo>
                  <a:lnTo>
                    <a:pt x="298105" y="60487"/>
                  </a:lnTo>
                  <a:lnTo>
                    <a:pt x="355269" y="61887"/>
                  </a:lnTo>
                  <a:lnTo>
                    <a:pt x="417923" y="61414"/>
                  </a:lnTo>
                  <a:lnTo>
                    <a:pt x="473924" y="59560"/>
                  </a:lnTo>
                  <a:lnTo>
                    <a:pt x="524607" y="55668"/>
                  </a:lnTo>
                  <a:lnTo>
                    <a:pt x="571306" y="49084"/>
                  </a:lnTo>
                  <a:lnTo>
                    <a:pt x="615357" y="39151"/>
                  </a:lnTo>
                  <a:lnTo>
                    <a:pt x="658093" y="25213"/>
                  </a:lnTo>
                  <a:lnTo>
                    <a:pt x="700849" y="6616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813970" y="8669946"/>
              <a:ext cx="85090" cy="61594"/>
            </a:xfrm>
            <a:custGeom>
              <a:avLst/>
              <a:gdLst/>
              <a:ahLst/>
              <a:cxnLst/>
              <a:rect l="l" t="t" r="r" b="b"/>
              <a:pathLst>
                <a:path w="85089" h="61595">
                  <a:moveTo>
                    <a:pt x="85001" y="0"/>
                  </a:moveTo>
                  <a:lnTo>
                    <a:pt x="0" y="9055"/>
                  </a:lnTo>
                  <a:lnTo>
                    <a:pt x="31038" y="26416"/>
                  </a:lnTo>
                  <a:lnTo>
                    <a:pt x="25704" y="61569"/>
                  </a:lnTo>
                  <a:lnTo>
                    <a:pt x="85001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990152" y="8689740"/>
              <a:ext cx="701040" cy="62230"/>
            </a:xfrm>
            <a:custGeom>
              <a:avLst/>
              <a:gdLst/>
              <a:ahLst/>
              <a:cxnLst/>
              <a:rect l="l" t="t" r="r" b="b"/>
              <a:pathLst>
                <a:path w="701039" h="62229">
                  <a:moveTo>
                    <a:pt x="0" y="0"/>
                  </a:moveTo>
                  <a:lnTo>
                    <a:pt x="42920" y="15596"/>
                  </a:lnTo>
                  <a:lnTo>
                    <a:pt x="88925" y="29169"/>
                  </a:lnTo>
                  <a:lnTo>
                    <a:pt x="137731" y="40582"/>
                  </a:lnTo>
                  <a:lnTo>
                    <a:pt x="189052" y="49697"/>
                  </a:lnTo>
                  <a:lnTo>
                    <a:pt x="242605" y="56378"/>
                  </a:lnTo>
                  <a:lnTo>
                    <a:pt x="298105" y="60487"/>
                  </a:lnTo>
                  <a:lnTo>
                    <a:pt x="355269" y="61887"/>
                  </a:lnTo>
                  <a:lnTo>
                    <a:pt x="417923" y="61414"/>
                  </a:lnTo>
                  <a:lnTo>
                    <a:pt x="473924" y="59560"/>
                  </a:lnTo>
                  <a:lnTo>
                    <a:pt x="524607" y="55668"/>
                  </a:lnTo>
                  <a:lnTo>
                    <a:pt x="571306" y="49084"/>
                  </a:lnTo>
                  <a:lnTo>
                    <a:pt x="615357" y="39151"/>
                  </a:lnTo>
                  <a:lnTo>
                    <a:pt x="658093" y="25213"/>
                  </a:lnTo>
                  <a:lnTo>
                    <a:pt x="700849" y="6616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59969" y="8669946"/>
              <a:ext cx="85090" cy="61594"/>
            </a:xfrm>
            <a:custGeom>
              <a:avLst/>
              <a:gdLst/>
              <a:ahLst/>
              <a:cxnLst/>
              <a:rect l="l" t="t" r="r" b="b"/>
              <a:pathLst>
                <a:path w="85089" h="61595">
                  <a:moveTo>
                    <a:pt x="85001" y="0"/>
                  </a:moveTo>
                  <a:lnTo>
                    <a:pt x="0" y="9055"/>
                  </a:lnTo>
                  <a:lnTo>
                    <a:pt x="31038" y="26416"/>
                  </a:lnTo>
                  <a:lnTo>
                    <a:pt x="25704" y="61569"/>
                  </a:lnTo>
                  <a:lnTo>
                    <a:pt x="85001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/>
          <p:nvPr/>
        </p:nvSpPr>
        <p:spPr>
          <a:xfrm>
            <a:off x="1102870" y="8967199"/>
            <a:ext cx="1691639" cy="48895"/>
          </a:xfrm>
          <a:custGeom>
            <a:avLst/>
            <a:gdLst/>
            <a:ahLst/>
            <a:cxnLst/>
            <a:rect l="l" t="t" r="r" b="b"/>
            <a:pathLst>
              <a:path w="1691639" h="48895">
                <a:moveTo>
                  <a:pt x="817460" y="21031"/>
                </a:moveTo>
                <a:lnTo>
                  <a:pt x="114414" y="21031"/>
                </a:lnTo>
                <a:lnTo>
                  <a:pt x="114414" y="27431"/>
                </a:lnTo>
                <a:lnTo>
                  <a:pt x="817156" y="27431"/>
                </a:lnTo>
                <a:lnTo>
                  <a:pt x="818578" y="27546"/>
                </a:lnTo>
                <a:lnTo>
                  <a:pt x="843521" y="48806"/>
                </a:lnTo>
                <a:lnTo>
                  <a:pt x="847636" y="48806"/>
                </a:lnTo>
                <a:lnTo>
                  <a:pt x="848474" y="45529"/>
                </a:lnTo>
                <a:lnTo>
                  <a:pt x="848723" y="44919"/>
                </a:lnTo>
                <a:lnTo>
                  <a:pt x="845578" y="44919"/>
                </a:lnTo>
                <a:lnTo>
                  <a:pt x="820242" y="21247"/>
                </a:lnTo>
                <a:lnTo>
                  <a:pt x="817460" y="21031"/>
                </a:lnTo>
                <a:close/>
              </a:path>
              <a:path w="1691639" h="48895">
                <a:moveTo>
                  <a:pt x="904100" y="21031"/>
                </a:moveTo>
                <a:lnTo>
                  <a:pt x="873696" y="21031"/>
                </a:lnTo>
                <a:lnTo>
                  <a:pt x="870915" y="21247"/>
                </a:lnTo>
                <a:lnTo>
                  <a:pt x="845578" y="44919"/>
                </a:lnTo>
                <a:lnTo>
                  <a:pt x="848723" y="44919"/>
                </a:lnTo>
                <a:lnTo>
                  <a:pt x="849798" y="42303"/>
                </a:lnTo>
                <a:lnTo>
                  <a:pt x="853274" y="36182"/>
                </a:lnTo>
                <a:lnTo>
                  <a:pt x="874001" y="27431"/>
                </a:lnTo>
                <a:lnTo>
                  <a:pt x="904100" y="27431"/>
                </a:lnTo>
                <a:lnTo>
                  <a:pt x="904100" y="21031"/>
                </a:lnTo>
                <a:close/>
              </a:path>
              <a:path w="1691639" h="48895">
                <a:moveTo>
                  <a:pt x="2628" y="0"/>
                </a:moveTo>
                <a:lnTo>
                  <a:pt x="0" y="0"/>
                </a:lnTo>
                <a:lnTo>
                  <a:pt x="990" y="5791"/>
                </a:lnTo>
                <a:lnTo>
                  <a:pt x="2412" y="10464"/>
                </a:lnTo>
                <a:lnTo>
                  <a:pt x="6146" y="17551"/>
                </a:lnTo>
                <a:lnTo>
                  <a:pt x="8801" y="20408"/>
                </a:lnTo>
                <a:lnTo>
                  <a:pt x="12346" y="22644"/>
                </a:lnTo>
                <a:lnTo>
                  <a:pt x="15735" y="24866"/>
                </a:lnTo>
                <a:lnTo>
                  <a:pt x="19469" y="26250"/>
                </a:lnTo>
                <a:lnTo>
                  <a:pt x="27393" y="27190"/>
                </a:lnTo>
                <a:lnTo>
                  <a:pt x="31622" y="27431"/>
                </a:lnTo>
                <a:lnTo>
                  <a:pt x="114414" y="27431"/>
                </a:lnTo>
                <a:lnTo>
                  <a:pt x="114414" y="21031"/>
                </a:lnTo>
                <a:lnTo>
                  <a:pt x="31622" y="21031"/>
                </a:lnTo>
                <a:lnTo>
                  <a:pt x="27482" y="20764"/>
                </a:lnTo>
                <a:lnTo>
                  <a:pt x="19951" y="19697"/>
                </a:lnTo>
                <a:lnTo>
                  <a:pt x="16840" y="18668"/>
                </a:lnTo>
                <a:lnTo>
                  <a:pt x="14401" y="17144"/>
                </a:lnTo>
                <a:lnTo>
                  <a:pt x="12496" y="16001"/>
                </a:lnTo>
                <a:lnTo>
                  <a:pt x="2933" y="1371"/>
                </a:lnTo>
                <a:lnTo>
                  <a:pt x="2628" y="0"/>
                </a:lnTo>
                <a:close/>
              </a:path>
              <a:path w="1691639" h="48895">
                <a:moveTo>
                  <a:pt x="1691043" y="0"/>
                </a:moveTo>
                <a:lnTo>
                  <a:pt x="1688414" y="0"/>
                </a:lnTo>
                <a:lnTo>
                  <a:pt x="1688033" y="1371"/>
                </a:lnTo>
                <a:lnTo>
                  <a:pt x="1687576" y="2806"/>
                </a:lnTo>
                <a:lnTo>
                  <a:pt x="1676641" y="17144"/>
                </a:lnTo>
                <a:lnTo>
                  <a:pt x="1674202" y="18668"/>
                </a:lnTo>
                <a:lnTo>
                  <a:pt x="1671091" y="19697"/>
                </a:lnTo>
                <a:lnTo>
                  <a:pt x="1663547" y="20764"/>
                </a:lnTo>
                <a:lnTo>
                  <a:pt x="1659420" y="21031"/>
                </a:lnTo>
                <a:lnTo>
                  <a:pt x="904100" y="21031"/>
                </a:lnTo>
                <a:lnTo>
                  <a:pt x="904100" y="27431"/>
                </a:lnTo>
                <a:lnTo>
                  <a:pt x="1659420" y="27431"/>
                </a:lnTo>
                <a:lnTo>
                  <a:pt x="1663649" y="27190"/>
                </a:lnTo>
                <a:lnTo>
                  <a:pt x="1671574" y="26250"/>
                </a:lnTo>
                <a:lnTo>
                  <a:pt x="1675307" y="24866"/>
                </a:lnTo>
                <a:lnTo>
                  <a:pt x="1678813" y="22567"/>
                </a:lnTo>
                <a:lnTo>
                  <a:pt x="1682242" y="20408"/>
                </a:lnTo>
                <a:lnTo>
                  <a:pt x="1684883" y="17551"/>
                </a:lnTo>
                <a:lnTo>
                  <a:pt x="1688617" y="10464"/>
                </a:lnTo>
                <a:lnTo>
                  <a:pt x="1690054" y="5778"/>
                </a:lnTo>
                <a:lnTo>
                  <a:pt x="1691043" y="0"/>
                </a:lnTo>
                <a:close/>
              </a:path>
            </a:pathLst>
          </a:custGeom>
          <a:solidFill>
            <a:srgbClr val="F15A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009470" y="6729625"/>
            <a:ext cx="38982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üçgeninde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0" dirty="0">
                <a:solidFill>
                  <a:srgbClr val="231F20"/>
                </a:solidFill>
                <a:latin typeface="Verdana"/>
                <a:cs typeface="Verdana"/>
              </a:rPr>
              <a:t>[BC]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kenarına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90" dirty="0">
                <a:solidFill>
                  <a:srgbClr val="231F20"/>
                </a:solidFill>
                <a:latin typeface="Verdana"/>
                <a:cs typeface="Verdana"/>
              </a:rPr>
              <a:t>aitt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kenarorttayı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çizelim.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84070" y="7997721"/>
            <a:ext cx="4499610" cy="88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41700"/>
              </a:lnSpc>
              <a:spcBef>
                <a:spcPts val="100"/>
              </a:spcBef>
            </a:pP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Öncelikle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kenarının 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uzunluğunu 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bulalım.  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|BC| 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5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8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oldu-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ğu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için  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tam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ortası,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 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köşesininden 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sağa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doğru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ötededir.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 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noktayı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D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harfi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isimlendirelim.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Son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D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köşesi-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ni</a:t>
            </a:r>
            <a:r>
              <a:rPr sz="10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birleştirelim</a:t>
            </a:r>
            <a:r>
              <a:rPr sz="10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[AD],</a:t>
            </a:r>
            <a:r>
              <a:rPr sz="10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[BC|</a:t>
            </a:r>
            <a:r>
              <a:rPr sz="10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nin</a:t>
            </a:r>
            <a:r>
              <a:rPr sz="10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kenarortayıdır</a:t>
            </a:r>
            <a:r>
              <a:rPr sz="10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V</a:t>
            </a:r>
            <a:r>
              <a:rPr sz="1200" i="1" spc="120" baseline="-20833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200" i="1" spc="352" baseline="-20833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gösterilir.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24174" y="6228995"/>
            <a:ext cx="6756400" cy="347980"/>
            <a:chOff x="624174" y="6228995"/>
            <a:chExt cx="6756400" cy="347980"/>
          </a:xfrm>
        </p:grpSpPr>
        <p:sp>
          <p:nvSpPr>
            <p:cNvPr id="60" name="object 60"/>
            <p:cNvSpPr/>
            <p:nvPr/>
          </p:nvSpPr>
          <p:spPr>
            <a:xfrm>
              <a:off x="744822" y="6402758"/>
              <a:ext cx="6635750" cy="0"/>
            </a:xfrm>
            <a:custGeom>
              <a:avLst/>
              <a:gdLst/>
              <a:ahLst/>
              <a:cxnLst/>
              <a:rect l="l" t="t" r="r" b="b"/>
              <a:pathLst>
                <a:path w="6635750">
                  <a:moveTo>
                    <a:pt x="663517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24174" y="6228995"/>
              <a:ext cx="1445895" cy="347980"/>
            </a:xfrm>
            <a:custGeom>
              <a:avLst/>
              <a:gdLst/>
              <a:ahLst/>
              <a:cxnLst/>
              <a:rect l="l" t="t" r="r" b="b"/>
              <a:pathLst>
                <a:path w="1445895" h="347979">
                  <a:moveTo>
                    <a:pt x="14229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422971" y="347522"/>
                  </a:lnTo>
                  <a:lnTo>
                    <a:pt x="1432476" y="305340"/>
                  </a:lnTo>
                  <a:lnTo>
                    <a:pt x="1439556" y="262304"/>
                  </a:lnTo>
                  <a:lnTo>
                    <a:pt x="1443975" y="218437"/>
                  </a:lnTo>
                  <a:lnTo>
                    <a:pt x="1445501" y="173761"/>
                  </a:lnTo>
                  <a:lnTo>
                    <a:pt x="1443975" y="129091"/>
                  </a:lnTo>
                  <a:lnTo>
                    <a:pt x="1439556" y="85223"/>
                  </a:lnTo>
                  <a:lnTo>
                    <a:pt x="1432476" y="42184"/>
                  </a:lnTo>
                  <a:lnTo>
                    <a:pt x="1422971" y="0"/>
                  </a:lnTo>
                  <a:close/>
                </a:path>
              </a:pathLst>
            </a:custGeom>
            <a:solidFill>
              <a:srgbClr val="006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073796" y="6278843"/>
            <a:ext cx="535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165" dirty="0">
                <a:solidFill>
                  <a:srgbClr val="FFFFFF"/>
                </a:solidFill>
                <a:latin typeface="Times New Roman"/>
                <a:cs typeface="Times New Roman"/>
              </a:rPr>
              <a:t>ÖRNEK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787630" y="9374982"/>
            <a:ext cx="16510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25" dirty="0">
                <a:solidFill>
                  <a:srgbClr val="FFFFFF"/>
                </a:solidFill>
                <a:latin typeface="Arial"/>
                <a:cs typeface="Arial"/>
              </a:rPr>
              <a:t>1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887" y="688246"/>
            <a:ext cx="1536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0" dirty="0">
                <a:solidFill>
                  <a:srgbClr val="EF5BA1"/>
                </a:solidFill>
                <a:latin typeface="Verdana"/>
                <a:cs typeface="Verdana"/>
              </a:rPr>
              <a:t>2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15324" y="917657"/>
            <a:ext cx="2167255" cy="666750"/>
            <a:chOff x="3015324" y="917657"/>
            <a:chExt cx="2167255" cy="666750"/>
          </a:xfrm>
        </p:grpSpPr>
        <p:sp>
          <p:nvSpPr>
            <p:cNvPr id="13" name="object 13"/>
            <p:cNvSpPr/>
            <p:nvPr/>
          </p:nvSpPr>
          <p:spPr>
            <a:xfrm>
              <a:off x="3018499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18499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18499" y="12415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18499" y="12415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18499" y="156275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18499" y="156275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75676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75676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75676" y="12416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75676" y="12416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75676" y="156307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75676" y="156307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97087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97087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97087" y="14021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97087" y="14021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54265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54265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54265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54265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32853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32853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32853" y="12416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32853" y="12416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32853" y="156307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32853" y="156307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911442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911442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911442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911442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090029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090029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90029" y="12416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90029" y="12416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90029" y="156307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90029" y="156307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268618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268618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268618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268618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447207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447207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447207" y="12416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47207" y="12416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47207" y="156307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47207" y="156307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625795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625795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625795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5795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804384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804384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804384" y="12416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04384" y="12416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04384" y="156307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04384" y="156307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982973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82973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982973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982973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161560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161560" y="9208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161560" y="12416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61560" y="12416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161560" y="156307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161560" y="156307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026856" y="930475"/>
              <a:ext cx="2146935" cy="646430"/>
            </a:xfrm>
            <a:custGeom>
              <a:avLst/>
              <a:gdLst/>
              <a:ahLst/>
              <a:cxnLst/>
              <a:rect l="l" t="t" r="r" b="b"/>
              <a:pathLst>
                <a:path w="2146935" h="646430">
                  <a:moveTo>
                    <a:pt x="0" y="0"/>
                  </a:moveTo>
                  <a:lnTo>
                    <a:pt x="2146465" y="0"/>
                  </a:lnTo>
                  <a:lnTo>
                    <a:pt x="714946" y="645807"/>
                  </a:lnTo>
                  <a:lnTo>
                    <a:pt x="0" y="0"/>
                  </a:lnTo>
                  <a:close/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0" name="object 80"/>
          <p:cNvGrpSpPr/>
          <p:nvPr/>
        </p:nvGrpSpPr>
        <p:grpSpPr>
          <a:xfrm>
            <a:off x="3193912" y="757046"/>
            <a:ext cx="24130" cy="24130"/>
            <a:chOff x="3193912" y="757046"/>
            <a:chExt cx="24130" cy="24130"/>
          </a:xfrm>
        </p:grpSpPr>
        <p:sp>
          <p:nvSpPr>
            <p:cNvPr id="81" name="object 81"/>
            <p:cNvSpPr/>
            <p:nvPr/>
          </p:nvSpPr>
          <p:spPr>
            <a:xfrm>
              <a:off x="3197087" y="7602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197087" y="7602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3193912" y="1720201"/>
            <a:ext cx="24130" cy="24130"/>
            <a:chOff x="3193912" y="1720201"/>
            <a:chExt cx="24130" cy="24130"/>
          </a:xfrm>
        </p:grpSpPr>
        <p:sp>
          <p:nvSpPr>
            <p:cNvPr id="84" name="object 84"/>
            <p:cNvSpPr/>
            <p:nvPr/>
          </p:nvSpPr>
          <p:spPr>
            <a:xfrm>
              <a:off x="3197087" y="17233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197087" y="17233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" name="object 86"/>
          <p:cNvGrpSpPr/>
          <p:nvPr/>
        </p:nvGrpSpPr>
        <p:grpSpPr>
          <a:xfrm>
            <a:off x="3551090" y="756823"/>
            <a:ext cx="24130" cy="24130"/>
            <a:chOff x="3551090" y="756823"/>
            <a:chExt cx="24130" cy="24130"/>
          </a:xfrm>
        </p:grpSpPr>
        <p:sp>
          <p:nvSpPr>
            <p:cNvPr id="87" name="object 87"/>
            <p:cNvSpPr/>
            <p:nvPr/>
          </p:nvSpPr>
          <p:spPr>
            <a:xfrm>
              <a:off x="3554265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554265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9" name="object 89"/>
          <p:cNvGrpSpPr/>
          <p:nvPr/>
        </p:nvGrpSpPr>
        <p:grpSpPr>
          <a:xfrm>
            <a:off x="3551090" y="1720510"/>
            <a:ext cx="24130" cy="24130"/>
            <a:chOff x="3551090" y="1720510"/>
            <a:chExt cx="24130" cy="24130"/>
          </a:xfrm>
        </p:grpSpPr>
        <p:sp>
          <p:nvSpPr>
            <p:cNvPr id="90" name="object 90"/>
            <p:cNvSpPr/>
            <p:nvPr/>
          </p:nvSpPr>
          <p:spPr>
            <a:xfrm>
              <a:off x="3554265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554265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" name="object 92"/>
          <p:cNvGrpSpPr/>
          <p:nvPr/>
        </p:nvGrpSpPr>
        <p:grpSpPr>
          <a:xfrm>
            <a:off x="3908267" y="756823"/>
            <a:ext cx="24130" cy="24130"/>
            <a:chOff x="3908267" y="756823"/>
            <a:chExt cx="24130" cy="24130"/>
          </a:xfrm>
        </p:grpSpPr>
        <p:sp>
          <p:nvSpPr>
            <p:cNvPr id="93" name="object 93"/>
            <p:cNvSpPr/>
            <p:nvPr/>
          </p:nvSpPr>
          <p:spPr>
            <a:xfrm>
              <a:off x="3911442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911442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5" name="object 95"/>
          <p:cNvGrpSpPr/>
          <p:nvPr/>
        </p:nvGrpSpPr>
        <p:grpSpPr>
          <a:xfrm>
            <a:off x="3908267" y="1720510"/>
            <a:ext cx="24130" cy="24130"/>
            <a:chOff x="3908267" y="1720510"/>
            <a:chExt cx="24130" cy="24130"/>
          </a:xfrm>
        </p:grpSpPr>
        <p:sp>
          <p:nvSpPr>
            <p:cNvPr id="96" name="object 96"/>
            <p:cNvSpPr/>
            <p:nvPr/>
          </p:nvSpPr>
          <p:spPr>
            <a:xfrm>
              <a:off x="3911442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911442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4265443" y="756823"/>
            <a:ext cx="24130" cy="24130"/>
            <a:chOff x="4265443" y="756823"/>
            <a:chExt cx="24130" cy="24130"/>
          </a:xfrm>
        </p:grpSpPr>
        <p:sp>
          <p:nvSpPr>
            <p:cNvPr id="99" name="object 99"/>
            <p:cNvSpPr/>
            <p:nvPr/>
          </p:nvSpPr>
          <p:spPr>
            <a:xfrm>
              <a:off x="4268618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268618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4265443" y="1720510"/>
            <a:ext cx="24130" cy="24130"/>
            <a:chOff x="4265443" y="1720510"/>
            <a:chExt cx="24130" cy="24130"/>
          </a:xfrm>
        </p:grpSpPr>
        <p:sp>
          <p:nvSpPr>
            <p:cNvPr id="102" name="object 102"/>
            <p:cNvSpPr/>
            <p:nvPr/>
          </p:nvSpPr>
          <p:spPr>
            <a:xfrm>
              <a:off x="4268618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268618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4" name="object 104"/>
          <p:cNvGrpSpPr/>
          <p:nvPr/>
        </p:nvGrpSpPr>
        <p:grpSpPr>
          <a:xfrm>
            <a:off x="4622620" y="756823"/>
            <a:ext cx="24130" cy="24130"/>
            <a:chOff x="4622620" y="756823"/>
            <a:chExt cx="24130" cy="24130"/>
          </a:xfrm>
        </p:grpSpPr>
        <p:sp>
          <p:nvSpPr>
            <p:cNvPr id="105" name="object 105"/>
            <p:cNvSpPr/>
            <p:nvPr/>
          </p:nvSpPr>
          <p:spPr>
            <a:xfrm>
              <a:off x="4625795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625795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7" name="object 107"/>
          <p:cNvGrpSpPr/>
          <p:nvPr/>
        </p:nvGrpSpPr>
        <p:grpSpPr>
          <a:xfrm>
            <a:off x="4622620" y="1720510"/>
            <a:ext cx="24130" cy="24130"/>
            <a:chOff x="4622620" y="1720510"/>
            <a:chExt cx="24130" cy="24130"/>
          </a:xfrm>
        </p:grpSpPr>
        <p:sp>
          <p:nvSpPr>
            <p:cNvPr id="108" name="object 108"/>
            <p:cNvSpPr/>
            <p:nvPr/>
          </p:nvSpPr>
          <p:spPr>
            <a:xfrm>
              <a:off x="4625795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625795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" name="object 110"/>
          <p:cNvGrpSpPr/>
          <p:nvPr/>
        </p:nvGrpSpPr>
        <p:grpSpPr>
          <a:xfrm>
            <a:off x="4979798" y="756823"/>
            <a:ext cx="24130" cy="24130"/>
            <a:chOff x="4979798" y="756823"/>
            <a:chExt cx="24130" cy="24130"/>
          </a:xfrm>
        </p:grpSpPr>
        <p:sp>
          <p:nvSpPr>
            <p:cNvPr id="111" name="object 111"/>
            <p:cNvSpPr/>
            <p:nvPr/>
          </p:nvSpPr>
          <p:spPr>
            <a:xfrm>
              <a:off x="4982973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982973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3" name="object 113"/>
          <p:cNvGrpSpPr/>
          <p:nvPr/>
        </p:nvGrpSpPr>
        <p:grpSpPr>
          <a:xfrm>
            <a:off x="4979798" y="1720510"/>
            <a:ext cx="24130" cy="24130"/>
            <a:chOff x="4979798" y="1720510"/>
            <a:chExt cx="24130" cy="24130"/>
          </a:xfrm>
        </p:grpSpPr>
        <p:sp>
          <p:nvSpPr>
            <p:cNvPr id="114" name="object 114"/>
            <p:cNvSpPr/>
            <p:nvPr/>
          </p:nvSpPr>
          <p:spPr>
            <a:xfrm>
              <a:off x="4982973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982973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" name="object 116"/>
          <p:cNvGrpSpPr/>
          <p:nvPr/>
        </p:nvGrpSpPr>
        <p:grpSpPr>
          <a:xfrm>
            <a:off x="5336974" y="756823"/>
            <a:ext cx="24130" cy="24130"/>
            <a:chOff x="5336974" y="756823"/>
            <a:chExt cx="24130" cy="24130"/>
          </a:xfrm>
        </p:grpSpPr>
        <p:sp>
          <p:nvSpPr>
            <p:cNvPr id="117" name="object 117"/>
            <p:cNvSpPr/>
            <p:nvPr/>
          </p:nvSpPr>
          <p:spPr>
            <a:xfrm>
              <a:off x="5340149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340149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9" name="object 119"/>
          <p:cNvGrpSpPr/>
          <p:nvPr/>
        </p:nvGrpSpPr>
        <p:grpSpPr>
          <a:xfrm>
            <a:off x="5336974" y="1078268"/>
            <a:ext cx="24130" cy="24130"/>
            <a:chOff x="5336974" y="1078268"/>
            <a:chExt cx="24130" cy="24130"/>
          </a:xfrm>
        </p:grpSpPr>
        <p:sp>
          <p:nvSpPr>
            <p:cNvPr id="120" name="object 120"/>
            <p:cNvSpPr/>
            <p:nvPr/>
          </p:nvSpPr>
          <p:spPr>
            <a:xfrm>
              <a:off x="5340149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340149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" name="object 122"/>
          <p:cNvGrpSpPr/>
          <p:nvPr/>
        </p:nvGrpSpPr>
        <p:grpSpPr>
          <a:xfrm>
            <a:off x="5336974" y="1399066"/>
            <a:ext cx="24130" cy="24130"/>
            <a:chOff x="5336974" y="1399066"/>
            <a:chExt cx="24130" cy="24130"/>
          </a:xfrm>
        </p:grpSpPr>
        <p:sp>
          <p:nvSpPr>
            <p:cNvPr id="123" name="object 123"/>
            <p:cNvSpPr/>
            <p:nvPr/>
          </p:nvSpPr>
          <p:spPr>
            <a:xfrm>
              <a:off x="5340149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340149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5" name="object 125"/>
          <p:cNvGrpSpPr/>
          <p:nvPr/>
        </p:nvGrpSpPr>
        <p:grpSpPr>
          <a:xfrm>
            <a:off x="5336974" y="1720510"/>
            <a:ext cx="24130" cy="24130"/>
            <a:chOff x="5336974" y="1720510"/>
            <a:chExt cx="24130" cy="24130"/>
          </a:xfrm>
        </p:grpSpPr>
        <p:sp>
          <p:nvSpPr>
            <p:cNvPr id="126" name="object 126"/>
            <p:cNvSpPr/>
            <p:nvPr/>
          </p:nvSpPr>
          <p:spPr>
            <a:xfrm>
              <a:off x="5340149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340149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8" name="object 128"/>
          <p:cNvGrpSpPr/>
          <p:nvPr/>
        </p:nvGrpSpPr>
        <p:grpSpPr>
          <a:xfrm>
            <a:off x="2836223" y="1399066"/>
            <a:ext cx="24130" cy="24130"/>
            <a:chOff x="2836223" y="1399066"/>
            <a:chExt cx="24130" cy="24130"/>
          </a:xfrm>
        </p:grpSpPr>
        <p:sp>
          <p:nvSpPr>
            <p:cNvPr id="129" name="object 129"/>
            <p:cNvSpPr/>
            <p:nvPr/>
          </p:nvSpPr>
          <p:spPr>
            <a:xfrm>
              <a:off x="2839398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839398" y="14022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1" name="object 131"/>
          <p:cNvGrpSpPr/>
          <p:nvPr/>
        </p:nvGrpSpPr>
        <p:grpSpPr>
          <a:xfrm>
            <a:off x="2836223" y="756823"/>
            <a:ext cx="24130" cy="24130"/>
            <a:chOff x="2836223" y="756823"/>
            <a:chExt cx="24130" cy="24130"/>
          </a:xfrm>
        </p:grpSpPr>
        <p:sp>
          <p:nvSpPr>
            <p:cNvPr id="132" name="object 132"/>
            <p:cNvSpPr/>
            <p:nvPr/>
          </p:nvSpPr>
          <p:spPr>
            <a:xfrm>
              <a:off x="2839398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839398" y="7599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4" name="object 134"/>
          <p:cNvGrpSpPr/>
          <p:nvPr/>
        </p:nvGrpSpPr>
        <p:grpSpPr>
          <a:xfrm>
            <a:off x="2836223" y="1078268"/>
            <a:ext cx="24130" cy="24130"/>
            <a:chOff x="2836223" y="1078268"/>
            <a:chExt cx="24130" cy="24130"/>
          </a:xfrm>
        </p:grpSpPr>
        <p:sp>
          <p:nvSpPr>
            <p:cNvPr id="135" name="object 135"/>
            <p:cNvSpPr/>
            <p:nvPr/>
          </p:nvSpPr>
          <p:spPr>
            <a:xfrm>
              <a:off x="2839398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2839398" y="10814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7" name="object 137"/>
          <p:cNvGrpSpPr/>
          <p:nvPr/>
        </p:nvGrpSpPr>
        <p:grpSpPr>
          <a:xfrm>
            <a:off x="2836223" y="1720510"/>
            <a:ext cx="24130" cy="24130"/>
            <a:chOff x="2836223" y="1720510"/>
            <a:chExt cx="24130" cy="24130"/>
          </a:xfrm>
        </p:grpSpPr>
        <p:sp>
          <p:nvSpPr>
            <p:cNvPr id="138" name="object 138"/>
            <p:cNvSpPr/>
            <p:nvPr/>
          </p:nvSpPr>
          <p:spPr>
            <a:xfrm>
              <a:off x="2839398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839398" y="172368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2977427" y="781305"/>
            <a:ext cx="115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9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5105007" y="777075"/>
            <a:ext cx="1314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819400" y="1590663"/>
            <a:ext cx="2976245" cy="58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b="1" i="1" spc="20" dirty="0">
                <a:solidFill>
                  <a:srgbClr val="231F20"/>
                </a:solidFill>
                <a:latin typeface="Verdana"/>
                <a:cs typeface="Verdana"/>
              </a:rPr>
              <a:t>KLM</a:t>
            </a:r>
            <a:r>
              <a:rPr sz="10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üçgeninin</a:t>
            </a:r>
            <a:r>
              <a:rPr sz="10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ağırlık</a:t>
            </a:r>
            <a:r>
              <a:rPr sz="1000" b="1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merkezini</a:t>
            </a:r>
            <a:r>
              <a:rPr sz="10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bulalım.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989586" y="2503740"/>
            <a:ext cx="2185670" cy="723265"/>
            <a:chOff x="989586" y="2503740"/>
            <a:chExt cx="2185670" cy="723265"/>
          </a:xfrm>
        </p:grpSpPr>
        <p:sp>
          <p:nvSpPr>
            <p:cNvPr id="144" name="object 144"/>
            <p:cNvSpPr/>
            <p:nvPr/>
          </p:nvSpPr>
          <p:spPr>
            <a:xfrm>
              <a:off x="1011196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011196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011196" y="286675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011196" y="286675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368374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368374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368374" y="28668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368374" y="28668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546962" y="27066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546962" y="27066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725551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725551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725551" y="28668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725551" y="28668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725551" y="31883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725551" y="31883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904140" y="27066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904140" y="27066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904140" y="30274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904140" y="30274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082727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2082727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2082727" y="28668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2082727" y="28668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2082727" y="31883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2082727" y="31883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734331" y="2555753"/>
              <a:ext cx="360045" cy="641985"/>
            </a:xfrm>
            <a:custGeom>
              <a:avLst/>
              <a:gdLst/>
              <a:ahLst/>
              <a:cxnLst/>
              <a:rect l="l" t="t" r="r" b="b"/>
              <a:pathLst>
                <a:path w="360044" h="641985">
                  <a:moveTo>
                    <a:pt x="359994" y="0"/>
                  </a:moveTo>
                  <a:lnTo>
                    <a:pt x="0" y="641692"/>
                  </a:lnTo>
                </a:path>
              </a:pathLst>
            </a:custGeom>
            <a:ln w="889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2261316" y="27066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2261316" y="27066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2439905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2439905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2439905" y="28668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2439905" y="28668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2618493" y="27066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2618493" y="27066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2797082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797082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2797082" y="28668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2797082" y="28668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2975670" y="27066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2975670" y="27066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3154258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3154258" y="25460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3154258" y="28668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3154258" y="28668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1378823" y="2557562"/>
              <a:ext cx="1789430" cy="320675"/>
            </a:xfrm>
            <a:custGeom>
              <a:avLst/>
              <a:gdLst/>
              <a:ahLst/>
              <a:cxnLst/>
              <a:rect l="l" t="t" r="r" b="b"/>
              <a:pathLst>
                <a:path w="1789430" h="320675">
                  <a:moveTo>
                    <a:pt x="1789201" y="0"/>
                  </a:moveTo>
                  <a:lnTo>
                    <a:pt x="0" y="320408"/>
                  </a:lnTo>
                </a:path>
              </a:pathLst>
            </a:custGeom>
            <a:ln w="889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189785" y="27066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189785" y="27066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1026025" y="2557545"/>
              <a:ext cx="1426210" cy="320675"/>
            </a:xfrm>
            <a:custGeom>
              <a:avLst/>
              <a:gdLst/>
              <a:ahLst/>
              <a:cxnLst/>
              <a:rect l="l" t="t" r="r" b="b"/>
              <a:pathLst>
                <a:path w="1426210" h="320675">
                  <a:moveTo>
                    <a:pt x="1425600" y="320408"/>
                  </a:moveTo>
                  <a:lnTo>
                    <a:pt x="0" y="0"/>
                  </a:lnTo>
                </a:path>
              </a:pathLst>
            </a:custGeom>
            <a:ln w="889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011196" y="318799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011196" y="318799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368374" y="31883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1368374" y="31883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189785" y="30273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189785" y="30273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546962" y="30274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1546962" y="30274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2261316" y="30274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2261316" y="30274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2439905" y="31883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2439905" y="31883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2618493" y="30274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2618493" y="30274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797082" y="31883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797082" y="31883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975670" y="30274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2975670" y="30274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3154258" y="31883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3154258" y="31883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1019554" y="2555703"/>
              <a:ext cx="2146935" cy="646430"/>
            </a:xfrm>
            <a:custGeom>
              <a:avLst/>
              <a:gdLst/>
              <a:ahLst/>
              <a:cxnLst/>
              <a:rect l="l" t="t" r="r" b="b"/>
              <a:pathLst>
                <a:path w="2146935" h="646430">
                  <a:moveTo>
                    <a:pt x="0" y="0"/>
                  </a:moveTo>
                  <a:lnTo>
                    <a:pt x="2146465" y="0"/>
                  </a:lnTo>
                  <a:lnTo>
                    <a:pt x="714946" y="645807"/>
                  </a:lnTo>
                  <a:lnTo>
                    <a:pt x="0" y="0"/>
                  </a:lnTo>
                  <a:close/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2064265" y="3025552"/>
              <a:ext cx="49530" cy="31750"/>
            </a:xfrm>
            <a:custGeom>
              <a:avLst/>
              <a:gdLst/>
              <a:ahLst/>
              <a:cxnLst/>
              <a:rect l="l" t="t" r="r" b="b"/>
              <a:pathLst>
                <a:path w="49530" h="31750">
                  <a:moveTo>
                    <a:pt x="0" y="0"/>
                  </a:moveTo>
                  <a:lnTo>
                    <a:pt x="48958" y="31673"/>
                  </a:lnTo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1537938" y="3027678"/>
              <a:ext cx="40640" cy="42545"/>
            </a:xfrm>
            <a:custGeom>
              <a:avLst/>
              <a:gdLst/>
              <a:ahLst/>
              <a:cxnLst/>
              <a:rect l="l" t="t" r="r" b="b"/>
              <a:pathLst>
                <a:path w="40640" h="42544">
                  <a:moveTo>
                    <a:pt x="0" y="42011"/>
                  </a:moveTo>
                  <a:lnTo>
                    <a:pt x="40436" y="0"/>
                  </a:lnTo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1524270" y="3012036"/>
              <a:ext cx="40640" cy="42545"/>
            </a:xfrm>
            <a:custGeom>
              <a:avLst/>
              <a:gdLst/>
              <a:ahLst/>
              <a:cxnLst/>
              <a:rect l="l" t="t" r="r" b="b"/>
              <a:pathLst>
                <a:path w="40640" h="42544">
                  <a:moveTo>
                    <a:pt x="0" y="42011"/>
                  </a:moveTo>
                  <a:lnTo>
                    <a:pt x="40462" y="0"/>
                  </a:lnTo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1186889" y="2705887"/>
              <a:ext cx="40640" cy="42545"/>
            </a:xfrm>
            <a:custGeom>
              <a:avLst/>
              <a:gdLst/>
              <a:ahLst/>
              <a:cxnLst/>
              <a:rect l="l" t="t" r="r" b="b"/>
              <a:pathLst>
                <a:path w="40640" h="42544">
                  <a:moveTo>
                    <a:pt x="0" y="42011"/>
                  </a:moveTo>
                  <a:lnTo>
                    <a:pt x="40436" y="0"/>
                  </a:lnTo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1173222" y="2690248"/>
              <a:ext cx="40640" cy="42545"/>
            </a:xfrm>
            <a:custGeom>
              <a:avLst/>
              <a:gdLst/>
              <a:ahLst/>
              <a:cxnLst/>
              <a:rect l="l" t="t" r="r" b="b"/>
              <a:pathLst>
                <a:path w="40640" h="42544">
                  <a:moveTo>
                    <a:pt x="0" y="42011"/>
                  </a:moveTo>
                  <a:lnTo>
                    <a:pt x="40462" y="0"/>
                  </a:lnTo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2707840" y="2741155"/>
              <a:ext cx="49530" cy="31750"/>
            </a:xfrm>
            <a:custGeom>
              <a:avLst/>
              <a:gdLst/>
              <a:ahLst/>
              <a:cxnLst/>
              <a:rect l="l" t="t" r="r" b="b"/>
              <a:pathLst>
                <a:path w="49530" h="31750">
                  <a:moveTo>
                    <a:pt x="0" y="0"/>
                  </a:moveTo>
                  <a:lnTo>
                    <a:pt x="48958" y="31673"/>
                  </a:lnTo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0" name="object 2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2356" y="2503740"/>
              <a:ext cx="89741" cy="99936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8844" y="2503740"/>
              <a:ext cx="89741" cy="99936"/>
            </a:xfrm>
            <a:prstGeom prst="rect">
              <a:avLst/>
            </a:prstGeom>
          </p:spPr>
        </p:pic>
        <p:sp>
          <p:nvSpPr>
            <p:cNvPr id="222" name="object 222"/>
            <p:cNvSpPr/>
            <p:nvPr/>
          </p:nvSpPr>
          <p:spPr>
            <a:xfrm>
              <a:off x="989575" y="2570174"/>
              <a:ext cx="728980" cy="656590"/>
            </a:xfrm>
            <a:custGeom>
              <a:avLst/>
              <a:gdLst/>
              <a:ahLst/>
              <a:cxnLst/>
              <a:rect l="l" t="t" r="r" b="b"/>
              <a:pathLst>
                <a:path w="728980" h="656589">
                  <a:moveTo>
                    <a:pt x="366928" y="322021"/>
                  </a:moveTo>
                  <a:lnTo>
                    <a:pt x="364197" y="319570"/>
                  </a:lnTo>
                  <a:lnTo>
                    <a:pt x="362585" y="320573"/>
                  </a:lnTo>
                  <a:lnTo>
                    <a:pt x="360832" y="321564"/>
                  </a:lnTo>
                  <a:lnTo>
                    <a:pt x="342519" y="326440"/>
                  </a:lnTo>
                  <a:lnTo>
                    <a:pt x="339686" y="326212"/>
                  </a:lnTo>
                  <a:lnTo>
                    <a:pt x="336689" y="325564"/>
                  </a:lnTo>
                  <a:lnTo>
                    <a:pt x="332803" y="324802"/>
                  </a:lnTo>
                  <a:lnTo>
                    <a:pt x="230085" y="236550"/>
                  </a:lnTo>
                  <a:lnTo>
                    <a:pt x="198564" y="208165"/>
                  </a:lnTo>
                  <a:lnTo>
                    <a:pt x="195440" y="205752"/>
                  </a:lnTo>
                  <a:lnTo>
                    <a:pt x="173037" y="197408"/>
                  </a:lnTo>
                  <a:lnTo>
                    <a:pt x="170522" y="197345"/>
                  </a:lnTo>
                  <a:lnTo>
                    <a:pt x="148082" y="205574"/>
                  </a:lnTo>
                  <a:lnTo>
                    <a:pt x="151574" y="197345"/>
                  </a:lnTo>
                  <a:lnTo>
                    <a:pt x="152488" y="195084"/>
                  </a:lnTo>
                  <a:lnTo>
                    <a:pt x="153123" y="193141"/>
                  </a:lnTo>
                  <a:lnTo>
                    <a:pt x="153924" y="189712"/>
                  </a:lnTo>
                  <a:lnTo>
                    <a:pt x="154114" y="187985"/>
                  </a:lnTo>
                  <a:lnTo>
                    <a:pt x="154089" y="184518"/>
                  </a:lnTo>
                  <a:lnTo>
                    <a:pt x="109181" y="127685"/>
                  </a:lnTo>
                  <a:lnTo>
                    <a:pt x="23304" y="50368"/>
                  </a:lnTo>
                  <a:lnTo>
                    <a:pt x="19265" y="46240"/>
                  </a:lnTo>
                  <a:lnTo>
                    <a:pt x="12382" y="38138"/>
                  </a:lnTo>
                  <a:lnTo>
                    <a:pt x="10083" y="34226"/>
                  </a:lnTo>
                  <a:lnTo>
                    <a:pt x="8915" y="30441"/>
                  </a:lnTo>
                  <a:lnTo>
                    <a:pt x="7962" y="27520"/>
                  </a:lnTo>
                  <a:lnTo>
                    <a:pt x="7442" y="24726"/>
                  </a:lnTo>
                  <a:lnTo>
                    <a:pt x="7251" y="19367"/>
                  </a:lnTo>
                  <a:lnTo>
                    <a:pt x="7416" y="16852"/>
                  </a:lnTo>
                  <a:lnTo>
                    <a:pt x="12001" y="2451"/>
                  </a:lnTo>
                  <a:lnTo>
                    <a:pt x="9271" y="0"/>
                  </a:lnTo>
                  <a:lnTo>
                    <a:pt x="5130" y="6667"/>
                  </a:lnTo>
                  <a:lnTo>
                    <a:pt x="2451" y="12623"/>
                  </a:lnTo>
                  <a:lnTo>
                    <a:pt x="0" y="23126"/>
                  </a:lnTo>
                  <a:lnTo>
                    <a:pt x="203" y="28435"/>
                  </a:lnTo>
                  <a:lnTo>
                    <a:pt x="1828" y="33782"/>
                  </a:lnTo>
                  <a:lnTo>
                    <a:pt x="3416" y="39331"/>
                  </a:lnTo>
                  <a:lnTo>
                    <a:pt x="103466" y="134023"/>
                  </a:lnTo>
                  <a:lnTo>
                    <a:pt x="134213" y="161709"/>
                  </a:lnTo>
                  <a:lnTo>
                    <a:pt x="135585" y="163156"/>
                  </a:lnTo>
                  <a:lnTo>
                    <a:pt x="147904" y="189725"/>
                  </a:lnTo>
                  <a:lnTo>
                    <a:pt x="146037" y="199110"/>
                  </a:lnTo>
                  <a:lnTo>
                    <a:pt x="144538" y="203479"/>
                  </a:lnTo>
                  <a:lnTo>
                    <a:pt x="142481" y="207505"/>
                  </a:lnTo>
                  <a:lnTo>
                    <a:pt x="146748" y="211353"/>
                  </a:lnTo>
                  <a:lnTo>
                    <a:pt x="150545" y="208876"/>
                  </a:lnTo>
                  <a:lnTo>
                    <a:pt x="154724" y="206933"/>
                  </a:lnTo>
                  <a:lnTo>
                    <a:pt x="159118" y="205574"/>
                  </a:lnTo>
                  <a:lnTo>
                    <a:pt x="163868" y="204101"/>
                  </a:lnTo>
                  <a:lnTo>
                    <a:pt x="224383" y="242900"/>
                  </a:lnTo>
                  <a:lnTo>
                    <a:pt x="309651" y="319671"/>
                  </a:lnTo>
                  <a:lnTo>
                    <a:pt x="314248" y="323392"/>
                  </a:lnTo>
                  <a:lnTo>
                    <a:pt x="323316" y="329857"/>
                  </a:lnTo>
                  <a:lnTo>
                    <a:pt x="328422" y="331965"/>
                  </a:lnTo>
                  <a:lnTo>
                    <a:pt x="334098" y="332968"/>
                  </a:lnTo>
                  <a:lnTo>
                    <a:pt x="339598" y="334022"/>
                  </a:lnTo>
                  <a:lnTo>
                    <a:pt x="344893" y="333667"/>
                  </a:lnTo>
                  <a:lnTo>
                    <a:pt x="355079" y="330123"/>
                  </a:lnTo>
                  <a:lnTo>
                    <a:pt x="360730" y="326834"/>
                  </a:lnTo>
                  <a:lnTo>
                    <a:pt x="361238" y="326440"/>
                  </a:lnTo>
                  <a:lnTo>
                    <a:pt x="366928" y="322021"/>
                  </a:lnTo>
                  <a:close/>
                </a:path>
                <a:path w="728980" h="656589">
                  <a:moveTo>
                    <a:pt x="728395" y="644220"/>
                  </a:moveTo>
                  <a:lnTo>
                    <a:pt x="725665" y="641769"/>
                  </a:lnTo>
                  <a:lnTo>
                    <a:pt x="724052" y="642772"/>
                  </a:lnTo>
                  <a:lnTo>
                    <a:pt x="722299" y="643763"/>
                  </a:lnTo>
                  <a:lnTo>
                    <a:pt x="703986" y="648639"/>
                  </a:lnTo>
                  <a:lnTo>
                    <a:pt x="701154" y="648411"/>
                  </a:lnTo>
                  <a:lnTo>
                    <a:pt x="698157" y="647763"/>
                  </a:lnTo>
                  <a:lnTo>
                    <a:pt x="694270" y="647001"/>
                  </a:lnTo>
                  <a:lnTo>
                    <a:pt x="690130" y="645121"/>
                  </a:lnTo>
                  <a:lnTo>
                    <a:pt x="681355" y="639127"/>
                  </a:lnTo>
                  <a:lnTo>
                    <a:pt x="676833" y="635533"/>
                  </a:lnTo>
                  <a:lnTo>
                    <a:pt x="591566" y="558749"/>
                  </a:lnTo>
                  <a:lnTo>
                    <a:pt x="560031" y="530364"/>
                  </a:lnTo>
                  <a:lnTo>
                    <a:pt x="556907" y="527951"/>
                  </a:lnTo>
                  <a:lnTo>
                    <a:pt x="553974" y="526097"/>
                  </a:lnTo>
                  <a:lnTo>
                    <a:pt x="551294" y="524395"/>
                  </a:lnTo>
                  <a:lnTo>
                    <a:pt x="534517" y="519607"/>
                  </a:lnTo>
                  <a:lnTo>
                    <a:pt x="531990" y="519544"/>
                  </a:lnTo>
                  <a:lnTo>
                    <a:pt x="509549" y="527773"/>
                  </a:lnTo>
                  <a:lnTo>
                    <a:pt x="513041" y="519544"/>
                  </a:lnTo>
                  <a:lnTo>
                    <a:pt x="513956" y="517283"/>
                  </a:lnTo>
                  <a:lnTo>
                    <a:pt x="514591" y="515340"/>
                  </a:lnTo>
                  <a:lnTo>
                    <a:pt x="515391" y="511911"/>
                  </a:lnTo>
                  <a:lnTo>
                    <a:pt x="515581" y="510184"/>
                  </a:lnTo>
                  <a:lnTo>
                    <a:pt x="515556" y="506717"/>
                  </a:lnTo>
                  <a:lnTo>
                    <a:pt x="470649" y="449884"/>
                  </a:lnTo>
                  <a:lnTo>
                    <a:pt x="384771" y="372567"/>
                  </a:lnTo>
                  <a:lnTo>
                    <a:pt x="380733" y="368439"/>
                  </a:lnTo>
                  <a:lnTo>
                    <a:pt x="373849" y="360337"/>
                  </a:lnTo>
                  <a:lnTo>
                    <a:pt x="371551" y="356425"/>
                  </a:lnTo>
                  <a:lnTo>
                    <a:pt x="370382" y="352640"/>
                  </a:lnTo>
                  <a:lnTo>
                    <a:pt x="369430" y="349719"/>
                  </a:lnTo>
                  <a:lnTo>
                    <a:pt x="368909" y="346925"/>
                  </a:lnTo>
                  <a:lnTo>
                    <a:pt x="368719" y="341566"/>
                  </a:lnTo>
                  <a:lnTo>
                    <a:pt x="368884" y="339051"/>
                  </a:lnTo>
                  <a:lnTo>
                    <a:pt x="373468" y="324650"/>
                  </a:lnTo>
                  <a:lnTo>
                    <a:pt x="370738" y="322199"/>
                  </a:lnTo>
                  <a:lnTo>
                    <a:pt x="366598" y="328866"/>
                  </a:lnTo>
                  <a:lnTo>
                    <a:pt x="363918" y="334822"/>
                  </a:lnTo>
                  <a:lnTo>
                    <a:pt x="361467" y="345325"/>
                  </a:lnTo>
                  <a:lnTo>
                    <a:pt x="361670" y="350634"/>
                  </a:lnTo>
                  <a:lnTo>
                    <a:pt x="363296" y="355981"/>
                  </a:lnTo>
                  <a:lnTo>
                    <a:pt x="364883" y="361530"/>
                  </a:lnTo>
                  <a:lnTo>
                    <a:pt x="464934" y="456222"/>
                  </a:lnTo>
                  <a:lnTo>
                    <a:pt x="495681" y="483908"/>
                  </a:lnTo>
                  <a:lnTo>
                    <a:pt x="497052" y="485355"/>
                  </a:lnTo>
                  <a:lnTo>
                    <a:pt x="509371" y="511924"/>
                  </a:lnTo>
                  <a:lnTo>
                    <a:pt x="507504" y="521309"/>
                  </a:lnTo>
                  <a:lnTo>
                    <a:pt x="506006" y="525678"/>
                  </a:lnTo>
                  <a:lnTo>
                    <a:pt x="503948" y="529704"/>
                  </a:lnTo>
                  <a:lnTo>
                    <a:pt x="508215" y="533552"/>
                  </a:lnTo>
                  <a:lnTo>
                    <a:pt x="530161" y="526097"/>
                  </a:lnTo>
                  <a:lnTo>
                    <a:pt x="535254" y="527126"/>
                  </a:lnTo>
                  <a:lnTo>
                    <a:pt x="585851" y="565099"/>
                  </a:lnTo>
                  <a:lnTo>
                    <a:pt x="671118" y="641870"/>
                  </a:lnTo>
                  <a:lnTo>
                    <a:pt x="675716" y="645591"/>
                  </a:lnTo>
                  <a:lnTo>
                    <a:pt x="684784" y="652056"/>
                  </a:lnTo>
                  <a:lnTo>
                    <a:pt x="689889" y="654164"/>
                  </a:lnTo>
                  <a:lnTo>
                    <a:pt x="695566" y="655167"/>
                  </a:lnTo>
                  <a:lnTo>
                    <a:pt x="701065" y="656221"/>
                  </a:lnTo>
                  <a:lnTo>
                    <a:pt x="706361" y="655866"/>
                  </a:lnTo>
                  <a:lnTo>
                    <a:pt x="716546" y="652322"/>
                  </a:lnTo>
                  <a:lnTo>
                    <a:pt x="722198" y="649033"/>
                  </a:lnTo>
                  <a:lnTo>
                    <a:pt x="722706" y="648639"/>
                  </a:lnTo>
                  <a:lnTo>
                    <a:pt x="728395" y="644220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3" name="object 223"/>
          <p:cNvGrpSpPr/>
          <p:nvPr/>
        </p:nvGrpSpPr>
        <p:grpSpPr>
          <a:xfrm>
            <a:off x="1186610" y="2382274"/>
            <a:ext cx="24130" cy="24130"/>
            <a:chOff x="1186610" y="2382274"/>
            <a:chExt cx="24130" cy="24130"/>
          </a:xfrm>
        </p:grpSpPr>
        <p:sp>
          <p:nvSpPr>
            <p:cNvPr id="224" name="object 224"/>
            <p:cNvSpPr/>
            <p:nvPr/>
          </p:nvSpPr>
          <p:spPr>
            <a:xfrm>
              <a:off x="1189785" y="238544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1189785" y="238544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6" name="object 226"/>
          <p:cNvGrpSpPr/>
          <p:nvPr/>
        </p:nvGrpSpPr>
        <p:grpSpPr>
          <a:xfrm>
            <a:off x="1186610" y="3345428"/>
            <a:ext cx="24130" cy="24130"/>
            <a:chOff x="1186610" y="3345428"/>
            <a:chExt cx="24130" cy="24130"/>
          </a:xfrm>
        </p:grpSpPr>
        <p:sp>
          <p:nvSpPr>
            <p:cNvPr id="227" name="object 227"/>
            <p:cNvSpPr/>
            <p:nvPr/>
          </p:nvSpPr>
          <p:spPr>
            <a:xfrm>
              <a:off x="1189785" y="334860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1189785" y="334860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9" name="object 229"/>
          <p:cNvGrpSpPr/>
          <p:nvPr/>
        </p:nvGrpSpPr>
        <p:grpSpPr>
          <a:xfrm>
            <a:off x="1543787" y="2382051"/>
            <a:ext cx="24130" cy="24130"/>
            <a:chOff x="1543787" y="2382051"/>
            <a:chExt cx="24130" cy="24130"/>
          </a:xfrm>
        </p:grpSpPr>
        <p:sp>
          <p:nvSpPr>
            <p:cNvPr id="230" name="object 230"/>
            <p:cNvSpPr/>
            <p:nvPr/>
          </p:nvSpPr>
          <p:spPr>
            <a:xfrm>
              <a:off x="1546962" y="238522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1546962" y="238522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2" name="object 232"/>
          <p:cNvGrpSpPr/>
          <p:nvPr/>
        </p:nvGrpSpPr>
        <p:grpSpPr>
          <a:xfrm>
            <a:off x="1543787" y="3345738"/>
            <a:ext cx="24130" cy="24130"/>
            <a:chOff x="1543787" y="3345738"/>
            <a:chExt cx="24130" cy="24130"/>
          </a:xfrm>
        </p:grpSpPr>
        <p:sp>
          <p:nvSpPr>
            <p:cNvPr id="233" name="object 233"/>
            <p:cNvSpPr/>
            <p:nvPr/>
          </p:nvSpPr>
          <p:spPr>
            <a:xfrm>
              <a:off x="1546962" y="33489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1546962" y="33489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5" name="object 235"/>
          <p:cNvGrpSpPr/>
          <p:nvPr/>
        </p:nvGrpSpPr>
        <p:grpSpPr>
          <a:xfrm>
            <a:off x="1900965" y="2382051"/>
            <a:ext cx="24130" cy="24130"/>
            <a:chOff x="1900965" y="2382051"/>
            <a:chExt cx="24130" cy="24130"/>
          </a:xfrm>
        </p:grpSpPr>
        <p:sp>
          <p:nvSpPr>
            <p:cNvPr id="236" name="object 236"/>
            <p:cNvSpPr/>
            <p:nvPr/>
          </p:nvSpPr>
          <p:spPr>
            <a:xfrm>
              <a:off x="1904140" y="238522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1904140" y="238522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8" name="object 238"/>
          <p:cNvGrpSpPr/>
          <p:nvPr/>
        </p:nvGrpSpPr>
        <p:grpSpPr>
          <a:xfrm>
            <a:off x="1900965" y="3345738"/>
            <a:ext cx="24130" cy="24130"/>
            <a:chOff x="1900965" y="3345738"/>
            <a:chExt cx="24130" cy="24130"/>
          </a:xfrm>
        </p:grpSpPr>
        <p:sp>
          <p:nvSpPr>
            <p:cNvPr id="239" name="object 239"/>
            <p:cNvSpPr/>
            <p:nvPr/>
          </p:nvSpPr>
          <p:spPr>
            <a:xfrm>
              <a:off x="1904140" y="33489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1904140" y="33489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1" name="object 241"/>
          <p:cNvGrpSpPr/>
          <p:nvPr/>
        </p:nvGrpSpPr>
        <p:grpSpPr>
          <a:xfrm>
            <a:off x="2258141" y="2382051"/>
            <a:ext cx="24130" cy="24130"/>
            <a:chOff x="2258141" y="2382051"/>
            <a:chExt cx="24130" cy="24130"/>
          </a:xfrm>
        </p:grpSpPr>
        <p:sp>
          <p:nvSpPr>
            <p:cNvPr id="242" name="object 242"/>
            <p:cNvSpPr/>
            <p:nvPr/>
          </p:nvSpPr>
          <p:spPr>
            <a:xfrm>
              <a:off x="2261316" y="238522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2261316" y="238522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4" name="object 244"/>
          <p:cNvGrpSpPr/>
          <p:nvPr/>
        </p:nvGrpSpPr>
        <p:grpSpPr>
          <a:xfrm>
            <a:off x="2258141" y="3345738"/>
            <a:ext cx="24130" cy="24130"/>
            <a:chOff x="2258141" y="3345738"/>
            <a:chExt cx="24130" cy="24130"/>
          </a:xfrm>
        </p:grpSpPr>
        <p:sp>
          <p:nvSpPr>
            <p:cNvPr id="245" name="object 245"/>
            <p:cNvSpPr/>
            <p:nvPr/>
          </p:nvSpPr>
          <p:spPr>
            <a:xfrm>
              <a:off x="2261316" y="33489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2261316" y="33489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7" name="object 247"/>
          <p:cNvGrpSpPr/>
          <p:nvPr/>
        </p:nvGrpSpPr>
        <p:grpSpPr>
          <a:xfrm>
            <a:off x="2615318" y="2382051"/>
            <a:ext cx="24130" cy="24130"/>
            <a:chOff x="2615318" y="2382051"/>
            <a:chExt cx="24130" cy="24130"/>
          </a:xfrm>
        </p:grpSpPr>
        <p:sp>
          <p:nvSpPr>
            <p:cNvPr id="248" name="object 248"/>
            <p:cNvSpPr/>
            <p:nvPr/>
          </p:nvSpPr>
          <p:spPr>
            <a:xfrm>
              <a:off x="2618493" y="238522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2618493" y="238522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0" name="object 250"/>
          <p:cNvGrpSpPr/>
          <p:nvPr/>
        </p:nvGrpSpPr>
        <p:grpSpPr>
          <a:xfrm>
            <a:off x="2615318" y="3345738"/>
            <a:ext cx="24130" cy="24130"/>
            <a:chOff x="2615318" y="3345738"/>
            <a:chExt cx="24130" cy="24130"/>
          </a:xfrm>
        </p:grpSpPr>
        <p:sp>
          <p:nvSpPr>
            <p:cNvPr id="251" name="object 251"/>
            <p:cNvSpPr/>
            <p:nvPr/>
          </p:nvSpPr>
          <p:spPr>
            <a:xfrm>
              <a:off x="2618493" y="33489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2618493" y="33489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3" name="object 253"/>
          <p:cNvGrpSpPr/>
          <p:nvPr/>
        </p:nvGrpSpPr>
        <p:grpSpPr>
          <a:xfrm>
            <a:off x="2972495" y="2382051"/>
            <a:ext cx="24130" cy="24130"/>
            <a:chOff x="2972495" y="2382051"/>
            <a:chExt cx="24130" cy="24130"/>
          </a:xfrm>
        </p:grpSpPr>
        <p:sp>
          <p:nvSpPr>
            <p:cNvPr id="254" name="object 254"/>
            <p:cNvSpPr/>
            <p:nvPr/>
          </p:nvSpPr>
          <p:spPr>
            <a:xfrm>
              <a:off x="2975670" y="238522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2975670" y="238522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6" name="object 256"/>
          <p:cNvGrpSpPr/>
          <p:nvPr/>
        </p:nvGrpSpPr>
        <p:grpSpPr>
          <a:xfrm>
            <a:off x="2972495" y="3345738"/>
            <a:ext cx="24130" cy="24130"/>
            <a:chOff x="2972495" y="3345738"/>
            <a:chExt cx="24130" cy="24130"/>
          </a:xfrm>
        </p:grpSpPr>
        <p:sp>
          <p:nvSpPr>
            <p:cNvPr id="257" name="object 257"/>
            <p:cNvSpPr/>
            <p:nvPr/>
          </p:nvSpPr>
          <p:spPr>
            <a:xfrm>
              <a:off x="2975670" y="33489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2975670" y="33489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9" name="object 259"/>
          <p:cNvGrpSpPr/>
          <p:nvPr/>
        </p:nvGrpSpPr>
        <p:grpSpPr>
          <a:xfrm>
            <a:off x="3329671" y="2382051"/>
            <a:ext cx="24130" cy="24130"/>
            <a:chOff x="3329671" y="2382051"/>
            <a:chExt cx="24130" cy="24130"/>
          </a:xfrm>
        </p:grpSpPr>
        <p:sp>
          <p:nvSpPr>
            <p:cNvPr id="260" name="object 260"/>
            <p:cNvSpPr/>
            <p:nvPr/>
          </p:nvSpPr>
          <p:spPr>
            <a:xfrm>
              <a:off x="3332846" y="238522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3332846" y="238522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2" name="object 262"/>
          <p:cNvGrpSpPr/>
          <p:nvPr/>
        </p:nvGrpSpPr>
        <p:grpSpPr>
          <a:xfrm>
            <a:off x="3329671" y="2703496"/>
            <a:ext cx="24130" cy="24130"/>
            <a:chOff x="3329671" y="2703496"/>
            <a:chExt cx="24130" cy="24130"/>
          </a:xfrm>
        </p:grpSpPr>
        <p:sp>
          <p:nvSpPr>
            <p:cNvPr id="263" name="object 263"/>
            <p:cNvSpPr/>
            <p:nvPr/>
          </p:nvSpPr>
          <p:spPr>
            <a:xfrm>
              <a:off x="3332846" y="270667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3332846" y="270667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5" name="object 265"/>
          <p:cNvGrpSpPr/>
          <p:nvPr/>
        </p:nvGrpSpPr>
        <p:grpSpPr>
          <a:xfrm>
            <a:off x="3329671" y="3024294"/>
            <a:ext cx="24130" cy="24130"/>
            <a:chOff x="3329671" y="3024294"/>
            <a:chExt cx="24130" cy="24130"/>
          </a:xfrm>
        </p:grpSpPr>
        <p:sp>
          <p:nvSpPr>
            <p:cNvPr id="266" name="object 266"/>
            <p:cNvSpPr/>
            <p:nvPr/>
          </p:nvSpPr>
          <p:spPr>
            <a:xfrm>
              <a:off x="3332846" y="30274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3332846" y="30274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8" name="object 268"/>
          <p:cNvGrpSpPr/>
          <p:nvPr/>
        </p:nvGrpSpPr>
        <p:grpSpPr>
          <a:xfrm>
            <a:off x="3329671" y="3345738"/>
            <a:ext cx="24130" cy="24130"/>
            <a:chOff x="3329671" y="3345738"/>
            <a:chExt cx="24130" cy="24130"/>
          </a:xfrm>
        </p:grpSpPr>
        <p:sp>
          <p:nvSpPr>
            <p:cNvPr id="269" name="object 269"/>
            <p:cNvSpPr/>
            <p:nvPr/>
          </p:nvSpPr>
          <p:spPr>
            <a:xfrm>
              <a:off x="3332846" y="33489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3332846" y="33489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1" name="object 271"/>
          <p:cNvGrpSpPr/>
          <p:nvPr/>
        </p:nvGrpSpPr>
        <p:grpSpPr>
          <a:xfrm>
            <a:off x="828921" y="3024306"/>
            <a:ext cx="24130" cy="24130"/>
            <a:chOff x="828921" y="3024306"/>
            <a:chExt cx="24130" cy="24130"/>
          </a:xfrm>
        </p:grpSpPr>
        <p:sp>
          <p:nvSpPr>
            <p:cNvPr id="272" name="object 272"/>
            <p:cNvSpPr/>
            <p:nvPr/>
          </p:nvSpPr>
          <p:spPr>
            <a:xfrm>
              <a:off x="832096" y="30274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832096" y="30274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4" name="object 274"/>
          <p:cNvGrpSpPr/>
          <p:nvPr/>
        </p:nvGrpSpPr>
        <p:grpSpPr>
          <a:xfrm>
            <a:off x="828921" y="2382064"/>
            <a:ext cx="24130" cy="24130"/>
            <a:chOff x="828921" y="2382064"/>
            <a:chExt cx="24130" cy="24130"/>
          </a:xfrm>
        </p:grpSpPr>
        <p:sp>
          <p:nvSpPr>
            <p:cNvPr id="275" name="object 275"/>
            <p:cNvSpPr/>
            <p:nvPr/>
          </p:nvSpPr>
          <p:spPr>
            <a:xfrm>
              <a:off x="832096" y="23852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832096" y="23852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7" name="object 277"/>
          <p:cNvGrpSpPr/>
          <p:nvPr/>
        </p:nvGrpSpPr>
        <p:grpSpPr>
          <a:xfrm>
            <a:off x="828921" y="2703507"/>
            <a:ext cx="24130" cy="24130"/>
            <a:chOff x="828921" y="2703507"/>
            <a:chExt cx="24130" cy="24130"/>
          </a:xfrm>
        </p:grpSpPr>
        <p:sp>
          <p:nvSpPr>
            <p:cNvPr id="278" name="object 278"/>
            <p:cNvSpPr/>
            <p:nvPr/>
          </p:nvSpPr>
          <p:spPr>
            <a:xfrm>
              <a:off x="832096" y="27066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832096" y="27066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0" name="object 280"/>
          <p:cNvGrpSpPr/>
          <p:nvPr/>
        </p:nvGrpSpPr>
        <p:grpSpPr>
          <a:xfrm>
            <a:off x="828921" y="3345750"/>
            <a:ext cx="24130" cy="24130"/>
            <a:chOff x="828921" y="3345750"/>
            <a:chExt cx="24130" cy="24130"/>
          </a:xfrm>
        </p:grpSpPr>
        <p:sp>
          <p:nvSpPr>
            <p:cNvPr id="281" name="object 281"/>
            <p:cNvSpPr/>
            <p:nvPr/>
          </p:nvSpPr>
          <p:spPr>
            <a:xfrm>
              <a:off x="832096" y="33489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832096" y="33489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3" name="object 283"/>
          <p:cNvSpPr txBox="1"/>
          <p:nvPr/>
        </p:nvSpPr>
        <p:spPr>
          <a:xfrm rot="2520000">
            <a:off x="944594" y="2774238"/>
            <a:ext cx="30070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i="1" spc="12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00" i="1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</p:txBody>
      </p:sp>
      <p:sp>
        <p:nvSpPr>
          <p:cNvPr id="284" name="object 284"/>
          <p:cNvSpPr txBox="1"/>
          <p:nvPr/>
        </p:nvSpPr>
        <p:spPr>
          <a:xfrm rot="2520000">
            <a:off x="1313577" y="3089248"/>
            <a:ext cx="30070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i="1" spc="12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00" i="1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</p:txBody>
      </p:sp>
      <p:sp>
        <p:nvSpPr>
          <p:cNvPr id="285" name="object 285"/>
          <p:cNvSpPr txBox="1"/>
          <p:nvPr/>
        </p:nvSpPr>
        <p:spPr>
          <a:xfrm>
            <a:off x="970125" y="2406532"/>
            <a:ext cx="115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900">
              <a:latin typeface="Arial"/>
              <a:cs typeface="Arial"/>
            </a:endParaRPr>
          </a:p>
        </p:txBody>
      </p:sp>
      <p:sp>
        <p:nvSpPr>
          <p:cNvPr id="286" name="object 286"/>
          <p:cNvSpPr txBox="1"/>
          <p:nvPr/>
        </p:nvSpPr>
        <p:spPr>
          <a:xfrm>
            <a:off x="3097705" y="2402302"/>
            <a:ext cx="1314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</p:txBody>
      </p:sp>
      <p:sp>
        <p:nvSpPr>
          <p:cNvPr id="287" name="object 287"/>
          <p:cNvSpPr txBox="1"/>
          <p:nvPr/>
        </p:nvSpPr>
        <p:spPr>
          <a:xfrm>
            <a:off x="1686557" y="3215890"/>
            <a:ext cx="101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endParaRPr sz="900">
              <a:latin typeface="Arial"/>
              <a:cs typeface="Arial"/>
            </a:endParaRPr>
          </a:p>
        </p:txBody>
      </p:sp>
      <p:sp>
        <p:nvSpPr>
          <p:cNvPr id="288" name="object 288"/>
          <p:cNvSpPr txBox="1"/>
          <p:nvPr/>
        </p:nvSpPr>
        <p:spPr>
          <a:xfrm>
            <a:off x="3517795" y="2292945"/>
            <a:ext cx="3695065" cy="88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1700"/>
              </a:lnSpc>
              <a:spcBef>
                <a:spcPts val="100"/>
              </a:spcBef>
            </a:pP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KLM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tiçgeninde,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önce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[KL]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ye </a:t>
            </a:r>
            <a:r>
              <a:rPr sz="1000" i="1" spc="150" dirty="0">
                <a:solidFill>
                  <a:srgbClr val="231F20"/>
                </a:solidFill>
                <a:latin typeface="Arial"/>
                <a:cs typeface="Arial"/>
              </a:rPr>
              <a:t>ait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kenarortayı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çize-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lim.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Sonra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[KM]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ye </a:t>
            </a:r>
            <a:r>
              <a:rPr sz="1000" i="1" spc="150" dirty="0">
                <a:solidFill>
                  <a:srgbClr val="231F20"/>
                </a:solidFill>
                <a:latin typeface="Arial"/>
                <a:cs typeface="Arial"/>
              </a:rPr>
              <a:t>ait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kenarortayı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Son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ola-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0" dirty="0">
                <a:solidFill>
                  <a:srgbClr val="231F20"/>
                </a:solidFill>
                <a:latin typeface="Arial"/>
                <a:cs typeface="Arial"/>
              </a:rPr>
              <a:t>rak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[LM]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ye </a:t>
            </a:r>
            <a:r>
              <a:rPr sz="1000" i="1" spc="150" dirty="0">
                <a:solidFill>
                  <a:srgbClr val="231F20"/>
                </a:solidFill>
                <a:latin typeface="Arial"/>
                <a:cs typeface="Arial"/>
              </a:rPr>
              <a:t>ait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kenarortayı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Kenarortayların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kesiştiği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noktaya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00AEEF"/>
                </a:solidFill>
                <a:latin typeface="Arial"/>
                <a:cs typeface="Arial"/>
              </a:rPr>
              <a:t>"G"</a:t>
            </a:r>
            <a:r>
              <a:rPr sz="1000" i="1" spc="2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00AEEF"/>
                </a:solidFill>
                <a:latin typeface="Arial"/>
                <a:cs typeface="Arial"/>
              </a:rPr>
              <a:t>ağırlık</a:t>
            </a:r>
            <a:r>
              <a:rPr sz="1000" i="1" spc="21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00AEEF"/>
                </a:solidFill>
                <a:latin typeface="Arial"/>
                <a:cs typeface="Arial"/>
              </a:rPr>
              <a:t>merkezi</a:t>
            </a:r>
            <a:r>
              <a:rPr sz="1000" i="1" spc="2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deriz.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9" name="object 289"/>
          <p:cNvSpPr/>
          <p:nvPr/>
        </p:nvSpPr>
        <p:spPr>
          <a:xfrm>
            <a:off x="890497" y="4796726"/>
            <a:ext cx="1155700" cy="626745"/>
          </a:xfrm>
          <a:custGeom>
            <a:avLst/>
            <a:gdLst/>
            <a:ahLst/>
            <a:cxnLst/>
            <a:rect l="l" t="t" r="r" b="b"/>
            <a:pathLst>
              <a:path w="1155700" h="626745">
                <a:moveTo>
                  <a:pt x="1155331" y="626249"/>
                </a:moveTo>
                <a:lnTo>
                  <a:pt x="0" y="626249"/>
                </a:lnTo>
                <a:lnTo>
                  <a:pt x="205155" y="0"/>
                </a:lnTo>
                <a:lnTo>
                  <a:pt x="1155331" y="626249"/>
                </a:lnTo>
                <a:close/>
              </a:path>
            </a:pathLst>
          </a:custGeom>
          <a:ln w="6350">
            <a:solidFill>
              <a:srgbClr val="A323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 txBox="1"/>
          <p:nvPr/>
        </p:nvSpPr>
        <p:spPr>
          <a:xfrm>
            <a:off x="571060" y="3768346"/>
            <a:ext cx="6641465" cy="102996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56540" marR="5080" indent="-244475" algn="just">
              <a:lnSpc>
                <a:spcPts val="1700"/>
              </a:lnSpc>
              <a:spcBef>
                <a:spcPts val="240"/>
              </a:spcBef>
            </a:pPr>
            <a:r>
              <a:rPr sz="1100" b="1" i="1" spc="-114" dirty="0">
                <a:solidFill>
                  <a:srgbClr val="EF5BA1"/>
                </a:solidFill>
                <a:latin typeface="Verdana"/>
                <a:cs typeface="Verdana"/>
              </a:rPr>
              <a:t>3.</a:t>
            </a:r>
            <a:r>
              <a:rPr sz="1100" b="1" i="1" spc="409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1000" b="1" i="1" spc="-5" dirty="0">
                <a:solidFill>
                  <a:srgbClr val="231F20"/>
                </a:solidFill>
                <a:latin typeface="Verdana"/>
                <a:cs typeface="Verdana"/>
              </a:rPr>
              <a:t>Boş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A4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kağıda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çeşittkenar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ABC </a:t>
            </a:r>
            <a:r>
              <a:rPr sz="1000" b="1" i="1" spc="-30" dirty="0">
                <a:solidFill>
                  <a:srgbClr val="231F20"/>
                </a:solidFill>
                <a:latin typeface="Verdana"/>
                <a:cs typeface="Verdana"/>
              </a:rPr>
              <a:t>üçgeni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çizelim.</a:t>
            </a:r>
            <a:r>
              <a:rPr sz="1000" b="1" i="1" spc="2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Daha </a:t>
            </a:r>
            <a:r>
              <a:rPr sz="1000" b="1" i="1" spc="15" dirty="0">
                <a:solidFill>
                  <a:srgbClr val="231F20"/>
                </a:solidFill>
                <a:latin typeface="Verdana"/>
                <a:cs typeface="Verdana"/>
              </a:rPr>
              <a:t>sonra </a:t>
            </a:r>
            <a:r>
              <a:rPr sz="1000" b="1" i="1" spc="-30" dirty="0">
                <a:solidFill>
                  <a:srgbClr val="231F20"/>
                </a:solidFill>
                <a:latin typeface="Verdana"/>
                <a:cs typeface="Verdana"/>
              </a:rPr>
              <a:t>üçgenin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1000" b="1" i="1" spc="2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b="1" i="1" spc="25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B </a:t>
            </a:r>
            <a:r>
              <a:rPr sz="1000" b="1" i="1" spc="-5" dirty="0">
                <a:solidFill>
                  <a:srgbClr val="231F20"/>
                </a:solidFill>
                <a:latin typeface="Verdana"/>
                <a:cs typeface="Verdana"/>
              </a:rPr>
              <a:t>köşele-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rini </a:t>
            </a:r>
            <a:r>
              <a:rPr sz="1000" b="1" i="1" spc="-100" dirty="0">
                <a:solidFill>
                  <a:srgbClr val="231F20"/>
                </a:solidFill>
                <a:latin typeface="Verdana"/>
                <a:cs typeface="Verdana"/>
              </a:rPr>
              <a:t>üstt</a:t>
            </a:r>
            <a:r>
              <a:rPr sz="1000" b="1" i="1" spc="-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80" dirty="0">
                <a:solidFill>
                  <a:srgbClr val="231F20"/>
                </a:solidFill>
                <a:latin typeface="Verdana"/>
                <a:cs typeface="Verdana"/>
              </a:rPr>
              <a:t>üstte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gelecek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şekilde </a:t>
            </a:r>
            <a:r>
              <a:rPr sz="1000" b="1" i="1" spc="-100" dirty="0">
                <a:solidFill>
                  <a:srgbClr val="231F20"/>
                </a:solidFill>
                <a:latin typeface="Verdana"/>
                <a:cs typeface="Verdana"/>
              </a:rPr>
              <a:t>katt</a:t>
            </a:r>
            <a:r>
              <a:rPr sz="1000" b="1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izi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yapalım.</a:t>
            </a:r>
            <a:r>
              <a:rPr sz="1000" b="1" i="1" spc="25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Daha </a:t>
            </a:r>
            <a:r>
              <a:rPr sz="1000" b="1" i="1" spc="15" dirty="0">
                <a:solidFill>
                  <a:srgbClr val="231F20"/>
                </a:solidFill>
                <a:latin typeface="Verdana"/>
                <a:cs typeface="Verdana"/>
              </a:rPr>
              <a:t>sonra </a:t>
            </a:r>
            <a:r>
              <a:rPr sz="1000" b="1" i="1" spc="-70" dirty="0">
                <a:solidFill>
                  <a:srgbClr val="231F20"/>
                </a:solidFill>
                <a:latin typeface="Verdana"/>
                <a:cs typeface="Verdana"/>
              </a:rPr>
              <a:t>[AB]</a:t>
            </a:r>
            <a:r>
              <a:rPr sz="1000" b="1" i="1" spc="2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kenarında </a:t>
            </a:r>
            <a:r>
              <a:rPr sz="1000" b="1" i="1" spc="-50" dirty="0">
                <a:solidFill>
                  <a:srgbClr val="231F20"/>
                </a:solidFill>
                <a:latin typeface="Verdana"/>
                <a:cs typeface="Verdana"/>
              </a:rPr>
              <a:t>bulunan</a:t>
            </a:r>
            <a:r>
              <a:rPr sz="1000" b="1" i="1" spc="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0" dirty="0">
                <a:solidFill>
                  <a:srgbClr val="231F20"/>
                </a:solidFill>
                <a:latin typeface="Verdana"/>
                <a:cs typeface="Verdana"/>
              </a:rPr>
              <a:t>katt</a:t>
            </a:r>
            <a:r>
              <a:rPr sz="10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izi-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231F20"/>
                </a:solidFill>
                <a:latin typeface="Verdana"/>
                <a:cs typeface="Verdana"/>
              </a:rPr>
              <a:t>ni,</a:t>
            </a:r>
            <a:r>
              <a:rPr sz="1000" b="1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90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köşesiyle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cettvelle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birleşttirelim.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Verdana"/>
              <a:cs typeface="Verdana"/>
            </a:endParaRPr>
          </a:p>
          <a:p>
            <a:pPr marL="488315">
              <a:lnSpc>
                <a:spcPct val="100000"/>
              </a:lnSpc>
              <a:tabLst>
                <a:tab pos="3541395" algn="l"/>
              </a:tabLst>
            </a:pP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	A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1" name="object 291"/>
          <p:cNvSpPr txBox="1"/>
          <p:nvPr/>
        </p:nvSpPr>
        <p:spPr>
          <a:xfrm>
            <a:off x="819400" y="5426415"/>
            <a:ext cx="2578735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  <a:tabLst>
                <a:tab pos="1169670" algn="l"/>
                <a:tab pos="1588135" algn="l"/>
              </a:tabLst>
            </a:pP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	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	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kaz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izi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[AB]’na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0" dirty="0">
                <a:solidFill>
                  <a:srgbClr val="231F20"/>
                </a:solidFill>
                <a:latin typeface="Arial"/>
                <a:cs typeface="Arial"/>
              </a:rPr>
              <a:t>ait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kenarortaydır.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2" name="object 292"/>
          <p:cNvSpPr txBox="1"/>
          <p:nvPr/>
        </p:nvSpPr>
        <p:spPr>
          <a:xfrm>
            <a:off x="3524633" y="5426415"/>
            <a:ext cx="4933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350" algn="l"/>
              </a:tabLst>
            </a:pP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	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3" name="object 293"/>
          <p:cNvSpPr txBox="1"/>
          <p:nvPr/>
        </p:nvSpPr>
        <p:spPr>
          <a:xfrm>
            <a:off x="5029456" y="5426415"/>
            <a:ext cx="1270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94" name="object 294"/>
          <p:cNvGrpSpPr/>
          <p:nvPr/>
        </p:nvGrpSpPr>
        <p:grpSpPr>
          <a:xfrm>
            <a:off x="3952962" y="4793551"/>
            <a:ext cx="1165225" cy="633095"/>
            <a:chOff x="3952962" y="4793551"/>
            <a:chExt cx="1165225" cy="633095"/>
          </a:xfrm>
        </p:grpSpPr>
        <p:sp>
          <p:nvSpPr>
            <p:cNvPr id="295" name="object 295"/>
            <p:cNvSpPr/>
            <p:nvPr/>
          </p:nvSpPr>
          <p:spPr>
            <a:xfrm>
              <a:off x="4059745" y="5103590"/>
              <a:ext cx="1054100" cy="318770"/>
            </a:xfrm>
            <a:custGeom>
              <a:avLst/>
              <a:gdLst/>
              <a:ahLst/>
              <a:cxnLst/>
              <a:rect l="l" t="t" r="r" b="b"/>
              <a:pathLst>
                <a:path w="1054100" h="318770">
                  <a:moveTo>
                    <a:pt x="0" y="0"/>
                  </a:moveTo>
                  <a:lnTo>
                    <a:pt x="1053528" y="318312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4060520" y="4796726"/>
              <a:ext cx="1054100" cy="626745"/>
            </a:xfrm>
            <a:custGeom>
              <a:avLst/>
              <a:gdLst/>
              <a:ahLst/>
              <a:cxnLst/>
              <a:rect l="l" t="t" r="r" b="b"/>
              <a:pathLst>
                <a:path w="1054100" h="626745">
                  <a:moveTo>
                    <a:pt x="0" y="307682"/>
                  </a:moveTo>
                  <a:lnTo>
                    <a:pt x="101041" y="0"/>
                  </a:lnTo>
                  <a:lnTo>
                    <a:pt x="1053833" y="626427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3956137" y="5104333"/>
              <a:ext cx="1158875" cy="318770"/>
            </a:xfrm>
            <a:custGeom>
              <a:avLst/>
              <a:gdLst/>
              <a:ahLst/>
              <a:cxnLst/>
              <a:rect l="l" t="t" r="r" b="b"/>
              <a:pathLst>
                <a:path w="1158875" h="318770">
                  <a:moveTo>
                    <a:pt x="1158786" y="318642"/>
                  </a:moveTo>
                  <a:lnTo>
                    <a:pt x="0" y="318642"/>
                  </a:lnTo>
                  <a:lnTo>
                    <a:pt x="104698" y="0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8" name="object 298"/>
          <p:cNvGrpSpPr/>
          <p:nvPr/>
        </p:nvGrpSpPr>
        <p:grpSpPr>
          <a:xfrm>
            <a:off x="2437218" y="4793551"/>
            <a:ext cx="1430020" cy="633095"/>
            <a:chOff x="2437218" y="4793551"/>
            <a:chExt cx="1430020" cy="633095"/>
          </a:xfrm>
        </p:grpSpPr>
        <p:sp>
          <p:nvSpPr>
            <p:cNvPr id="299" name="object 299"/>
            <p:cNvSpPr/>
            <p:nvPr/>
          </p:nvSpPr>
          <p:spPr>
            <a:xfrm>
              <a:off x="2438966" y="5103761"/>
              <a:ext cx="1160780" cy="320675"/>
            </a:xfrm>
            <a:custGeom>
              <a:avLst/>
              <a:gdLst/>
              <a:ahLst/>
              <a:cxnLst/>
              <a:rect l="l" t="t" r="r" b="b"/>
              <a:pathLst>
                <a:path w="1160779" h="320675">
                  <a:moveTo>
                    <a:pt x="105410" y="0"/>
                  </a:moveTo>
                  <a:lnTo>
                    <a:pt x="0" y="320255"/>
                  </a:lnTo>
                  <a:lnTo>
                    <a:pt x="1160208" y="320255"/>
                  </a:lnTo>
                  <a:lnTo>
                    <a:pt x="105410" y="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2544003" y="5103590"/>
              <a:ext cx="1054100" cy="318770"/>
            </a:xfrm>
            <a:custGeom>
              <a:avLst/>
              <a:gdLst/>
              <a:ahLst/>
              <a:cxnLst/>
              <a:rect l="l" t="t" r="r" b="b"/>
              <a:pathLst>
                <a:path w="1054100" h="318770">
                  <a:moveTo>
                    <a:pt x="0" y="0"/>
                  </a:moveTo>
                  <a:lnTo>
                    <a:pt x="1053528" y="318312"/>
                  </a:lnTo>
                </a:path>
              </a:pathLst>
            </a:custGeom>
            <a:ln w="6350">
              <a:solidFill>
                <a:srgbClr val="C78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2551860" y="4812116"/>
              <a:ext cx="89535" cy="271145"/>
            </a:xfrm>
            <a:custGeom>
              <a:avLst/>
              <a:gdLst/>
              <a:ahLst/>
              <a:cxnLst/>
              <a:rect l="l" t="t" r="r" b="b"/>
              <a:pathLst>
                <a:path w="89535" h="271145">
                  <a:moveTo>
                    <a:pt x="0" y="270713"/>
                  </a:moveTo>
                  <a:lnTo>
                    <a:pt x="88912" y="0"/>
                  </a:lnTo>
                </a:path>
              </a:pathLst>
            </a:custGeom>
            <a:ln w="6350">
              <a:solidFill>
                <a:srgbClr val="A3238E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2664343" y="4808910"/>
              <a:ext cx="921385" cy="605790"/>
            </a:xfrm>
            <a:custGeom>
              <a:avLst/>
              <a:gdLst/>
              <a:ahLst/>
              <a:cxnLst/>
              <a:rect l="l" t="t" r="r" b="b"/>
              <a:pathLst>
                <a:path w="921385" h="605789">
                  <a:moveTo>
                    <a:pt x="0" y="0"/>
                  </a:moveTo>
                  <a:lnTo>
                    <a:pt x="921042" y="605536"/>
                  </a:lnTo>
                </a:path>
              </a:pathLst>
            </a:custGeom>
            <a:ln w="6350">
              <a:solidFill>
                <a:srgbClr val="A3238E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2544777" y="4796726"/>
              <a:ext cx="1054100" cy="626745"/>
            </a:xfrm>
            <a:custGeom>
              <a:avLst/>
              <a:gdLst/>
              <a:ahLst/>
              <a:cxnLst/>
              <a:rect l="l" t="t" r="r" b="b"/>
              <a:pathLst>
                <a:path w="1054100" h="626745">
                  <a:moveTo>
                    <a:pt x="0" y="307682"/>
                  </a:moveTo>
                  <a:lnTo>
                    <a:pt x="3022" y="298475"/>
                  </a:lnTo>
                </a:path>
                <a:path w="1054100" h="626745">
                  <a:moveTo>
                    <a:pt x="98018" y="9182"/>
                  </a:moveTo>
                  <a:lnTo>
                    <a:pt x="101041" y="0"/>
                  </a:lnTo>
                  <a:lnTo>
                    <a:pt x="108978" y="5219"/>
                  </a:lnTo>
                </a:path>
                <a:path w="1054100" h="626745">
                  <a:moveTo>
                    <a:pt x="1045895" y="621207"/>
                  </a:moveTo>
                  <a:lnTo>
                    <a:pt x="1053833" y="626427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2440393" y="5104333"/>
              <a:ext cx="1158875" cy="318770"/>
            </a:xfrm>
            <a:custGeom>
              <a:avLst/>
              <a:gdLst/>
              <a:ahLst/>
              <a:cxnLst/>
              <a:rect l="l" t="t" r="r" b="b"/>
              <a:pathLst>
                <a:path w="1158875" h="318770">
                  <a:moveTo>
                    <a:pt x="1158786" y="318642"/>
                  </a:moveTo>
                  <a:lnTo>
                    <a:pt x="0" y="318642"/>
                  </a:lnTo>
                  <a:lnTo>
                    <a:pt x="104698" y="0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5" name="object 30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1663" y="5104086"/>
              <a:ext cx="90759" cy="159816"/>
            </a:xfrm>
            <a:prstGeom prst="rect">
              <a:avLst/>
            </a:prstGeom>
          </p:spPr>
        </p:pic>
        <p:sp>
          <p:nvSpPr>
            <p:cNvPr id="306" name="object 306"/>
            <p:cNvSpPr/>
            <p:nvPr/>
          </p:nvSpPr>
          <p:spPr>
            <a:xfrm>
              <a:off x="3609031" y="5063730"/>
              <a:ext cx="188595" cy="0"/>
            </a:xfrm>
            <a:custGeom>
              <a:avLst/>
              <a:gdLst/>
              <a:ahLst/>
              <a:cxnLst/>
              <a:rect l="l" t="t" r="r" b="b"/>
              <a:pathLst>
                <a:path w="188595">
                  <a:moveTo>
                    <a:pt x="0" y="0"/>
                  </a:moveTo>
                  <a:lnTo>
                    <a:pt x="188455" y="0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3777807" y="5031307"/>
              <a:ext cx="89535" cy="65405"/>
            </a:xfrm>
            <a:custGeom>
              <a:avLst/>
              <a:gdLst/>
              <a:ahLst/>
              <a:cxnLst/>
              <a:rect l="l" t="t" r="r" b="b"/>
              <a:pathLst>
                <a:path w="89535" h="65404">
                  <a:moveTo>
                    <a:pt x="0" y="0"/>
                  </a:moveTo>
                  <a:lnTo>
                    <a:pt x="11072" y="19250"/>
                  </a:lnTo>
                  <a:lnTo>
                    <a:pt x="14763" y="32419"/>
                  </a:lnTo>
                  <a:lnTo>
                    <a:pt x="11072" y="45584"/>
                  </a:lnTo>
                  <a:lnTo>
                    <a:pt x="0" y="64820"/>
                  </a:lnTo>
                  <a:lnTo>
                    <a:pt x="89052" y="32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8" name="object 308"/>
          <p:cNvGrpSpPr/>
          <p:nvPr/>
        </p:nvGrpSpPr>
        <p:grpSpPr>
          <a:xfrm>
            <a:off x="2080922" y="5031306"/>
            <a:ext cx="258445" cy="65405"/>
            <a:chOff x="2080922" y="5031306"/>
            <a:chExt cx="258445" cy="65405"/>
          </a:xfrm>
        </p:grpSpPr>
        <p:sp>
          <p:nvSpPr>
            <p:cNvPr id="309" name="object 309"/>
            <p:cNvSpPr/>
            <p:nvPr/>
          </p:nvSpPr>
          <p:spPr>
            <a:xfrm>
              <a:off x="2080922" y="5063729"/>
              <a:ext cx="188595" cy="0"/>
            </a:xfrm>
            <a:custGeom>
              <a:avLst/>
              <a:gdLst/>
              <a:ahLst/>
              <a:cxnLst/>
              <a:rect l="l" t="t" r="r" b="b"/>
              <a:pathLst>
                <a:path w="188594">
                  <a:moveTo>
                    <a:pt x="0" y="0"/>
                  </a:moveTo>
                  <a:lnTo>
                    <a:pt x="188455" y="0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2249698" y="5031306"/>
              <a:ext cx="89535" cy="65405"/>
            </a:xfrm>
            <a:custGeom>
              <a:avLst/>
              <a:gdLst/>
              <a:ahLst/>
              <a:cxnLst/>
              <a:rect l="l" t="t" r="r" b="b"/>
              <a:pathLst>
                <a:path w="89535" h="65404">
                  <a:moveTo>
                    <a:pt x="0" y="0"/>
                  </a:moveTo>
                  <a:lnTo>
                    <a:pt x="11072" y="19250"/>
                  </a:lnTo>
                  <a:lnTo>
                    <a:pt x="14763" y="32419"/>
                  </a:lnTo>
                  <a:lnTo>
                    <a:pt x="11072" y="45584"/>
                  </a:lnTo>
                  <a:lnTo>
                    <a:pt x="0" y="64820"/>
                  </a:lnTo>
                  <a:lnTo>
                    <a:pt x="89052" y="32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1" name="object 311"/>
          <p:cNvSpPr/>
          <p:nvPr/>
        </p:nvSpPr>
        <p:spPr>
          <a:xfrm>
            <a:off x="554396" y="6267183"/>
            <a:ext cx="6645909" cy="2919095"/>
          </a:xfrm>
          <a:custGeom>
            <a:avLst/>
            <a:gdLst/>
            <a:ahLst/>
            <a:cxnLst/>
            <a:rect l="l" t="t" r="r" b="b"/>
            <a:pathLst>
              <a:path w="6645909" h="2919095">
                <a:moveTo>
                  <a:pt x="6645605" y="0"/>
                </a:moveTo>
                <a:lnTo>
                  <a:pt x="0" y="0"/>
                </a:lnTo>
                <a:lnTo>
                  <a:pt x="0" y="2918548"/>
                </a:lnTo>
                <a:lnTo>
                  <a:pt x="6645605" y="2918548"/>
                </a:lnTo>
                <a:lnTo>
                  <a:pt x="6645605" y="0"/>
                </a:lnTo>
                <a:close/>
              </a:path>
            </a:pathLst>
          </a:custGeom>
          <a:solidFill>
            <a:srgbClr val="FEE9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 txBox="1"/>
          <p:nvPr/>
        </p:nvSpPr>
        <p:spPr>
          <a:xfrm>
            <a:off x="613699" y="6464759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30" dirty="0">
                <a:solidFill>
                  <a:srgbClr val="231F20"/>
                </a:solidFill>
                <a:latin typeface="Arial"/>
                <a:cs typeface="Arial"/>
              </a:rPr>
              <a:t>•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13" name="object 313"/>
          <p:cNvGrpSpPr/>
          <p:nvPr/>
        </p:nvGrpSpPr>
        <p:grpSpPr>
          <a:xfrm>
            <a:off x="806401" y="6539096"/>
            <a:ext cx="1458595" cy="974725"/>
            <a:chOff x="806401" y="6539096"/>
            <a:chExt cx="1458595" cy="974725"/>
          </a:xfrm>
        </p:grpSpPr>
        <p:sp>
          <p:nvSpPr>
            <p:cNvPr id="314" name="object 314"/>
            <p:cNvSpPr/>
            <p:nvPr/>
          </p:nvSpPr>
          <p:spPr>
            <a:xfrm>
              <a:off x="806390" y="6539103"/>
              <a:ext cx="1458595" cy="974725"/>
            </a:xfrm>
            <a:custGeom>
              <a:avLst/>
              <a:gdLst/>
              <a:ahLst/>
              <a:cxnLst/>
              <a:rect l="l" t="t" r="r" b="b"/>
              <a:pathLst>
                <a:path w="1458595" h="974725">
                  <a:moveTo>
                    <a:pt x="21602" y="798791"/>
                  </a:moveTo>
                  <a:lnTo>
                    <a:pt x="16764" y="793965"/>
                  </a:lnTo>
                  <a:lnTo>
                    <a:pt x="4851" y="793965"/>
                  </a:lnTo>
                  <a:lnTo>
                    <a:pt x="0" y="798791"/>
                  </a:lnTo>
                  <a:lnTo>
                    <a:pt x="0" y="810729"/>
                  </a:lnTo>
                  <a:lnTo>
                    <a:pt x="4851" y="815568"/>
                  </a:lnTo>
                  <a:lnTo>
                    <a:pt x="16764" y="815568"/>
                  </a:lnTo>
                  <a:lnTo>
                    <a:pt x="21602" y="810729"/>
                  </a:lnTo>
                  <a:lnTo>
                    <a:pt x="21602" y="804773"/>
                  </a:lnTo>
                  <a:lnTo>
                    <a:pt x="21602" y="798791"/>
                  </a:lnTo>
                  <a:close/>
                </a:path>
                <a:path w="1458595" h="974725">
                  <a:moveTo>
                    <a:pt x="21602" y="481164"/>
                  </a:moveTo>
                  <a:lnTo>
                    <a:pt x="16764" y="476326"/>
                  </a:lnTo>
                  <a:lnTo>
                    <a:pt x="4851" y="476326"/>
                  </a:lnTo>
                  <a:lnTo>
                    <a:pt x="0" y="481164"/>
                  </a:lnTo>
                  <a:lnTo>
                    <a:pt x="0" y="493102"/>
                  </a:lnTo>
                  <a:lnTo>
                    <a:pt x="4851" y="497928"/>
                  </a:lnTo>
                  <a:lnTo>
                    <a:pt x="16764" y="497928"/>
                  </a:lnTo>
                  <a:lnTo>
                    <a:pt x="21602" y="493102"/>
                  </a:lnTo>
                  <a:lnTo>
                    <a:pt x="21602" y="487121"/>
                  </a:lnTo>
                  <a:lnTo>
                    <a:pt x="21602" y="481164"/>
                  </a:lnTo>
                  <a:close/>
                </a:path>
                <a:path w="1458595" h="974725">
                  <a:moveTo>
                    <a:pt x="21602" y="163525"/>
                  </a:moveTo>
                  <a:lnTo>
                    <a:pt x="16764" y="158699"/>
                  </a:lnTo>
                  <a:lnTo>
                    <a:pt x="4851" y="158699"/>
                  </a:lnTo>
                  <a:lnTo>
                    <a:pt x="0" y="163525"/>
                  </a:lnTo>
                  <a:lnTo>
                    <a:pt x="0" y="175475"/>
                  </a:lnTo>
                  <a:lnTo>
                    <a:pt x="4851" y="180289"/>
                  </a:lnTo>
                  <a:lnTo>
                    <a:pt x="16764" y="180289"/>
                  </a:lnTo>
                  <a:lnTo>
                    <a:pt x="21602" y="175475"/>
                  </a:lnTo>
                  <a:lnTo>
                    <a:pt x="21602" y="169494"/>
                  </a:lnTo>
                  <a:lnTo>
                    <a:pt x="21602" y="163525"/>
                  </a:lnTo>
                  <a:close/>
                </a:path>
                <a:path w="1458595" h="974725">
                  <a:moveTo>
                    <a:pt x="117170" y="957707"/>
                  </a:moveTo>
                  <a:lnTo>
                    <a:pt x="112331" y="952893"/>
                  </a:lnTo>
                  <a:lnTo>
                    <a:pt x="100418" y="952893"/>
                  </a:lnTo>
                  <a:lnTo>
                    <a:pt x="95580" y="957707"/>
                  </a:lnTo>
                  <a:lnTo>
                    <a:pt x="95580" y="969670"/>
                  </a:lnTo>
                  <a:lnTo>
                    <a:pt x="100418" y="974483"/>
                  </a:lnTo>
                  <a:lnTo>
                    <a:pt x="112331" y="974483"/>
                  </a:lnTo>
                  <a:lnTo>
                    <a:pt x="117170" y="969670"/>
                  </a:lnTo>
                  <a:lnTo>
                    <a:pt x="117170" y="963688"/>
                  </a:lnTo>
                  <a:lnTo>
                    <a:pt x="117170" y="957707"/>
                  </a:lnTo>
                  <a:close/>
                </a:path>
                <a:path w="1458595" h="974725">
                  <a:moveTo>
                    <a:pt x="117170" y="640080"/>
                  </a:moveTo>
                  <a:lnTo>
                    <a:pt x="112331" y="635254"/>
                  </a:lnTo>
                  <a:lnTo>
                    <a:pt x="100418" y="635254"/>
                  </a:lnTo>
                  <a:lnTo>
                    <a:pt x="95580" y="640080"/>
                  </a:lnTo>
                  <a:lnTo>
                    <a:pt x="95580" y="652018"/>
                  </a:lnTo>
                  <a:lnTo>
                    <a:pt x="100418" y="656856"/>
                  </a:lnTo>
                  <a:lnTo>
                    <a:pt x="112331" y="656856"/>
                  </a:lnTo>
                  <a:lnTo>
                    <a:pt x="117170" y="652018"/>
                  </a:lnTo>
                  <a:lnTo>
                    <a:pt x="117170" y="646061"/>
                  </a:lnTo>
                  <a:lnTo>
                    <a:pt x="117170" y="640080"/>
                  </a:lnTo>
                  <a:close/>
                </a:path>
                <a:path w="1458595" h="974725">
                  <a:moveTo>
                    <a:pt x="117170" y="322465"/>
                  </a:moveTo>
                  <a:lnTo>
                    <a:pt x="112331" y="317627"/>
                  </a:lnTo>
                  <a:lnTo>
                    <a:pt x="100418" y="317627"/>
                  </a:lnTo>
                  <a:lnTo>
                    <a:pt x="95580" y="322465"/>
                  </a:lnTo>
                  <a:lnTo>
                    <a:pt x="95580" y="334403"/>
                  </a:lnTo>
                  <a:lnTo>
                    <a:pt x="100418" y="339229"/>
                  </a:lnTo>
                  <a:lnTo>
                    <a:pt x="112331" y="339229"/>
                  </a:lnTo>
                  <a:lnTo>
                    <a:pt x="117170" y="334403"/>
                  </a:lnTo>
                  <a:lnTo>
                    <a:pt x="117170" y="328434"/>
                  </a:lnTo>
                  <a:lnTo>
                    <a:pt x="117170" y="322465"/>
                  </a:lnTo>
                  <a:close/>
                </a:path>
                <a:path w="1458595" h="974725">
                  <a:moveTo>
                    <a:pt x="117170" y="4826"/>
                  </a:moveTo>
                  <a:lnTo>
                    <a:pt x="112331" y="0"/>
                  </a:lnTo>
                  <a:lnTo>
                    <a:pt x="100418" y="0"/>
                  </a:lnTo>
                  <a:lnTo>
                    <a:pt x="95580" y="4826"/>
                  </a:lnTo>
                  <a:lnTo>
                    <a:pt x="95580" y="16776"/>
                  </a:lnTo>
                  <a:lnTo>
                    <a:pt x="100418" y="21590"/>
                  </a:lnTo>
                  <a:lnTo>
                    <a:pt x="112331" y="21590"/>
                  </a:lnTo>
                  <a:lnTo>
                    <a:pt x="117170" y="16776"/>
                  </a:lnTo>
                  <a:lnTo>
                    <a:pt x="117170" y="10795"/>
                  </a:lnTo>
                  <a:lnTo>
                    <a:pt x="117170" y="4826"/>
                  </a:lnTo>
                  <a:close/>
                </a:path>
                <a:path w="1458595" h="974725">
                  <a:moveTo>
                    <a:pt x="213245" y="798791"/>
                  </a:moveTo>
                  <a:lnTo>
                    <a:pt x="208407" y="793965"/>
                  </a:lnTo>
                  <a:lnTo>
                    <a:pt x="196481" y="793965"/>
                  </a:lnTo>
                  <a:lnTo>
                    <a:pt x="191566" y="798791"/>
                  </a:lnTo>
                  <a:lnTo>
                    <a:pt x="191566" y="810729"/>
                  </a:lnTo>
                  <a:lnTo>
                    <a:pt x="196405" y="815568"/>
                  </a:lnTo>
                  <a:lnTo>
                    <a:pt x="208330" y="815568"/>
                  </a:lnTo>
                  <a:lnTo>
                    <a:pt x="213245" y="810729"/>
                  </a:lnTo>
                  <a:lnTo>
                    <a:pt x="213245" y="804773"/>
                  </a:lnTo>
                  <a:lnTo>
                    <a:pt x="213245" y="798791"/>
                  </a:lnTo>
                  <a:close/>
                </a:path>
                <a:path w="1458595" h="974725">
                  <a:moveTo>
                    <a:pt x="213245" y="481164"/>
                  </a:moveTo>
                  <a:lnTo>
                    <a:pt x="208407" y="476326"/>
                  </a:lnTo>
                  <a:lnTo>
                    <a:pt x="196481" y="476326"/>
                  </a:lnTo>
                  <a:lnTo>
                    <a:pt x="191566" y="481164"/>
                  </a:lnTo>
                  <a:lnTo>
                    <a:pt x="191566" y="493102"/>
                  </a:lnTo>
                  <a:lnTo>
                    <a:pt x="196405" y="497928"/>
                  </a:lnTo>
                  <a:lnTo>
                    <a:pt x="208330" y="497928"/>
                  </a:lnTo>
                  <a:lnTo>
                    <a:pt x="213245" y="493102"/>
                  </a:lnTo>
                  <a:lnTo>
                    <a:pt x="213245" y="487121"/>
                  </a:lnTo>
                  <a:lnTo>
                    <a:pt x="213245" y="481164"/>
                  </a:lnTo>
                  <a:close/>
                </a:path>
                <a:path w="1458595" h="974725">
                  <a:moveTo>
                    <a:pt x="213245" y="163525"/>
                  </a:moveTo>
                  <a:lnTo>
                    <a:pt x="208407" y="158699"/>
                  </a:lnTo>
                  <a:lnTo>
                    <a:pt x="196481" y="158699"/>
                  </a:lnTo>
                  <a:lnTo>
                    <a:pt x="191566" y="163525"/>
                  </a:lnTo>
                  <a:lnTo>
                    <a:pt x="191566" y="175475"/>
                  </a:lnTo>
                  <a:lnTo>
                    <a:pt x="196405" y="180289"/>
                  </a:lnTo>
                  <a:lnTo>
                    <a:pt x="208330" y="180289"/>
                  </a:lnTo>
                  <a:lnTo>
                    <a:pt x="213245" y="175475"/>
                  </a:lnTo>
                  <a:lnTo>
                    <a:pt x="213245" y="169494"/>
                  </a:lnTo>
                  <a:lnTo>
                    <a:pt x="213245" y="163525"/>
                  </a:lnTo>
                  <a:close/>
                </a:path>
                <a:path w="1458595" h="974725">
                  <a:moveTo>
                    <a:pt x="308800" y="957707"/>
                  </a:moveTo>
                  <a:lnTo>
                    <a:pt x="303961" y="952893"/>
                  </a:lnTo>
                  <a:lnTo>
                    <a:pt x="292036" y="952893"/>
                  </a:lnTo>
                  <a:lnTo>
                    <a:pt x="287197" y="957707"/>
                  </a:lnTo>
                  <a:lnTo>
                    <a:pt x="287197" y="969670"/>
                  </a:lnTo>
                  <a:lnTo>
                    <a:pt x="292036" y="974483"/>
                  </a:lnTo>
                  <a:lnTo>
                    <a:pt x="303961" y="974483"/>
                  </a:lnTo>
                  <a:lnTo>
                    <a:pt x="308800" y="969670"/>
                  </a:lnTo>
                  <a:lnTo>
                    <a:pt x="308800" y="963688"/>
                  </a:lnTo>
                  <a:lnTo>
                    <a:pt x="308800" y="957707"/>
                  </a:lnTo>
                  <a:close/>
                </a:path>
                <a:path w="1458595" h="974725">
                  <a:moveTo>
                    <a:pt x="308800" y="640080"/>
                  </a:moveTo>
                  <a:lnTo>
                    <a:pt x="303961" y="635254"/>
                  </a:lnTo>
                  <a:lnTo>
                    <a:pt x="292036" y="635254"/>
                  </a:lnTo>
                  <a:lnTo>
                    <a:pt x="287197" y="640080"/>
                  </a:lnTo>
                  <a:lnTo>
                    <a:pt x="287197" y="652018"/>
                  </a:lnTo>
                  <a:lnTo>
                    <a:pt x="292036" y="656856"/>
                  </a:lnTo>
                  <a:lnTo>
                    <a:pt x="303961" y="656856"/>
                  </a:lnTo>
                  <a:lnTo>
                    <a:pt x="308800" y="652018"/>
                  </a:lnTo>
                  <a:lnTo>
                    <a:pt x="308800" y="646061"/>
                  </a:lnTo>
                  <a:lnTo>
                    <a:pt x="308800" y="640080"/>
                  </a:lnTo>
                  <a:close/>
                </a:path>
                <a:path w="1458595" h="974725">
                  <a:moveTo>
                    <a:pt x="308800" y="322465"/>
                  </a:moveTo>
                  <a:lnTo>
                    <a:pt x="303961" y="317627"/>
                  </a:lnTo>
                  <a:lnTo>
                    <a:pt x="292036" y="317627"/>
                  </a:lnTo>
                  <a:lnTo>
                    <a:pt x="287197" y="322465"/>
                  </a:lnTo>
                  <a:lnTo>
                    <a:pt x="287197" y="334403"/>
                  </a:lnTo>
                  <a:lnTo>
                    <a:pt x="292036" y="339229"/>
                  </a:lnTo>
                  <a:lnTo>
                    <a:pt x="303961" y="339229"/>
                  </a:lnTo>
                  <a:lnTo>
                    <a:pt x="308800" y="334403"/>
                  </a:lnTo>
                  <a:lnTo>
                    <a:pt x="308800" y="328434"/>
                  </a:lnTo>
                  <a:lnTo>
                    <a:pt x="308800" y="322465"/>
                  </a:lnTo>
                  <a:close/>
                </a:path>
                <a:path w="1458595" h="974725">
                  <a:moveTo>
                    <a:pt x="308800" y="4826"/>
                  </a:moveTo>
                  <a:lnTo>
                    <a:pt x="303961" y="0"/>
                  </a:lnTo>
                  <a:lnTo>
                    <a:pt x="292036" y="0"/>
                  </a:lnTo>
                  <a:lnTo>
                    <a:pt x="287197" y="4826"/>
                  </a:lnTo>
                  <a:lnTo>
                    <a:pt x="287197" y="16776"/>
                  </a:lnTo>
                  <a:lnTo>
                    <a:pt x="292036" y="21590"/>
                  </a:lnTo>
                  <a:lnTo>
                    <a:pt x="303961" y="21590"/>
                  </a:lnTo>
                  <a:lnTo>
                    <a:pt x="308800" y="16776"/>
                  </a:lnTo>
                  <a:lnTo>
                    <a:pt x="308800" y="10795"/>
                  </a:lnTo>
                  <a:lnTo>
                    <a:pt x="308800" y="4826"/>
                  </a:lnTo>
                  <a:close/>
                </a:path>
                <a:path w="1458595" h="974725">
                  <a:moveTo>
                    <a:pt x="404876" y="798791"/>
                  </a:moveTo>
                  <a:lnTo>
                    <a:pt x="400037" y="793965"/>
                  </a:lnTo>
                  <a:lnTo>
                    <a:pt x="388112" y="793965"/>
                  </a:lnTo>
                  <a:lnTo>
                    <a:pt x="383197" y="798791"/>
                  </a:lnTo>
                  <a:lnTo>
                    <a:pt x="383197" y="810729"/>
                  </a:lnTo>
                  <a:lnTo>
                    <a:pt x="388035" y="815568"/>
                  </a:lnTo>
                  <a:lnTo>
                    <a:pt x="399961" y="815568"/>
                  </a:lnTo>
                  <a:lnTo>
                    <a:pt x="404876" y="810729"/>
                  </a:lnTo>
                  <a:lnTo>
                    <a:pt x="404876" y="804773"/>
                  </a:lnTo>
                  <a:lnTo>
                    <a:pt x="404876" y="798791"/>
                  </a:lnTo>
                  <a:close/>
                </a:path>
                <a:path w="1458595" h="974725">
                  <a:moveTo>
                    <a:pt x="404876" y="481164"/>
                  </a:moveTo>
                  <a:lnTo>
                    <a:pt x="400037" y="476326"/>
                  </a:lnTo>
                  <a:lnTo>
                    <a:pt x="388112" y="476326"/>
                  </a:lnTo>
                  <a:lnTo>
                    <a:pt x="383197" y="481164"/>
                  </a:lnTo>
                  <a:lnTo>
                    <a:pt x="383197" y="493102"/>
                  </a:lnTo>
                  <a:lnTo>
                    <a:pt x="388035" y="497928"/>
                  </a:lnTo>
                  <a:lnTo>
                    <a:pt x="399961" y="497928"/>
                  </a:lnTo>
                  <a:lnTo>
                    <a:pt x="404876" y="493102"/>
                  </a:lnTo>
                  <a:lnTo>
                    <a:pt x="404876" y="487121"/>
                  </a:lnTo>
                  <a:lnTo>
                    <a:pt x="404876" y="481164"/>
                  </a:lnTo>
                  <a:close/>
                </a:path>
                <a:path w="1458595" h="974725">
                  <a:moveTo>
                    <a:pt x="404876" y="163525"/>
                  </a:moveTo>
                  <a:lnTo>
                    <a:pt x="400037" y="158699"/>
                  </a:lnTo>
                  <a:lnTo>
                    <a:pt x="388112" y="158699"/>
                  </a:lnTo>
                  <a:lnTo>
                    <a:pt x="383197" y="163525"/>
                  </a:lnTo>
                  <a:lnTo>
                    <a:pt x="383197" y="175475"/>
                  </a:lnTo>
                  <a:lnTo>
                    <a:pt x="388035" y="180289"/>
                  </a:lnTo>
                  <a:lnTo>
                    <a:pt x="399961" y="180289"/>
                  </a:lnTo>
                  <a:lnTo>
                    <a:pt x="404876" y="175475"/>
                  </a:lnTo>
                  <a:lnTo>
                    <a:pt x="404876" y="169494"/>
                  </a:lnTo>
                  <a:lnTo>
                    <a:pt x="404876" y="163525"/>
                  </a:lnTo>
                  <a:close/>
                </a:path>
                <a:path w="1458595" h="974725">
                  <a:moveTo>
                    <a:pt x="500430" y="957707"/>
                  </a:moveTo>
                  <a:lnTo>
                    <a:pt x="495592" y="952893"/>
                  </a:lnTo>
                  <a:lnTo>
                    <a:pt x="483666" y="952893"/>
                  </a:lnTo>
                  <a:lnTo>
                    <a:pt x="478828" y="957707"/>
                  </a:lnTo>
                  <a:lnTo>
                    <a:pt x="478828" y="969670"/>
                  </a:lnTo>
                  <a:lnTo>
                    <a:pt x="483666" y="974483"/>
                  </a:lnTo>
                  <a:lnTo>
                    <a:pt x="495592" y="974483"/>
                  </a:lnTo>
                  <a:lnTo>
                    <a:pt x="500430" y="969670"/>
                  </a:lnTo>
                  <a:lnTo>
                    <a:pt x="500430" y="963688"/>
                  </a:lnTo>
                  <a:lnTo>
                    <a:pt x="500430" y="957707"/>
                  </a:lnTo>
                  <a:close/>
                </a:path>
                <a:path w="1458595" h="974725">
                  <a:moveTo>
                    <a:pt x="500430" y="640080"/>
                  </a:moveTo>
                  <a:lnTo>
                    <a:pt x="495592" y="635254"/>
                  </a:lnTo>
                  <a:lnTo>
                    <a:pt x="483666" y="635254"/>
                  </a:lnTo>
                  <a:lnTo>
                    <a:pt x="478828" y="640080"/>
                  </a:lnTo>
                  <a:lnTo>
                    <a:pt x="478828" y="652018"/>
                  </a:lnTo>
                  <a:lnTo>
                    <a:pt x="483666" y="656856"/>
                  </a:lnTo>
                  <a:lnTo>
                    <a:pt x="495592" y="656856"/>
                  </a:lnTo>
                  <a:lnTo>
                    <a:pt x="500430" y="652018"/>
                  </a:lnTo>
                  <a:lnTo>
                    <a:pt x="500430" y="646061"/>
                  </a:lnTo>
                  <a:lnTo>
                    <a:pt x="500430" y="640080"/>
                  </a:lnTo>
                  <a:close/>
                </a:path>
                <a:path w="1458595" h="974725">
                  <a:moveTo>
                    <a:pt x="500430" y="322465"/>
                  </a:moveTo>
                  <a:lnTo>
                    <a:pt x="495592" y="317627"/>
                  </a:lnTo>
                  <a:lnTo>
                    <a:pt x="483666" y="317627"/>
                  </a:lnTo>
                  <a:lnTo>
                    <a:pt x="478828" y="322465"/>
                  </a:lnTo>
                  <a:lnTo>
                    <a:pt x="478828" y="334403"/>
                  </a:lnTo>
                  <a:lnTo>
                    <a:pt x="483666" y="339229"/>
                  </a:lnTo>
                  <a:lnTo>
                    <a:pt x="495592" y="339229"/>
                  </a:lnTo>
                  <a:lnTo>
                    <a:pt x="500430" y="334403"/>
                  </a:lnTo>
                  <a:lnTo>
                    <a:pt x="500430" y="328434"/>
                  </a:lnTo>
                  <a:lnTo>
                    <a:pt x="500430" y="322465"/>
                  </a:lnTo>
                  <a:close/>
                </a:path>
                <a:path w="1458595" h="974725">
                  <a:moveTo>
                    <a:pt x="500430" y="4826"/>
                  </a:moveTo>
                  <a:lnTo>
                    <a:pt x="495592" y="0"/>
                  </a:lnTo>
                  <a:lnTo>
                    <a:pt x="483666" y="0"/>
                  </a:lnTo>
                  <a:lnTo>
                    <a:pt x="478828" y="4826"/>
                  </a:lnTo>
                  <a:lnTo>
                    <a:pt x="478828" y="16776"/>
                  </a:lnTo>
                  <a:lnTo>
                    <a:pt x="483666" y="21590"/>
                  </a:lnTo>
                  <a:lnTo>
                    <a:pt x="495592" y="21590"/>
                  </a:lnTo>
                  <a:lnTo>
                    <a:pt x="500430" y="16776"/>
                  </a:lnTo>
                  <a:lnTo>
                    <a:pt x="500430" y="10795"/>
                  </a:lnTo>
                  <a:lnTo>
                    <a:pt x="500430" y="4826"/>
                  </a:lnTo>
                  <a:close/>
                </a:path>
                <a:path w="1458595" h="974725">
                  <a:moveTo>
                    <a:pt x="596493" y="798791"/>
                  </a:moveTo>
                  <a:lnTo>
                    <a:pt x="591654" y="793965"/>
                  </a:lnTo>
                  <a:lnTo>
                    <a:pt x="579729" y="793965"/>
                  </a:lnTo>
                  <a:lnTo>
                    <a:pt x="574827" y="798791"/>
                  </a:lnTo>
                  <a:lnTo>
                    <a:pt x="574827" y="810729"/>
                  </a:lnTo>
                  <a:lnTo>
                    <a:pt x="579666" y="815568"/>
                  </a:lnTo>
                  <a:lnTo>
                    <a:pt x="591578" y="815568"/>
                  </a:lnTo>
                  <a:lnTo>
                    <a:pt x="596493" y="810729"/>
                  </a:lnTo>
                  <a:lnTo>
                    <a:pt x="596493" y="804773"/>
                  </a:lnTo>
                  <a:lnTo>
                    <a:pt x="596493" y="798791"/>
                  </a:lnTo>
                  <a:close/>
                </a:path>
                <a:path w="1458595" h="974725">
                  <a:moveTo>
                    <a:pt x="596493" y="481164"/>
                  </a:moveTo>
                  <a:lnTo>
                    <a:pt x="591654" y="476326"/>
                  </a:lnTo>
                  <a:lnTo>
                    <a:pt x="579729" y="476326"/>
                  </a:lnTo>
                  <a:lnTo>
                    <a:pt x="574827" y="481164"/>
                  </a:lnTo>
                  <a:lnTo>
                    <a:pt x="574827" y="493102"/>
                  </a:lnTo>
                  <a:lnTo>
                    <a:pt x="579666" y="497928"/>
                  </a:lnTo>
                  <a:lnTo>
                    <a:pt x="591578" y="497928"/>
                  </a:lnTo>
                  <a:lnTo>
                    <a:pt x="596493" y="493102"/>
                  </a:lnTo>
                  <a:lnTo>
                    <a:pt x="596493" y="487121"/>
                  </a:lnTo>
                  <a:lnTo>
                    <a:pt x="596493" y="481164"/>
                  </a:lnTo>
                  <a:close/>
                </a:path>
                <a:path w="1458595" h="974725">
                  <a:moveTo>
                    <a:pt x="596493" y="163525"/>
                  </a:moveTo>
                  <a:lnTo>
                    <a:pt x="591654" y="158699"/>
                  </a:lnTo>
                  <a:lnTo>
                    <a:pt x="579729" y="158699"/>
                  </a:lnTo>
                  <a:lnTo>
                    <a:pt x="574827" y="163525"/>
                  </a:lnTo>
                  <a:lnTo>
                    <a:pt x="574827" y="175475"/>
                  </a:lnTo>
                  <a:lnTo>
                    <a:pt x="579666" y="180289"/>
                  </a:lnTo>
                  <a:lnTo>
                    <a:pt x="591578" y="180289"/>
                  </a:lnTo>
                  <a:lnTo>
                    <a:pt x="596493" y="175475"/>
                  </a:lnTo>
                  <a:lnTo>
                    <a:pt x="596493" y="169494"/>
                  </a:lnTo>
                  <a:lnTo>
                    <a:pt x="596493" y="163525"/>
                  </a:lnTo>
                  <a:close/>
                </a:path>
                <a:path w="1458595" h="974725">
                  <a:moveTo>
                    <a:pt x="692048" y="957707"/>
                  </a:moveTo>
                  <a:lnTo>
                    <a:pt x="687209" y="952893"/>
                  </a:lnTo>
                  <a:lnTo>
                    <a:pt x="675284" y="952893"/>
                  </a:lnTo>
                  <a:lnTo>
                    <a:pt x="670445" y="957707"/>
                  </a:lnTo>
                  <a:lnTo>
                    <a:pt x="670445" y="969670"/>
                  </a:lnTo>
                  <a:lnTo>
                    <a:pt x="675284" y="974483"/>
                  </a:lnTo>
                  <a:lnTo>
                    <a:pt x="687209" y="974483"/>
                  </a:lnTo>
                  <a:lnTo>
                    <a:pt x="692048" y="969670"/>
                  </a:lnTo>
                  <a:lnTo>
                    <a:pt x="692048" y="963688"/>
                  </a:lnTo>
                  <a:lnTo>
                    <a:pt x="692048" y="957707"/>
                  </a:lnTo>
                  <a:close/>
                </a:path>
                <a:path w="1458595" h="974725">
                  <a:moveTo>
                    <a:pt x="692048" y="640080"/>
                  </a:moveTo>
                  <a:lnTo>
                    <a:pt x="687209" y="635254"/>
                  </a:lnTo>
                  <a:lnTo>
                    <a:pt x="675284" y="635254"/>
                  </a:lnTo>
                  <a:lnTo>
                    <a:pt x="670445" y="640080"/>
                  </a:lnTo>
                  <a:lnTo>
                    <a:pt x="670445" y="652018"/>
                  </a:lnTo>
                  <a:lnTo>
                    <a:pt x="675284" y="656856"/>
                  </a:lnTo>
                  <a:lnTo>
                    <a:pt x="687209" y="656856"/>
                  </a:lnTo>
                  <a:lnTo>
                    <a:pt x="692048" y="652018"/>
                  </a:lnTo>
                  <a:lnTo>
                    <a:pt x="692048" y="646061"/>
                  </a:lnTo>
                  <a:lnTo>
                    <a:pt x="692048" y="640080"/>
                  </a:lnTo>
                  <a:close/>
                </a:path>
                <a:path w="1458595" h="974725">
                  <a:moveTo>
                    <a:pt x="692048" y="322465"/>
                  </a:moveTo>
                  <a:lnTo>
                    <a:pt x="687209" y="317627"/>
                  </a:lnTo>
                  <a:lnTo>
                    <a:pt x="675284" y="317627"/>
                  </a:lnTo>
                  <a:lnTo>
                    <a:pt x="670445" y="322465"/>
                  </a:lnTo>
                  <a:lnTo>
                    <a:pt x="670445" y="334403"/>
                  </a:lnTo>
                  <a:lnTo>
                    <a:pt x="675284" y="339229"/>
                  </a:lnTo>
                  <a:lnTo>
                    <a:pt x="687209" y="339229"/>
                  </a:lnTo>
                  <a:lnTo>
                    <a:pt x="692048" y="334403"/>
                  </a:lnTo>
                  <a:lnTo>
                    <a:pt x="692048" y="328434"/>
                  </a:lnTo>
                  <a:lnTo>
                    <a:pt x="692048" y="322465"/>
                  </a:lnTo>
                  <a:close/>
                </a:path>
                <a:path w="1458595" h="974725">
                  <a:moveTo>
                    <a:pt x="692048" y="4826"/>
                  </a:moveTo>
                  <a:lnTo>
                    <a:pt x="687209" y="0"/>
                  </a:lnTo>
                  <a:lnTo>
                    <a:pt x="675284" y="0"/>
                  </a:lnTo>
                  <a:lnTo>
                    <a:pt x="670445" y="4826"/>
                  </a:lnTo>
                  <a:lnTo>
                    <a:pt x="670445" y="16776"/>
                  </a:lnTo>
                  <a:lnTo>
                    <a:pt x="675284" y="21590"/>
                  </a:lnTo>
                  <a:lnTo>
                    <a:pt x="687209" y="21590"/>
                  </a:lnTo>
                  <a:lnTo>
                    <a:pt x="692048" y="16776"/>
                  </a:lnTo>
                  <a:lnTo>
                    <a:pt x="692048" y="10795"/>
                  </a:lnTo>
                  <a:lnTo>
                    <a:pt x="692048" y="4826"/>
                  </a:lnTo>
                  <a:close/>
                </a:path>
                <a:path w="1458595" h="974725">
                  <a:moveTo>
                    <a:pt x="788111" y="798791"/>
                  </a:moveTo>
                  <a:lnTo>
                    <a:pt x="783272" y="793965"/>
                  </a:lnTo>
                  <a:lnTo>
                    <a:pt x="771359" y="793965"/>
                  </a:lnTo>
                  <a:lnTo>
                    <a:pt x="766457" y="798791"/>
                  </a:lnTo>
                  <a:lnTo>
                    <a:pt x="766457" y="810729"/>
                  </a:lnTo>
                  <a:lnTo>
                    <a:pt x="771296" y="815568"/>
                  </a:lnTo>
                  <a:lnTo>
                    <a:pt x="783221" y="815568"/>
                  </a:lnTo>
                  <a:lnTo>
                    <a:pt x="788111" y="810729"/>
                  </a:lnTo>
                  <a:lnTo>
                    <a:pt x="788111" y="804773"/>
                  </a:lnTo>
                  <a:lnTo>
                    <a:pt x="788111" y="798791"/>
                  </a:lnTo>
                  <a:close/>
                </a:path>
                <a:path w="1458595" h="974725">
                  <a:moveTo>
                    <a:pt x="788111" y="481164"/>
                  </a:moveTo>
                  <a:lnTo>
                    <a:pt x="783272" y="476326"/>
                  </a:lnTo>
                  <a:lnTo>
                    <a:pt x="771359" y="476326"/>
                  </a:lnTo>
                  <a:lnTo>
                    <a:pt x="766457" y="481164"/>
                  </a:lnTo>
                  <a:lnTo>
                    <a:pt x="766457" y="493102"/>
                  </a:lnTo>
                  <a:lnTo>
                    <a:pt x="771296" y="497928"/>
                  </a:lnTo>
                  <a:lnTo>
                    <a:pt x="783221" y="497928"/>
                  </a:lnTo>
                  <a:lnTo>
                    <a:pt x="788111" y="493102"/>
                  </a:lnTo>
                  <a:lnTo>
                    <a:pt x="788111" y="487121"/>
                  </a:lnTo>
                  <a:lnTo>
                    <a:pt x="788111" y="481164"/>
                  </a:lnTo>
                  <a:close/>
                </a:path>
                <a:path w="1458595" h="974725">
                  <a:moveTo>
                    <a:pt x="788111" y="163525"/>
                  </a:moveTo>
                  <a:lnTo>
                    <a:pt x="783272" y="158699"/>
                  </a:lnTo>
                  <a:lnTo>
                    <a:pt x="771359" y="158699"/>
                  </a:lnTo>
                  <a:lnTo>
                    <a:pt x="766457" y="163525"/>
                  </a:lnTo>
                  <a:lnTo>
                    <a:pt x="766457" y="175475"/>
                  </a:lnTo>
                  <a:lnTo>
                    <a:pt x="771296" y="180289"/>
                  </a:lnTo>
                  <a:lnTo>
                    <a:pt x="783221" y="180289"/>
                  </a:lnTo>
                  <a:lnTo>
                    <a:pt x="788111" y="175475"/>
                  </a:lnTo>
                  <a:lnTo>
                    <a:pt x="788111" y="169494"/>
                  </a:lnTo>
                  <a:lnTo>
                    <a:pt x="788111" y="163525"/>
                  </a:lnTo>
                  <a:close/>
                </a:path>
                <a:path w="1458595" h="974725">
                  <a:moveTo>
                    <a:pt x="883666" y="957707"/>
                  </a:moveTo>
                  <a:lnTo>
                    <a:pt x="878827" y="952893"/>
                  </a:lnTo>
                  <a:lnTo>
                    <a:pt x="866914" y="952893"/>
                  </a:lnTo>
                  <a:lnTo>
                    <a:pt x="862076" y="957707"/>
                  </a:lnTo>
                  <a:lnTo>
                    <a:pt x="862076" y="969670"/>
                  </a:lnTo>
                  <a:lnTo>
                    <a:pt x="866914" y="974483"/>
                  </a:lnTo>
                  <a:lnTo>
                    <a:pt x="878827" y="974483"/>
                  </a:lnTo>
                  <a:lnTo>
                    <a:pt x="883666" y="969670"/>
                  </a:lnTo>
                  <a:lnTo>
                    <a:pt x="883666" y="963688"/>
                  </a:lnTo>
                  <a:lnTo>
                    <a:pt x="883666" y="957707"/>
                  </a:lnTo>
                  <a:close/>
                </a:path>
                <a:path w="1458595" h="974725">
                  <a:moveTo>
                    <a:pt x="883666" y="640080"/>
                  </a:moveTo>
                  <a:lnTo>
                    <a:pt x="878827" y="635254"/>
                  </a:lnTo>
                  <a:lnTo>
                    <a:pt x="866914" y="635254"/>
                  </a:lnTo>
                  <a:lnTo>
                    <a:pt x="862076" y="640080"/>
                  </a:lnTo>
                  <a:lnTo>
                    <a:pt x="862076" y="652018"/>
                  </a:lnTo>
                  <a:lnTo>
                    <a:pt x="866914" y="656856"/>
                  </a:lnTo>
                  <a:lnTo>
                    <a:pt x="878827" y="656856"/>
                  </a:lnTo>
                  <a:lnTo>
                    <a:pt x="883666" y="652018"/>
                  </a:lnTo>
                  <a:lnTo>
                    <a:pt x="883666" y="646061"/>
                  </a:lnTo>
                  <a:lnTo>
                    <a:pt x="883666" y="640080"/>
                  </a:lnTo>
                  <a:close/>
                </a:path>
                <a:path w="1458595" h="974725">
                  <a:moveTo>
                    <a:pt x="883666" y="322465"/>
                  </a:moveTo>
                  <a:lnTo>
                    <a:pt x="878827" y="317627"/>
                  </a:lnTo>
                  <a:lnTo>
                    <a:pt x="866914" y="317627"/>
                  </a:lnTo>
                  <a:lnTo>
                    <a:pt x="862076" y="322465"/>
                  </a:lnTo>
                  <a:lnTo>
                    <a:pt x="862076" y="334403"/>
                  </a:lnTo>
                  <a:lnTo>
                    <a:pt x="866914" y="339229"/>
                  </a:lnTo>
                  <a:lnTo>
                    <a:pt x="878827" y="339229"/>
                  </a:lnTo>
                  <a:lnTo>
                    <a:pt x="883666" y="334403"/>
                  </a:lnTo>
                  <a:lnTo>
                    <a:pt x="883666" y="328434"/>
                  </a:lnTo>
                  <a:lnTo>
                    <a:pt x="883666" y="322465"/>
                  </a:lnTo>
                  <a:close/>
                </a:path>
                <a:path w="1458595" h="974725">
                  <a:moveTo>
                    <a:pt x="883666" y="4826"/>
                  </a:moveTo>
                  <a:lnTo>
                    <a:pt x="878827" y="0"/>
                  </a:lnTo>
                  <a:lnTo>
                    <a:pt x="866914" y="0"/>
                  </a:lnTo>
                  <a:lnTo>
                    <a:pt x="862076" y="4826"/>
                  </a:lnTo>
                  <a:lnTo>
                    <a:pt x="862076" y="16776"/>
                  </a:lnTo>
                  <a:lnTo>
                    <a:pt x="866914" y="21590"/>
                  </a:lnTo>
                  <a:lnTo>
                    <a:pt x="878827" y="21590"/>
                  </a:lnTo>
                  <a:lnTo>
                    <a:pt x="883666" y="16776"/>
                  </a:lnTo>
                  <a:lnTo>
                    <a:pt x="883666" y="10795"/>
                  </a:lnTo>
                  <a:lnTo>
                    <a:pt x="883666" y="4826"/>
                  </a:lnTo>
                  <a:close/>
                </a:path>
                <a:path w="1458595" h="974725">
                  <a:moveTo>
                    <a:pt x="979741" y="798791"/>
                  </a:moveTo>
                  <a:lnTo>
                    <a:pt x="974915" y="793965"/>
                  </a:lnTo>
                  <a:lnTo>
                    <a:pt x="962977" y="793965"/>
                  </a:lnTo>
                  <a:lnTo>
                    <a:pt x="958062" y="798791"/>
                  </a:lnTo>
                  <a:lnTo>
                    <a:pt x="958062" y="810729"/>
                  </a:lnTo>
                  <a:lnTo>
                    <a:pt x="962901" y="815568"/>
                  </a:lnTo>
                  <a:lnTo>
                    <a:pt x="974839" y="815568"/>
                  </a:lnTo>
                  <a:lnTo>
                    <a:pt x="979741" y="810729"/>
                  </a:lnTo>
                  <a:lnTo>
                    <a:pt x="979741" y="804773"/>
                  </a:lnTo>
                  <a:lnTo>
                    <a:pt x="979741" y="798791"/>
                  </a:lnTo>
                  <a:close/>
                </a:path>
                <a:path w="1458595" h="974725">
                  <a:moveTo>
                    <a:pt x="979741" y="481164"/>
                  </a:moveTo>
                  <a:lnTo>
                    <a:pt x="974915" y="476326"/>
                  </a:lnTo>
                  <a:lnTo>
                    <a:pt x="962977" y="476326"/>
                  </a:lnTo>
                  <a:lnTo>
                    <a:pt x="958062" y="481164"/>
                  </a:lnTo>
                  <a:lnTo>
                    <a:pt x="958062" y="493102"/>
                  </a:lnTo>
                  <a:lnTo>
                    <a:pt x="962901" y="497928"/>
                  </a:lnTo>
                  <a:lnTo>
                    <a:pt x="974839" y="497928"/>
                  </a:lnTo>
                  <a:lnTo>
                    <a:pt x="979741" y="493102"/>
                  </a:lnTo>
                  <a:lnTo>
                    <a:pt x="979741" y="487121"/>
                  </a:lnTo>
                  <a:lnTo>
                    <a:pt x="979741" y="481164"/>
                  </a:lnTo>
                  <a:close/>
                </a:path>
                <a:path w="1458595" h="974725">
                  <a:moveTo>
                    <a:pt x="979741" y="163525"/>
                  </a:moveTo>
                  <a:lnTo>
                    <a:pt x="974915" y="158699"/>
                  </a:lnTo>
                  <a:lnTo>
                    <a:pt x="962977" y="158699"/>
                  </a:lnTo>
                  <a:lnTo>
                    <a:pt x="958062" y="163525"/>
                  </a:lnTo>
                  <a:lnTo>
                    <a:pt x="958062" y="175475"/>
                  </a:lnTo>
                  <a:lnTo>
                    <a:pt x="962901" y="180289"/>
                  </a:lnTo>
                  <a:lnTo>
                    <a:pt x="974839" y="180289"/>
                  </a:lnTo>
                  <a:lnTo>
                    <a:pt x="979741" y="175475"/>
                  </a:lnTo>
                  <a:lnTo>
                    <a:pt x="979741" y="169494"/>
                  </a:lnTo>
                  <a:lnTo>
                    <a:pt x="979741" y="163525"/>
                  </a:lnTo>
                  <a:close/>
                </a:path>
                <a:path w="1458595" h="974725">
                  <a:moveTo>
                    <a:pt x="1075309" y="957707"/>
                  </a:moveTo>
                  <a:lnTo>
                    <a:pt x="1070470" y="952893"/>
                  </a:lnTo>
                  <a:lnTo>
                    <a:pt x="1058545" y="952893"/>
                  </a:lnTo>
                  <a:lnTo>
                    <a:pt x="1053706" y="957707"/>
                  </a:lnTo>
                  <a:lnTo>
                    <a:pt x="1053706" y="969670"/>
                  </a:lnTo>
                  <a:lnTo>
                    <a:pt x="1058545" y="974483"/>
                  </a:lnTo>
                  <a:lnTo>
                    <a:pt x="1070470" y="974483"/>
                  </a:lnTo>
                  <a:lnTo>
                    <a:pt x="1075309" y="969670"/>
                  </a:lnTo>
                  <a:lnTo>
                    <a:pt x="1075309" y="963688"/>
                  </a:lnTo>
                  <a:lnTo>
                    <a:pt x="1075309" y="957707"/>
                  </a:lnTo>
                  <a:close/>
                </a:path>
                <a:path w="1458595" h="974725">
                  <a:moveTo>
                    <a:pt x="1075309" y="640080"/>
                  </a:moveTo>
                  <a:lnTo>
                    <a:pt x="1070470" y="635254"/>
                  </a:lnTo>
                  <a:lnTo>
                    <a:pt x="1058545" y="635254"/>
                  </a:lnTo>
                  <a:lnTo>
                    <a:pt x="1053706" y="640080"/>
                  </a:lnTo>
                  <a:lnTo>
                    <a:pt x="1053706" y="652018"/>
                  </a:lnTo>
                  <a:lnTo>
                    <a:pt x="1058545" y="656856"/>
                  </a:lnTo>
                  <a:lnTo>
                    <a:pt x="1070470" y="656856"/>
                  </a:lnTo>
                  <a:lnTo>
                    <a:pt x="1075309" y="652018"/>
                  </a:lnTo>
                  <a:lnTo>
                    <a:pt x="1075309" y="646061"/>
                  </a:lnTo>
                  <a:lnTo>
                    <a:pt x="1075309" y="640080"/>
                  </a:lnTo>
                  <a:close/>
                </a:path>
                <a:path w="1458595" h="974725">
                  <a:moveTo>
                    <a:pt x="1075309" y="322465"/>
                  </a:moveTo>
                  <a:lnTo>
                    <a:pt x="1070470" y="317627"/>
                  </a:lnTo>
                  <a:lnTo>
                    <a:pt x="1058545" y="317627"/>
                  </a:lnTo>
                  <a:lnTo>
                    <a:pt x="1053706" y="322465"/>
                  </a:lnTo>
                  <a:lnTo>
                    <a:pt x="1053706" y="334403"/>
                  </a:lnTo>
                  <a:lnTo>
                    <a:pt x="1058545" y="339229"/>
                  </a:lnTo>
                  <a:lnTo>
                    <a:pt x="1070470" y="339229"/>
                  </a:lnTo>
                  <a:lnTo>
                    <a:pt x="1075309" y="334403"/>
                  </a:lnTo>
                  <a:lnTo>
                    <a:pt x="1075309" y="328434"/>
                  </a:lnTo>
                  <a:lnTo>
                    <a:pt x="1075309" y="322465"/>
                  </a:lnTo>
                  <a:close/>
                </a:path>
                <a:path w="1458595" h="974725">
                  <a:moveTo>
                    <a:pt x="1075309" y="4826"/>
                  </a:moveTo>
                  <a:lnTo>
                    <a:pt x="1070470" y="0"/>
                  </a:lnTo>
                  <a:lnTo>
                    <a:pt x="1058545" y="0"/>
                  </a:lnTo>
                  <a:lnTo>
                    <a:pt x="1053706" y="4826"/>
                  </a:lnTo>
                  <a:lnTo>
                    <a:pt x="1053706" y="16776"/>
                  </a:lnTo>
                  <a:lnTo>
                    <a:pt x="1058545" y="21590"/>
                  </a:lnTo>
                  <a:lnTo>
                    <a:pt x="1070470" y="21590"/>
                  </a:lnTo>
                  <a:lnTo>
                    <a:pt x="1075309" y="16776"/>
                  </a:lnTo>
                  <a:lnTo>
                    <a:pt x="1075309" y="10795"/>
                  </a:lnTo>
                  <a:lnTo>
                    <a:pt x="1075309" y="4826"/>
                  </a:lnTo>
                  <a:close/>
                </a:path>
                <a:path w="1458595" h="974725">
                  <a:moveTo>
                    <a:pt x="1171371" y="798791"/>
                  </a:moveTo>
                  <a:lnTo>
                    <a:pt x="1166533" y="793965"/>
                  </a:lnTo>
                  <a:lnTo>
                    <a:pt x="1154607" y="793965"/>
                  </a:lnTo>
                  <a:lnTo>
                    <a:pt x="1149692" y="798791"/>
                  </a:lnTo>
                  <a:lnTo>
                    <a:pt x="1149692" y="810729"/>
                  </a:lnTo>
                  <a:lnTo>
                    <a:pt x="1154544" y="815568"/>
                  </a:lnTo>
                  <a:lnTo>
                    <a:pt x="1166456" y="815568"/>
                  </a:lnTo>
                  <a:lnTo>
                    <a:pt x="1171371" y="810729"/>
                  </a:lnTo>
                  <a:lnTo>
                    <a:pt x="1171371" y="804773"/>
                  </a:lnTo>
                  <a:lnTo>
                    <a:pt x="1171371" y="798791"/>
                  </a:lnTo>
                  <a:close/>
                </a:path>
                <a:path w="1458595" h="974725">
                  <a:moveTo>
                    <a:pt x="1171371" y="481164"/>
                  </a:moveTo>
                  <a:lnTo>
                    <a:pt x="1166533" y="476326"/>
                  </a:lnTo>
                  <a:lnTo>
                    <a:pt x="1154607" y="476326"/>
                  </a:lnTo>
                  <a:lnTo>
                    <a:pt x="1149692" y="481164"/>
                  </a:lnTo>
                  <a:lnTo>
                    <a:pt x="1149692" y="493102"/>
                  </a:lnTo>
                  <a:lnTo>
                    <a:pt x="1154544" y="497928"/>
                  </a:lnTo>
                  <a:lnTo>
                    <a:pt x="1166456" y="497928"/>
                  </a:lnTo>
                  <a:lnTo>
                    <a:pt x="1171371" y="493102"/>
                  </a:lnTo>
                  <a:lnTo>
                    <a:pt x="1171371" y="487121"/>
                  </a:lnTo>
                  <a:lnTo>
                    <a:pt x="1171371" y="481164"/>
                  </a:lnTo>
                  <a:close/>
                </a:path>
                <a:path w="1458595" h="974725">
                  <a:moveTo>
                    <a:pt x="1171371" y="163525"/>
                  </a:moveTo>
                  <a:lnTo>
                    <a:pt x="1166533" y="158699"/>
                  </a:lnTo>
                  <a:lnTo>
                    <a:pt x="1154607" y="158699"/>
                  </a:lnTo>
                  <a:lnTo>
                    <a:pt x="1149692" y="163525"/>
                  </a:lnTo>
                  <a:lnTo>
                    <a:pt x="1149692" y="175475"/>
                  </a:lnTo>
                  <a:lnTo>
                    <a:pt x="1154544" y="180289"/>
                  </a:lnTo>
                  <a:lnTo>
                    <a:pt x="1166456" y="180289"/>
                  </a:lnTo>
                  <a:lnTo>
                    <a:pt x="1171371" y="175475"/>
                  </a:lnTo>
                  <a:lnTo>
                    <a:pt x="1171371" y="169494"/>
                  </a:lnTo>
                  <a:lnTo>
                    <a:pt x="1171371" y="163525"/>
                  </a:lnTo>
                  <a:close/>
                </a:path>
                <a:path w="1458595" h="974725">
                  <a:moveTo>
                    <a:pt x="1266926" y="957707"/>
                  </a:moveTo>
                  <a:lnTo>
                    <a:pt x="1262087" y="952893"/>
                  </a:lnTo>
                  <a:lnTo>
                    <a:pt x="1250162" y="952893"/>
                  </a:lnTo>
                  <a:lnTo>
                    <a:pt x="1245323" y="957707"/>
                  </a:lnTo>
                  <a:lnTo>
                    <a:pt x="1245323" y="969670"/>
                  </a:lnTo>
                  <a:lnTo>
                    <a:pt x="1250162" y="974483"/>
                  </a:lnTo>
                  <a:lnTo>
                    <a:pt x="1262087" y="974483"/>
                  </a:lnTo>
                  <a:lnTo>
                    <a:pt x="1266926" y="969670"/>
                  </a:lnTo>
                  <a:lnTo>
                    <a:pt x="1266926" y="963688"/>
                  </a:lnTo>
                  <a:lnTo>
                    <a:pt x="1266926" y="957707"/>
                  </a:lnTo>
                  <a:close/>
                </a:path>
                <a:path w="1458595" h="974725">
                  <a:moveTo>
                    <a:pt x="1266926" y="640080"/>
                  </a:moveTo>
                  <a:lnTo>
                    <a:pt x="1262087" y="635254"/>
                  </a:lnTo>
                  <a:lnTo>
                    <a:pt x="1250162" y="635254"/>
                  </a:lnTo>
                  <a:lnTo>
                    <a:pt x="1245323" y="640080"/>
                  </a:lnTo>
                  <a:lnTo>
                    <a:pt x="1245323" y="652018"/>
                  </a:lnTo>
                  <a:lnTo>
                    <a:pt x="1250162" y="656856"/>
                  </a:lnTo>
                  <a:lnTo>
                    <a:pt x="1262087" y="656856"/>
                  </a:lnTo>
                  <a:lnTo>
                    <a:pt x="1266926" y="652018"/>
                  </a:lnTo>
                  <a:lnTo>
                    <a:pt x="1266926" y="646061"/>
                  </a:lnTo>
                  <a:lnTo>
                    <a:pt x="1266926" y="640080"/>
                  </a:lnTo>
                  <a:close/>
                </a:path>
                <a:path w="1458595" h="974725">
                  <a:moveTo>
                    <a:pt x="1266926" y="322465"/>
                  </a:moveTo>
                  <a:lnTo>
                    <a:pt x="1262087" y="317627"/>
                  </a:lnTo>
                  <a:lnTo>
                    <a:pt x="1250162" y="317627"/>
                  </a:lnTo>
                  <a:lnTo>
                    <a:pt x="1245323" y="322465"/>
                  </a:lnTo>
                  <a:lnTo>
                    <a:pt x="1245323" y="334403"/>
                  </a:lnTo>
                  <a:lnTo>
                    <a:pt x="1250162" y="339229"/>
                  </a:lnTo>
                  <a:lnTo>
                    <a:pt x="1262087" y="339229"/>
                  </a:lnTo>
                  <a:lnTo>
                    <a:pt x="1266926" y="334403"/>
                  </a:lnTo>
                  <a:lnTo>
                    <a:pt x="1266926" y="328434"/>
                  </a:lnTo>
                  <a:lnTo>
                    <a:pt x="1266926" y="322465"/>
                  </a:lnTo>
                  <a:close/>
                </a:path>
                <a:path w="1458595" h="974725">
                  <a:moveTo>
                    <a:pt x="1266926" y="4826"/>
                  </a:moveTo>
                  <a:lnTo>
                    <a:pt x="1262087" y="0"/>
                  </a:lnTo>
                  <a:lnTo>
                    <a:pt x="1250162" y="0"/>
                  </a:lnTo>
                  <a:lnTo>
                    <a:pt x="1245323" y="4826"/>
                  </a:lnTo>
                  <a:lnTo>
                    <a:pt x="1245323" y="16776"/>
                  </a:lnTo>
                  <a:lnTo>
                    <a:pt x="1250162" y="21590"/>
                  </a:lnTo>
                  <a:lnTo>
                    <a:pt x="1262087" y="21590"/>
                  </a:lnTo>
                  <a:lnTo>
                    <a:pt x="1266926" y="16776"/>
                  </a:lnTo>
                  <a:lnTo>
                    <a:pt x="1266926" y="10795"/>
                  </a:lnTo>
                  <a:lnTo>
                    <a:pt x="1266926" y="4826"/>
                  </a:lnTo>
                  <a:close/>
                </a:path>
                <a:path w="1458595" h="974725">
                  <a:moveTo>
                    <a:pt x="1362913" y="798791"/>
                  </a:moveTo>
                  <a:lnTo>
                    <a:pt x="1358074" y="793965"/>
                  </a:lnTo>
                  <a:lnTo>
                    <a:pt x="1346161" y="793965"/>
                  </a:lnTo>
                  <a:lnTo>
                    <a:pt x="1341323" y="798791"/>
                  </a:lnTo>
                  <a:lnTo>
                    <a:pt x="1341323" y="810729"/>
                  </a:lnTo>
                  <a:lnTo>
                    <a:pt x="1346161" y="815568"/>
                  </a:lnTo>
                  <a:lnTo>
                    <a:pt x="1358074" y="815568"/>
                  </a:lnTo>
                  <a:lnTo>
                    <a:pt x="1362913" y="810729"/>
                  </a:lnTo>
                  <a:lnTo>
                    <a:pt x="1362913" y="804773"/>
                  </a:lnTo>
                  <a:lnTo>
                    <a:pt x="1362913" y="798791"/>
                  </a:lnTo>
                  <a:close/>
                </a:path>
                <a:path w="1458595" h="974725">
                  <a:moveTo>
                    <a:pt x="1362913" y="481164"/>
                  </a:moveTo>
                  <a:lnTo>
                    <a:pt x="1358074" y="476326"/>
                  </a:lnTo>
                  <a:lnTo>
                    <a:pt x="1346161" y="476326"/>
                  </a:lnTo>
                  <a:lnTo>
                    <a:pt x="1341323" y="481164"/>
                  </a:lnTo>
                  <a:lnTo>
                    <a:pt x="1341323" y="493102"/>
                  </a:lnTo>
                  <a:lnTo>
                    <a:pt x="1346161" y="497928"/>
                  </a:lnTo>
                  <a:lnTo>
                    <a:pt x="1358074" y="497928"/>
                  </a:lnTo>
                  <a:lnTo>
                    <a:pt x="1362913" y="493102"/>
                  </a:lnTo>
                  <a:lnTo>
                    <a:pt x="1362913" y="487121"/>
                  </a:lnTo>
                  <a:lnTo>
                    <a:pt x="1362913" y="481164"/>
                  </a:lnTo>
                  <a:close/>
                </a:path>
                <a:path w="1458595" h="974725">
                  <a:moveTo>
                    <a:pt x="1362913" y="163525"/>
                  </a:moveTo>
                  <a:lnTo>
                    <a:pt x="1358074" y="158699"/>
                  </a:lnTo>
                  <a:lnTo>
                    <a:pt x="1346161" y="158699"/>
                  </a:lnTo>
                  <a:lnTo>
                    <a:pt x="1341323" y="163525"/>
                  </a:lnTo>
                  <a:lnTo>
                    <a:pt x="1341323" y="175475"/>
                  </a:lnTo>
                  <a:lnTo>
                    <a:pt x="1346161" y="180289"/>
                  </a:lnTo>
                  <a:lnTo>
                    <a:pt x="1358074" y="180289"/>
                  </a:lnTo>
                  <a:lnTo>
                    <a:pt x="1362913" y="175475"/>
                  </a:lnTo>
                  <a:lnTo>
                    <a:pt x="1362913" y="169494"/>
                  </a:lnTo>
                  <a:lnTo>
                    <a:pt x="1362913" y="163525"/>
                  </a:lnTo>
                  <a:close/>
                </a:path>
                <a:path w="1458595" h="974725">
                  <a:moveTo>
                    <a:pt x="1458544" y="957707"/>
                  </a:moveTo>
                  <a:lnTo>
                    <a:pt x="1453705" y="952893"/>
                  </a:lnTo>
                  <a:lnTo>
                    <a:pt x="1441792" y="952893"/>
                  </a:lnTo>
                  <a:lnTo>
                    <a:pt x="1436941" y="957707"/>
                  </a:lnTo>
                  <a:lnTo>
                    <a:pt x="1436941" y="969670"/>
                  </a:lnTo>
                  <a:lnTo>
                    <a:pt x="1441792" y="974483"/>
                  </a:lnTo>
                  <a:lnTo>
                    <a:pt x="1453705" y="974483"/>
                  </a:lnTo>
                  <a:lnTo>
                    <a:pt x="1458544" y="969670"/>
                  </a:lnTo>
                  <a:lnTo>
                    <a:pt x="1458544" y="963688"/>
                  </a:lnTo>
                  <a:lnTo>
                    <a:pt x="1458544" y="957707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2147777" y="6539103"/>
              <a:ext cx="117475" cy="974725"/>
            </a:xfrm>
            <a:custGeom>
              <a:avLst/>
              <a:gdLst/>
              <a:ahLst/>
              <a:cxnLst/>
              <a:rect l="l" t="t" r="r" b="b"/>
              <a:pathLst>
                <a:path w="117475" h="974725">
                  <a:moveTo>
                    <a:pt x="21602" y="798791"/>
                  </a:moveTo>
                  <a:lnTo>
                    <a:pt x="16764" y="793965"/>
                  </a:lnTo>
                  <a:lnTo>
                    <a:pt x="4851" y="793965"/>
                  </a:lnTo>
                  <a:lnTo>
                    <a:pt x="0" y="798791"/>
                  </a:lnTo>
                  <a:lnTo>
                    <a:pt x="0" y="810729"/>
                  </a:lnTo>
                  <a:lnTo>
                    <a:pt x="4851" y="815568"/>
                  </a:lnTo>
                  <a:lnTo>
                    <a:pt x="16764" y="815568"/>
                  </a:lnTo>
                  <a:lnTo>
                    <a:pt x="21602" y="810729"/>
                  </a:lnTo>
                  <a:lnTo>
                    <a:pt x="21602" y="804773"/>
                  </a:lnTo>
                  <a:lnTo>
                    <a:pt x="21602" y="798791"/>
                  </a:lnTo>
                  <a:close/>
                </a:path>
                <a:path w="117475" h="974725">
                  <a:moveTo>
                    <a:pt x="21602" y="481164"/>
                  </a:moveTo>
                  <a:lnTo>
                    <a:pt x="16764" y="476326"/>
                  </a:lnTo>
                  <a:lnTo>
                    <a:pt x="4851" y="476326"/>
                  </a:lnTo>
                  <a:lnTo>
                    <a:pt x="0" y="481164"/>
                  </a:lnTo>
                  <a:lnTo>
                    <a:pt x="0" y="493102"/>
                  </a:lnTo>
                  <a:lnTo>
                    <a:pt x="4851" y="497928"/>
                  </a:lnTo>
                  <a:lnTo>
                    <a:pt x="16764" y="497928"/>
                  </a:lnTo>
                  <a:lnTo>
                    <a:pt x="21602" y="493102"/>
                  </a:lnTo>
                  <a:lnTo>
                    <a:pt x="21602" y="487121"/>
                  </a:lnTo>
                  <a:lnTo>
                    <a:pt x="21602" y="481164"/>
                  </a:lnTo>
                  <a:close/>
                </a:path>
                <a:path w="117475" h="974725">
                  <a:moveTo>
                    <a:pt x="21602" y="163525"/>
                  </a:moveTo>
                  <a:lnTo>
                    <a:pt x="16764" y="158699"/>
                  </a:lnTo>
                  <a:lnTo>
                    <a:pt x="4851" y="158699"/>
                  </a:lnTo>
                  <a:lnTo>
                    <a:pt x="0" y="163525"/>
                  </a:lnTo>
                  <a:lnTo>
                    <a:pt x="0" y="175475"/>
                  </a:lnTo>
                  <a:lnTo>
                    <a:pt x="4851" y="180289"/>
                  </a:lnTo>
                  <a:lnTo>
                    <a:pt x="16764" y="180289"/>
                  </a:lnTo>
                  <a:lnTo>
                    <a:pt x="21602" y="175475"/>
                  </a:lnTo>
                  <a:lnTo>
                    <a:pt x="21602" y="169494"/>
                  </a:lnTo>
                  <a:lnTo>
                    <a:pt x="21602" y="163525"/>
                  </a:lnTo>
                  <a:close/>
                </a:path>
                <a:path w="117475" h="974725">
                  <a:moveTo>
                    <a:pt x="117157" y="957707"/>
                  </a:moveTo>
                  <a:lnTo>
                    <a:pt x="112318" y="952893"/>
                  </a:lnTo>
                  <a:lnTo>
                    <a:pt x="100406" y="952893"/>
                  </a:lnTo>
                  <a:lnTo>
                    <a:pt x="95554" y="957707"/>
                  </a:lnTo>
                  <a:lnTo>
                    <a:pt x="95554" y="969670"/>
                  </a:lnTo>
                  <a:lnTo>
                    <a:pt x="100406" y="974483"/>
                  </a:lnTo>
                  <a:lnTo>
                    <a:pt x="112318" y="974483"/>
                  </a:lnTo>
                  <a:lnTo>
                    <a:pt x="117157" y="969670"/>
                  </a:lnTo>
                  <a:lnTo>
                    <a:pt x="117157" y="963688"/>
                  </a:lnTo>
                  <a:lnTo>
                    <a:pt x="117157" y="957707"/>
                  </a:lnTo>
                  <a:close/>
                </a:path>
                <a:path w="117475" h="974725">
                  <a:moveTo>
                    <a:pt x="117157" y="640080"/>
                  </a:moveTo>
                  <a:lnTo>
                    <a:pt x="112318" y="635254"/>
                  </a:lnTo>
                  <a:lnTo>
                    <a:pt x="100406" y="635254"/>
                  </a:lnTo>
                  <a:lnTo>
                    <a:pt x="95554" y="640080"/>
                  </a:lnTo>
                  <a:lnTo>
                    <a:pt x="95554" y="652018"/>
                  </a:lnTo>
                  <a:lnTo>
                    <a:pt x="100406" y="656856"/>
                  </a:lnTo>
                  <a:lnTo>
                    <a:pt x="112318" y="656856"/>
                  </a:lnTo>
                  <a:lnTo>
                    <a:pt x="117157" y="652018"/>
                  </a:lnTo>
                  <a:lnTo>
                    <a:pt x="117157" y="646061"/>
                  </a:lnTo>
                  <a:lnTo>
                    <a:pt x="117157" y="640080"/>
                  </a:lnTo>
                  <a:close/>
                </a:path>
                <a:path w="117475" h="974725">
                  <a:moveTo>
                    <a:pt x="117157" y="322465"/>
                  </a:moveTo>
                  <a:lnTo>
                    <a:pt x="112318" y="317627"/>
                  </a:lnTo>
                  <a:lnTo>
                    <a:pt x="100406" y="317627"/>
                  </a:lnTo>
                  <a:lnTo>
                    <a:pt x="95554" y="322465"/>
                  </a:lnTo>
                  <a:lnTo>
                    <a:pt x="95554" y="334403"/>
                  </a:lnTo>
                  <a:lnTo>
                    <a:pt x="100406" y="339229"/>
                  </a:lnTo>
                  <a:lnTo>
                    <a:pt x="112318" y="339229"/>
                  </a:lnTo>
                  <a:lnTo>
                    <a:pt x="117157" y="334403"/>
                  </a:lnTo>
                  <a:lnTo>
                    <a:pt x="117157" y="328434"/>
                  </a:lnTo>
                  <a:lnTo>
                    <a:pt x="117157" y="322465"/>
                  </a:lnTo>
                  <a:close/>
                </a:path>
                <a:path w="117475" h="974725">
                  <a:moveTo>
                    <a:pt x="117157" y="4826"/>
                  </a:moveTo>
                  <a:lnTo>
                    <a:pt x="112318" y="0"/>
                  </a:lnTo>
                  <a:lnTo>
                    <a:pt x="100406" y="0"/>
                  </a:lnTo>
                  <a:lnTo>
                    <a:pt x="95554" y="4826"/>
                  </a:lnTo>
                  <a:lnTo>
                    <a:pt x="95554" y="16776"/>
                  </a:lnTo>
                  <a:lnTo>
                    <a:pt x="100406" y="21590"/>
                  </a:lnTo>
                  <a:lnTo>
                    <a:pt x="112318" y="21590"/>
                  </a:lnTo>
                  <a:lnTo>
                    <a:pt x="117157" y="16776"/>
                  </a:lnTo>
                  <a:lnTo>
                    <a:pt x="117157" y="10795"/>
                  </a:lnTo>
                  <a:lnTo>
                    <a:pt x="117157" y="4826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1015314" y="7026878"/>
              <a:ext cx="568325" cy="307340"/>
            </a:xfrm>
            <a:custGeom>
              <a:avLst/>
              <a:gdLst/>
              <a:ahLst/>
              <a:cxnLst/>
              <a:rect l="l" t="t" r="r" b="b"/>
              <a:pathLst>
                <a:path w="568325" h="307340">
                  <a:moveTo>
                    <a:pt x="0" y="307174"/>
                  </a:moveTo>
                  <a:lnTo>
                    <a:pt x="568172" y="0"/>
                  </a:lnTo>
                </a:path>
              </a:pathLst>
            </a:custGeom>
            <a:ln w="889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1010443" y="6708354"/>
              <a:ext cx="1149350" cy="630555"/>
            </a:xfrm>
            <a:custGeom>
              <a:avLst/>
              <a:gdLst/>
              <a:ahLst/>
              <a:cxnLst/>
              <a:rect l="l" t="t" r="r" b="b"/>
              <a:pathLst>
                <a:path w="1149350" h="630554">
                  <a:moveTo>
                    <a:pt x="0" y="0"/>
                  </a:moveTo>
                  <a:lnTo>
                    <a:pt x="0" y="630555"/>
                  </a:lnTo>
                  <a:lnTo>
                    <a:pt x="1149019" y="630555"/>
                  </a:lnTo>
                  <a:lnTo>
                    <a:pt x="0" y="0"/>
                  </a:lnTo>
                  <a:close/>
                </a:path>
              </a:pathLst>
            </a:custGeom>
            <a:ln w="889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1013184" y="6676923"/>
              <a:ext cx="1158875" cy="643890"/>
            </a:xfrm>
            <a:custGeom>
              <a:avLst/>
              <a:gdLst/>
              <a:ahLst/>
              <a:cxnLst/>
              <a:rect l="l" t="t" r="r" b="b"/>
              <a:pathLst>
                <a:path w="1158875" h="643890">
                  <a:moveTo>
                    <a:pt x="542544" y="354393"/>
                  </a:moveTo>
                  <a:lnTo>
                    <a:pt x="518223" y="341985"/>
                  </a:lnTo>
                  <a:lnTo>
                    <a:pt x="511797" y="342747"/>
                  </a:lnTo>
                  <a:lnTo>
                    <a:pt x="505193" y="343458"/>
                  </a:lnTo>
                  <a:lnTo>
                    <a:pt x="498703" y="345249"/>
                  </a:lnTo>
                  <a:lnTo>
                    <a:pt x="485978" y="350964"/>
                  </a:lnTo>
                  <a:lnTo>
                    <a:pt x="479336" y="354279"/>
                  </a:lnTo>
                  <a:lnTo>
                    <a:pt x="351675" y="423595"/>
                  </a:lnTo>
                  <a:lnTo>
                    <a:pt x="305968" y="448411"/>
                  </a:lnTo>
                  <a:lnTo>
                    <a:pt x="274548" y="457669"/>
                  </a:lnTo>
                  <a:lnTo>
                    <a:pt x="269405" y="457276"/>
                  </a:lnTo>
                  <a:lnTo>
                    <a:pt x="263626" y="455244"/>
                  </a:lnTo>
                  <a:lnTo>
                    <a:pt x="260743" y="454228"/>
                  </a:lnTo>
                  <a:lnTo>
                    <a:pt x="257073" y="452234"/>
                  </a:lnTo>
                  <a:lnTo>
                    <a:pt x="254050" y="449757"/>
                  </a:lnTo>
                  <a:lnTo>
                    <a:pt x="247713" y="453199"/>
                  </a:lnTo>
                  <a:lnTo>
                    <a:pt x="247929" y="455117"/>
                  </a:lnTo>
                  <a:lnTo>
                    <a:pt x="248031" y="458482"/>
                  </a:lnTo>
                  <a:lnTo>
                    <a:pt x="247827" y="461149"/>
                  </a:lnTo>
                  <a:lnTo>
                    <a:pt x="220459" y="494690"/>
                  </a:lnTo>
                  <a:lnTo>
                    <a:pt x="171894" y="521195"/>
                  </a:lnTo>
                  <a:lnTo>
                    <a:pt x="45110" y="590042"/>
                  </a:lnTo>
                  <a:lnTo>
                    <a:pt x="38722" y="593801"/>
                  </a:lnTo>
                  <a:lnTo>
                    <a:pt x="27000" y="601357"/>
                  </a:lnTo>
                  <a:lnTo>
                    <a:pt x="21971" y="605828"/>
                  </a:lnTo>
                  <a:lnTo>
                    <a:pt x="17767" y="610984"/>
                  </a:lnTo>
                  <a:lnTo>
                    <a:pt x="13627" y="615962"/>
                  </a:lnTo>
                  <a:lnTo>
                    <a:pt x="11049" y="620941"/>
                  </a:lnTo>
                  <a:lnTo>
                    <a:pt x="9017" y="630948"/>
                  </a:lnTo>
                  <a:lnTo>
                    <a:pt x="9271" y="636663"/>
                  </a:lnTo>
                  <a:lnTo>
                    <a:pt x="10795" y="643115"/>
                  </a:lnTo>
                  <a:lnTo>
                    <a:pt x="14846" y="640918"/>
                  </a:lnTo>
                  <a:lnTo>
                    <a:pt x="14719" y="639267"/>
                  </a:lnTo>
                  <a:lnTo>
                    <a:pt x="14744" y="633717"/>
                  </a:lnTo>
                  <a:lnTo>
                    <a:pt x="23977" y="614426"/>
                  </a:lnTo>
                  <a:lnTo>
                    <a:pt x="26936" y="610908"/>
                  </a:lnTo>
                  <a:lnTo>
                    <a:pt x="31178" y="607314"/>
                  </a:lnTo>
                  <a:lnTo>
                    <a:pt x="42252" y="599960"/>
                  </a:lnTo>
                  <a:lnTo>
                    <a:pt x="48488" y="596239"/>
                  </a:lnTo>
                  <a:lnTo>
                    <a:pt x="175272" y="527405"/>
                  </a:lnTo>
                  <a:lnTo>
                    <a:pt x="222148" y="501954"/>
                  </a:lnTo>
                  <a:lnTo>
                    <a:pt x="250063" y="475322"/>
                  </a:lnTo>
                  <a:lnTo>
                    <a:pt x="253034" y="465315"/>
                  </a:lnTo>
                  <a:lnTo>
                    <a:pt x="252933" y="455244"/>
                  </a:lnTo>
                  <a:lnTo>
                    <a:pt x="255600" y="457085"/>
                  </a:lnTo>
                  <a:lnTo>
                    <a:pt x="276377" y="463956"/>
                  </a:lnTo>
                  <a:lnTo>
                    <a:pt x="278028" y="463931"/>
                  </a:lnTo>
                  <a:lnTo>
                    <a:pt x="355041" y="429793"/>
                  </a:lnTo>
                  <a:lnTo>
                    <a:pt x="482701" y="360476"/>
                  </a:lnTo>
                  <a:lnTo>
                    <a:pt x="489216" y="357276"/>
                  </a:lnTo>
                  <a:lnTo>
                    <a:pt x="501408" y="351993"/>
                  </a:lnTo>
                  <a:lnTo>
                    <a:pt x="506742" y="350393"/>
                  </a:lnTo>
                  <a:lnTo>
                    <a:pt x="511390" y="349821"/>
                  </a:lnTo>
                  <a:lnTo>
                    <a:pt x="514845" y="349338"/>
                  </a:lnTo>
                  <a:lnTo>
                    <a:pt x="538492" y="356603"/>
                  </a:lnTo>
                  <a:lnTo>
                    <a:pt x="542544" y="354393"/>
                  </a:lnTo>
                  <a:close/>
                </a:path>
                <a:path w="1158875" h="643890">
                  <a:moveTo>
                    <a:pt x="578751" y="312889"/>
                  </a:moveTo>
                  <a:lnTo>
                    <a:pt x="576224" y="302628"/>
                  </a:lnTo>
                  <a:lnTo>
                    <a:pt x="573290" y="297446"/>
                  </a:lnTo>
                  <a:lnTo>
                    <a:pt x="568693" y="292227"/>
                  </a:lnTo>
                  <a:lnTo>
                    <a:pt x="564045" y="286816"/>
                  </a:lnTo>
                  <a:lnTo>
                    <a:pt x="400202" y="194627"/>
                  </a:lnTo>
                  <a:lnTo>
                    <a:pt x="350570" y="167690"/>
                  </a:lnTo>
                  <a:lnTo>
                    <a:pt x="348246" y="166281"/>
                  </a:lnTo>
                  <a:lnTo>
                    <a:pt x="317944" y="131470"/>
                  </a:lnTo>
                  <a:lnTo>
                    <a:pt x="317512" y="128104"/>
                  </a:lnTo>
                  <a:lnTo>
                    <a:pt x="317538" y="124891"/>
                  </a:lnTo>
                  <a:lnTo>
                    <a:pt x="317690" y="122999"/>
                  </a:lnTo>
                  <a:lnTo>
                    <a:pt x="310807" y="119265"/>
                  </a:lnTo>
                  <a:lnTo>
                    <a:pt x="307670" y="121678"/>
                  </a:lnTo>
                  <a:lnTo>
                    <a:pt x="303834" y="123583"/>
                  </a:lnTo>
                  <a:lnTo>
                    <a:pt x="294716" y="126377"/>
                  </a:lnTo>
                  <a:lnTo>
                    <a:pt x="289229" y="126593"/>
                  </a:lnTo>
                  <a:lnTo>
                    <a:pt x="282829" y="125603"/>
                  </a:lnTo>
                  <a:lnTo>
                    <a:pt x="205028" y="88658"/>
                  </a:lnTo>
                  <a:lnTo>
                    <a:pt x="67386" y="13931"/>
                  </a:lnTo>
                  <a:lnTo>
                    <a:pt x="32359" y="1016"/>
                  </a:lnTo>
                  <a:lnTo>
                    <a:pt x="25476" y="0"/>
                  </a:lnTo>
                  <a:lnTo>
                    <a:pt x="19545" y="368"/>
                  </a:lnTo>
                  <a:lnTo>
                    <a:pt x="9563" y="3848"/>
                  </a:lnTo>
                  <a:lnTo>
                    <a:pt x="4711" y="7073"/>
                  </a:lnTo>
                  <a:lnTo>
                    <a:pt x="0" y="11785"/>
                  </a:lnTo>
                  <a:lnTo>
                    <a:pt x="4406" y="14173"/>
                  </a:lnTo>
                  <a:lnTo>
                    <a:pt x="5765" y="13195"/>
                  </a:lnTo>
                  <a:lnTo>
                    <a:pt x="7289" y="12230"/>
                  </a:lnTo>
                  <a:lnTo>
                    <a:pt x="25958" y="7416"/>
                  </a:lnTo>
                  <a:lnTo>
                    <a:pt x="29349" y="7632"/>
                  </a:lnTo>
                  <a:lnTo>
                    <a:pt x="33134" y="8255"/>
                  </a:lnTo>
                  <a:lnTo>
                    <a:pt x="38023" y="8991"/>
                  </a:lnTo>
                  <a:lnTo>
                    <a:pt x="43764" y="10820"/>
                  </a:lnTo>
                  <a:lnTo>
                    <a:pt x="56959" y="16637"/>
                  </a:lnTo>
                  <a:lnTo>
                    <a:pt x="64020" y="20142"/>
                  </a:lnTo>
                  <a:lnTo>
                    <a:pt x="201650" y="94869"/>
                  </a:lnTo>
                  <a:lnTo>
                    <a:pt x="252552" y="122504"/>
                  </a:lnTo>
                  <a:lnTo>
                    <a:pt x="290461" y="132994"/>
                  </a:lnTo>
                  <a:lnTo>
                    <a:pt x="292887" y="132930"/>
                  </a:lnTo>
                  <a:lnTo>
                    <a:pt x="312204" y="124891"/>
                  </a:lnTo>
                  <a:lnTo>
                    <a:pt x="312343" y="132232"/>
                  </a:lnTo>
                  <a:lnTo>
                    <a:pt x="334683" y="165773"/>
                  </a:lnTo>
                  <a:lnTo>
                    <a:pt x="396824" y="200837"/>
                  </a:lnTo>
                  <a:lnTo>
                    <a:pt x="535419" y="276098"/>
                  </a:lnTo>
                  <a:lnTo>
                    <a:pt x="542201" y="280111"/>
                  </a:lnTo>
                  <a:lnTo>
                    <a:pt x="554266" y="287997"/>
                  </a:lnTo>
                  <a:lnTo>
                    <a:pt x="558927" y="291820"/>
                  </a:lnTo>
                  <a:lnTo>
                    <a:pt x="562203" y="295516"/>
                  </a:lnTo>
                  <a:lnTo>
                    <a:pt x="564794" y="298348"/>
                  </a:lnTo>
                  <a:lnTo>
                    <a:pt x="573100" y="321233"/>
                  </a:lnTo>
                  <a:lnTo>
                    <a:pt x="572884" y="322834"/>
                  </a:lnTo>
                  <a:lnTo>
                    <a:pt x="577291" y="325234"/>
                  </a:lnTo>
                  <a:lnTo>
                    <a:pt x="578675" y="318719"/>
                  </a:lnTo>
                  <a:lnTo>
                    <a:pt x="578751" y="312889"/>
                  </a:lnTo>
                  <a:close/>
                </a:path>
                <a:path w="1158875" h="643890">
                  <a:moveTo>
                    <a:pt x="1158354" y="630936"/>
                  </a:moveTo>
                  <a:lnTo>
                    <a:pt x="1155827" y="620674"/>
                  </a:lnTo>
                  <a:lnTo>
                    <a:pt x="1152893" y="615492"/>
                  </a:lnTo>
                  <a:lnTo>
                    <a:pt x="1148295" y="610273"/>
                  </a:lnTo>
                  <a:lnTo>
                    <a:pt x="1143647" y="604862"/>
                  </a:lnTo>
                  <a:lnTo>
                    <a:pt x="979805" y="512673"/>
                  </a:lnTo>
                  <a:lnTo>
                    <a:pt x="930173" y="485736"/>
                  </a:lnTo>
                  <a:lnTo>
                    <a:pt x="927849" y="484327"/>
                  </a:lnTo>
                  <a:lnTo>
                    <a:pt x="897547" y="449516"/>
                  </a:lnTo>
                  <a:lnTo>
                    <a:pt x="897115" y="446151"/>
                  </a:lnTo>
                  <a:lnTo>
                    <a:pt x="897140" y="442937"/>
                  </a:lnTo>
                  <a:lnTo>
                    <a:pt x="897293" y="441045"/>
                  </a:lnTo>
                  <a:lnTo>
                    <a:pt x="890409" y="437311"/>
                  </a:lnTo>
                  <a:lnTo>
                    <a:pt x="887272" y="439724"/>
                  </a:lnTo>
                  <a:lnTo>
                    <a:pt x="883437" y="441629"/>
                  </a:lnTo>
                  <a:lnTo>
                    <a:pt x="874318" y="444423"/>
                  </a:lnTo>
                  <a:lnTo>
                    <a:pt x="868832" y="444639"/>
                  </a:lnTo>
                  <a:lnTo>
                    <a:pt x="862431" y="443649"/>
                  </a:lnTo>
                  <a:lnTo>
                    <a:pt x="784631" y="406704"/>
                  </a:lnTo>
                  <a:lnTo>
                    <a:pt x="646988" y="331978"/>
                  </a:lnTo>
                  <a:lnTo>
                    <a:pt x="611962" y="319062"/>
                  </a:lnTo>
                  <a:lnTo>
                    <a:pt x="605078" y="318046"/>
                  </a:lnTo>
                  <a:lnTo>
                    <a:pt x="599147" y="318414"/>
                  </a:lnTo>
                  <a:lnTo>
                    <a:pt x="589165" y="321894"/>
                  </a:lnTo>
                  <a:lnTo>
                    <a:pt x="584314" y="325120"/>
                  </a:lnTo>
                  <a:lnTo>
                    <a:pt x="579602" y="329831"/>
                  </a:lnTo>
                  <a:lnTo>
                    <a:pt x="584009" y="332219"/>
                  </a:lnTo>
                  <a:lnTo>
                    <a:pt x="585368" y="331241"/>
                  </a:lnTo>
                  <a:lnTo>
                    <a:pt x="586892" y="330276"/>
                  </a:lnTo>
                  <a:lnTo>
                    <a:pt x="605561" y="325462"/>
                  </a:lnTo>
                  <a:lnTo>
                    <a:pt x="608952" y="325678"/>
                  </a:lnTo>
                  <a:lnTo>
                    <a:pt x="612736" y="326301"/>
                  </a:lnTo>
                  <a:lnTo>
                    <a:pt x="617626" y="327037"/>
                  </a:lnTo>
                  <a:lnTo>
                    <a:pt x="623366" y="328866"/>
                  </a:lnTo>
                  <a:lnTo>
                    <a:pt x="636562" y="334683"/>
                  </a:lnTo>
                  <a:lnTo>
                    <a:pt x="643623" y="338188"/>
                  </a:lnTo>
                  <a:lnTo>
                    <a:pt x="781253" y="412915"/>
                  </a:lnTo>
                  <a:lnTo>
                    <a:pt x="832154" y="440550"/>
                  </a:lnTo>
                  <a:lnTo>
                    <a:pt x="870064" y="451040"/>
                  </a:lnTo>
                  <a:lnTo>
                    <a:pt x="872490" y="450977"/>
                  </a:lnTo>
                  <a:lnTo>
                    <a:pt x="891806" y="442937"/>
                  </a:lnTo>
                  <a:lnTo>
                    <a:pt x="891946" y="450278"/>
                  </a:lnTo>
                  <a:lnTo>
                    <a:pt x="914285" y="483819"/>
                  </a:lnTo>
                  <a:lnTo>
                    <a:pt x="976426" y="518883"/>
                  </a:lnTo>
                  <a:lnTo>
                    <a:pt x="1115021" y="594144"/>
                  </a:lnTo>
                  <a:lnTo>
                    <a:pt x="1121803" y="598157"/>
                  </a:lnTo>
                  <a:lnTo>
                    <a:pt x="1133868" y="606044"/>
                  </a:lnTo>
                  <a:lnTo>
                    <a:pt x="1138529" y="609866"/>
                  </a:lnTo>
                  <a:lnTo>
                    <a:pt x="1141806" y="613562"/>
                  </a:lnTo>
                  <a:lnTo>
                    <a:pt x="1144397" y="616394"/>
                  </a:lnTo>
                  <a:lnTo>
                    <a:pt x="1152702" y="639279"/>
                  </a:lnTo>
                  <a:lnTo>
                    <a:pt x="1152486" y="640880"/>
                  </a:lnTo>
                  <a:lnTo>
                    <a:pt x="1156893" y="643280"/>
                  </a:lnTo>
                  <a:lnTo>
                    <a:pt x="1158278" y="636765"/>
                  </a:lnTo>
                  <a:lnTo>
                    <a:pt x="1158354" y="630936"/>
                  </a:lnTo>
                  <a:close/>
                </a:path>
              </a:pathLst>
            </a:custGeom>
            <a:solidFill>
              <a:srgbClr val="F15A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9" name="object 319"/>
          <p:cNvSpPr txBox="1"/>
          <p:nvPr/>
        </p:nvSpPr>
        <p:spPr>
          <a:xfrm>
            <a:off x="1059898" y="6984757"/>
            <a:ext cx="302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2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00" i="1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</p:txBody>
      </p:sp>
      <p:sp>
        <p:nvSpPr>
          <p:cNvPr id="320" name="object 320"/>
          <p:cNvSpPr txBox="1"/>
          <p:nvPr/>
        </p:nvSpPr>
        <p:spPr>
          <a:xfrm>
            <a:off x="1342448" y="6680604"/>
            <a:ext cx="302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2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00" i="1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</p:txBody>
      </p:sp>
      <p:sp>
        <p:nvSpPr>
          <p:cNvPr id="321" name="object 321"/>
          <p:cNvSpPr txBox="1"/>
          <p:nvPr/>
        </p:nvSpPr>
        <p:spPr>
          <a:xfrm>
            <a:off x="1911205" y="7000988"/>
            <a:ext cx="3022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2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00" i="1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</p:txBody>
      </p:sp>
      <p:sp>
        <p:nvSpPr>
          <p:cNvPr id="322" name="object 322"/>
          <p:cNvSpPr txBox="1"/>
          <p:nvPr/>
        </p:nvSpPr>
        <p:spPr>
          <a:xfrm>
            <a:off x="2432184" y="6680719"/>
            <a:ext cx="1385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6585" algn="l"/>
                <a:tab pos="1019175" algn="l"/>
              </a:tabLst>
            </a:pP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tentise	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(dik	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açının</a:t>
            </a:r>
            <a:endParaRPr sz="900">
              <a:latin typeface="Arial"/>
              <a:cs typeface="Arial"/>
            </a:endParaRPr>
          </a:p>
        </p:txBody>
      </p:sp>
      <p:sp>
        <p:nvSpPr>
          <p:cNvPr id="323" name="object 323"/>
          <p:cNvSpPr txBox="1"/>
          <p:nvPr/>
        </p:nvSpPr>
        <p:spPr>
          <a:xfrm>
            <a:off x="2432184" y="6817879"/>
            <a:ext cx="1386205" cy="88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7400"/>
              </a:lnSpc>
              <a:spcBef>
                <a:spcPts val="100"/>
              </a:spcBef>
            </a:pP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karşısındaki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kenara) </a:t>
            </a:r>
            <a:r>
              <a:rPr sz="900" i="1" spc="-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35" dirty="0">
                <a:solidFill>
                  <a:srgbClr val="231F20"/>
                </a:solidFill>
                <a:latin typeface="Arial"/>
                <a:cs typeface="Arial"/>
              </a:rPr>
              <a:t>ait kenarortay 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uzun- </a:t>
            </a:r>
            <a:r>
              <a:rPr sz="900" i="1" spc="-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50" dirty="0">
                <a:solidFill>
                  <a:srgbClr val="231F20"/>
                </a:solidFill>
                <a:latin typeface="Arial"/>
                <a:cs typeface="Arial"/>
              </a:rPr>
              <a:t>luğu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hipotentistin </a:t>
            </a:r>
            <a:r>
              <a:rPr sz="900" i="1" spc="140" dirty="0">
                <a:solidFill>
                  <a:srgbClr val="231F20"/>
                </a:solidFill>
                <a:latin typeface="Arial"/>
                <a:cs typeface="Arial"/>
              </a:rPr>
              <a:t>ya- </a:t>
            </a:r>
            <a:r>
              <a:rPr sz="900" i="1" spc="-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rısı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kadardır.</a:t>
            </a:r>
            <a:endParaRPr sz="900">
              <a:latin typeface="Arial"/>
              <a:cs typeface="Arial"/>
            </a:endParaRPr>
          </a:p>
        </p:txBody>
      </p:sp>
      <p:sp>
        <p:nvSpPr>
          <p:cNvPr id="324" name="object 324"/>
          <p:cNvSpPr txBox="1"/>
          <p:nvPr/>
        </p:nvSpPr>
        <p:spPr>
          <a:xfrm>
            <a:off x="613671" y="7796286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30" dirty="0">
                <a:solidFill>
                  <a:srgbClr val="231F20"/>
                </a:solidFill>
                <a:latin typeface="Arial"/>
                <a:cs typeface="Arial"/>
              </a:rPr>
              <a:t>•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25" name="object 325"/>
          <p:cNvGrpSpPr/>
          <p:nvPr/>
        </p:nvGrpSpPr>
        <p:grpSpPr>
          <a:xfrm>
            <a:off x="440997" y="6139493"/>
            <a:ext cx="4668520" cy="2828925"/>
            <a:chOff x="440997" y="6139493"/>
            <a:chExt cx="4668520" cy="2828925"/>
          </a:xfrm>
        </p:grpSpPr>
        <p:sp>
          <p:nvSpPr>
            <p:cNvPr id="326" name="object 326"/>
            <p:cNvSpPr/>
            <p:nvPr/>
          </p:nvSpPr>
          <p:spPr>
            <a:xfrm>
              <a:off x="806396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806396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984984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984984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1163572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1163572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1342161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1342161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1520750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1520750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1699338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1699338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1877926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1877926" y="78755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806396" y="858999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806396" y="858999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984984" y="858999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984984" y="858999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1163572" y="85895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1163572" y="85895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1342161" y="85895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1342161" y="85895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1520750" y="85895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1520750" y="85895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1699338" y="85895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1699338" y="85895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1877926" y="85895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1877926" y="85895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806396" y="805415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806396" y="805415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984984" y="805415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984984" y="805415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1163572" y="80542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1163572" y="80542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1342161" y="80542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1342161" y="80542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1520750" y="80542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1520750" y="80542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1699338" y="80542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1699338" y="80542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1877926" y="80542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1877926" y="80542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806396" y="876860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806396" y="876860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984984" y="876860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984984" y="876860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1163572" y="87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1163572" y="87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1342161" y="87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1342161" y="87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1520750" y="87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1520750" y="87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1699338" y="87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1699338" y="87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1877926" y="87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1877926" y="87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806396" y="82327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806396" y="82327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984984" y="82327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984984" y="82327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1163572" y="82329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1163572" y="82329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1342161" y="82329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1342161" y="82329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1520750" y="82329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1520750" y="82329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1699338" y="82329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1699338" y="82329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1877926" y="82329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1877926" y="82329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806396" y="89472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806396" y="89472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984984" y="89472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984984" y="89472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1163572" y="89470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1163572" y="89470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1342161" y="89470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1342161" y="89470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1520750" y="89470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1520750" y="89470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1699338" y="89470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1699338" y="89470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1877926" y="89470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1877926" y="89470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806396" y="84113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806396" y="84113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984984" y="84113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984984" y="84113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1163572" y="84116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1163572" y="84116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1342161" y="84116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1342161" y="84116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1520750" y="84116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1520750" y="84116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1699338" y="84116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1699338" y="84116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1877926" y="84116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1877926" y="84116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1350604" y="8069450"/>
              <a:ext cx="0" cy="704215"/>
            </a:xfrm>
            <a:custGeom>
              <a:avLst/>
              <a:gdLst/>
              <a:ahLst/>
              <a:cxnLst/>
              <a:rect l="l" t="t" r="r" b="b"/>
              <a:pathLst>
                <a:path h="704215">
                  <a:moveTo>
                    <a:pt x="0" y="0"/>
                  </a:moveTo>
                  <a:lnTo>
                    <a:pt x="0" y="703808"/>
                  </a:lnTo>
                </a:path>
              </a:pathLst>
            </a:custGeom>
            <a:ln w="762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994465" y="8418662"/>
              <a:ext cx="535305" cy="355600"/>
            </a:xfrm>
            <a:custGeom>
              <a:avLst/>
              <a:gdLst/>
              <a:ahLst/>
              <a:cxnLst/>
              <a:rect l="l" t="t" r="r" b="b"/>
              <a:pathLst>
                <a:path w="535305" h="355600">
                  <a:moveTo>
                    <a:pt x="535051" y="0"/>
                  </a:moveTo>
                  <a:lnTo>
                    <a:pt x="0" y="355066"/>
                  </a:lnTo>
                </a:path>
              </a:pathLst>
            </a:custGeom>
            <a:ln w="762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1174407" y="8418662"/>
              <a:ext cx="530225" cy="354965"/>
            </a:xfrm>
            <a:custGeom>
              <a:avLst/>
              <a:gdLst/>
              <a:ahLst/>
              <a:cxnLst/>
              <a:rect l="l" t="t" r="r" b="b"/>
              <a:pathLst>
                <a:path w="530225" h="354965">
                  <a:moveTo>
                    <a:pt x="0" y="0"/>
                  </a:moveTo>
                  <a:lnTo>
                    <a:pt x="529717" y="354596"/>
                  </a:lnTo>
                </a:path>
              </a:pathLst>
            </a:custGeom>
            <a:ln w="762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991694" y="8062455"/>
              <a:ext cx="716280" cy="713740"/>
            </a:xfrm>
            <a:custGeom>
              <a:avLst/>
              <a:gdLst/>
              <a:ahLst/>
              <a:cxnLst/>
              <a:rect l="l" t="t" r="r" b="b"/>
              <a:pathLst>
                <a:path w="716280" h="713740">
                  <a:moveTo>
                    <a:pt x="359282" y="0"/>
                  </a:moveTo>
                  <a:lnTo>
                    <a:pt x="0" y="713562"/>
                  </a:lnTo>
                  <a:lnTo>
                    <a:pt x="716241" y="713562"/>
                  </a:lnTo>
                  <a:lnTo>
                    <a:pt x="359282" y="0"/>
                  </a:lnTo>
                  <a:close/>
                </a:path>
              </a:pathLst>
            </a:custGeom>
            <a:ln w="889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1441684" y="8271879"/>
              <a:ext cx="44450" cy="30480"/>
            </a:xfrm>
            <a:custGeom>
              <a:avLst/>
              <a:gdLst/>
              <a:ahLst/>
              <a:cxnLst/>
              <a:rect l="l" t="t" r="r" b="b"/>
              <a:pathLst>
                <a:path w="44450" h="30479">
                  <a:moveTo>
                    <a:pt x="0" y="30238"/>
                  </a:moveTo>
                  <a:lnTo>
                    <a:pt x="43916" y="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1448884" y="8286786"/>
              <a:ext cx="44450" cy="30480"/>
            </a:xfrm>
            <a:custGeom>
              <a:avLst/>
              <a:gdLst/>
              <a:ahLst/>
              <a:cxnLst/>
              <a:rect l="l" t="t" r="r" b="b"/>
              <a:pathLst>
                <a:path w="44450" h="30479">
                  <a:moveTo>
                    <a:pt x="0" y="30238"/>
                  </a:moveTo>
                  <a:lnTo>
                    <a:pt x="43916" y="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1215246" y="8271879"/>
              <a:ext cx="44450" cy="30480"/>
            </a:xfrm>
            <a:custGeom>
              <a:avLst/>
              <a:gdLst/>
              <a:ahLst/>
              <a:cxnLst/>
              <a:rect l="l" t="t" r="r" b="b"/>
              <a:pathLst>
                <a:path w="44450" h="30479">
                  <a:moveTo>
                    <a:pt x="43916" y="3023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1208046" y="8286786"/>
              <a:ext cx="44450" cy="30480"/>
            </a:xfrm>
            <a:custGeom>
              <a:avLst/>
              <a:gdLst/>
              <a:ahLst/>
              <a:cxnLst/>
              <a:rect l="l" t="t" r="r" b="b"/>
              <a:pathLst>
                <a:path w="44450" h="30479">
                  <a:moveTo>
                    <a:pt x="43916" y="3023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1573443" y="8531596"/>
              <a:ext cx="44450" cy="30480"/>
            </a:xfrm>
            <a:custGeom>
              <a:avLst/>
              <a:gdLst/>
              <a:ahLst/>
              <a:cxnLst/>
              <a:rect l="l" t="t" r="r" b="b"/>
              <a:pathLst>
                <a:path w="44450" h="30479">
                  <a:moveTo>
                    <a:pt x="0" y="30238"/>
                  </a:moveTo>
                  <a:lnTo>
                    <a:pt x="43916" y="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1580643" y="8546504"/>
              <a:ext cx="44450" cy="30480"/>
            </a:xfrm>
            <a:custGeom>
              <a:avLst/>
              <a:gdLst/>
              <a:ahLst/>
              <a:cxnLst/>
              <a:rect l="l" t="t" r="r" b="b"/>
              <a:pathLst>
                <a:path w="44450" h="30479">
                  <a:moveTo>
                    <a:pt x="0" y="30238"/>
                  </a:moveTo>
                  <a:lnTo>
                    <a:pt x="43916" y="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1083487" y="8531596"/>
              <a:ext cx="44450" cy="30480"/>
            </a:xfrm>
            <a:custGeom>
              <a:avLst/>
              <a:gdLst/>
              <a:ahLst/>
              <a:cxnLst/>
              <a:rect l="l" t="t" r="r" b="b"/>
              <a:pathLst>
                <a:path w="44450" h="30479">
                  <a:moveTo>
                    <a:pt x="43916" y="3023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1076288" y="8546504"/>
              <a:ext cx="44450" cy="30480"/>
            </a:xfrm>
            <a:custGeom>
              <a:avLst/>
              <a:gdLst/>
              <a:ahLst/>
              <a:cxnLst/>
              <a:rect l="l" t="t" r="r" b="b"/>
              <a:pathLst>
                <a:path w="44450" h="30479">
                  <a:moveTo>
                    <a:pt x="43916" y="3023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1183675" y="8748081"/>
              <a:ext cx="26034" cy="46990"/>
            </a:xfrm>
            <a:custGeom>
              <a:avLst/>
              <a:gdLst/>
              <a:ahLst/>
              <a:cxnLst/>
              <a:rect l="l" t="t" r="r" b="b"/>
              <a:pathLst>
                <a:path w="26034" h="46990">
                  <a:moveTo>
                    <a:pt x="25476" y="0"/>
                  </a:moveTo>
                  <a:lnTo>
                    <a:pt x="0" y="46837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1478876" y="8748081"/>
              <a:ext cx="26034" cy="46990"/>
            </a:xfrm>
            <a:custGeom>
              <a:avLst/>
              <a:gdLst/>
              <a:ahLst/>
              <a:cxnLst/>
              <a:rect l="l" t="t" r="r" b="b"/>
              <a:pathLst>
                <a:path w="26034" h="46990">
                  <a:moveTo>
                    <a:pt x="25476" y="0"/>
                  </a:moveTo>
                  <a:lnTo>
                    <a:pt x="0" y="46837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4129193" y="6528548"/>
              <a:ext cx="979805" cy="979805"/>
            </a:xfrm>
            <a:custGeom>
              <a:avLst/>
              <a:gdLst/>
              <a:ahLst/>
              <a:cxnLst/>
              <a:rect l="l" t="t" r="r" b="b"/>
              <a:pathLst>
                <a:path w="979804" h="979804">
                  <a:moveTo>
                    <a:pt x="21602" y="962520"/>
                  </a:moveTo>
                  <a:lnTo>
                    <a:pt x="16764" y="957694"/>
                  </a:lnTo>
                  <a:lnTo>
                    <a:pt x="4851" y="957694"/>
                  </a:lnTo>
                  <a:lnTo>
                    <a:pt x="0" y="962520"/>
                  </a:lnTo>
                  <a:lnTo>
                    <a:pt x="0" y="974458"/>
                  </a:lnTo>
                  <a:lnTo>
                    <a:pt x="4851" y="979297"/>
                  </a:lnTo>
                  <a:lnTo>
                    <a:pt x="16764" y="979297"/>
                  </a:lnTo>
                  <a:lnTo>
                    <a:pt x="21602" y="974458"/>
                  </a:lnTo>
                  <a:lnTo>
                    <a:pt x="21602" y="968502"/>
                  </a:lnTo>
                  <a:lnTo>
                    <a:pt x="21602" y="962520"/>
                  </a:lnTo>
                  <a:close/>
                </a:path>
                <a:path w="979804" h="979804">
                  <a:moveTo>
                    <a:pt x="21602" y="644893"/>
                  </a:moveTo>
                  <a:lnTo>
                    <a:pt x="16764" y="640054"/>
                  </a:lnTo>
                  <a:lnTo>
                    <a:pt x="4851" y="640054"/>
                  </a:lnTo>
                  <a:lnTo>
                    <a:pt x="0" y="644893"/>
                  </a:lnTo>
                  <a:lnTo>
                    <a:pt x="0" y="656831"/>
                  </a:lnTo>
                  <a:lnTo>
                    <a:pt x="4851" y="661657"/>
                  </a:lnTo>
                  <a:lnTo>
                    <a:pt x="16764" y="661657"/>
                  </a:lnTo>
                  <a:lnTo>
                    <a:pt x="21602" y="656831"/>
                  </a:lnTo>
                  <a:lnTo>
                    <a:pt x="21602" y="650849"/>
                  </a:lnTo>
                  <a:lnTo>
                    <a:pt x="21602" y="644893"/>
                  </a:lnTo>
                  <a:close/>
                </a:path>
                <a:path w="979804" h="979804">
                  <a:moveTo>
                    <a:pt x="21602" y="327253"/>
                  </a:moveTo>
                  <a:lnTo>
                    <a:pt x="16764" y="322427"/>
                  </a:lnTo>
                  <a:lnTo>
                    <a:pt x="4851" y="322427"/>
                  </a:lnTo>
                  <a:lnTo>
                    <a:pt x="0" y="327253"/>
                  </a:lnTo>
                  <a:lnTo>
                    <a:pt x="0" y="339204"/>
                  </a:lnTo>
                  <a:lnTo>
                    <a:pt x="4851" y="344017"/>
                  </a:lnTo>
                  <a:lnTo>
                    <a:pt x="16764" y="344017"/>
                  </a:lnTo>
                  <a:lnTo>
                    <a:pt x="21602" y="339204"/>
                  </a:lnTo>
                  <a:lnTo>
                    <a:pt x="21602" y="333222"/>
                  </a:lnTo>
                  <a:lnTo>
                    <a:pt x="21602" y="327253"/>
                  </a:lnTo>
                  <a:close/>
                </a:path>
                <a:path w="979804" h="979804">
                  <a:moveTo>
                    <a:pt x="21602" y="4826"/>
                  </a:moveTo>
                  <a:lnTo>
                    <a:pt x="16764" y="0"/>
                  </a:lnTo>
                  <a:lnTo>
                    <a:pt x="4851" y="0"/>
                  </a:lnTo>
                  <a:lnTo>
                    <a:pt x="0" y="4826"/>
                  </a:lnTo>
                  <a:lnTo>
                    <a:pt x="0" y="16764"/>
                  </a:lnTo>
                  <a:lnTo>
                    <a:pt x="4851" y="21602"/>
                  </a:lnTo>
                  <a:lnTo>
                    <a:pt x="16764" y="21602"/>
                  </a:lnTo>
                  <a:lnTo>
                    <a:pt x="21602" y="16764"/>
                  </a:lnTo>
                  <a:lnTo>
                    <a:pt x="21602" y="10807"/>
                  </a:lnTo>
                  <a:lnTo>
                    <a:pt x="21602" y="4826"/>
                  </a:lnTo>
                  <a:close/>
                </a:path>
                <a:path w="979804" h="979804">
                  <a:moveTo>
                    <a:pt x="117170" y="803821"/>
                  </a:moveTo>
                  <a:lnTo>
                    <a:pt x="112331" y="798995"/>
                  </a:lnTo>
                  <a:lnTo>
                    <a:pt x="100418" y="798995"/>
                  </a:lnTo>
                  <a:lnTo>
                    <a:pt x="95580" y="803821"/>
                  </a:lnTo>
                  <a:lnTo>
                    <a:pt x="95580" y="815759"/>
                  </a:lnTo>
                  <a:lnTo>
                    <a:pt x="100418" y="820597"/>
                  </a:lnTo>
                  <a:lnTo>
                    <a:pt x="112331" y="820597"/>
                  </a:lnTo>
                  <a:lnTo>
                    <a:pt x="117170" y="815759"/>
                  </a:lnTo>
                  <a:lnTo>
                    <a:pt x="117170" y="809802"/>
                  </a:lnTo>
                  <a:lnTo>
                    <a:pt x="117170" y="803821"/>
                  </a:lnTo>
                  <a:close/>
                </a:path>
                <a:path w="979804" h="979804">
                  <a:moveTo>
                    <a:pt x="117170" y="486194"/>
                  </a:moveTo>
                  <a:lnTo>
                    <a:pt x="112331" y="481355"/>
                  </a:lnTo>
                  <a:lnTo>
                    <a:pt x="100418" y="481355"/>
                  </a:lnTo>
                  <a:lnTo>
                    <a:pt x="95580" y="486194"/>
                  </a:lnTo>
                  <a:lnTo>
                    <a:pt x="95580" y="498132"/>
                  </a:lnTo>
                  <a:lnTo>
                    <a:pt x="100418" y="502958"/>
                  </a:lnTo>
                  <a:lnTo>
                    <a:pt x="112331" y="502958"/>
                  </a:lnTo>
                  <a:lnTo>
                    <a:pt x="117170" y="498132"/>
                  </a:lnTo>
                  <a:lnTo>
                    <a:pt x="117170" y="492163"/>
                  </a:lnTo>
                  <a:lnTo>
                    <a:pt x="117170" y="486194"/>
                  </a:lnTo>
                  <a:close/>
                </a:path>
                <a:path w="979804" h="979804">
                  <a:moveTo>
                    <a:pt x="117170" y="168554"/>
                  </a:moveTo>
                  <a:lnTo>
                    <a:pt x="112331" y="163728"/>
                  </a:lnTo>
                  <a:lnTo>
                    <a:pt x="100418" y="163728"/>
                  </a:lnTo>
                  <a:lnTo>
                    <a:pt x="95580" y="168554"/>
                  </a:lnTo>
                  <a:lnTo>
                    <a:pt x="95580" y="180505"/>
                  </a:lnTo>
                  <a:lnTo>
                    <a:pt x="100418" y="185318"/>
                  </a:lnTo>
                  <a:lnTo>
                    <a:pt x="112331" y="185318"/>
                  </a:lnTo>
                  <a:lnTo>
                    <a:pt x="117170" y="180505"/>
                  </a:lnTo>
                  <a:lnTo>
                    <a:pt x="117170" y="174523"/>
                  </a:lnTo>
                  <a:lnTo>
                    <a:pt x="117170" y="168554"/>
                  </a:lnTo>
                  <a:close/>
                </a:path>
                <a:path w="979804" h="979804">
                  <a:moveTo>
                    <a:pt x="213245" y="962520"/>
                  </a:moveTo>
                  <a:lnTo>
                    <a:pt x="208407" y="957694"/>
                  </a:lnTo>
                  <a:lnTo>
                    <a:pt x="196481" y="957694"/>
                  </a:lnTo>
                  <a:lnTo>
                    <a:pt x="191566" y="962520"/>
                  </a:lnTo>
                  <a:lnTo>
                    <a:pt x="191566" y="974458"/>
                  </a:lnTo>
                  <a:lnTo>
                    <a:pt x="196405" y="979297"/>
                  </a:lnTo>
                  <a:lnTo>
                    <a:pt x="208330" y="979297"/>
                  </a:lnTo>
                  <a:lnTo>
                    <a:pt x="213245" y="974458"/>
                  </a:lnTo>
                  <a:lnTo>
                    <a:pt x="213245" y="968502"/>
                  </a:lnTo>
                  <a:lnTo>
                    <a:pt x="213245" y="962520"/>
                  </a:lnTo>
                  <a:close/>
                </a:path>
                <a:path w="979804" h="979804">
                  <a:moveTo>
                    <a:pt x="213245" y="644893"/>
                  </a:moveTo>
                  <a:lnTo>
                    <a:pt x="208407" y="640054"/>
                  </a:lnTo>
                  <a:lnTo>
                    <a:pt x="196481" y="640054"/>
                  </a:lnTo>
                  <a:lnTo>
                    <a:pt x="191566" y="644893"/>
                  </a:lnTo>
                  <a:lnTo>
                    <a:pt x="191566" y="656831"/>
                  </a:lnTo>
                  <a:lnTo>
                    <a:pt x="196405" y="661657"/>
                  </a:lnTo>
                  <a:lnTo>
                    <a:pt x="208330" y="661657"/>
                  </a:lnTo>
                  <a:lnTo>
                    <a:pt x="213245" y="656831"/>
                  </a:lnTo>
                  <a:lnTo>
                    <a:pt x="213245" y="650849"/>
                  </a:lnTo>
                  <a:lnTo>
                    <a:pt x="213245" y="644893"/>
                  </a:lnTo>
                  <a:close/>
                </a:path>
                <a:path w="979804" h="979804">
                  <a:moveTo>
                    <a:pt x="213245" y="327253"/>
                  </a:moveTo>
                  <a:lnTo>
                    <a:pt x="208407" y="322427"/>
                  </a:lnTo>
                  <a:lnTo>
                    <a:pt x="196481" y="322427"/>
                  </a:lnTo>
                  <a:lnTo>
                    <a:pt x="191566" y="327253"/>
                  </a:lnTo>
                  <a:lnTo>
                    <a:pt x="191566" y="339204"/>
                  </a:lnTo>
                  <a:lnTo>
                    <a:pt x="196405" y="344017"/>
                  </a:lnTo>
                  <a:lnTo>
                    <a:pt x="208330" y="344017"/>
                  </a:lnTo>
                  <a:lnTo>
                    <a:pt x="213245" y="339204"/>
                  </a:lnTo>
                  <a:lnTo>
                    <a:pt x="213245" y="333222"/>
                  </a:lnTo>
                  <a:lnTo>
                    <a:pt x="213245" y="327253"/>
                  </a:lnTo>
                  <a:close/>
                </a:path>
                <a:path w="979804" h="979804">
                  <a:moveTo>
                    <a:pt x="213245" y="4826"/>
                  </a:moveTo>
                  <a:lnTo>
                    <a:pt x="208407" y="0"/>
                  </a:lnTo>
                  <a:lnTo>
                    <a:pt x="196481" y="0"/>
                  </a:lnTo>
                  <a:lnTo>
                    <a:pt x="191566" y="4826"/>
                  </a:lnTo>
                  <a:lnTo>
                    <a:pt x="191566" y="16764"/>
                  </a:lnTo>
                  <a:lnTo>
                    <a:pt x="196405" y="21602"/>
                  </a:lnTo>
                  <a:lnTo>
                    <a:pt x="208330" y="21602"/>
                  </a:lnTo>
                  <a:lnTo>
                    <a:pt x="213245" y="16764"/>
                  </a:lnTo>
                  <a:lnTo>
                    <a:pt x="213245" y="10807"/>
                  </a:lnTo>
                  <a:lnTo>
                    <a:pt x="213245" y="4826"/>
                  </a:lnTo>
                  <a:close/>
                </a:path>
                <a:path w="979804" h="979804">
                  <a:moveTo>
                    <a:pt x="308800" y="803821"/>
                  </a:moveTo>
                  <a:lnTo>
                    <a:pt x="303961" y="798995"/>
                  </a:lnTo>
                  <a:lnTo>
                    <a:pt x="292036" y="798995"/>
                  </a:lnTo>
                  <a:lnTo>
                    <a:pt x="287197" y="803821"/>
                  </a:lnTo>
                  <a:lnTo>
                    <a:pt x="287197" y="815759"/>
                  </a:lnTo>
                  <a:lnTo>
                    <a:pt x="292036" y="820597"/>
                  </a:lnTo>
                  <a:lnTo>
                    <a:pt x="303961" y="820597"/>
                  </a:lnTo>
                  <a:lnTo>
                    <a:pt x="308800" y="815759"/>
                  </a:lnTo>
                  <a:lnTo>
                    <a:pt x="308800" y="809802"/>
                  </a:lnTo>
                  <a:lnTo>
                    <a:pt x="308800" y="803821"/>
                  </a:lnTo>
                  <a:close/>
                </a:path>
                <a:path w="979804" h="979804">
                  <a:moveTo>
                    <a:pt x="308800" y="486194"/>
                  </a:moveTo>
                  <a:lnTo>
                    <a:pt x="303961" y="481355"/>
                  </a:lnTo>
                  <a:lnTo>
                    <a:pt x="292036" y="481355"/>
                  </a:lnTo>
                  <a:lnTo>
                    <a:pt x="287197" y="486194"/>
                  </a:lnTo>
                  <a:lnTo>
                    <a:pt x="287197" y="498132"/>
                  </a:lnTo>
                  <a:lnTo>
                    <a:pt x="292036" y="502958"/>
                  </a:lnTo>
                  <a:lnTo>
                    <a:pt x="303961" y="502958"/>
                  </a:lnTo>
                  <a:lnTo>
                    <a:pt x="308800" y="498132"/>
                  </a:lnTo>
                  <a:lnTo>
                    <a:pt x="308800" y="492163"/>
                  </a:lnTo>
                  <a:lnTo>
                    <a:pt x="308800" y="486194"/>
                  </a:lnTo>
                  <a:close/>
                </a:path>
                <a:path w="979804" h="979804">
                  <a:moveTo>
                    <a:pt x="308800" y="168554"/>
                  </a:moveTo>
                  <a:lnTo>
                    <a:pt x="303961" y="163728"/>
                  </a:lnTo>
                  <a:lnTo>
                    <a:pt x="292036" y="163728"/>
                  </a:lnTo>
                  <a:lnTo>
                    <a:pt x="287197" y="168554"/>
                  </a:lnTo>
                  <a:lnTo>
                    <a:pt x="287197" y="180505"/>
                  </a:lnTo>
                  <a:lnTo>
                    <a:pt x="292036" y="185318"/>
                  </a:lnTo>
                  <a:lnTo>
                    <a:pt x="303961" y="185318"/>
                  </a:lnTo>
                  <a:lnTo>
                    <a:pt x="308800" y="180505"/>
                  </a:lnTo>
                  <a:lnTo>
                    <a:pt x="308800" y="174523"/>
                  </a:lnTo>
                  <a:lnTo>
                    <a:pt x="308800" y="168554"/>
                  </a:lnTo>
                  <a:close/>
                </a:path>
                <a:path w="979804" h="979804">
                  <a:moveTo>
                    <a:pt x="404863" y="4826"/>
                  </a:moveTo>
                  <a:lnTo>
                    <a:pt x="400024" y="0"/>
                  </a:lnTo>
                  <a:lnTo>
                    <a:pt x="388099" y="0"/>
                  </a:lnTo>
                  <a:lnTo>
                    <a:pt x="383197" y="4826"/>
                  </a:lnTo>
                  <a:lnTo>
                    <a:pt x="383197" y="16764"/>
                  </a:lnTo>
                  <a:lnTo>
                    <a:pt x="388035" y="21602"/>
                  </a:lnTo>
                  <a:lnTo>
                    <a:pt x="399961" y="21602"/>
                  </a:lnTo>
                  <a:lnTo>
                    <a:pt x="404863" y="16764"/>
                  </a:lnTo>
                  <a:lnTo>
                    <a:pt x="404863" y="10807"/>
                  </a:lnTo>
                  <a:lnTo>
                    <a:pt x="404863" y="4826"/>
                  </a:lnTo>
                  <a:close/>
                </a:path>
                <a:path w="979804" h="979804">
                  <a:moveTo>
                    <a:pt x="404876" y="962520"/>
                  </a:moveTo>
                  <a:lnTo>
                    <a:pt x="400037" y="957694"/>
                  </a:lnTo>
                  <a:lnTo>
                    <a:pt x="388112" y="957694"/>
                  </a:lnTo>
                  <a:lnTo>
                    <a:pt x="383197" y="962520"/>
                  </a:lnTo>
                  <a:lnTo>
                    <a:pt x="383197" y="974458"/>
                  </a:lnTo>
                  <a:lnTo>
                    <a:pt x="388035" y="979297"/>
                  </a:lnTo>
                  <a:lnTo>
                    <a:pt x="399961" y="979297"/>
                  </a:lnTo>
                  <a:lnTo>
                    <a:pt x="404876" y="974458"/>
                  </a:lnTo>
                  <a:lnTo>
                    <a:pt x="404876" y="968502"/>
                  </a:lnTo>
                  <a:lnTo>
                    <a:pt x="404876" y="962520"/>
                  </a:lnTo>
                  <a:close/>
                </a:path>
                <a:path w="979804" h="979804">
                  <a:moveTo>
                    <a:pt x="404876" y="644893"/>
                  </a:moveTo>
                  <a:lnTo>
                    <a:pt x="400037" y="640054"/>
                  </a:lnTo>
                  <a:lnTo>
                    <a:pt x="388112" y="640054"/>
                  </a:lnTo>
                  <a:lnTo>
                    <a:pt x="383197" y="644893"/>
                  </a:lnTo>
                  <a:lnTo>
                    <a:pt x="383197" y="656831"/>
                  </a:lnTo>
                  <a:lnTo>
                    <a:pt x="388035" y="661657"/>
                  </a:lnTo>
                  <a:lnTo>
                    <a:pt x="399961" y="661657"/>
                  </a:lnTo>
                  <a:lnTo>
                    <a:pt x="404876" y="656831"/>
                  </a:lnTo>
                  <a:lnTo>
                    <a:pt x="404876" y="650849"/>
                  </a:lnTo>
                  <a:lnTo>
                    <a:pt x="404876" y="644893"/>
                  </a:lnTo>
                  <a:close/>
                </a:path>
                <a:path w="979804" h="979804">
                  <a:moveTo>
                    <a:pt x="404876" y="327253"/>
                  </a:moveTo>
                  <a:lnTo>
                    <a:pt x="400037" y="322427"/>
                  </a:lnTo>
                  <a:lnTo>
                    <a:pt x="388112" y="322427"/>
                  </a:lnTo>
                  <a:lnTo>
                    <a:pt x="383197" y="327253"/>
                  </a:lnTo>
                  <a:lnTo>
                    <a:pt x="383197" y="339204"/>
                  </a:lnTo>
                  <a:lnTo>
                    <a:pt x="388035" y="344017"/>
                  </a:lnTo>
                  <a:lnTo>
                    <a:pt x="399961" y="344017"/>
                  </a:lnTo>
                  <a:lnTo>
                    <a:pt x="404876" y="339204"/>
                  </a:lnTo>
                  <a:lnTo>
                    <a:pt x="404876" y="333222"/>
                  </a:lnTo>
                  <a:lnTo>
                    <a:pt x="404876" y="327253"/>
                  </a:lnTo>
                  <a:close/>
                </a:path>
                <a:path w="979804" h="979804">
                  <a:moveTo>
                    <a:pt x="500418" y="803821"/>
                  </a:moveTo>
                  <a:lnTo>
                    <a:pt x="495579" y="798995"/>
                  </a:lnTo>
                  <a:lnTo>
                    <a:pt x="483654" y="798995"/>
                  </a:lnTo>
                  <a:lnTo>
                    <a:pt x="478815" y="803821"/>
                  </a:lnTo>
                  <a:lnTo>
                    <a:pt x="478815" y="815759"/>
                  </a:lnTo>
                  <a:lnTo>
                    <a:pt x="483654" y="820597"/>
                  </a:lnTo>
                  <a:lnTo>
                    <a:pt x="495579" y="820597"/>
                  </a:lnTo>
                  <a:lnTo>
                    <a:pt x="500418" y="815759"/>
                  </a:lnTo>
                  <a:lnTo>
                    <a:pt x="500418" y="809802"/>
                  </a:lnTo>
                  <a:lnTo>
                    <a:pt x="500418" y="803821"/>
                  </a:lnTo>
                  <a:close/>
                </a:path>
                <a:path w="979804" h="979804">
                  <a:moveTo>
                    <a:pt x="500418" y="486194"/>
                  </a:moveTo>
                  <a:lnTo>
                    <a:pt x="495579" y="481355"/>
                  </a:lnTo>
                  <a:lnTo>
                    <a:pt x="483654" y="481355"/>
                  </a:lnTo>
                  <a:lnTo>
                    <a:pt x="478815" y="486194"/>
                  </a:lnTo>
                  <a:lnTo>
                    <a:pt x="478815" y="498132"/>
                  </a:lnTo>
                  <a:lnTo>
                    <a:pt x="483654" y="502958"/>
                  </a:lnTo>
                  <a:lnTo>
                    <a:pt x="495579" y="502958"/>
                  </a:lnTo>
                  <a:lnTo>
                    <a:pt x="500418" y="498132"/>
                  </a:lnTo>
                  <a:lnTo>
                    <a:pt x="500418" y="492163"/>
                  </a:lnTo>
                  <a:lnTo>
                    <a:pt x="500418" y="486194"/>
                  </a:lnTo>
                  <a:close/>
                </a:path>
                <a:path w="979804" h="979804">
                  <a:moveTo>
                    <a:pt x="500418" y="168554"/>
                  </a:moveTo>
                  <a:lnTo>
                    <a:pt x="495579" y="163728"/>
                  </a:lnTo>
                  <a:lnTo>
                    <a:pt x="483654" y="163728"/>
                  </a:lnTo>
                  <a:lnTo>
                    <a:pt x="478815" y="168554"/>
                  </a:lnTo>
                  <a:lnTo>
                    <a:pt x="478815" y="180505"/>
                  </a:lnTo>
                  <a:lnTo>
                    <a:pt x="483654" y="185318"/>
                  </a:lnTo>
                  <a:lnTo>
                    <a:pt x="495579" y="185318"/>
                  </a:lnTo>
                  <a:lnTo>
                    <a:pt x="500418" y="180505"/>
                  </a:lnTo>
                  <a:lnTo>
                    <a:pt x="500418" y="174523"/>
                  </a:lnTo>
                  <a:lnTo>
                    <a:pt x="500418" y="168554"/>
                  </a:lnTo>
                  <a:close/>
                </a:path>
                <a:path w="979804" h="979804">
                  <a:moveTo>
                    <a:pt x="596493" y="962520"/>
                  </a:moveTo>
                  <a:lnTo>
                    <a:pt x="591654" y="957694"/>
                  </a:lnTo>
                  <a:lnTo>
                    <a:pt x="579729" y="957694"/>
                  </a:lnTo>
                  <a:lnTo>
                    <a:pt x="574827" y="962520"/>
                  </a:lnTo>
                  <a:lnTo>
                    <a:pt x="574827" y="974458"/>
                  </a:lnTo>
                  <a:lnTo>
                    <a:pt x="579666" y="979297"/>
                  </a:lnTo>
                  <a:lnTo>
                    <a:pt x="591578" y="979297"/>
                  </a:lnTo>
                  <a:lnTo>
                    <a:pt x="596493" y="974458"/>
                  </a:lnTo>
                  <a:lnTo>
                    <a:pt x="596493" y="968502"/>
                  </a:lnTo>
                  <a:lnTo>
                    <a:pt x="596493" y="962520"/>
                  </a:lnTo>
                  <a:close/>
                </a:path>
                <a:path w="979804" h="979804">
                  <a:moveTo>
                    <a:pt x="596493" y="644893"/>
                  </a:moveTo>
                  <a:lnTo>
                    <a:pt x="591654" y="640054"/>
                  </a:lnTo>
                  <a:lnTo>
                    <a:pt x="579729" y="640054"/>
                  </a:lnTo>
                  <a:lnTo>
                    <a:pt x="574827" y="644893"/>
                  </a:lnTo>
                  <a:lnTo>
                    <a:pt x="574827" y="656831"/>
                  </a:lnTo>
                  <a:lnTo>
                    <a:pt x="579666" y="661657"/>
                  </a:lnTo>
                  <a:lnTo>
                    <a:pt x="591578" y="661657"/>
                  </a:lnTo>
                  <a:lnTo>
                    <a:pt x="596493" y="656831"/>
                  </a:lnTo>
                  <a:lnTo>
                    <a:pt x="596493" y="650849"/>
                  </a:lnTo>
                  <a:lnTo>
                    <a:pt x="596493" y="644893"/>
                  </a:lnTo>
                  <a:close/>
                </a:path>
                <a:path w="979804" h="979804">
                  <a:moveTo>
                    <a:pt x="596493" y="327253"/>
                  </a:moveTo>
                  <a:lnTo>
                    <a:pt x="591654" y="322427"/>
                  </a:lnTo>
                  <a:lnTo>
                    <a:pt x="579729" y="322427"/>
                  </a:lnTo>
                  <a:lnTo>
                    <a:pt x="574827" y="327253"/>
                  </a:lnTo>
                  <a:lnTo>
                    <a:pt x="574827" y="339204"/>
                  </a:lnTo>
                  <a:lnTo>
                    <a:pt x="579666" y="344017"/>
                  </a:lnTo>
                  <a:lnTo>
                    <a:pt x="591578" y="344017"/>
                  </a:lnTo>
                  <a:lnTo>
                    <a:pt x="596493" y="339204"/>
                  </a:lnTo>
                  <a:lnTo>
                    <a:pt x="596493" y="333222"/>
                  </a:lnTo>
                  <a:lnTo>
                    <a:pt x="596493" y="327253"/>
                  </a:lnTo>
                  <a:close/>
                </a:path>
                <a:path w="979804" h="979804">
                  <a:moveTo>
                    <a:pt x="596493" y="4826"/>
                  </a:moveTo>
                  <a:lnTo>
                    <a:pt x="591654" y="0"/>
                  </a:lnTo>
                  <a:lnTo>
                    <a:pt x="579729" y="0"/>
                  </a:lnTo>
                  <a:lnTo>
                    <a:pt x="574827" y="4826"/>
                  </a:lnTo>
                  <a:lnTo>
                    <a:pt x="574827" y="16764"/>
                  </a:lnTo>
                  <a:lnTo>
                    <a:pt x="579666" y="21602"/>
                  </a:lnTo>
                  <a:lnTo>
                    <a:pt x="591578" y="21602"/>
                  </a:lnTo>
                  <a:lnTo>
                    <a:pt x="596493" y="16764"/>
                  </a:lnTo>
                  <a:lnTo>
                    <a:pt x="596493" y="10807"/>
                  </a:lnTo>
                  <a:lnTo>
                    <a:pt x="596493" y="4826"/>
                  </a:lnTo>
                  <a:close/>
                </a:path>
                <a:path w="979804" h="979804">
                  <a:moveTo>
                    <a:pt x="692048" y="803821"/>
                  </a:moveTo>
                  <a:lnTo>
                    <a:pt x="687209" y="798995"/>
                  </a:lnTo>
                  <a:lnTo>
                    <a:pt x="675284" y="798995"/>
                  </a:lnTo>
                  <a:lnTo>
                    <a:pt x="670445" y="803821"/>
                  </a:lnTo>
                  <a:lnTo>
                    <a:pt x="670445" y="815759"/>
                  </a:lnTo>
                  <a:lnTo>
                    <a:pt x="675284" y="820597"/>
                  </a:lnTo>
                  <a:lnTo>
                    <a:pt x="687209" y="820597"/>
                  </a:lnTo>
                  <a:lnTo>
                    <a:pt x="692048" y="815759"/>
                  </a:lnTo>
                  <a:lnTo>
                    <a:pt x="692048" y="809802"/>
                  </a:lnTo>
                  <a:lnTo>
                    <a:pt x="692048" y="803821"/>
                  </a:lnTo>
                  <a:close/>
                </a:path>
                <a:path w="979804" h="979804">
                  <a:moveTo>
                    <a:pt x="692048" y="486194"/>
                  </a:moveTo>
                  <a:lnTo>
                    <a:pt x="687209" y="481355"/>
                  </a:lnTo>
                  <a:lnTo>
                    <a:pt x="675284" y="481355"/>
                  </a:lnTo>
                  <a:lnTo>
                    <a:pt x="670445" y="486194"/>
                  </a:lnTo>
                  <a:lnTo>
                    <a:pt x="670445" y="498132"/>
                  </a:lnTo>
                  <a:lnTo>
                    <a:pt x="675284" y="502958"/>
                  </a:lnTo>
                  <a:lnTo>
                    <a:pt x="687209" y="502958"/>
                  </a:lnTo>
                  <a:lnTo>
                    <a:pt x="692048" y="498132"/>
                  </a:lnTo>
                  <a:lnTo>
                    <a:pt x="692048" y="492163"/>
                  </a:lnTo>
                  <a:lnTo>
                    <a:pt x="692048" y="486194"/>
                  </a:lnTo>
                  <a:close/>
                </a:path>
                <a:path w="979804" h="979804">
                  <a:moveTo>
                    <a:pt x="692048" y="168554"/>
                  </a:moveTo>
                  <a:lnTo>
                    <a:pt x="687209" y="163728"/>
                  </a:lnTo>
                  <a:lnTo>
                    <a:pt x="675284" y="163728"/>
                  </a:lnTo>
                  <a:lnTo>
                    <a:pt x="670445" y="168554"/>
                  </a:lnTo>
                  <a:lnTo>
                    <a:pt x="670445" y="180505"/>
                  </a:lnTo>
                  <a:lnTo>
                    <a:pt x="675284" y="185318"/>
                  </a:lnTo>
                  <a:lnTo>
                    <a:pt x="687209" y="185318"/>
                  </a:lnTo>
                  <a:lnTo>
                    <a:pt x="692048" y="180505"/>
                  </a:lnTo>
                  <a:lnTo>
                    <a:pt x="692048" y="174523"/>
                  </a:lnTo>
                  <a:lnTo>
                    <a:pt x="692048" y="168554"/>
                  </a:lnTo>
                  <a:close/>
                </a:path>
                <a:path w="979804" h="979804">
                  <a:moveTo>
                    <a:pt x="788111" y="962520"/>
                  </a:moveTo>
                  <a:lnTo>
                    <a:pt x="783272" y="957694"/>
                  </a:lnTo>
                  <a:lnTo>
                    <a:pt x="771359" y="957694"/>
                  </a:lnTo>
                  <a:lnTo>
                    <a:pt x="766445" y="962520"/>
                  </a:lnTo>
                  <a:lnTo>
                    <a:pt x="766445" y="974458"/>
                  </a:lnTo>
                  <a:lnTo>
                    <a:pt x="771283" y="979297"/>
                  </a:lnTo>
                  <a:lnTo>
                    <a:pt x="783209" y="979297"/>
                  </a:lnTo>
                  <a:lnTo>
                    <a:pt x="788111" y="974458"/>
                  </a:lnTo>
                  <a:lnTo>
                    <a:pt x="788111" y="968502"/>
                  </a:lnTo>
                  <a:lnTo>
                    <a:pt x="788111" y="962520"/>
                  </a:lnTo>
                  <a:close/>
                </a:path>
                <a:path w="979804" h="979804">
                  <a:moveTo>
                    <a:pt x="788111" y="644893"/>
                  </a:moveTo>
                  <a:lnTo>
                    <a:pt x="783272" y="640054"/>
                  </a:lnTo>
                  <a:lnTo>
                    <a:pt x="771359" y="640054"/>
                  </a:lnTo>
                  <a:lnTo>
                    <a:pt x="766445" y="644893"/>
                  </a:lnTo>
                  <a:lnTo>
                    <a:pt x="766445" y="656831"/>
                  </a:lnTo>
                  <a:lnTo>
                    <a:pt x="771283" y="661657"/>
                  </a:lnTo>
                  <a:lnTo>
                    <a:pt x="783209" y="661657"/>
                  </a:lnTo>
                  <a:lnTo>
                    <a:pt x="788111" y="656831"/>
                  </a:lnTo>
                  <a:lnTo>
                    <a:pt x="788111" y="650849"/>
                  </a:lnTo>
                  <a:lnTo>
                    <a:pt x="788111" y="644893"/>
                  </a:lnTo>
                  <a:close/>
                </a:path>
                <a:path w="979804" h="979804">
                  <a:moveTo>
                    <a:pt x="788111" y="327253"/>
                  </a:moveTo>
                  <a:lnTo>
                    <a:pt x="783272" y="322427"/>
                  </a:lnTo>
                  <a:lnTo>
                    <a:pt x="771359" y="322427"/>
                  </a:lnTo>
                  <a:lnTo>
                    <a:pt x="766445" y="327253"/>
                  </a:lnTo>
                  <a:lnTo>
                    <a:pt x="766445" y="339204"/>
                  </a:lnTo>
                  <a:lnTo>
                    <a:pt x="771283" y="344017"/>
                  </a:lnTo>
                  <a:lnTo>
                    <a:pt x="783209" y="344017"/>
                  </a:lnTo>
                  <a:lnTo>
                    <a:pt x="788111" y="339204"/>
                  </a:lnTo>
                  <a:lnTo>
                    <a:pt x="788111" y="333222"/>
                  </a:lnTo>
                  <a:lnTo>
                    <a:pt x="788111" y="327253"/>
                  </a:lnTo>
                  <a:close/>
                </a:path>
                <a:path w="979804" h="979804">
                  <a:moveTo>
                    <a:pt x="788111" y="4826"/>
                  </a:moveTo>
                  <a:lnTo>
                    <a:pt x="783272" y="0"/>
                  </a:lnTo>
                  <a:lnTo>
                    <a:pt x="771359" y="0"/>
                  </a:lnTo>
                  <a:lnTo>
                    <a:pt x="766445" y="4826"/>
                  </a:lnTo>
                  <a:lnTo>
                    <a:pt x="766445" y="16764"/>
                  </a:lnTo>
                  <a:lnTo>
                    <a:pt x="771283" y="21602"/>
                  </a:lnTo>
                  <a:lnTo>
                    <a:pt x="783209" y="21602"/>
                  </a:lnTo>
                  <a:lnTo>
                    <a:pt x="788111" y="16764"/>
                  </a:lnTo>
                  <a:lnTo>
                    <a:pt x="788111" y="10807"/>
                  </a:lnTo>
                  <a:lnTo>
                    <a:pt x="788111" y="4826"/>
                  </a:lnTo>
                  <a:close/>
                </a:path>
                <a:path w="979804" h="979804">
                  <a:moveTo>
                    <a:pt x="883666" y="803821"/>
                  </a:moveTo>
                  <a:lnTo>
                    <a:pt x="878827" y="798995"/>
                  </a:lnTo>
                  <a:lnTo>
                    <a:pt x="866914" y="798995"/>
                  </a:lnTo>
                  <a:lnTo>
                    <a:pt x="862076" y="803821"/>
                  </a:lnTo>
                  <a:lnTo>
                    <a:pt x="862076" y="815759"/>
                  </a:lnTo>
                  <a:lnTo>
                    <a:pt x="866914" y="820597"/>
                  </a:lnTo>
                  <a:lnTo>
                    <a:pt x="878827" y="820597"/>
                  </a:lnTo>
                  <a:lnTo>
                    <a:pt x="883666" y="815759"/>
                  </a:lnTo>
                  <a:lnTo>
                    <a:pt x="883666" y="809802"/>
                  </a:lnTo>
                  <a:lnTo>
                    <a:pt x="883666" y="803821"/>
                  </a:lnTo>
                  <a:close/>
                </a:path>
                <a:path w="979804" h="979804">
                  <a:moveTo>
                    <a:pt x="883666" y="486194"/>
                  </a:moveTo>
                  <a:lnTo>
                    <a:pt x="878827" y="481355"/>
                  </a:lnTo>
                  <a:lnTo>
                    <a:pt x="866914" y="481355"/>
                  </a:lnTo>
                  <a:lnTo>
                    <a:pt x="862076" y="486194"/>
                  </a:lnTo>
                  <a:lnTo>
                    <a:pt x="862076" y="498132"/>
                  </a:lnTo>
                  <a:lnTo>
                    <a:pt x="866914" y="502958"/>
                  </a:lnTo>
                  <a:lnTo>
                    <a:pt x="878827" y="502958"/>
                  </a:lnTo>
                  <a:lnTo>
                    <a:pt x="883666" y="498132"/>
                  </a:lnTo>
                  <a:lnTo>
                    <a:pt x="883666" y="492163"/>
                  </a:lnTo>
                  <a:lnTo>
                    <a:pt x="883666" y="486194"/>
                  </a:lnTo>
                  <a:close/>
                </a:path>
                <a:path w="979804" h="979804">
                  <a:moveTo>
                    <a:pt x="883666" y="168554"/>
                  </a:moveTo>
                  <a:lnTo>
                    <a:pt x="878827" y="163728"/>
                  </a:lnTo>
                  <a:lnTo>
                    <a:pt x="866914" y="163728"/>
                  </a:lnTo>
                  <a:lnTo>
                    <a:pt x="862076" y="168554"/>
                  </a:lnTo>
                  <a:lnTo>
                    <a:pt x="862076" y="180505"/>
                  </a:lnTo>
                  <a:lnTo>
                    <a:pt x="866914" y="185318"/>
                  </a:lnTo>
                  <a:lnTo>
                    <a:pt x="878827" y="185318"/>
                  </a:lnTo>
                  <a:lnTo>
                    <a:pt x="883666" y="180505"/>
                  </a:lnTo>
                  <a:lnTo>
                    <a:pt x="883666" y="174523"/>
                  </a:lnTo>
                  <a:lnTo>
                    <a:pt x="883666" y="168554"/>
                  </a:lnTo>
                  <a:close/>
                </a:path>
                <a:path w="979804" h="979804">
                  <a:moveTo>
                    <a:pt x="979741" y="962520"/>
                  </a:moveTo>
                  <a:lnTo>
                    <a:pt x="974915" y="957694"/>
                  </a:lnTo>
                  <a:lnTo>
                    <a:pt x="962977" y="957694"/>
                  </a:lnTo>
                  <a:lnTo>
                    <a:pt x="958062" y="962520"/>
                  </a:lnTo>
                  <a:lnTo>
                    <a:pt x="958062" y="974458"/>
                  </a:lnTo>
                  <a:lnTo>
                    <a:pt x="962901" y="979297"/>
                  </a:lnTo>
                  <a:lnTo>
                    <a:pt x="974839" y="979297"/>
                  </a:lnTo>
                  <a:lnTo>
                    <a:pt x="979741" y="974458"/>
                  </a:lnTo>
                  <a:lnTo>
                    <a:pt x="979741" y="968502"/>
                  </a:lnTo>
                  <a:lnTo>
                    <a:pt x="979741" y="962520"/>
                  </a:lnTo>
                  <a:close/>
                </a:path>
                <a:path w="979804" h="979804">
                  <a:moveTo>
                    <a:pt x="979741" y="644893"/>
                  </a:moveTo>
                  <a:lnTo>
                    <a:pt x="974915" y="640054"/>
                  </a:lnTo>
                  <a:lnTo>
                    <a:pt x="962977" y="640054"/>
                  </a:lnTo>
                  <a:lnTo>
                    <a:pt x="958062" y="644893"/>
                  </a:lnTo>
                  <a:lnTo>
                    <a:pt x="958062" y="656831"/>
                  </a:lnTo>
                  <a:lnTo>
                    <a:pt x="962901" y="661657"/>
                  </a:lnTo>
                  <a:lnTo>
                    <a:pt x="974839" y="661657"/>
                  </a:lnTo>
                  <a:lnTo>
                    <a:pt x="979741" y="656831"/>
                  </a:lnTo>
                  <a:lnTo>
                    <a:pt x="979741" y="650849"/>
                  </a:lnTo>
                  <a:lnTo>
                    <a:pt x="979741" y="644893"/>
                  </a:lnTo>
                  <a:close/>
                </a:path>
                <a:path w="979804" h="979804">
                  <a:moveTo>
                    <a:pt x="979741" y="327253"/>
                  </a:moveTo>
                  <a:lnTo>
                    <a:pt x="974915" y="322427"/>
                  </a:lnTo>
                  <a:lnTo>
                    <a:pt x="962977" y="322427"/>
                  </a:lnTo>
                  <a:lnTo>
                    <a:pt x="958062" y="327253"/>
                  </a:lnTo>
                  <a:lnTo>
                    <a:pt x="958062" y="339204"/>
                  </a:lnTo>
                  <a:lnTo>
                    <a:pt x="962901" y="344017"/>
                  </a:lnTo>
                  <a:lnTo>
                    <a:pt x="974839" y="344017"/>
                  </a:lnTo>
                  <a:lnTo>
                    <a:pt x="979741" y="339204"/>
                  </a:lnTo>
                  <a:lnTo>
                    <a:pt x="979741" y="333222"/>
                  </a:lnTo>
                  <a:lnTo>
                    <a:pt x="979741" y="327253"/>
                  </a:lnTo>
                  <a:close/>
                </a:path>
                <a:path w="979804" h="979804">
                  <a:moveTo>
                    <a:pt x="979741" y="4826"/>
                  </a:moveTo>
                  <a:lnTo>
                    <a:pt x="974915" y="0"/>
                  </a:lnTo>
                  <a:lnTo>
                    <a:pt x="962977" y="0"/>
                  </a:lnTo>
                  <a:lnTo>
                    <a:pt x="958062" y="4826"/>
                  </a:lnTo>
                  <a:lnTo>
                    <a:pt x="958062" y="16764"/>
                  </a:lnTo>
                  <a:lnTo>
                    <a:pt x="962901" y="21602"/>
                  </a:lnTo>
                  <a:lnTo>
                    <a:pt x="974839" y="21602"/>
                  </a:lnTo>
                  <a:lnTo>
                    <a:pt x="979741" y="16764"/>
                  </a:lnTo>
                  <a:lnTo>
                    <a:pt x="979741" y="10807"/>
                  </a:lnTo>
                  <a:lnTo>
                    <a:pt x="979741" y="4826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4617836" y="6710401"/>
              <a:ext cx="0" cy="628650"/>
            </a:xfrm>
            <a:custGeom>
              <a:avLst/>
              <a:gdLst/>
              <a:ahLst/>
              <a:cxnLst/>
              <a:rect l="l" t="t" r="r" b="b"/>
              <a:pathLst>
                <a:path h="628650">
                  <a:moveTo>
                    <a:pt x="0" y="0"/>
                  </a:moveTo>
                  <a:lnTo>
                    <a:pt x="0" y="628599"/>
                  </a:lnTo>
                </a:path>
              </a:pathLst>
            </a:custGeom>
            <a:ln w="762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4236797" y="7022791"/>
              <a:ext cx="572770" cy="316230"/>
            </a:xfrm>
            <a:custGeom>
              <a:avLst/>
              <a:gdLst/>
              <a:ahLst/>
              <a:cxnLst/>
              <a:rect l="l" t="t" r="r" b="b"/>
              <a:pathLst>
                <a:path w="572770" h="316229">
                  <a:moveTo>
                    <a:pt x="572668" y="0"/>
                  </a:moveTo>
                  <a:lnTo>
                    <a:pt x="0" y="316115"/>
                  </a:lnTo>
                </a:path>
              </a:pathLst>
            </a:custGeom>
            <a:ln w="762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4429104" y="7022791"/>
              <a:ext cx="567055" cy="316230"/>
            </a:xfrm>
            <a:custGeom>
              <a:avLst/>
              <a:gdLst/>
              <a:ahLst/>
              <a:cxnLst/>
              <a:rect l="l" t="t" r="r" b="b"/>
              <a:pathLst>
                <a:path w="567054" h="316229">
                  <a:moveTo>
                    <a:pt x="0" y="0"/>
                  </a:moveTo>
                  <a:lnTo>
                    <a:pt x="566978" y="315709"/>
                  </a:lnTo>
                </a:path>
              </a:pathLst>
            </a:custGeom>
            <a:ln w="762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4233806" y="6704658"/>
              <a:ext cx="766445" cy="636905"/>
            </a:xfrm>
            <a:custGeom>
              <a:avLst/>
              <a:gdLst/>
              <a:ahLst/>
              <a:cxnLst/>
              <a:rect l="l" t="t" r="r" b="b"/>
              <a:pathLst>
                <a:path w="766445" h="636904">
                  <a:moveTo>
                    <a:pt x="384428" y="0"/>
                  </a:moveTo>
                  <a:lnTo>
                    <a:pt x="0" y="636320"/>
                  </a:lnTo>
                  <a:lnTo>
                    <a:pt x="766381" y="636320"/>
                  </a:lnTo>
                  <a:lnTo>
                    <a:pt x="384428" y="0"/>
                  </a:lnTo>
                  <a:close/>
                </a:path>
              </a:pathLst>
            </a:custGeom>
            <a:ln w="889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4474227" y="6888900"/>
              <a:ext cx="47625" cy="26670"/>
            </a:xfrm>
            <a:custGeom>
              <a:avLst/>
              <a:gdLst/>
              <a:ahLst/>
              <a:cxnLst/>
              <a:rect l="l" t="t" r="r" b="b"/>
              <a:pathLst>
                <a:path w="47625" h="26670">
                  <a:moveTo>
                    <a:pt x="47561" y="26289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4715428" y="6888900"/>
              <a:ext cx="47625" cy="26670"/>
            </a:xfrm>
            <a:custGeom>
              <a:avLst/>
              <a:gdLst/>
              <a:ahLst/>
              <a:cxnLst/>
              <a:rect l="l" t="t" r="r" b="b"/>
              <a:pathLst>
                <a:path w="47625" h="26670">
                  <a:moveTo>
                    <a:pt x="0" y="26289"/>
                  </a:moveTo>
                  <a:lnTo>
                    <a:pt x="47561" y="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4324828" y="7139104"/>
              <a:ext cx="47625" cy="26670"/>
            </a:xfrm>
            <a:custGeom>
              <a:avLst/>
              <a:gdLst/>
              <a:ahLst/>
              <a:cxnLst/>
              <a:rect l="l" t="t" r="r" b="b"/>
              <a:pathLst>
                <a:path w="47625" h="26670">
                  <a:moveTo>
                    <a:pt x="47561" y="26301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4864828" y="7139104"/>
              <a:ext cx="47625" cy="26670"/>
            </a:xfrm>
            <a:custGeom>
              <a:avLst/>
              <a:gdLst/>
              <a:ahLst/>
              <a:cxnLst/>
              <a:rect l="l" t="t" r="r" b="b"/>
              <a:pathLst>
                <a:path w="47625" h="26670">
                  <a:moveTo>
                    <a:pt x="0" y="26301"/>
                  </a:moveTo>
                  <a:lnTo>
                    <a:pt x="47561" y="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4433704" y="7321901"/>
              <a:ext cx="27940" cy="41275"/>
            </a:xfrm>
            <a:custGeom>
              <a:avLst/>
              <a:gdLst/>
              <a:ahLst/>
              <a:cxnLst/>
              <a:rect l="l" t="t" r="r" b="b"/>
              <a:pathLst>
                <a:path w="27939" h="41275">
                  <a:moveTo>
                    <a:pt x="27800" y="0"/>
                  </a:moveTo>
                  <a:lnTo>
                    <a:pt x="0" y="4116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4775718" y="7321901"/>
              <a:ext cx="27940" cy="41275"/>
            </a:xfrm>
            <a:custGeom>
              <a:avLst/>
              <a:gdLst/>
              <a:ahLst/>
              <a:cxnLst/>
              <a:rect l="l" t="t" r="r" b="b"/>
              <a:pathLst>
                <a:path w="27939" h="41275">
                  <a:moveTo>
                    <a:pt x="0" y="0"/>
                  </a:moveTo>
                  <a:lnTo>
                    <a:pt x="27800" y="4116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440997" y="6139493"/>
              <a:ext cx="665480" cy="248285"/>
            </a:xfrm>
            <a:custGeom>
              <a:avLst/>
              <a:gdLst/>
              <a:ahLst/>
              <a:cxnLst/>
              <a:rect l="l" t="t" r="r" b="b"/>
              <a:pathLst>
                <a:path w="665480" h="248285">
                  <a:moveTo>
                    <a:pt x="648906" y="0"/>
                  </a:moveTo>
                  <a:lnTo>
                    <a:pt x="16205" y="0"/>
                  </a:lnTo>
                  <a:lnTo>
                    <a:pt x="9370" y="30074"/>
                  </a:lnTo>
                  <a:lnTo>
                    <a:pt x="4278" y="60756"/>
                  </a:lnTo>
                  <a:lnTo>
                    <a:pt x="1097" y="92029"/>
                  </a:lnTo>
                  <a:lnTo>
                    <a:pt x="0" y="123875"/>
                  </a:lnTo>
                  <a:lnTo>
                    <a:pt x="1097" y="155720"/>
                  </a:lnTo>
                  <a:lnTo>
                    <a:pt x="4278" y="186988"/>
                  </a:lnTo>
                  <a:lnTo>
                    <a:pt x="9370" y="217666"/>
                  </a:lnTo>
                  <a:lnTo>
                    <a:pt x="16205" y="247738"/>
                  </a:lnTo>
                  <a:lnTo>
                    <a:pt x="648906" y="247738"/>
                  </a:lnTo>
                  <a:lnTo>
                    <a:pt x="655738" y="217666"/>
                  </a:lnTo>
                  <a:lnTo>
                    <a:pt x="660827" y="186988"/>
                  </a:lnTo>
                  <a:lnTo>
                    <a:pt x="664003" y="155720"/>
                  </a:lnTo>
                  <a:lnTo>
                    <a:pt x="665099" y="123875"/>
                  </a:lnTo>
                  <a:lnTo>
                    <a:pt x="664003" y="92029"/>
                  </a:lnTo>
                  <a:lnTo>
                    <a:pt x="660827" y="60756"/>
                  </a:lnTo>
                  <a:lnTo>
                    <a:pt x="655738" y="30074"/>
                  </a:lnTo>
                  <a:lnTo>
                    <a:pt x="648906" y="0"/>
                  </a:lnTo>
                  <a:close/>
                </a:path>
              </a:pathLst>
            </a:custGeom>
            <a:solidFill>
              <a:srgbClr val="EF4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0" name="object 450"/>
          <p:cNvSpPr txBox="1"/>
          <p:nvPr/>
        </p:nvSpPr>
        <p:spPr>
          <a:xfrm>
            <a:off x="2062876" y="7796159"/>
            <a:ext cx="17551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0530" algn="l"/>
                <a:tab pos="1223010" algn="l"/>
              </a:tabLst>
            </a:pP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Bir	</a:t>
            </a: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ikizkenar	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tiçgende</a:t>
            </a:r>
            <a:endParaRPr sz="900">
              <a:latin typeface="Arial"/>
              <a:cs typeface="Arial"/>
            </a:endParaRPr>
          </a:p>
        </p:txBody>
      </p:sp>
      <p:sp>
        <p:nvSpPr>
          <p:cNvPr id="455" name="object 455"/>
          <p:cNvSpPr txBox="1"/>
          <p:nvPr/>
        </p:nvSpPr>
        <p:spPr>
          <a:xfrm>
            <a:off x="3787020" y="9374982"/>
            <a:ext cx="16637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35" dirty="0">
                <a:solidFill>
                  <a:srgbClr val="FFFFFF"/>
                </a:solidFill>
                <a:latin typeface="Arial"/>
                <a:cs typeface="Arial"/>
              </a:rPr>
              <a:t>2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51" name="object 451"/>
          <p:cNvSpPr txBox="1"/>
          <p:nvPr/>
        </p:nvSpPr>
        <p:spPr>
          <a:xfrm>
            <a:off x="2062876" y="7933318"/>
            <a:ext cx="1755139" cy="1105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7400"/>
              </a:lnSpc>
              <a:spcBef>
                <a:spcPts val="100"/>
              </a:spcBef>
            </a:pPr>
            <a:r>
              <a:rPr sz="900" i="1" spc="125" dirty="0">
                <a:solidFill>
                  <a:srgbClr val="231F20"/>
                </a:solidFill>
                <a:latin typeface="Arial"/>
                <a:cs typeface="Arial"/>
              </a:rPr>
              <a:t>taban</a:t>
            </a:r>
            <a:r>
              <a:rPr sz="9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açılarından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çizilen </a:t>
            </a:r>
            <a:r>
              <a:rPr sz="900" i="1" spc="-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30" dirty="0">
                <a:solidFill>
                  <a:srgbClr val="231F20"/>
                </a:solidFill>
                <a:latin typeface="Arial"/>
                <a:cs typeface="Arial"/>
              </a:rPr>
              <a:t>kenarortaylar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14" dirty="0">
                <a:solidFill>
                  <a:srgbClr val="231F20"/>
                </a:solidFill>
                <a:latin typeface="Arial"/>
                <a:cs typeface="Arial"/>
              </a:rPr>
              <a:t>eşit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uzunluk- </a:t>
            </a:r>
            <a:r>
              <a:rPr sz="900" i="1" spc="-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tadır.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Tepe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açısından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çizi- </a:t>
            </a:r>
            <a:r>
              <a:rPr sz="900" i="1" spc="-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len </a:t>
            </a:r>
            <a:r>
              <a:rPr sz="900" i="1" spc="135" dirty="0">
                <a:solidFill>
                  <a:srgbClr val="231F20"/>
                </a:solidFill>
                <a:latin typeface="Arial"/>
                <a:cs typeface="Arial"/>
              </a:rPr>
              <a:t>kenarortay </a:t>
            </a: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ise </a:t>
            </a:r>
            <a:r>
              <a:rPr sz="900" i="1" spc="110" dirty="0">
                <a:solidFill>
                  <a:srgbClr val="231F20"/>
                </a:solidFill>
                <a:latin typeface="Arial"/>
                <a:cs typeface="Arial"/>
              </a:rPr>
              <a:t>diğerle- </a:t>
            </a:r>
            <a:r>
              <a:rPr sz="900" i="1" spc="-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rinden</a:t>
            </a:r>
            <a:r>
              <a:rPr sz="9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farklı</a:t>
            </a:r>
            <a:r>
              <a:rPr sz="9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uzunluktadır.</a:t>
            </a:r>
            <a:endParaRPr sz="900">
              <a:latin typeface="Arial"/>
              <a:cs typeface="Arial"/>
            </a:endParaRPr>
          </a:p>
        </p:txBody>
      </p:sp>
      <p:sp>
        <p:nvSpPr>
          <p:cNvPr id="452" name="object 452"/>
          <p:cNvSpPr txBox="1"/>
          <p:nvPr/>
        </p:nvSpPr>
        <p:spPr>
          <a:xfrm>
            <a:off x="2432184" y="6464806"/>
            <a:ext cx="1586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6380" algn="l"/>
              </a:tabLst>
            </a:pP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Bir </a:t>
            </a:r>
            <a:r>
              <a:rPr sz="900" i="1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dik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0" dirty="0">
                <a:solidFill>
                  <a:srgbClr val="231F20"/>
                </a:solidFill>
                <a:latin typeface="Arial"/>
                <a:cs typeface="Arial"/>
              </a:rPr>
              <a:t>tiç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ende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45" dirty="0">
                <a:solidFill>
                  <a:srgbClr val="231F20"/>
                </a:solidFill>
                <a:latin typeface="Arial"/>
                <a:cs typeface="Arial"/>
              </a:rPr>
              <a:t>hi</a:t>
            </a:r>
            <a:r>
              <a:rPr sz="900" i="1" spc="50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900" i="1" spc="215" dirty="0">
                <a:solidFill>
                  <a:srgbClr val="231F20"/>
                </a:solidFill>
                <a:latin typeface="Arial"/>
                <a:cs typeface="Arial"/>
              </a:rPr>
              <a:t>-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00" i="1" spc="130" dirty="0">
                <a:solidFill>
                  <a:srgbClr val="231F20"/>
                </a:solidFill>
                <a:latin typeface="Arial"/>
                <a:cs typeface="Arial"/>
              </a:rPr>
              <a:t>•</a:t>
            </a:r>
            <a:endParaRPr sz="900">
              <a:latin typeface="Arial"/>
              <a:cs typeface="Arial"/>
            </a:endParaRPr>
          </a:p>
        </p:txBody>
      </p:sp>
      <p:sp>
        <p:nvSpPr>
          <p:cNvPr id="453" name="object 453"/>
          <p:cNvSpPr txBox="1"/>
          <p:nvPr/>
        </p:nvSpPr>
        <p:spPr>
          <a:xfrm>
            <a:off x="5276240" y="6386006"/>
            <a:ext cx="1864995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7400"/>
              </a:lnSpc>
              <a:spcBef>
                <a:spcPts val="100"/>
              </a:spcBef>
            </a:pP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 eşkenar</a:t>
            </a:r>
            <a:r>
              <a:rPr sz="900" i="1" spc="1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tiçgende</a:t>
            </a:r>
            <a:r>
              <a:rPr sz="900" i="1" spc="4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ttim </a:t>
            </a:r>
            <a:r>
              <a:rPr sz="900" i="1" spc="1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açılardan </a:t>
            </a: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çizilen </a:t>
            </a:r>
            <a:r>
              <a:rPr sz="900" i="1" spc="140" dirty="0">
                <a:solidFill>
                  <a:srgbClr val="231F20"/>
                </a:solidFill>
                <a:latin typeface="Arial"/>
                <a:cs typeface="Arial"/>
              </a:rPr>
              <a:t>kenarortay- </a:t>
            </a:r>
            <a:r>
              <a:rPr sz="900" i="1" spc="-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25" dirty="0">
                <a:solidFill>
                  <a:srgbClr val="231F20"/>
                </a:solidFill>
                <a:latin typeface="Arial"/>
                <a:cs typeface="Arial"/>
              </a:rPr>
              <a:t>lar</a:t>
            </a:r>
            <a:r>
              <a:rPr sz="9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14" dirty="0">
                <a:solidFill>
                  <a:srgbClr val="231F20"/>
                </a:solidFill>
                <a:latin typeface="Arial"/>
                <a:cs typeface="Arial"/>
              </a:rPr>
              <a:t>eşit</a:t>
            </a:r>
            <a:r>
              <a:rPr sz="9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uzunluktadır.</a:t>
            </a:r>
            <a:endParaRPr sz="900">
              <a:latin typeface="Arial"/>
              <a:cs typeface="Arial"/>
            </a:endParaRPr>
          </a:p>
        </p:txBody>
      </p:sp>
      <p:sp>
        <p:nvSpPr>
          <p:cNvPr id="454" name="object 454"/>
          <p:cNvSpPr txBox="1"/>
          <p:nvPr/>
        </p:nvSpPr>
        <p:spPr>
          <a:xfrm>
            <a:off x="520181" y="6155338"/>
            <a:ext cx="497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20" dirty="0">
                <a:solidFill>
                  <a:srgbClr val="FFFFFF"/>
                </a:solidFill>
                <a:latin typeface="Times New Roman"/>
                <a:cs typeface="Times New Roman"/>
              </a:rPr>
              <a:t>DİKK</a:t>
            </a:r>
            <a:r>
              <a:rPr sz="1200" b="1" i="1" spc="-1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200" b="1" i="1" spc="-13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72940" y="35003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22684" y="35003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13301" y="37162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80165" y="37162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48561" y="508373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63685" y="508373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75493" y="1212036"/>
            <a:ext cx="1231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65" dirty="0">
                <a:solidFill>
                  <a:srgbClr val="EF5BA1"/>
                </a:solidFill>
                <a:latin typeface="Verdana"/>
                <a:cs typeface="Verdana"/>
              </a:rPr>
              <a:t>1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47241" y="1250227"/>
            <a:ext cx="2885440" cy="869315"/>
            <a:chOff x="1047241" y="1250227"/>
            <a:chExt cx="2885440" cy="869315"/>
          </a:xfrm>
        </p:grpSpPr>
        <p:sp>
          <p:nvSpPr>
            <p:cNvPr id="18" name="object 18"/>
            <p:cNvSpPr/>
            <p:nvPr/>
          </p:nvSpPr>
          <p:spPr>
            <a:xfrm>
              <a:off x="1047247" y="1252767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4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49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93787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93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37787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37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81786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81786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25786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25786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69786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69786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13787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3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57787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57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01787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01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45787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45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89786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489786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633786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633786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77787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77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21787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21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65787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65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09787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09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353786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353786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497786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497786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41787" y="1252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41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85787" y="1252767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85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929787" y="1255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47247" y="1396766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4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049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193787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193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37787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337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481786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481786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625786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625786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769786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769786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913787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913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057787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057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201787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201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345787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345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489786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489786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633786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633786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777787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777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921787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921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065787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065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209787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209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353786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353786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497786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497786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641787" y="1396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641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785787" y="1396766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785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929787" y="1399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047247" y="1540766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4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049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193787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193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337787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337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481786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481786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625786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625786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769786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769786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913787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913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057787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057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201787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201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345787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345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2489786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489786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633786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633786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777787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777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921787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921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065787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065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209787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209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353786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353786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497786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497786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641787" y="1540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641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785787" y="1540766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785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3929787" y="1543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047247" y="1684766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4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049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193787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193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337787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337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481786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481786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625786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625786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769786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769786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913787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913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2057787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2057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2201787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2201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2345787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2345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2489786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489786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633786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633786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2777787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2777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2921787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2921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065787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065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209787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209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353786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353786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3497786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497786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641787" y="1684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3641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3785787" y="1684766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3785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3929787" y="1687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1047247" y="1828766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4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1049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193787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193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337787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337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481786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1481786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625786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625786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1769786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769786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913787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913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2057787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2057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2201787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2201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2345787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2345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2489786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2489786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2633786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2633786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2777787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777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921787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921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3065787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3065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3209787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3209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3353786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3353786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3497786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3497786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3641787" y="1828766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3641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3785787" y="1828766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3785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3929787" y="1831301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1047247" y="1972765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4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1049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1193787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1193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1337787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1337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1481786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1481786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1625786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1625786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1769786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1769786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1913787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1913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2057787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2057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2201787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2201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2345787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2345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2489786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2489786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2633786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2633786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2777787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2777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2921787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2921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3065787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3065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3209787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3209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3353786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3353786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3497786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3497786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3641787" y="1972765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3641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3785787" y="1972765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3785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3929787" y="1975302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1047247" y="2116767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4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1193787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1337787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1481786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1625786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1769786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1913787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2057787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2201787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2345787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2489786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2633786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2777787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2921787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3065787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3209787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3353786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3497786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3641787" y="2116767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3785787" y="2116767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2921349" y="1399531"/>
              <a:ext cx="863600" cy="570865"/>
            </a:xfrm>
            <a:custGeom>
              <a:avLst/>
              <a:gdLst/>
              <a:ahLst/>
              <a:cxnLst/>
              <a:rect l="l" t="t" r="r" b="b"/>
              <a:pathLst>
                <a:path w="863600" h="570864">
                  <a:moveTo>
                    <a:pt x="0" y="0"/>
                  </a:moveTo>
                  <a:lnTo>
                    <a:pt x="863079" y="570801"/>
                  </a:lnTo>
                  <a:lnTo>
                    <a:pt x="863079" y="0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1051051" y="1399626"/>
              <a:ext cx="719455" cy="573405"/>
            </a:xfrm>
            <a:custGeom>
              <a:avLst/>
              <a:gdLst/>
              <a:ahLst/>
              <a:cxnLst/>
              <a:rect l="l" t="t" r="r" b="b"/>
              <a:pathLst>
                <a:path w="719455" h="573405">
                  <a:moveTo>
                    <a:pt x="719226" y="573265"/>
                  </a:moveTo>
                  <a:lnTo>
                    <a:pt x="577596" y="0"/>
                  </a:lnTo>
                  <a:lnTo>
                    <a:pt x="0" y="573265"/>
                  </a:lnTo>
                  <a:lnTo>
                    <a:pt x="719226" y="573265"/>
                  </a:lnTo>
                  <a:close/>
                </a:path>
              </a:pathLst>
            </a:custGeom>
            <a:ln w="762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1915479" y="1399626"/>
              <a:ext cx="859790" cy="573405"/>
            </a:xfrm>
            <a:custGeom>
              <a:avLst/>
              <a:gdLst/>
              <a:ahLst/>
              <a:cxnLst/>
              <a:rect l="l" t="t" r="r" b="b"/>
              <a:pathLst>
                <a:path w="859789" h="573405">
                  <a:moveTo>
                    <a:pt x="859713" y="573265"/>
                  </a:moveTo>
                  <a:lnTo>
                    <a:pt x="431368" y="0"/>
                  </a:lnTo>
                  <a:lnTo>
                    <a:pt x="0" y="573265"/>
                  </a:lnTo>
                  <a:lnTo>
                    <a:pt x="859713" y="573265"/>
                  </a:lnTo>
                  <a:close/>
                </a:path>
              </a:pathLst>
            </a:custGeom>
            <a:ln w="762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7" name="object 287"/>
          <p:cNvSpPr txBox="1"/>
          <p:nvPr/>
        </p:nvSpPr>
        <p:spPr>
          <a:xfrm>
            <a:off x="1579594" y="1240842"/>
            <a:ext cx="105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sp>
        <p:nvSpPr>
          <p:cNvPr id="288" name="object 288"/>
          <p:cNvSpPr txBox="1"/>
          <p:nvPr/>
        </p:nvSpPr>
        <p:spPr>
          <a:xfrm>
            <a:off x="1009237" y="1980591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289" name="object 289"/>
          <p:cNvSpPr txBox="1"/>
          <p:nvPr/>
        </p:nvSpPr>
        <p:spPr>
          <a:xfrm>
            <a:off x="1692636" y="1980591"/>
            <a:ext cx="2965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2707735" y="1980591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14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sp>
        <p:nvSpPr>
          <p:cNvPr id="291" name="object 291"/>
          <p:cNvSpPr txBox="1"/>
          <p:nvPr/>
        </p:nvSpPr>
        <p:spPr>
          <a:xfrm>
            <a:off x="2859868" y="1242556"/>
            <a:ext cx="115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900">
              <a:latin typeface="Arial"/>
              <a:cs typeface="Arial"/>
            </a:endParaRPr>
          </a:p>
        </p:txBody>
      </p:sp>
      <p:sp>
        <p:nvSpPr>
          <p:cNvPr id="292" name="object 292"/>
          <p:cNvSpPr txBox="1"/>
          <p:nvPr/>
        </p:nvSpPr>
        <p:spPr>
          <a:xfrm>
            <a:off x="3710489" y="1242556"/>
            <a:ext cx="1314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</p:txBody>
      </p:sp>
      <p:sp>
        <p:nvSpPr>
          <p:cNvPr id="293" name="object 293"/>
          <p:cNvSpPr txBox="1"/>
          <p:nvPr/>
        </p:nvSpPr>
        <p:spPr>
          <a:xfrm>
            <a:off x="3725348" y="1982306"/>
            <a:ext cx="101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endParaRPr sz="900">
              <a:latin typeface="Arial"/>
              <a:cs typeface="Arial"/>
            </a:endParaRPr>
          </a:p>
        </p:txBody>
      </p:sp>
      <p:sp>
        <p:nvSpPr>
          <p:cNvPr id="294" name="object 294"/>
          <p:cNvSpPr txBox="1"/>
          <p:nvPr/>
        </p:nvSpPr>
        <p:spPr>
          <a:xfrm>
            <a:off x="2293626" y="1244271"/>
            <a:ext cx="11366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900">
              <a:latin typeface="Arial"/>
              <a:cs typeface="Arial"/>
            </a:endParaRPr>
          </a:p>
        </p:txBody>
      </p:sp>
      <p:sp>
        <p:nvSpPr>
          <p:cNvPr id="295" name="object 295"/>
          <p:cNvSpPr txBox="1"/>
          <p:nvPr/>
        </p:nvSpPr>
        <p:spPr>
          <a:xfrm>
            <a:off x="4099627" y="1161236"/>
            <a:ext cx="3291840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1700"/>
              </a:lnSpc>
              <a:spcBef>
                <a:spcPts val="100"/>
              </a:spcBef>
            </a:pP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Yandaki ABC, </a:t>
            </a:r>
            <a:r>
              <a:rPr sz="1000" b="1" i="1" spc="70" dirty="0">
                <a:solidFill>
                  <a:srgbClr val="231F20"/>
                </a:solidFill>
                <a:latin typeface="Verdana"/>
                <a:cs typeface="Verdana"/>
              </a:rPr>
              <a:t>PRS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 </a:t>
            </a:r>
            <a:r>
              <a:rPr sz="1000" b="1" i="1" spc="20" dirty="0">
                <a:solidFill>
                  <a:srgbClr val="231F20"/>
                </a:solidFill>
                <a:latin typeface="Verdana"/>
                <a:cs typeface="Verdana"/>
              </a:rPr>
              <a:t>KLM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üçgenlerinin </a:t>
            </a:r>
            <a:r>
              <a:rPr sz="1000" b="1" i="1" spc="40" dirty="0">
                <a:solidFill>
                  <a:srgbClr val="231F20"/>
                </a:solidFill>
                <a:latin typeface="Verdana"/>
                <a:cs typeface="Verdana"/>
              </a:rPr>
              <a:t>sıra- </a:t>
            </a:r>
            <a:r>
              <a:rPr sz="1000" b="1" i="1" spc="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sıyla </a:t>
            </a:r>
            <a:r>
              <a:rPr sz="1000" b="1" i="1" spc="-75" dirty="0">
                <a:solidFill>
                  <a:srgbClr val="231F20"/>
                </a:solidFill>
                <a:latin typeface="Verdana"/>
                <a:cs typeface="Verdana"/>
              </a:rPr>
              <a:t>[AB], </a:t>
            </a: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[RS]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 [KM] </a:t>
            </a:r>
            <a:r>
              <a:rPr sz="1000" b="1" i="1" spc="-5" dirty="0">
                <a:solidFill>
                  <a:srgbClr val="231F20"/>
                </a:solidFill>
                <a:latin typeface="Verdana"/>
                <a:cs typeface="Verdana"/>
              </a:rPr>
              <a:t>ye </a:t>
            </a:r>
            <a:r>
              <a:rPr sz="1000" b="1" i="1" spc="-90" dirty="0">
                <a:solidFill>
                  <a:srgbClr val="231F20"/>
                </a:solidFill>
                <a:latin typeface="Verdana"/>
                <a:cs typeface="Verdana"/>
              </a:rPr>
              <a:t>aitt </a:t>
            </a: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kenarorttayla- </a:t>
            </a:r>
            <a:r>
              <a:rPr sz="1000" b="1" i="1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rını</a:t>
            </a:r>
            <a:r>
              <a:rPr sz="1000" b="1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çiziniz.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96" name="object 296"/>
          <p:cNvSpPr txBox="1"/>
          <p:nvPr/>
        </p:nvSpPr>
        <p:spPr>
          <a:xfrm>
            <a:off x="744886" y="2831438"/>
            <a:ext cx="1536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0" dirty="0">
                <a:solidFill>
                  <a:srgbClr val="EF5BA1"/>
                </a:solidFill>
                <a:latin typeface="Verdana"/>
                <a:cs typeface="Verdana"/>
              </a:rPr>
              <a:t>2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97" name="object 297"/>
          <p:cNvSpPr txBox="1"/>
          <p:nvPr/>
        </p:nvSpPr>
        <p:spPr>
          <a:xfrm>
            <a:off x="1921689" y="2847133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298" name="object 298"/>
          <p:cNvSpPr txBox="1"/>
          <p:nvPr/>
        </p:nvSpPr>
        <p:spPr>
          <a:xfrm>
            <a:off x="995262" y="3430279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299" name="object 299"/>
          <p:cNvSpPr txBox="1"/>
          <p:nvPr/>
        </p:nvSpPr>
        <p:spPr>
          <a:xfrm>
            <a:off x="2345284" y="3426717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sp>
        <p:nvSpPr>
          <p:cNvPr id="300" name="object 300"/>
          <p:cNvSpPr txBox="1"/>
          <p:nvPr/>
        </p:nvSpPr>
        <p:spPr>
          <a:xfrm>
            <a:off x="1625258" y="3504117"/>
            <a:ext cx="1219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95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endParaRPr sz="850">
              <a:latin typeface="Arial"/>
              <a:cs typeface="Arial"/>
            </a:endParaRPr>
          </a:p>
        </p:txBody>
      </p:sp>
      <p:sp>
        <p:nvSpPr>
          <p:cNvPr id="301" name="object 301"/>
          <p:cNvSpPr txBox="1"/>
          <p:nvPr/>
        </p:nvSpPr>
        <p:spPr>
          <a:xfrm>
            <a:off x="1796251" y="3230572"/>
            <a:ext cx="882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4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302" name="object 302"/>
          <p:cNvGrpSpPr/>
          <p:nvPr/>
        </p:nvGrpSpPr>
        <p:grpSpPr>
          <a:xfrm>
            <a:off x="1098005" y="2923730"/>
            <a:ext cx="1247140" cy="1247140"/>
            <a:chOff x="1098005" y="2923730"/>
            <a:chExt cx="1247140" cy="1247140"/>
          </a:xfrm>
        </p:grpSpPr>
        <p:sp>
          <p:nvSpPr>
            <p:cNvPr id="303" name="object 303"/>
            <p:cNvSpPr/>
            <p:nvPr/>
          </p:nvSpPr>
          <p:spPr>
            <a:xfrm>
              <a:off x="1102278" y="2975928"/>
              <a:ext cx="1236345" cy="527685"/>
            </a:xfrm>
            <a:custGeom>
              <a:avLst/>
              <a:gdLst/>
              <a:ahLst/>
              <a:cxnLst/>
              <a:rect l="l" t="t" r="r" b="b"/>
              <a:pathLst>
                <a:path w="1236345" h="527685">
                  <a:moveTo>
                    <a:pt x="1233233" y="527253"/>
                  </a:moveTo>
                  <a:lnTo>
                    <a:pt x="1236154" y="527253"/>
                  </a:lnTo>
                  <a:lnTo>
                    <a:pt x="861098" y="0"/>
                  </a:lnTo>
                  <a:lnTo>
                    <a:pt x="0" y="527253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1101835" y="3504088"/>
              <a:ext cx="1235075" cy="0"/>
            </a:xfrm>
            <a:custGeom>
              <a:avLst/>
              <a:gdLst/>
              <a:ahLst/>
              <a:cxnLst/>
              <a:rect l="l" t="t" r="r" b="b"/>
              <a:pathLst>
                <a:path w="1235075">
                  <a:moveTo>
                    <a:pt x="0" y="0"/>
                  </a:moveTo>
                  <a:lnTo>
                    <a:pt x="1234516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1708547" y="2975443"/>
              <a:ext cx="254635" cy="528320"/>
            </a:xfrm>
            <a:custGeom>
              <a:avLst/>
              <a:gdLst/>
              <a:ahLst/>
              <a:cxnLst/>
              <a:rect l="l" t="t" r="r" b="b"/>
              <a:pathLst>
                <a:path w="254635" h="528320">
                  <a:moveTo>
                    <a:pt x="254520" y="0"/>
                  </a:moveTo>
                  <a:lnTo>
                    <a:pt x="0" y="528218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1889607" y="3021649"/>
              <a:ext cx="124460" cy="71755"/>
            </a:xfrm>
            <a:custGeom>
              <a:avLst/>
              <a:gdLst/>
              <a:ahLst/>
              <a:cxnLst/>
              <a:rect l="l" t="t" r="r" b="b"/>
              <a:pathLst>
                <a:path w="124460" h="71755">
                  <a:moveTo>
                    <a:pt x="124282" y="24904"/>
                  </a:moveTo>
                  <a:lnTo>
                    <a:pt x="47548" y="7132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1944305" y="302473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3131" y="0"/>
                  </a:moveTo>
                  <a:lnTo>
                    <a:pt x="3797" y="0"/>
                  </a:lnTo>
                  <a:lnTo>
                    <a:pt x="0" y="3797"/>
                  </a:lnTo>
                  <a:lnTo>
                    <a:pt x="0" y="13119"/>
                  </a:lnTo>
                  <a:lnTo>
                    <a:pt x="3797" y="16916"/>
                  </a:lnTo>
                  <a:lnTo>
                    <a:pt x="13131" y="16916"/>
                  </a:lnTo>
                  <a:lnTo>
                    <a:pt x="16929" y="13119"/>
                  </a:lnTo>
                  <a:lnTo>
                    <a:pt x="16929" y="8458"/>
                  </a:lnTo>
                  <a:lnTo>
                    <a:pt x="16929" y="3797"/>
                  </a:lnTo>
                  <a:lnTo>
                    <a:pt x="13131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1692027" y="3491007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5">
                  <a:moveTo>
                    <a:pt x="22859" y="0"/>
                  </a:moveTo>
                  <a:lnTo>
                    <a:pt x="6603" y="0"/>
                  </a:lnTo>
                  <a:lnTo>
                    <a:pt x="0" y="6591"/>
                  </a:lnTo>
                  <a:lnTo>
                    <a:pt x="0" y="22872"/>
                  </a:lnTo>
                  <a:lnTo>
                    <a:pt x="6603" y="29463"/>
                  </a:lnTo>
                  <a:lnTo>
                    <a:pt x="22859" y="29463"/>
                  </a:lnTo>
                  <a:lnTo>
                    <a:pt x="29463" y="22872"/>
                  </a:lnTo>
                  <a:lnTo>
                    <a:pt x="29463" y="14731"/>
                  </a:lnTo>
                  <a:lnTo>
                    <a:pt x="29463" y="6591"/>
                  </a:lnTo>
                  <a:lnTo>
                    <a:pt x="2285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1101180" y="2926905"/>
              <a:ext cx="1240790" cy="1240790"/>
            </a:xfrm>
            <a:custGeom>
              <a:avLst/>
              <a:gdLst/>
              <a:ahLst/>
              <a:cxnLst/>
              <a:rect l="l" t="t" r="r" b="b"/>
              <a:pathLst>
                <a:path w="1240789" h="1240789">
                  <a:moveTo>
                    <a:pt x="1238923" y="572173"/>
                  </a:moveTo>
                  <a:lnTo>
                    <a:pt x="1239727" y="584138"/>
                  </a:lnTo>
                  <a:lnTo>
                    <a:pt x="1240307" y="596164"/>
                  </a:lnTo>
                  <a:lnTo>
                    <a:pt x="1240659" y="608250"/>
                  </a:lnTo>
                  <a:lnTo>
                    <a:pt x="1240777" y="620394"/>
                  </a:lnTo>
                  <a:lnTo>
                    <a:pt x="1238910" y="668878"/>
                  </a:lnTo>
                  <a:lnTo>
                    <a:pt x="1233402" y="716341"/>
                  </a:lnTo>
                  <a:lnTo>
                    <a:pt x="1224391" y="762645"/>
                  </a:lnTo>
                  <a:lnTo>
                    <a:pt x="1212014" y="807653"/>
                  </a:lnTo>
                  <a:lnTo>
                    <a:pt x="1196410" y="851227"/>
                  </a:lnTo>
                  <a:lnTo>
                    <a:pt x="1177717" y="893228"/>
                  </a:lnTo>
                  <a:lnTo>
                    <a:pt x="1156072" y="933519"/>
                  </a:lnTo>
                  <a:lnTo>
                    <a:pt x="1131613" y="971962"/>
                  </a:lnTo>
                  <a:lnTo>
                    <a:pt x="1104479" y="1008419"/>
                  </a:lnTo>
                  <a:lnTo>
                    <a:pt x="1074807" y="1042752"/>
                  </a:lnTo>
                  <a:lnTo>
                    <a:pt x="1042735" y="1074824"/>
                  </a:lnTo>
                  <a:lnTo>
                    <a:pt x="1008401" y="1104495"/>
                  </a:lnTo>
                  <a:lnTo>
                    <a:pt x="971944" y="1131629"/>
                  </a:lnTo>
                  <a:lnTo>
                    <a:pt x="933501" y="1156087"/>
                  </a:lnTo>
                  <a:lnTo>
                    <a:pt x="893210" y="1177732"/>
                  </a:lnTo>
                  <a:lnTo>
                    <a:pt x="851209" y="1196425"/>
                  </a:lnTo>
                  <a:lnTo>
                    <a:pt x="807635" y="1212028"/>
                  </a:lnTo>
                  <a:lnTo>
                    <a:pt x="762628" y="1224404"/>
                  </a:lnTo>
                  <a:lnTo>
                    <a:pt x="716325" y="1233415"/>
                  </a:lnTo>
                  <a:lnTo>
                    <a:pt x="668863" y="1238923"/>
                  </a:lnTo>
                  <a:lnTo>
                    <a:pt x="620382" y="1240789"/>
                  </a:lnTo>
                  <a:lnTo>
                    <a:pt x="571897" y="1238923"/>
                  </a:lnTo>
                  <a:lnTo>
                    <a:pt x="524433" y="1233415"/>
                  </a:lnTo>
                  <a:lnTo>
                    <a:pt x="478128" y="1224404"/>
                  </a:lnTo>
                  <a:lnTo>
                    <a:pt x="433120" y="1212028"/>
                  </a:lnTo>
                  <a:lnTo>
                    <a:pt x="389546" y="1196425"/>
                  </a:lnTo>
                  <a:lnTo>
                    <a:pt x="347545" y="1177732"/>
                  </a:lnTo>
                  <a:lnTo>
                    <a:pt x="307255" y="1156087"/>
                  </a:lnTo>
                  <a:lnTo>
                    <a:pt x="268813" y="1131629"/>
                  </a:lnTo>
                  <a:lnTo>
                    <a:pt x="232357" y="1104495"/>
                  </a:lnTo>
                  <a:lnTo>
                    <a:pt x="198025" y="1074824"/>
                  </a:lnTo>
                  <a:lnTo>
                    <a:pt x="165955" y="1042752"/>
                  </a:lnTo>
                  <a:lnTo>
                    <a:pt x="136285" y="1008419"/>
                  </a:lnTo>
                  <a:lnTo>
                    <a:pt x="109152" y="971962"/>
                  </a:lnTo>
                  <a:lnTo>
                    <a:pt x="84696" y="933519"/>
                  </a:lnTo>
                  <a:lnTo>
                    <a:pt x="63053" y="893228"/>
                  </a:lnTo>
                  <a:lnTo>
                    <a:pt x="44361" y="851227"/>
                  </a:lnTo>
                  <a:lnTo>
                    <a:pt x="28759" y="807653"/>
                  </a:lnTo>
                  <a:lnTo>
                    <a:pt x="16383" y="762645"/>
                  </a:lnTo>
                  <a:lnTo>
                    <a:pt x="7373" y="716341"/>
                  </a:lnTo>
                  <a:lnTo>
                    <a:pt x="1866" y="668878"/>
                  </a:lnTo>
                  <a:lnTo>
                    <a:pt x="0" y="620394"/>
                  </a:lnTo>
                  <a:lnTo>
                    <a:pt x="1866" y="571911"/>
                  </a:lnTo>
                  <a:lnTo>
                    <a:pt x="7373" y="524448"/>
                  </a:lnTo>
                  <a:lnTo>
                    <a:pt x="16383" y="478144"/>
                  </a:lnTo>
                  <a:lnTo>
                    <a:pt x="28759" y="433136"/>
                  </a:lnTo>
                  <a:lnTo>
                    <a:pt x="44361" y="389562"/>
                  </a:lnTo>
                  <a:lnTo>
                    <a:pt x="63053" y="347561"/>
                  </a:lnTo>
                  <a:lnTo>
                    <a:pt x="84696" y="307270"/>
                  </a:lnTo>
                  <a:lnTo>
                    <a:pt x="109152" y="268827"/>
                  </a:lnTo>
                  <a:lnTo>
                    <a:pt x="136285" y="232370"/>
                  </a:lnTo>
                  <a:lnTo>
                    <a:pt x="165955" y="198037"/>
                  </a:lnTo>
                  <a:lnTo>
                    <a:pt x="198025" y="165965"/>
                  </a:lnTo>
                  <a:lnTo>
                    <a:pt x="232357" y="136294"/>
                  </a:lnTo>
                  <a:lnTo>
                    <a:pt x="268813" y="109160"/>
                  </a:lnTo>
                  <a:lnTo>
                    <a:pt x="307255" y="84702"/>
                  </a:lnTo>
                  <a:lnTo>
                    <a:pt x="347545" y="63057"/>
                  </a:lnTo>
                  <a:lnTo>
                    <a:pt x="389546" y="44364"/>
                  </a:lnTo>
                  <a:lnTo>
                    <a:pt x="433120" y="28761"/>
                  </a:lnTo>
                  <a:lnTo>
                    <a:pt x="478128" y="16385"/>
                  </a:lnTo>
                  <a:lnTo>
                    <a:pt x="524433" y="7374"/>
                  </a:lnTo>
                  <a:lnTo>
                    <a:pt x="571897" y="1866"/>
                  </a:lnTo>
                  <a:lnTo>
                    <a:pt x="620382" y="0"/>
                  </a:lnTo>
                  <a:lnTo>
                    <a:pt x="668876" y="1867"/>
                  </a:lnTo>
                  <a:lnTo>
                    <a:pt x="716350" y="7378"/>
                  </a:lnTo>
                  <a:lnTo>
                    <a:pt x="762664" y="16393"/>
                  </a:lnTo>
                  <a:lnTo>
                    <a:pt x="807682" y="28776"/>
                  </a:lnTo>
                  <a:lnTo>
                    <a:pt x="851265" y="44387"/>
                  </a:lnTo>
                  <a:lnTo>
                    <a:pt x="893275" y="63089"/>
                  </a:lnTo>
                  <a:lnTo>
                    <a:pt x="933574" y="84745"/>
                  </a:lnTo>
                  <a:lnTo>
                    <a:pt x="972024" y="109215"/>
                  </a:lnTo>
                  <a:lnTo>
                    <a:pt x="1008486" y="136362"/>
                  </a:lnTo>
                  <a:lnTo>
                    <a:pt x="1042823" y="166047"/>
                  </a:lnTo>
                  <a:lnTo>
                    <a:pt x="1074897" y="198134"/>
                  </a:lnTo>
                  <a:lnTo>
                    <a:pt x="1104569" y="232483"/>
                  </a:lnTo>
                  <a:lnTo>
                    <a:pt x="1131702" y="268957"/>
                  </a:lnTo>
                  <a:lnTo>
                    <a:pt x="1156157" y="307418"/>
                  </a:lnTo>
                  <a:lnTo>
                    <a:pt x="1177796" y="347727"/>
                  </a:lnTo>
                  <a:lnTo>
                    <a:pt x="1196481" y="389747"/>
                  </a:lnTo>
                  <a:lnTo>
                    <a:pt x="1212075" y="433339"/>
                  </a:lnTo>
                  <a:lnTo>
                    <a:pt x="1224438" y="478367"/>
                  </a:lnTo>
                  <a:lnTo>
                    <a:pt x="1233433" y="524690"/>
                  </a:lnTo>
                  <a:lnTo>
                    <a:pt x="1238923" y="572173"/>
                  </a:lnTo>
                </a:path>
              </a:pathLst>
            </a:custGeom>
            <a:ln w="6350">
              <a:solidFill>
                <a:srgbClr val="F582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0" name="object 310"/>
          <p:cNvSpPr txBox="1"/>
          <p:nvPr/>
        </p:nvSpPr>
        <p:spPr>
          <a:xfrm>
            <a:off x="1921689" y="4364039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311" name="object 311"/>
          <p:cNvSpPr txBox="1"/>
          <p:nvPr/>
        </p:nvSpPr>
        <p:spPr>
          <a:xfrm>
            <a:off x="1006057" y="4955390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312" name="object 312"/>
          <p:cNvSpPr txBox="1"/>
          <p:nvPr/>
        </p:nvSpPr>
        <p:spPr>
          <a:xfrm>
            <a:off x="2345284" y="4944595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sp>
        <p:nvSpPr>
          <p:cNvPr id="313" name="object 313"/>
          <p:cNvSpPr txBox="1"/>
          <p:nvPr/>
        </p:nvSpPr>
        <p:spPr>
          <a:xfrm>
            <a:off x="1625258" y="5034625"/>
            <a:ext cx="1219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95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314" name="object 314"/>
          <p:cNvGrpSpPr/>
          <p:nvPr/>
        </p:nvGrpSpPr>
        <p:grpSpPr>
          <a:xfrm>
            <a:off x="1103213" y="4492490"/>
            <a:ext cx="1242060" cy="559435"/>
            <a:chOff x="1103213" y="4492490"/>
            <a:chExt cx="1242060" cy="559435"/>
          </a:xfrm>
        </p:grpSpPr>
        <p:sp>
          <p:nvSpPr>
            <p:cNvPr id="315" name="object 315"/>
            <p:cNvSpPr/>
            <p:nvPr/>
          </p:nvSpPr>
          <p:spPr>
            <a:xfrm>
              <a:off x="1712654" y="4495665"/>
              <a:ext cx="254635" cy="528320"/>
            </a:xfrm>
            <a:custGeom>
              <a:avLst/>
              <a:gdLst/>
              <a:ahLst/>
              <a:cxnLst/>
              <a:rect l="l" t="t" r="r" b="b"/>
              <a:pathLst>
                <a:path w="254635" h="528320">
                  <a:moveTo>
                    <a:pt x="254520" y="0"/>
                  </a:moveTo>
                  <a:lnTo>
                    <a:pt x="0" y="528218"/>
                  </a:lnTo>
                </a:path>
              </a:pathLst>
            </a:custGeom>
            <a:ln w="6350">
              <a:solidFill>
                <a:srgbClr val="2E30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1106388" y="4496430"/>
              <a:ext cx="1235710" cy="527050"/>
            </a:xfrm>
            <a:custGeom>
              <a:avLst/>
              <a:gdLst/>
              <a:ahLst/>
              <a:cxnLst/>
              <a:rect l="l" t="t" r="r" b="b"/>
              <a:pathLst>
                <a:path w="1235710" h="527050">
                  <a:moveTo>
                    <a:pt x="1232433" y="526973"/>
                  </a:moveTo>
                  <a:lnTo>
                    <a:pt x="1235341" y="526973"/>
                  </a:lnTo>
                  <a:lnTo>
                    <a:pt x="860539" y="0"/>
                  </a:lnTo>
                  <a:lnTo>
                    <a:pt x="0" y="526973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1105943" y="5023853"/>
              <a:ext cx="1235075" cy="0"/>
            </a:xfrm>
            <a:custGeom>
              <a:avLst/>
              <a:gdLst/>
              <a:ahLst/>
              <a:cxnLst/>
              <a:rect l="l" t="t" r="r" b="b"/>
              <a:pathLst>
                <a:path w="1235075">
                  <a:moveTo>
                    <a:pt x="0" y="0"/>
                  </a:moveTo>
                  <a:lnTo>
                    <a:pt x="1234516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1892611" y="4542439"/>
              <a:ext cx="127000" cy="71755"/>
            </a:xfrm>
            <a:custGeom>
              <a:avLst/>
              <a:gdLst/>
              <a:ahLst/>
              <a:cxnLst/>
              <a:rect l="l" t="t" r="r" b="b"/>
              <a:pathLst>
                <a:path w="127000" h="71754">
                  <a:moveTo>
                    <a:pt x="126542" y="25996"/>
                  </a:moveTo>
                  <a:lnTo>
                    <a:pt x="49136" y="7139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1950449" y="4546355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798" y="0"/>
                  </a:moveTo>
                  <a:lnTo>
                    <a:pt x="3403" y="0"/>
                  </a:lnTo>
                  <a:lnTo>
                    <a:pt x="0" y="3390"/>
                  </a:lnTo>
                  <a:lnTo>
                    <a:pt x="0" y="11798"/>
                  </a:lnTo>
                  <a:lnTo>
                    <a:pt x="3403" y="15189"/>
                  </a:lnTo>
                  <a:lnTo>
                    <a:pt x="11798" y="15189"/>
                  </a:lnTo>
                  <a:lnTo>
                    <a:pt x="15201" y="11798"/>
                  </a:lnTo>
                  <a:lnTo>
                    <a:pt x="15201" y="7594"/>
                  </a:lnTo>
                  <a:lnTo>
                    <a:pt x="15201" y="3390"/>
                  </a:lnTo>
                  <a:lnTo>
                    <a:pt x="11798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1696135" y="5011228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5">
                  <a:moveTo>
                    <a:pt x="22859" y="0"/>
                  </a:moveTo>
                  <a:lnTo>
                    <a:pt x="6603" y="0"/>
                  </a:lnTo>
                  <a:lnTo>
                    <a:pt x="0" y="6591"/>
                  </a:lnTo>
                  <a:lnTo>
                    <a:pt x="0" y="22872"/>
                  </a:lnTo>
                  <a:lnTo>
                    <a:pt x="6603" y="29464"/>
                  </a:lnTo>
                  <a:lnTo>
                    <a:pt x="22859" y="29464"/>
                  </a:lnTo>
                  <a:lnTo>
                    <a:pt x="29463" y="22872"/>
                  </a:lnTo>
                  <a:lnTo>
                    <a:pt x="29463" y="14732"/>
                  </a:lnTo>
                  <a:lnTo>
                    <a:pt x="29463" y="6591"/>
                  </a:lnTo>
                  <a:lnTo>
                    <a:pt x="2285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1448680" y="4755133"/>
              <a:ext cx="582295" cy="296545"/>
            </a:xfrm>
            <a:custGeom>
              <a:avLst/>
              <a:gdLst/>
              <a:ahLst/>
              <a:cxnLst/>
              <a:rect l="l" t="t" r="r" b="b"/>
              <a:pathLst>
                <a:path w="582294" h="296545">
                  <a:moveTo>
                    <a:pt x="9880" y="242163"/>
                  </a:moveTo>
                  <a:lnTo>
                    <a:pt x="63" y="242176"/>
                  </a:lnTo>
                  <a:lnTo>
                    <a:pt x="0" y="296202"/>
                  </a:lnTo>
                  <a:lnTo>
                    <a:pt x="9817" y="296227"/>
                  </a:lnTo>
                  <a:lnTo>
                    <a:pt x="9880" y="242163"/>
                  </a:lnTo>
                  <a:close/>
                </a:path>
                <a:path w="582294" h="296545">
                  <a:moveTo>
                    <a:pt x="36017" y="242214"/>
                  </a:moveTo>
                  <a:lnTo>
                    <a:pt x="26200" y="242214"/>
                  </a:lnTo>
                  <a:lnTo>
                    <a:pt x="26136" y="296227"/>
                  </a:lnTo>
                  <a:lnTo>
                    <a:pt x="35941" y="296240"/>
                  </a:lnTo>
                  <a:lnTo>
                    <a:pt x="36017" y="242214"/>
                  </a:lnTo>
                  <a:close/>
                </a:path>
                <a:path w="582294" h="296545">
                  <a:moveTo>
                    <a:pt x="400456" y="46863"/>
                  </a:moveTo>
                  <a:lnTo>
                    <a:pt x="351713" y="23596"/>
                  </a:lnTo>
                  <a:lnTo>
                    <a:pt x="347484" y="32448"/>
                  </a:lnTo>
                  <a:lnTo>
                    <a:pt x="396240" y="55727"/>
                  </a:lnTo>
                  <a:lnTo>
                    <a:pt x="400456" y="46863"/>
                  </a:lnTo>
                  <a:close/>
                </a:path>
                <a:path w="582294" h="296545">
                  <a:moveTo>
                    <a:pt x="411721" y="23266"/>
                  </a:moveTo>
                  <a:lnTo>
                    <a:pt x="362953" y="0"/>
                  </a:lnTo>
                  <a:lnTo>
                    <a:pt x="358711" y="8864"/>
                  </a:lnTo>
                  <a:lnTo>
                    <a:pt x="407504" y="32143"/>
                  </a:lnTo>
                  <a:lnTo>
                    <a:pt x="411721" y="23266"/>
                  </a:lnTo>
                  <a:close/>
                </a:path>
                <a:path w="582294" h="296545">
                  <a:moveTo>
                    <a:pt x="555929" y="242163"/>
                  </a:moveTo>
                  <a:lnTo>
                    <a:pt x="546112" y="242176"/>
                  </a:lnTo>
                  <a:lnTo>
                    <a:pt x="546036" y="296202"/>
                  </a:lnTo>
                  <a:lnTo>
                    <a:pt x="555853" y="296227"/>
                  </a:lnTo>
                  <a:lnTo>
                    <a:pt x="555929" y="242163"/>
                  </a:lnTo>
                  <a:close/>
                </a:path>
                <a:path w="582294" h="296545">
                  <a:moveTo>
                    <a:pt x="582066" y="242214"/>
                  </a:moveTo>
                  <a:lnTo>
                    <a:pt x="572249" y="242214"/>
                  </a:lnTo>
                  <a:lnTo>
                    <a:pt x="572173" y="296227"/>
                  </a:lnTo>
                  <a:lnTo>
                    <a:pt x="581990" y="296240"/>
                  </a:lnTo>
                  <a:lnTo>
                    <a:pt x="582066" y="242214"/>
                  </a:lnTo>
                  <a:close/>
                </a:path>
              </a:pathLst>
            </a:custGeom>
            <a:solidFill>
              <a:srgbClr val="2E3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2" name="object 322"/>
          <p:cNvSpPr txBox="1"/>
          <p:nvPr/>
        </p:nvSpPr>
        <p:spPr>
          <a:xfrm>
            <a:off x="2642604" y="2780638"/>
            <a:ext cx="4748530" cy="961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merkezli,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4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yarıçaplı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çemberde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çapı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gören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BAC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açısının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ölçtisti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90°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  <a:p>
            <a:pPr marL="12700" marR="5715">
              <a:lnSpc>
                <a:spcPct val="141700"/>
              </a:lnSpc>
              <a:spcBef>
                <a:spcPts val="565"/>
              </a:spcBef>
            </a:pP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[AO],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hem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tiçgeninin</a:t>
            </a:r>
            <a:r>
              <a:rPr sz="1000" i="1" u="dash" spc="7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34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13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kenarortayı </a:t>
            </a:r>
            <a:r>
              <a:rPr sz="1000" i="1" spc="13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30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hem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de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merkezli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çembe-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rin </a:t>
            </a:r>
            <a:r>
              <a:rPr sz="1000" i="1" u="dash" spc="12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42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8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yarıçap</a:t>
            </a:r>
            <a:r>
              <a:rPr sz="1000" i="1" spc="85" dirty="0">
                <a:solidFill>
                  <a:srgbClr val="EC008C"/>
                </a:solidFill>
                <a:latin typeface="Arial"/>
                <a:cs typeface="Arial"/>
              </a:rPr>
              <a:t>ı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dır.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3" name="object 323"/>
          <p:cNvSpPr txBox="1"/>
          <p:nvPr/>
        </p:nvSpPr>
        <p:spPr>
          <a:xfrm>
            <a:off x="2642604" y="4651983"/>
            <a:ext cx="4747895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4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dik</a:t>
            </a:r>
            <a:r>
              <a:rPr sz="1000" i="1" spc="4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tiçgende</a:t>
            </a:r>
            <a:r>
              <a:rPr sz="1000" i="1" spc="4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dik</a:t>
            </a:r>
            <a:r>
              <a:rPr sz="1000" i="1" spc="4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açıdan</a:t>
            </a:r>
            <a:r>
              <a:rPr sz="1000" i="1" spc="4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inen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kenarortayın</a:t>
            </a:r>
            <a:r>
              <a:rPr sz="1000" i="1" spc="4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uzunluğu,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kenarda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ayırdığı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parçalardan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birinin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uzunluğuna  </a:t>
            </a:r>
            <a:r>
              <a:rPr sz="1000" i="1" u="dash" spc="7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17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12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eşittir.</a:t>
            </a:r>
            <a:r>
              <a:rPr sz="1000" i="1" u="dash" spc="1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|AO|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|BO|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|CO| 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4" name="object 324"/>
          <p:cNvSpPr txBox="1"/>
          <p:nvPr/>
        </p:nvSpPr>
        <p:spPr>
          <a:xfrm>
            <a:off x="751058" y="6034237"/>
            <a:ext cx="142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135" dirty="0">
                <a:solidFill>
                  <a:srgbClr val="EF5BA1"/>
                </a:solidFill>
                <a:latin typeface="Verdana"/>
                <a:cs typeface="Verdana"/>
              </a:rPr>
              <a:t>3.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25" name="object 325"/>
          <p:cNvSpPr txBox="1"/>
          <p:nvPr/>
        </p:nvSpPr>
        <p:spPr>
          <a:xfrm>
            <a:off x="1073915" y="6091816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326" name="object 326"/>
          <p:cNvSpPr txBox="1"/>
          <p:nvPr/>
        </p:nvSpPr>
        <p:spPr>
          <a:xfrm>
            <a:off x="1018105" y="7193446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327" name="object 327"/>
          <p:cNvSpPr txBox="1"/>
          <p:nvPr/>
        </p:nvSpPr>
        <p:spPr>
          <a:xfrm>
            <a:off x="2126860" y="7199383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sp>
        <p:nvSpPr>
          <p:cNvPr id="328" name="object 328"/>
          <p:cNvSpPr txBox="1"/>
          <p:nvPr/>
        </p:nvSpPr>
        <p:spPr>
          <a:xfrm>
            <a:off x="1553645" y="6530957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0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850">
              <a:latin typeface="Arial"/>
              <a:cs typeface="Arial"/>
            </a:endParaRPr>
          </a:p>
        </p:txBody>
      </p:sp>
      <p:sp>
        <p:nvSpPr>
          <p:cNvPr id="329" name="object 329"/>
          <p:cNvSpPr txBox="1"/>
          <p:nvPr/>
        </p:nvSpPr>
        <p:spPr>
          <a:xfrm>
            <a:off x="1405538" y="6851352"/>
            <a:ext cx="12890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45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330" name="object 330"/>
          <p:cNvGrpSpPr/>
          <p:nvPr/>
        </p:nvGrpSpPr>
        <p:grpSpPr>
          <a:xfrm>
            <a:off x="1127196" y="6223927"/>
            <a:ext cx="1028065" cy="984885"/>
            <a:chOff x="1127196" y="6223927"/>
            <a:chExt cx="1028065" cy="984885"/>
          </a:xfrm>
        </p:grpSpPr>
        <p:sp>
          <p:nvSpPr>
            <p:cNvPr id="331" name="object 331"/>
            <p:cNvSpPr/>
            <p:nvPr/>
          </p:nvSpPr>
          <p:spPr>
            <a:xfrm>
              <a:off x="1130573" y="6227102"/>
              <a:ext cx="1021715" cy="978535"/>
            </a:xfrm>
            <a:custGeom>
              <a:avLst/>
              <a:gdLst/>
              <a:ahLst/>
              <a:cxnLst/>
              <a:rect l="l" t="t" r="r" b="b"/>
              <a:pathLst>
                <a:path w="1021714" h="978534">
                  <a:moveTo>
                    <a:pt x="0" y="0"/>
                  </a:moveTo>
                  <a:lnTo>
                    <a:pt x="0" y="977950"/>
                  </a:lnTo>
                  <a:lnTo>
                    <a:pt x="1021511" y="977950"/>
                  </a:lnTo>
                  <a:lnTo>
                    <a:pt x="0" y="0"/>
                  </a:lnTo>
                  <a:close/>
                </a:path>
                <a:path w="1021714" h="978534">
                  <a:moveTo>
                    <a:pt x="119253" y="977950"/>
                  </a:moveTo>
                  <a:lnTo>
                    <a:pt x="119253" y="858697"/>
                  </a:lnTo>
                  <a:lnTo>
                    <a:pt x="0" y="858697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1180214" y="6845668"/>
              <a:ext cx="244475" cy="314325"/>
            </a:xfrm>
            <a:custGeom>
              <a:avLst/>
              <a:gdLst/>
              <a:ahLst/>
              <a:cxnLst/>
              <a:rect l="l" t="t" r="r" b="b"/>
              <a:pathLst>
                <a:path w="244475" h="314325">
                  <a:moveTo>
                    <a:pt x="19735" y="298640"/>
                  </a:moveTo>
                  <a:lnTo>
                    <a:pt x="15316" y="294220"/>
                  </a:lnTo>
                  <a:lnTo>
                    <a:pt x="4419" y="294220"/>
                  </a:lnTo>
                  <a:lnTo>
                    <a:pt x="0" y="298640"/>
                  </a:lnTo>
                  <a:lnTo>
                    <a:pt x="0" y="309549"/>
                  </a:lnTo>
                  <a:lnTo>
                    <a:pt x="4419" y="313956"/>
                  </a:lnTo>
                  <a:lnTo>
                    <a:pt x="15316" y="313956"/>
                  </a:lnTo>
                  <a:lnTo>
                    <a:pt x="19735" y="309549"/>
                  </a:lnTo>
                  <a:lnTo>
                    <a:pt x="19735" y="304088"/>
                  </a:lnTo>
                  <a:lnTo>
                    <a:pt x="19735" y="298640"/>
                  </a:lnTo>
                  <a:close/>
                </a:path>
                <a:path w="244475" h="314325">
                  <a:moveTo>
                    <a:pt x="244284" y="6718"/>
                  </a:moveTo>
                  <a:lnTo>
                    <a:pt x="237566" y="0"/>
                  </a:lnTo>
                  <a:lnTo>
                    <a:pt x="220980" y="0"/>
                  </a:lnTo>
                  <a:lnTo>
                    <a:pt x="214261" y="6718"/>
                  </a:lnTo>
                  <a:lnTo>
                    <a:pt x="214261" y="23317"/>
                  </a:lnTo>
                  <a:lnTo>
                    <a:pt x="220980" y="30035"/>
                  </a:lnTo>
                  <a:lnTo>
                    <a:pt x="237566" y="30035"/>
                  </a:lnTo>
                  <a:lnTo>
                    <a:pt x="244284" y="23317"/>
                  </a:lnTo>
                  <a:lnTo>
                    <a:pt x="244284" y="15011"/>
                  </a:lnTo>
                  <a:lnTo>
                    <a:pt x="244284" y="6718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1130371" y="6654130"/>
              <a:ext cx="446405" cy="551815"/>
            </a:xfrm>
            <a:custGeom>
              <a:avLst/>
              <a:gdLst/>
              <a:ahLst/>
              <a:cxnLst/>
              <a:rect l="l" t="t" r="r" b="b"/>
              <a:pathLst>
                <a:path w="446405" h="551815">
                  <a:moveTo>
                    <a:pt x="0" y="551256"/>
                  </a:moveTo>
                  <a:lnTo>
                    <a:pt x="446278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4" name="object 334"/>
          <p:cNvSpPr txBox="1"/>
          <p:nvPr/>
        </p:nvSpPr>
        <p:spPr>
          <a:xfrm>
            <a:off x="2412067" y="6034237"/>
            <a:ext cx="475361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Şekildeki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dik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[AB]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[BC],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ağırlık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merkezi,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|BG|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2|GD|, </a:t>
            </a:r>
            <a:r>
              <a:rPr sz="1000" i="1" spc="3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|GD|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(x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2)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 </a:t>
            </a:r>
            <a:r>
              <a:rPr sz="1000" i="1" spc="2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 </a:t>
            </a:r>
            <a:r>
              <a:rPr sz="1000" i="1" spc="3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Arial"/>
                <a:cs typeface="Arial"/>
              </a:rPr>
              <a:t>|AC|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42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0" dirty="0">
                <a:solidFill>
                  <a:srgbClr val="231F20"/>
                </a:solidFill>
                <a:latin typeface="Verdana"/>
                <a:cs typeface="Verdana"/>
              </a:rPr>
              <a:t>x’in</a:t>
            </a:r>
            <a:r>
              <a:rPr sz="1000" b="1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" dirty="0">
                <a:solidFill>
                  <a:srgbClr val="231F20"/>
                </a:solidFill>
                <a:latin typeface="Verdana"/>
                <a:cs typeface="Verdana"/>
              </a:rPr>
              <a:t>değerini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0" dirty="0">
                <a:solidFill>
                  <a:srgbClr val="231F20"/>
                </a:solidFill>
                <a:latin typeface="Verdana"/>
                <a:cs typeface="Verdana"/>
              </a:rPr>
              <a:t>bulunuz.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000" i="1" u="sng" spc="165" dirty="0">
                <a:solidFill>
                  <a:srgbClr val="EC008C"/>
                </a:solidFill>
                <a:uFill>
                  <a:solidFill>
                    <a:srgbClr val="EC008C"/>
                  </a:solidFill>
                </a:uFill>
                <a:latin typeface="Arial"/>
                <a:cs typeface="Arial"/>
              </a:rPr>
              <a:t> </a:t>
            </a:r>
            <a:r>
              <a:rPr sz="1000" i="1" u="sng" spc="25" dirty="0">
                <a:solidFill>
                  <a:srgbClr val="EC008C"/>
                </a:solidFill>
                <a:uFill>
                  <a:solidFill>
                    <a:srgbClr val="EC008C"/>
                  </a:solidFill>
                </a:uFill>
                <a:latin typeface="Arial"/>
                <a:cs typeface="Arial"/>
              </a:rPr>
              <a:t>21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5" name="object 335"/>
          <p:cNvSpPr txBox="1"/>
          <p:nvPr/>
        </p:nvSpPr>
        <p:spPr>
          <a:xfrm>
            <a:off x="2500138" y="7072529"/>
            <a:ext cx="11048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10" dirty="0">
                <a:solidFill>
                  <a:srgbClr val="EC008C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6" name="object 336"/>
          <p:cNvSpPr txBox="1"/>
          <p:nvPr/>
        </p:nvSpPr>
        <p:spPr>
          <a:xfrm>
            <a:off x="2736739" y="6961404"/>
            <a:ext cx="12731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r>
              <a:rPr sz="1000" i="1" spc="204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EC008C"/>
                </a:solidFill>
                <a:latin typeface="Arial"/>
                <a:cs typeface="Arial"/>
              </a:rPr>
              <a:t>x</a:t>
            </a:r>
            <a:r>
              <a:rPr sz="1000" i="1" spc="21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EC008C"/>
                </a:solidFill>
                <a:latin typeface="Arial"/>
                <a:cs typeface="Arial"/>
              </a:rPr>
              <a:t>+</a:t>
            </a:r>
            <a:r>
              <a:rPr sz="1000" i="1" spc="21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EC008C"/>
                </a:solidFill>
                <a:latin typeface="Arial"/>
                <a:cs typeface="Arial"/>
              </a:rPr>
              <a:t>2 </a:t>
            </a:r>
            <a:r>
              <a:rPr sz="1000" i="1" spc="28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EC008C"/>
                </a:solidFill>
                <a:latin typeface="Symbol"/>
                <a:cs typeface="Symbol"/>
              </a:rPr>
              <a:t></a:t>
            </a:r>
            <a:r>
              <a:rPr sz="1000" dirty="0">
                <a:solidFill>
                  <a:srgbClr val="EC008C"/>
                </a:solidFill>
                <a:latin typeface="Times New Roman"/>
                <a:cs typeface="Times New Roman"/>
              </a:rPr>
              <a:t>  </a:t>
            </a:r>
            <a:r>
              <a:rPr sz="1000" spc="229" dirty="0">
                <a:solidFill>
                  <a:srgbClr val="EC008C"/>
                </a:solidFill>
                <a:latin typeface="Times New Roman"/>
                <a:cs typeface="Times New Roman"/>
              </a:rPr>
              <a:t> </a:t>
            </a:r>
            <a:r>
              <a:rPr sz="1000" i="1" spc="60" dirty="0">
                <a:solidFill>
                  <a:srgbClr val="EC008C"/>
                </a:solidFill>
                <a:latin typeface="Arial"/>
                <a:cs typeface="Arial"/>
              </a:rPr>
              <a:t>x</a:t>
            </a:r>
            <a:r>
              <a:rPr sz="1000" i="1" spc="21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r>
              <a:rPr sz="1000" i="1" spc="21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EC008C"/>
                </a:solidFill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7" name="object 337"/>
          <p:cNvSpPr txBox="1"/>
          <p:nvPr/>
        </p:nvSpPr>
        <p:spPr>
          <a:xfrm>
            <a:off x="753101" y="7861137"/>
            <a:ext cx="51333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i="1" spc="-120" dirty="0">
                <a:solidFill>
                  <a:srgbClr val="EF5BA1"/>
                </a:solidFill>
                <a:latin typeface="Verdana"/>
                <a:cs typeface="Verdana"/>
              </a:rPr>
              <a:t>4.</a:t>
            </a:r>
            <a:r>
              <a:rPr sz="1100" b="1" i="1" spc="605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Aşağıdaki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0" dirty="0">
                <a:solidFill>
                  <a:srgbClr val="231F20"/>
                </a:solidFill>
                <a:latin typeface="Verdana"/>
                <a:cs typeface="Verdana"/>
              </a:rPr>
              <a:t>kağıttlarda</a:t>
            </a:r>
            <a:r>
              <a:rPr sz="1000" b="1" i="1" spc="1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verilen</a:t>
            </a:r>
            <a:r>
              <a:rPr sz="1000" b="1" i="1" spc="1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üçgenlerin</a:t>
            </a:r>
            <a:r>
              <a:rPr sz="1000" b="1" i="1" spc="1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ağırlık</a:t>
            </a:r>
            <a:r>
              <a:rPr sz="1000" b="1" i="1" spc="1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merkezlerini</a:t>
            </a:r>
            <a:r>
              <a:rPr sz="1000" b="1" i="1" spc="1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0" dirty="0">
                <a:solidFill>
                  <a:srgbClr val="231F20"/>
                </a:solidFill>
                <a:latin typeface="Verdana"/>
                <a:cs typeface="Verdana"/>
              </a:rPr>
              <a:t>bulunuz.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338" name="object 338"/>
          <p:cNvGrpSpPr/>
          <p:nvPr/>
        </p:nvGrpSpPr>
        <p:grpSpPr>
          <a:xfrm>
            <a:off x="721953" y="719994"/>
            <a:ext cx="6656705" cy="347980"/>
            <a:chOff x="721953" y="719994"/>
            <a:chExt cx="6656705" cy="347980"/>
          </a:xfrm>
        </p:grpSpPr>
        <p:sp>
          <p:nvSpPr>
            <p:cNvPr id="339" name="object 339"/>
            <p:cNvSpPr/>
            <p:nvPr/>
          </p:nvSpPr>
          <p:spPr>
            <a:xfrm>
              <a:off x="721953" y="883282"/>
              <a:ext cx="6656705" cy="0"/>
            </a:xfrm>
            <a:custGeom>
              <a:avLst/>
              <a:gdLst/>
              <a:ahLst/>
              <a:cxnLst/>
              <a:rect l="l" t="t" r="r" b="b"/>
              <a:pathLst>
                <a:path w="6656705">
                  <a:moveTo>
                    <a:pt x="665609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58CC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3092298" y="719994"/>
              <a:ext cx="1915795" cy="347980"/>
            </a:xfrm>
            <a:custGeom>
              <a:avLst/>
              <a:gdLst/>
              <a:ahLst/>
              <a:cxnLst/>
              <a:rect l="l" t="t" r="r" b="b"/>
              <a:pathLst>
                <a:path w="1915795" h="347980">
                  <a:moveTo>
                    <a:pt x="18928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892871" y="347522"/>
                  </a:lnTo>
                  <a:lnTo>
                    <a:pt x="1902376" y="305340"/>
                  </a:lnTo>
                  <a:lnTo>
                    <a:pt x="1909456" y="262304"/>
                  </a:lnTo>
                  <a:lnTo>
                    <a:pt x="1913875" y="218437"/>
                  </a:lnTo>
                  <a:lnTo>
                    <a:pt x="1915401" y="173761"/>
                  </a:lnTo>
                  <a:lnTo>
                    <a:pt x="1913875" y="129091"/>
                  </a:lnTo>
                  <a:lnTo>
                    <a:pt x="1909456" y="85223"/>
                  </a:lnTo>
                  <a:lnTo>
                    <a:pt x="1902376" y="42184"/>
                  </a:lnTo>
                  <a:lnTo>
                    <a:pt x="189287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1" name="object 341"/>
          <p:cNvSpPr txBox="1"/>
          <p:nvPr/>
        </p:nvSpPr>
        <p:spPr>
          <a:xfrm>
            <a:off x="3254010" y="776369"/>
            <a:ext cx="16065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65" dirty="0">
                <a:solidFill>
                  <a:srgbClr val="FFFFFF"/>
                </a:solidFill>
                <a:latin typeface="Times New Roman"/>
                <a:cs typeface="Times New Roman"/>
              </a:rPr>
              <a:t>BİRLİKTE</a:t>
            </a:r>
            <a:r>
              <a:rPr sz="1400" b="1" i="1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i="1" spc="-70" dirty="0">
                <a:solidFill>
                  <a:srgbClr val="FFFFFF"/>
                </a:solidFill>
                <a:latin typeface="Times New Roman"/>
                <a:cs typeface="Times New Roman"/>
              </a:rPr>
              <a:t>ÇÖZELİM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42" name="object 342"/>
          <p:cNvGrpSpPr/>
          <p:nvPr/>
        </p:nvGrpSpPr>
        <p:grpSpPr>
          <a:xfrm>
            <a:off x="721953" y="9089397"/>
            <a:ext cx="6656705" cy="127000"/>
            <a:chOff x="721953" y="9089397"/>
            <a:chExt cx="6656705" cy="127000"/>
          </a:xfrm>
        </p:grpSpPr>
        <p:sp>
          <p:nvSpPr>
            <p:cNvPr id="343" name="object 343"/>
            <p:cNvSpPr/>
            <p:nvPr/>
          </p:nvSpPr>
          <p:spPr>
            <a:xfrm>
              <a:off x="721953" y="9152899"/>
              <a:ext cx="6656705" cy="0"/>
            </a:xfrm>
            <a:custGeom>
              <a:avLst/>
              <a:gdLst/>
              <a:ahLst/>
              <a:cxnLst/>
              <a:rect l="l" t="t" r="r" b="b"/>
              <a:pathLst>
                <a:path w="6656705">
                  <a:moveTo>
                    <a:pt x="665609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58CC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3213500" y="9089397"/>
              <a:ext cx="1673225" cy="127000"/>
            </a:xfrm>
            <a:custGeom>
              <a:avLst/>
              <a:gdLst/>
              <a:ahLst/>
              <a:cxnLst/>
              <a:rect l="l" t="t" r="r" b="b"/>
              <a:pathLst>
                <a:path w="1673225" h="127000">
                  <a:moveTo>
                    <a:pt x="0" y="127000"/>
                  </a:moveTo>
                  <a:lnTo>
                    <a:pt x="1672996" y="127000"/>
                  </a:lnTo>
                  <a:lnTo>
                    <a:pt x="1672996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5" name="object 345"/>
          <p:cNvGrpSpPr/>
          <p:nvPr/>
        </p:nvGrpSpPr>
        <p:grpSpPr>
          <a:xfrm>
            <a:off x="1156374" y="8240292"/>
            <a:ext cx="788670" cy="657225"/>
            <a:chOff x="1156374" y="8240292"/>
            <a:chExt cx="788670" cy="657225"/>
          </a:xfrm>
        </p:grpSpPr>
        <p:sp>
          <p:nvSpPr>
            <p:cNvPr id="346" name="object 346"/>
            <p:cNvSpPr/>
            <p:nvPr/>
          </p:nvSpPr>
          <p:spPr>
            <a:xfrm>
              <a:off x="1156364" y="8240293"/>
              <a:ext cx="405130" cy="657225"/>
            </a:xfrm>
            <a:custGeom>
              <a:avLst/>
              <a:gdLst/>
              <a:ahLst/>
              <a:cxnLst/>
              <a:rect l="l" t="t" r="r" b="b"/>
              <a:pathLst>
                <a:path w="405130" h="657225">
                  <a:moveTo>
                    <a:pt x="21590" y="640092"/>
                  </a:moveTo>
                  <a:lnTo>
                    <a:pt x="16751" y="635266"/>
                  </a:lnTo>
                  <a:lnTo>
                    <a:pt x="4838" y="635266"/>
                  </a:lnTo>
                  <a:lnTo>
                    <a:pt x="0" y="640092"/>
                  </a:lnTo>
                  <a:lnTo>
                    <a:pt x="0" y="652030"/>
                  </a:lnTo>
                  <a:lnTo>
                    <a:pt x="4838" y="656869"/>
                  </a:lnTo>
                  <a:lnTo>
                    <a:pt x="16751" y="656869"/>
                  </a:lnTo>
                  <a:lnTo>
                    <a:pt x="21590" y="652030"/>
                  </a:lnTo>
                  <a:lnTo>
                    <a:pt x="21590" y="646074"/>
                  </a:lnTo>
                  <a:lnTo>
                    <a:pt x="21590" y="640092"/>
                  </a:lnTo>
                  <a:close/>
                </a:path>
                <a:path w="405130" h="657225">
                  <a:moveTo>
                    <a:pt x="21590" y="322465"/>
                  </a:moveTo>
                  <a:lnTo>
                    <a:pt x="16751" y="317627"/>
                  </a:lnTo>
                  <a:lnTo>
                    <a:pt x="4838" y="317627"/>
                  </a:lnTo>
                  <a:lnTo>
                    <a:pt x="0" y="322465"/>
                  </a:lnTo>
                  <a:lnTo>
                    <a:pt x="0" y="334403"/>
                  </a:lnTo>
                  <a:lnTo>
                    <a:pt x="4838" y="339229"/>
                  </a:lnTo>
                  <a:lnTo>
                    <a:pt x="16751" y="339229"/>
                  </a:lnTo>
                  <a:lnTo>
                    <a:pt x="21590" y="334403"/>
                  </a:lnTo>
                  <a:lnTo>
                    <a:pt x="21590" y="328434"/>
                  </a:lnTo>
                  <a:lnTo>
                    <a:pt x="21590" y="322465"/>
                  </a:lnTo>
                  <a:close/>
                </a:path>
                <a:path w="405130" h="657225">
                  <a:moveTo>
                    <a:pt x="21590" y="4826"/>
                  </a:moveTo>
                  <a:lnTo>
                    <a:pt x="16751" y="0"/>
                  </a:lnTo>
                  <a:lnTo>
                    <a:pt x="4838" y="0"/>
                  </a:lnTo>
                  <a:lnTo>
                    <a:pt x="0" y="4826"/>
                  </a:lnTo>
                  <a:lnTo>
                    <a:pt x="0" y="16776"/>
                  </a:lnTo>
                  <a:lnTo>
                    <a:pt x="4838" y="21590"/>
                  </a:lnTo>
                  <a:lnTo>
                    <a:pt x="16751" y="21590"/>
                  </a:lnTo>
                  <a:lnTo>
                    <a:pt x="21590" y="16776"/>
                  </a:lnTo>
                  <a:lnTo>
                    <a:pt x="21590" y="10795"/>
                  </a:lnTo>
                  <a:lnTo>
                    <a:pt x="21590" y="4826"/>
                  </a:lnTo>
                  <a:close/>
                </a:path>
                <a:path w="405130" h="657225">
                  <a:moveTo>
                    <a:pt x="117678" y="163525"/>
                  </a:moveTo>
                  <a:lnTo>
                    <a:pt x="112839" y="158699"/>
                  </a:lnTo>
                  <a:lnTo>
                    <a:pt x="100914" y="158699"/>
                  </a:lnTo>
                  <a:lnTo>
                    <a:pt x="95999" y="163525"/>
                  </a:lnTo>
                  <a:lnTo>
                    <a:pt x="95999" y="175475"/>
                  </a:lnTo>
                  <a:lnTo>
                    <a:pt x="100838" y="180289"/>
                  </a:lnTo>
                  <a:lnTo>
                    <a:pt x="112763" y="180289"/>
                  </a:lnTo>
                  <a:lnTo>
                    <a:pt x="117678" y="175475"/>
                  </a:lnTo>
                  <a:lnTo>
                    <a:pt x="117678" y="169494"/>
                  </a:lnTo>
                  <a:lnTo>
                    <a:pt x="117678" y="163525"/>
                  </a:lnTo>
                  <a:close/>
                </a:path>
                <a:path w="405130" h="657225">
                  <a:moveTo>
                    <a:pt x="213233" y="322465"/>
                  </a:moveTo>
                  <a:lnTo>
                    <a:pt x="208394" y="317627"/>
                  </a:lnTo>
                  <a:lnTo>
                    <a:pt x="196469" y="317627"/>
                  </a:lnTo>
                  <a:lnTo>
                    <a:pt x="191630" y="322465"/>
                  </a:lnTo>
                  <a:lnTo>
                    <a:pt x="191630" y="334403"/>
                  </a:lnTo>
                  <a:lnTo>
                    <a:pt x="196469" y="339229"/>
                  </a:lnTo>
                  <a:lnTo>
                    <a:pt x="208394" y="339229"/>
                  </a:lnTo>
                  <a:lnTo>
                    <a:pt x="213233" y="334403"/>
                  </a:lnTo>
                  <a:lnTo>
                    <a:pt x="213233" y="328434"/>
                  </a:lnTo>
                  <a:lnTo>
                    <a:pt x="213233" y="322465"/>
                  </a:lnTo>
                  <a:close/>
                </a:path>
                <a:path w="405130" h="657225">
                  <a:moveTo>
                    <a:pt x="213233" y="4826"/>
                  </a:moveTo>
                  <a:lnTo>
                    <a:pt x="208394" y="0"/>
                  </a:lnTo>
                  <a:lnTo>
                    <a:pt x="196469" y="0"/>
                  </a:lnTo>
                  <a:lnTo>
                    <a:pt x="191630" y="4826"/>
                  </a:lnTo>
                  <a:lnTo>
                    <a:pt x="191630" y="16776"/>
                  </a:lnTo>
                  <a:lnTo>
                    <a:pt x="196469" y="21590"/>
                  </a:lnTo>
                  <a:lnTo>
                    <a:pt x="208394" y="21590"/>
                  </a:lnTo>
                  <a:lnTo>
                    <a:pt x="213233" y="16776"/>
                  </a:lnTo>
                  <a:lnTo>
                    <a:pt x="213233" y="10795"/>
                  </a:lnTo>
                  <a:lnTo>
                    <a:pt x="213233" y="4826"/>
                  </a:lnTo>
                  <a:close/>
                </a:path>
                <a:path w="405130" h="657225">
                  <a:moveTo>
                    <a:pt x="309295" y="163525"/>
                  </a:moveTo>
                  <a:lnTo>
                    <a:pt x="304457" y="158699"/>
                  </a:lnTo>
                  <a:lnTo>
                    <a:pt x="292531" y="158699"/>
                  </a:lnTo>
                  <a:lnTo>
                    <a:pt x="287616" y="163525"/>
                  </a:lnTo>
                  <a:lnTo>
                    <a:pt x="287616" y="175475"/>
                  </a:lnTo>
                  <a:lnTo>
                    <a:pt x="292455" y="180289"/>
                  </a:lnTo>
                  <a:lnTo>
                    <a:pt x="304380" y="180289"/>
                  </a:lnTo>
                  <a:lnTo>
                    <a:pt x="309295" y="175475"/>
                  </a:lnTo>
                  <a:lnTo>
                    <a:pt x="309295" y="169494"/>
                  </a:lnTo>
                  <a:lnTo>
                    <a:pt x="309295" y="163525"/>
                  </a:lnTo>
                  <a:close/>
                </a:path>
                <a:path w="405130" h="657225">
                  <a:moveTo>
                    <a:pt x="404850" y="640092"/>
                  </a:moveTo>
                  <a:lnTo>
                    <a:pt x="400011" y="635266"/>
                  </a:lnTo>
                  <a:lnTo>
                    <a:pt x="388086" y="635266"/>
                  </a:lnTo>
                  <a:lnTo>
                    <a:pt x="383247" y="640092"/>
                  </a:lnTo>
                  <a:lnTo>
                    <a:pt x="383247" y="652030"/>
                  </a:lnTo>
                  <a:lnTo>
                    <a:pt x="388086" y="656869"/>
                  </a:lnTo>
                  <a:lnTo>
                    <a:pt x="400011" y="656869"/>
                  </a:lnTo>
                  <a:lnTo>
                    <a:pt x="404850" y="652030"/>
                  </a:lnTo>
                  <a:lnTo>
                    <a:pt x="404850" y="646074"/>
                  </a:lnTo>
                  <a:lnTo>
                    <a:pt x="404850" y="640092"/>
                  </a:lnTo>
                  <a:close/>
                </a:path>
                <a:path w="405130" h="657225">
                  <a:moveTo>
                    <a:pt x="404850" y="322465"/>
                  </a:moveTo>
                  <a:lnTo>
                    <a:pt x="400011" y="317627"/>
                  </a:lnTo>
                  <a:lnTo>
                    <a:pt x="388086" y="317627"/>
                  </a:lnTo>
                  <a:lnTo>
                    <a:pt x="383247" y="322465"/>
                  </a:lnTo>
                  <a:lnTo>
                    <a:pt x="383247" y="334403"/>
                  </a:lnTo>
                  <a:lnTo>
                    <a:pt x="388086" y="339229"/>
                  </a:lnTo>
                  <a:lnTo>
                    <a:pt x="400011" y="339229"/>
                  </a:lnTo>
                  <a:lnTo>
                    <a:pt x="404850" y="334403"/>
                  </a:lnTo>
                  <a:lnTo>
                    <a:pt x="404850" y="328434"/>
                  </a:lnTo>
                  <a:lnTo>
                    <a:pt x="404850" y="322465"/>
                  </a:lnTo>
                  <a:close/>
                </a:path>
                <a:path w="405130" h="657225">
                  <a:moveTo>
                    <a:pt x="404850" y="4826"/>
                  </a:moveTo>
                  <a:lnTo>
                    <a:pt x="400011" y="0"/>
                  </a:lnTo>
                  <a:lnTo>
                    <a:pt x="388086" y="0"/>
                  </a:lnTo>
                  <a:lnTo>
                    <a:pt x="383247" y="4826"/>
                  </a:lnTo>
                  <a:lnTo>
                    <a:pt x="383247" y="16776"/>
                  </a:lnTo>
                  <a:lnTo>
                    <a:pt x="388086" y="21590"/>
                  </a:lnTo>
                  <a:lnTo>
                    <a:pt x="400011" y="21590"/>
                  </a:lnTo>
                  <a:lnTo>
                    <a:pt x="404850" y="16776"/>
                  </a:lnTo>
                  <a:lnTo>
                    <a:pt x="404850" y="10795"/>
                  </a:lnTo>
                  <a:lnTo>
                    <a:pt x="404850" y="4826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1550398" y="8251094"/>
              <a:ext cx="0" cy="637540"/>
            </a:xfrm>
            <a:custGeom>
              <a:avLst/>
              <a:gdLst/>
              <a:ahLst/>
              <a:cxnLst/>
              <a:rect l="l" t="t" r="r" b="b"/>
              <a:pathLst>
                <a:path h="637540">
                  <a:moveTo>
                    <a:pt x="0" y="0"/>
                  </a:moveTo>
                  <a:lnTo>
                    <a:pt x="0" y="637197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1635624" y="8240293"/>
              <a:ext cx="309245" cy="339725"/>
            </a:xfrm>
            <a:custGeom>
              <a:avLst/>
              <a:gdLst/>
              <a:ahLst/>
              <a:cxnLst/>
              <a:rect l="l" t="t" r="r" b="b"/>
              <a:pathLst>
                <a:path w="309244" h="339725">
                  <a:moveTo>
                    <a:pt x="21666" y="163525"/>
                  </a:moveTo>
                  <a:lnTo>
                    <a:pt x="16827" y="158699"/>
                  </a:lnTo>
                  <a:lnTo>
                    <a:pt x="4902" y="158699"/>
                  </a:lnTo>
                  <a:lnTo>
                    <a:pt x="0" y="163525"/>
                  </a:lnTo>
                  <a:lnTo>
                    <a:pt x="0" y="175475"/>
                  </a:lnTo>
                  <a:lnTo>
                    <a:pt x="4838" y="180289"/>
                  </a:lnTo>
                  <a:lnTo>
                    <a:pt x="16751" y="180289"/>
                  </a:lnTo>
                  <a:lnTo>
                    <a:pt x="21666" y="175475"/>
                  </a:lnTo>
                  <a:lnTo>
                    <a:pt x="21666" y="169494"/>
                  </a:lnTo>
                  <a:lnTo>
                    <a:pt x="21666" y="163525"/>
                  </a:lnTo>
                  <a:close/>
                </a:path>
                <a:path w="309244" h="339725">
                  <a:moveTo>
                    <a:pt x="117208" y="322465"/>
                  </a:moveTo>
                  <a:lnTo>
                    <a:pt x="112369" y="317627"/>
                  </a:lnTo>
                  <a:lnTo>
                    <a:pt x="100444" y="317627"/>
                  </a:lnTo>
                  <a:lnTo>
                    <a:pt x="95605" y="322465"/>
                  </a:lnTo>
                  <a:lnTo>
                    <a:pt x="95605" y="334403"/>
                  </a:lnTo>
                  <a:lnTo>
                    <a:pt x="100444" y="339229"/>
                  </a:lnTo>
                  <a:lnTo>
                    <a:pt x="112369" y="339229"/>
                  </a:lnTo>
                  <a:lnTo>
                    <a:pt x="117208" y="334403"/>
                  </a:lnTo>
                  <a:lnTo>
                    <a:pt x="117208" y="328434"/>
                  </a:lnTo>
                  <a:lnTo>
                    <a:pt x="117208" y="322465"/>
                  </a:lnTo>
                  <a:close/>
                </a:path>
                <a:path w="309244" h="339725">
                  <a:moveTo>
                    <a:pt x="117208" y="4826"/>
                  </a:moveTo>
                  <a:lnTo>
                    <a:pt x="112369" y="0"/>
                  </a:lnTo>
                  <a:lnTo>
                    <a:pt x="100444" y="0"/>
                  </a:lnTo>
                  <a:lnTo>
                    <a:pt x="95605" y="4826"/>
                  </a:lnTo>
                  <a:lnTo>
                    <a:pt x="95605" y="16776"/>
                  </a:lnTo>
                  <a:lnTo>
                    <a:pt x="100444" y="21590"/>
                  </a:lnTo>
                  <a:lnTo>
                    <a:pt x="112369" y="21590"/>
                  </a:lnTo>
                  <a:lnTo>
                    <a:pt x="117208" y="16776"/>
                  </a:lnTo>
                  <a:lnTo>
                    <a:pt x="117208" y="10795"/>
                  </a:lnTo>
                  <a:lnTo>
                    <a:pt x="117208" y="4826"/>
                  </a:lnTo>
                  <a:close/>
                </a:path>
                <a:path w="309244" h="339725">
                  <a:moveTo>
                    <a:pt x="213283" y="163525"/>
                  </a:moveTo>
                  <a:lnTo>
                    <a:pt x="208445" y="158699"/>
                  </a:lnTo>
                  <a:lnTo>
                    <a:pt x="196532" y="158699"/>
                  </a:lnTo>
                  <a:lnTo>
                    <a:pt x="191617" y="163525"/>
                  </a:lnTo>
                  <a:lnTo>
                    <a:pt x="191617" y="175475"/>
                  </a:lnTo>
                  <a:lnTo>
                    <a:pt x="196456" y="180289"/>
                  </a:lnTo>
                  <a:lnTo>
                    <a:pt x="208381" y="180289"/>
                  </a:lnTo>
                  <a:lnTo>
                    <a:pt x="213283" y="175475"/>
                  </a:lnTo>
                  <a:lnTo>
                    <a:pt x="213283" y="169494"/>
                  </a:lnTo>
                  <a:lnTo>
                    <a:pt x="213283" y="163525"/>
                  </a:lnTo>
                  <a:close/>
                </a:path>
                <a:path w="309244" h="339725">
                  <a:moveTo>
                    <a:pt x="308838" y="322465"/>
                  </a:moveTo>
                  <a:lnTo>
                    <a:pt x="303999" y="317627"/>
                  </a:lnTo>
                  <a:lnTo>
                    <a:pt x="292087" y="317627"/>
                  </a:lnTo>
                  <a:lnTo>
                    <a:pt x="287248" y="322465"/>
                  </a:lnTo>
                  <a:lnTo>
                    <a:pt x="287248" y="334403"/>
                  </a:lnTo>
                  <a:lnTo>
                    <a:pt x="292087" y="339229"/>
                  </a:lnTo>
                  <a:lnTo>
                    <a:pt x="303999" y="339229"/>
                  </a:lnTo>
                  <a:lnTo>
                    <a:pt x="308838" y="334403"/>
                  </a:lnTo>
                  <a:lnTo>
                    <a:pt x="308838" y="328434"/>
                  </a:lnTo>
                  <a:lnTo>
                    <a:pt x="308838" y="322465"/>
                  </a:lnTo>
                  <a:close/>
                </a:path>
                <a:path w="309244" h="339725">
                  <a:moveTo>
                    <a:pt x="308838" y="4826"/>
                  </a:moveTo>
                  <a:lnTo>
                    <a:pt x="303999" y="0"/>
                  </a:lnTo>
                  <a:lnTo>
                    <a:pt x="292087" y="0"/>
                  </a:lnTo>
                  <a:lnTo>
                    <a:pt x="287248" y="4826"/>
                  </a:lnTo>
                  <a:lnTo>
                    <a:pt x="287248" y="16776"/>
                  </a:lnTo>
                  <a:lnTo>
                    <a:pt x="292087" y="21590"/>
                  </a:lnTo>
                  <a:lnTo>
                    <a:pt x="303999" y="21590"/>
                  </a:lnTo>
                  <a:lnTo>
                    <a:pt x="308838" y="16776"/>
                  </a:lnTo>
                  <a:lnTo>
                    <a:pt x="308838" y="10795"/>
                  </a:lnTo>
                  <a:lnTo>
                    <a:pt x="308838" y="4826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1360076" y="8253821"/>
              <a:ext cx="573405" cy="316865"/>
            </a:xfrm>
            <a:custGeom>
              <a:avLst/>
              <a:gdLst/>
              <a:ahLst/>
              <a:cxnLst/>
              <a:rect l="l" t="t" r="r" b="b"/>
              <a:pathLst>
                <a:path w="573405" h="316865">
                  <a:moveTo>
                    <a:pt x="0" y="316776"/>
                  </a:moveTo>
                  <a:lnTo>
                    <a:pt x="573163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1169908" y="8252978"/>
              <a:ext cx="573405" cy="316865"/>
            </a:xfrm>
            <a:custGeom>
              <a:avLst/>
              <a:gdLst/>
              <a:ahLst/>
              <a:cxnLst/>
              <a:rect l="l" t="t" r="r" b="b"/>
              <a:pathLst>
                <a:path w="573405" h="316865">
                  <a:moveTo>
                    <a:pt x="573163" y="316776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1252363" y="8716619"/>
              <a:ext cx="692150" cy="180975"/>
            </a:xfrm>
            <a:custGeom>
              <a:avLst/>
              <a:gdLst/>
              <a:ahLst/>
              <a:cxnLst/>
              <a:rect l="l" t="t" r="r" b="b"/>
              <a:pathLst>
                <a:path w="692150" h="180975">
                  <a:moveTo>
                    <a:pt x="21678" y="4838"/>
                  </a:moveTo>
                  <a:lnTo>
                    <a:pt x="16840" y="0"/>
                  </a:lnTo>
                  <a:lnTo>
                    <a:pt x="4914" y="0"/>
                  </a:lnTo>
                  <a:lnTo>
                    <a:pt x="0" y="4838"/>
                  </a:lnTo>
                  <a:lnTo>
                    <a:pt x="0" y="16776"/>
                  </a:lnTo>
                  <a:lnTo>
                    <a:pt x="4838" y="21602"/>
                  </a:lnTo>
                  <a:lnTo>
                    <a:pt x="16764" y="21602"/>
                  </a:lnTo>
                  <a:lnTo>
                    <a:pt x="21678" y="16776"/>
                  </a:lnTo>
                  <a:lnTo>
                    <a:pt x="21678" y="10795"/>
                  </a:lnTo>
                  <a:lnTo>
                    <a:pt x="21678" y="4838"/>
                  </a:lnTo>
                  <a:close/>
                </a:path>
                <a:path w="692150" h="180975">
                  <a:moveTo>
                    <a:pt x="117233" y="163766"/>
                  </a:moveTo>
                  <a:lnTo>
                    <a:pt x="112395" y="158940"/>
                  </a:lnTo>
                  <a:lnTo>
                    <a:pt x="100469" y="158940"/>
                  </a:lnTo>
                  <a:lnTo>
                    <a:pt x="95631" y="163766"/>
                  </a:lnTo>
                  <a:lnTo>
                    <a:pt x="95631" y="175704"/>
                  </a:lnTo>
                  <a:lnTo>
                    <a:pt x="100469" y="180543"/>
                  </a:lnTo>
                  <a:lnTo>
                    <a:pt x="112395" y="180543"/>
                  </a:lnTo>
                  <a:lnTo>
                    <a:pt x="117233" y="175704"/>
                  </a:lnTo>
                  <a:lnTo>
                    <a:pt x="117233" y="169748"/>
                  </a:lnTo>
                  <a:lnTo>
                    <a:pt x="117233" y="163766"/>
                  </a:lnTo>
                  <a:close/>
                </a:path>
                <a:path w="692150" h="180975">
                  <a:moveTo>
                    <a:pt x="213296" y="4838"/>
                  </a:moveTo>
                  <a:lnTo>
                    <a:pt x="208457" y="0"/>
                  </a:lnTo>
                  <a:lnTo>
                    <a:pt x="196532" y="0"/>
                  </a:lnTo>
                  <a:lnTo>
                    <a:pt x="191617" y="4838"/>
                  </a:lnTo>
                  <a:lnTo>
                    <a:pt x="191617" y="16776"/>
                  </a:lnTo>
                  <a:lnTo>
                    <a:pt x="196456" y="21602"/>
                  </a:lnTo>
                  <a:lnTo>
                    <a:pt x="208381" y="21602"/>
                  </a:lnTo>
                  <a:lnTo>
                    <a:pt x="213296" y="16776"/>
                  </a:lnTo>
                  <a:lnTo>
                    <a:pt x="213296" y="10795"/>
                  </a:lnTo>
                  <a:lnTo>
                    <a:pt x="213296" y="4838"/>
                  </a:lnTo>
                  <a:close/>
                </a:path>
                <a:path w="692150" h="180975">
                  <a:moveTo>
                    <a:pt x="404926" y="4838"/>
                  </a:moveTo>
                  <a:lnTo>
                    <a:pt x="400088" y="0"/>
                  </a:lnTo>
                  <a:lnTo>
                    <a:pt x="388162" y="0"/>
                  </a:lnTo>
                  <a:lnTo>
                    <a:pt x="383260" y="4838"/>
                  </a:lnTo>
                  <a:lnTo>
                    <a:pt x="383260" y="16776"/>
                  </a:lnTo>
                  <a:lnTo>
                    <a:pt x="388099" y="21602"/>
                  </a:lnTo>
                  <a:lnTo>
                    <a:pt x="400011" y="21602"/>
                  </a:lnTo>
                  <a:lnTo>
                    <a:pt x="404926" y="16776"/>
                  </a:lnTo>
                  <a:lnTo>
                    <a:pt x="404926" y="10795"/>
                  </a:lnTo>
                  <a:lnTo>
                    <a:pt x="404926" y="4838"/>
                  </a:lnTo>
                  <a:close/>
                </a:path>
                <a:path w="692150" h="180975">
                  <a:moveTo>
                    <a:pt x="500468" y="163766"/>
                  </a:moveTo>
                  <a:lnTo>
                    <a:pt x="495630" y="158940"/>
                  </a:lnTo>
                  <a:lnTo>
                    <a:pt x="483704" y="158940"/>
                  </a:lnTo>
                  <a:lnTo>
                    <a:pt x="478866" y="163766"/>
                  </a:lnTo>
                  <a:lnTo>
                    <a:pt x="478866" y="175704"/>
                  </a:lnTo>
                  <a:lnTo>
                    <a:pt x="483704" y="180543"/>
                  </a:lnTo>
                  <a:lnTo>
                    <a:pt x="495630" y="180543"/>
                  </a:lnTo>
                  <a:lnTo>
                    <a:pt x="500468" y="175704"/>
                  </a:lnTo>
                  <a:lnTo>
                    <a:pt x="500468" y="169748"/>
                  </a:lnTo>
                  <a:lnTo>
                    <a:pt x="500468" y="163766"/>
                  </a:lnTo>
                  <a:close/>
                </a:path>
                <a:path w="692150" h="180975">
                  <a:moveTo>
                    <a:pt x="596544" y="4838"/>
                  </a:moveTo>
                  <a:lnTo>
                    <a:pt x="591705" y="0"/>
                  </a:lnTo>
                  <a:lnTo>
                    <a:pt x="579793" y="0"/>
                  </a:lnTo>
                  <a:lnTo>
                    <a:pt x="574878" y="4838"/>
                  </a:lnTo>
                  <a:lnTo>
                    <a:pt x="574878" y="16776"/>
                  </a:lnTo>
                  <a:lnTo>
                    <a:pt x="579716" y="21602"/>
                  </a:lnTo>
                  <a:lnTo>
                    <a:pt x="591642" y="21602"/>
                  </a:lnTo>
                  <a:lnTo>
                    <a:pt x="596544" y="16776"/>
                  </a:lnTo>
                  <a:lnTo>
                    <a:pt x="596544" y="10795"/>
                  </a:lnTo>
                  <a:lnTo>
                    <a:pt x="596544" y="4838"/>
                  </a:lnTo>
                  <a:close/>
                </a:path>
                <a:path w="692150" h="180975">
                  <a:moveTo>
                    <a:pt x="692099" y="163766"/>
                  </a:moveTo>
                  <a:lnTo>
                    <a:pt x="687260" y="158940"/>
                  </a:lnTo>
                  <a:lnTo>
                    <a:pt x="675347" y="158940"/>
                  </a:lnTo>
                  <a:lnTo>
                    <a:pt x="670509" y="163766"/>
                  </a:lnTo>
                  <a:lnTo>
                    <a:pt x="670509" y="175704"/>
                  </a:lnTo>
                  <a:lnTo>
                    <a:pt x="675347" y="180543"/>
                  </a:lnTo>
                  <a:lnTo>
                    <a:pt x="687260" y="180543"/>
                  </a:lnTo>
                  <a:lnTo>
                    <a:pt x="692099" y="175704"/>
                  </a:lnTo>
                  <a:lnTo>
                    <a:pt x="692099" y="169748"/>
                  </a:lnTo>
                  <a:lnTo>
                    <a:pt x="692099" y="163766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1168121" y="8251994"/>
              <a:ext cx="766445" cy="636905"/>
            </a:xfrm>
            <a:custGeom>
              <a:avLst/>
              <a:gdLst/>
              <a:ahLst/>
              <a:cxnLst/>
              <a:rect l="l" t="t" r="r" b="b"/>
              <a:pathLst>
                <a:path w="766444" h="636904">
                  <a:moveTo>
                    <a:pt x="381952" y="636320"/>
                  </a:moveTo>
                  <a:lnTo>
                    <a:pt x="766381" y="0"/>
                  </a:lnTo>
                  <a:lnTo>
                    <a:pt x="0" y="0"/>
                  </a:lnTo>
                  <a:lnTo>
                    <a:pt x="381952" y="636320"/>
                  </a:lnTo>
                  <a:close/>
                </a:path>
              </a:pathLst>
            </a:custGeom>
            <a:ln w="8890">
              <a:solidFill>
                <a:srgbClr val="F582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1531072" y="8443703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5">
                  <a:moveTo>
                    <a:pt x="21615" y="0"/>
                  </a:moveTo>
                  <a:lnTo>
                    <a:pt x="13201" y="1696"/>
                  </a:lnTo>
                  <a:lnTo>
                    <a:pt x="6330" y="6324"/>
                  </a:lnTo>
                  <a:lnTo>
                    <a:pt x="1698" y="13190"/>
                  </a:lnTo>
                  <a:lnTo>
                    <a:pt x="0" y="21602"/>
                  </a:lnTo>
                  <a:lnTo>
                    <a:pt x="1698" y="30012"/>
                  </a:lnTo>
                  <a:lnTo>
                    <a:pt x="6330" y="36874"/>
                  </a:lnTo>
                  <a:lnTo>
                    <a:pt x="13201" y="41498"/>
                  </a:lnTo>
                  <a:lnTo>
                    <a:pt x="21615" y="43192"/>
                  </a:lnTo>
                  <a:lnTo>
                    <a:pt x="30007" y="41498"/>
                  </a:lnTo>
                  <a:lnTo>
                    <a:pt x="36866" y="36874"/>
                  </a:lnTo>
                  <a:lnTo>
                    <a:pt x="41494" y="30012"/>
                  </a:lnTo>
                  <a:lnTo>
                    <a:pt x="43192" y="21602"/>
                  </a:lnTo>
                  <a:lnTo>
                    <a:pt x="41494" y="13190"/>
                  </a:lnTo>
                  <a:lnTo>
                    <a:pt x="36866" y="6324"/>
                  </a:lnTo>
                  <a:lnTo>
                    <a:pt x="30007" y="1696"/>
                  </a:lnTo>
                  <a:lnTo>
                    <a:pt x="21615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4" name="object 354"/>
          <p:cNvSpPr/>
          <p:nvPr/>
        </p:nvSpPr>
        <p:spPr>
          <a:xfrm>
            <a:off x="1060801" y="8716616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16763" y="0"/>
                </a:moveTo>
                <a:lnTo>
                  <a:pt x="4851" y="0"/>
                </a:lnTo>
                <a:lnTo>
                  <a:pt x="0" y="4838"/>
                </a:lnTo>
                <a:lnTo>
                  <a:pt x="0" y="16776"/>
                </a:lnTo>
                <a:lnTo>
                  <a:pt x="4851" y="21602"/>
                </a:lnTo>
                <a:lnTo>
                  <a:pt x="16763" y="21602"/>
                </a:lnTo>
                <a:lnTo>
                  <a:pt x="21602" y="16776"/>
                </a:lnTo>
                <a:lnTo>
                  <a:pt x="21602" y="10794"/>
                </a:lnTo>
                <a:lnTo>
                  <a:pt x="21602" y="4838"/>
                </a:lnTo>
                <a:lnTo>
                  <a:pt x="16763" y="0"/>
                </a:lnTo>
                <a:close/>
              </a:path>
            </a:pathLst>
          </a:custGeom>
          <a:solidFill>
            <a:srgbClr val="939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1060801" y="8398992"/>
            <a:ext cx="22225" cy="21590"/>
          </a:xfrm>
          <a:custGeom>
            <a:avLst/>
            <a:gdLst/>
            <a:ahLst/>
            <a:cxnLst/>
            <a:rect l="l" t="t" r="r" b="b"/>
            <a:pathLst>
              <a:path w="22225" h="21590">
                <a:moveTo>
                  <a:pt x="16763" y="0"/>
                </a:moveTo>
                <a:lnTo>
                  <a:pt x="4851" y="0"/>
                </a:lnTo>
                <a:lnTo>
                  <a:pt x="0" y="4826"/>
                </a:lnTo>
                <a:lnTo>
                  <a:pt x="0" y="16776"/>
                </a:lnTo>
                <a:lnTo>
                  <a:pt x="4851" y="21590"/>
                </a:lnTo>
                <a:lnTo>
                  <a:pt x="16763" y="21590"/>
                </a:lnTo>
                <a:lnTo>
                  <a:pt x="21602" y="16776"/>
                </a:lnTo>
                <a:lnTo>
                  <a:pt x="21602" y="10795"/>
                </a:lnTo>
                <a:lnTo>
                  <a:pt x="21602" y="4826"/>
                </a:lnTo>
                <a:lnTo>
                  <a:pt x="16763" y="0"/>
                </a:lnTo>
                <a:close/>
              </a:path>
            </a:pathLst>
          </a:custGeom>
          <a:solidFill>
            <a:srgbClr val="939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2018859" y="8716619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678" y="4838"/>
                </a:moveTo>
                <a:lnTo>
                  <a:pt x="16852" y="0"/>
                </a:lnTo>
                <a:lnTo>
                  <a:pt x="4914" y="0"/>
                </a:lnTo>
                <a:lnTo>
                  <a:pt x="0" y="4838"/>
                </a:lnTo>
                <a:lnTo>
                  <a:pt x="0" y="16776"/>
                </a:lnTo>
                <a:lnTo>
                  <a:pt x="4838" y="21602"/>
                </a:lnTo>
                <a:lnTo>
                  <a:pt x="16776" y="21602"/>
                </a:lnTo>
                <a:lnTo>
                  <a:pt x="21678" y="16776"/>
                </a:lnTo>
                <a:lnTo>
                  <a:pt x="21678" y="10795"/>
                </a:lnTo>
                <a:lnTo>
                  <a:pt x="21678" y="4838"/>
                </a:lnTo>
                <a:close/>
              </a:path>
            </a:pathLst>
          </a:custGeom>
          <a:solidFill>
            <a:srgbClr val="939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2018859" y="8398992"/>
            <a:ext cx="22225" cy="21590"/>
          </a:xfrm>
          <a:custGeom>
            <a:avLst/>
            <a:gdLst/>
            <a:ahLst/>
            <a:cxnLst/>
            <a:rect l="l" t="t" r="r" b="b"/>
            <a:pathLst>
              <a:path w="22225" h="21590">
                <a:moveTo>
                  <a:pt x="21678" y="4826"/>
                </a:moveTo>
                <a:lnTo>
                  <a:pt x="16852" y="0"/>
                </a:lnTo>
                <a:lnTo>
                  <a:pt x="4914" y="0"/>
                </a:lnTo>
                <a:lnTo>
                  <a:pt x="0" y="4826"/>
                </a:lnTo>
                <a:lnTo>
                  <a:pt x="0" y="16776"/>
                </a:lnTo>
                <a:lnTo>
                  <a:pt x="4838" y="21590"/>
                </a:lnTo>
                <a:lnTo>
                  <a:pt x="16776" y="21590"/>
                </a:lnTo>
                <a:lnTo>
                  <a:pt x="21678" y="16776"/>
                </a:lnTo>
                <a:lnTo>
                  <a:pt x="21678" y="10795"/>
                </a:lnTo>
                <a:lnTo>
                  <a:pt x="21678" y="4826"/>
                </a:lnTo>
                <a:close/>
              </a:path>
            </a:pathLst>
          </a:custGeom>
          <a:solidFill>
            <a:srgbClr val="939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8" name="object 358"/>
          <p:cNvGrpSpPr/>
          <p:nvPr/>
        </p:nvGrpSpPr>
        <p:grpSpPr>
          <a:xfrm>
            <a:off x="2774770" y="8179096"/>
            <a:ext cx="727710" cy="727710"/>
            <a:chOff x="2774770" y="8179096"/>
            <a:chExt cx="727710" cy="727710"/>
          </a:xfrm>
        </p:grpSpPr>
        <p:sp>
          <p:nvSpPr>
            <p:cNvPr id="359" name="object 359"/>
            <p:cNvSpPr/>
            <p:nvPr/>
          </p:nvSpPr>
          <p:spPr>
            <a:xfrm>
              <a:off x="2774770" y="8181636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2777310" y="8184171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2897663" y="8181636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2897663" y="8184171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3018016" y="8181636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3018016" y="8184171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3138370" y="8181636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3138370" y="8184171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3258723" y="8181636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3258723" y="8184171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3379076" y="8181636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3379076" y="8184171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3499430" y="8184171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2774770" y="8301989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2777310" y="830452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2897663" y="8301989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2897663" y="830452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3018016" y="8301989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3018016" y="830452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3138370" y="8301989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3138370" y="830452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3258723" y="8301989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3258723" y="830452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3379076" y="8301989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3379076" y="830452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3499430" y="830452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2774770" y="8422343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2777310" y="8424878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2897663" y="8422343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2897663" y="8424878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3018016" y="8422343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3018016" y="8424878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3138370" y="8422343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3138370" y="8424878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3258723" y="8422343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3258723" y="8424878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3379076" y="8422343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3379076" y="8424878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3499430" y="8424878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2774770" y="8542696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2777310" y="8545232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2897663" y="8542696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2897663" y="8545232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3018016" y="8542696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3018016" y="8545232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3138370" y="8542696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3138370" y="8545232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3258723" y="8542696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3258723" y="8545232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3379076" y="8542696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3379076" y="8545232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3499430" y="8545232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2774770" y="8663050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2777310" y="866558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2897663" y="8663050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2897663" y="866558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3018016" y="8663050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3018016" y="866558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3138370" y="8663050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3138370" y="866558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3258723" y="8663050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3258723" y="866558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3379076" y="8663050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3379076" y="866558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3499430" y="866558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2774770" y="8783403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2777310" y="8785939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2897663" y="8783403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2897663" y="8785939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3018016" y="8783403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3018016" y="8785939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3138370" y="8783403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3138370" y="8785939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3258723" y="8783403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3258723" y="8785939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3379076" y="8783403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3379076" y="8785939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3499430" y="8785939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77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2774770" y="8903757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2897663" y="8903757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3018016" y="8903757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3138370" y="8903757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3258723" y="8903757"/>
              <a:ext cx="120650" cy="0"/>
            </a:xfrm>
            <a:custGeom>
              <a:avLst/>
              <a:gdLst/>
              <a:ahLst/>
              <a:cxnLst/>
              <a:rect l="l" t="t" r="r" b="b"/>
              <a:pathLst>
                <a:path w="120650">
                  <a:moveTo>
                    <a:pt x="0" y="0"/>
                  </a:moveTo>
                  <a:lnTo>
                    <a:pt x="12035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3379076" y="8903757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97" y="0"/>
                  </a:lnTo>
                </a:path>
              </a:pathLst>
            </a:custGeom>
            <a:ln w="5080">
              <a:solidFill>
                <a:srgbClr val="6D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3141619" y="8307128"/>
              <a:ext cx="236854" cy="236854"/>
            </a:xfrm>
            <a:custGeom>
              <a:avLst/>
              <a:gdLst/>
              <a:ahLst/>
              <a:cxnLst/>
              <a:rect l="l" t="t" r="r" b="b"/>
              <a:pathLst>
                <a:path w="236854" h="236854">
                  <a:moveTo>
                    <a:pt x="236715" y="0"/>
                  </a:moveTo>
                  <a:lnTo>
                    <a:pt x="0" y="236715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2901774" y="8305097"/>
              <a:ext cx="475615" cy="238125"/>
            </a:xfrm>
            <a:custGeom>
              <a:avLst/>
              <a:gdLst/>
              <a:ahLst/>
              <a:cxnLst/>
              <a:rect l="l" t="t" r="r" b="b"/>
              <a:pathLst>
                <a:path w="475614" h="238125">
                  <a:moveTo>
                    <a:pt x="0" y="0"/>
                  </a:moveTo>
                  <a:lnTo>
                    <a:pt x="475564" y="237604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3139377" y="8303290"/>
              <a:ext cx="238760" cy="480059"/>
            </a:xfrm>
            <a:custGeom>
              <a:avLst/>
              <a:gdLst/>
              <a:ahLst/>
              <a:cxnLst/>
              <a:rect l="l" t="t" r="r" b="b"/>
              <a:pathLst>
                <a:path w="238760" h="480059">
                  <a:moveTo>
                    <a:pt x="238353" y="479691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3197872" y="8444603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4" h="43815">
                  <a:moveTo>
                    <a:pt x="21615" y="0"/>
                  </a:moveTo>
                  <a:lnTo>
                    <a:pt x="13201" y="1696"/>
                  </a:lnTo>
                  <a:lnTo>
                    <a:pt x="6330" y="6324"/>
                  </a:lnTo>
                  <a:lnTo>
                    <a:pt x="1698" y="13190"/>
                  </a:lnTo>
                  <a:lnTo>
                    <a:pt x="0" y="21602"/>
                  </a:lnTo>
                  <a:lnTo>
                    <a:pt x="1698" y="30012"/>
                  </a:lnTo>
                  <a:lnTo>
                    <a:pt x="6330" y="36874"/>
                  </a:lnTo>
                  <a:lnTo>
                    <a:pt x="13201" y="41498"/>
                  </a:lnTo>
                  <a:lnTo>
                    <a:pt x="21615" y="43192"/>
                  </a:lnTo>
                  <a:lnTo>
                    <a:pt x="30007" y="41498"/>
                  </a:lnTo>
                  <a:lnTo>
                    <a:pt x="36866" y="36874"/>
                  </a:lnTo>
                  <a:lnTo>
                    <a:pt x="41494" y="30012"/>
                  </a:lnTo>
                  <a:lnTo>
                    <a:pt x="43192" y="21602"/>
                  </a:lnTo>
                  <a:lnTo>
                    <a:pt x="41494" y="13190"/>
                  </a:lnTo>
                  <a:lnTo>
                    <a:pt x="36866" y="6324"/>
                  </a:lnTo>
                  <a:lnTo>
                    <a:pt x="30007" y="1696"/>
                  </a:lnTo>
                  <a:lnTo>
                    <a:pt x="21615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2898063" y="8303494"/>
              <a:ext cx="480059" cy="480059"/>
            </a:xfrm>
            <a:custGeom>
              <a:avLst/>
              <a:gdLst/>
              <a:ahLst/>
              <a:cxnLst/>
              <a:rect l="l" t="t" r="r" b="b"/>
              <a:pathLst>
                <a:path w="480060" h="480059">
                  <a:moveTo>
                    <a:pt x="0" y="0"/>
                  </a:moveTo>
                  <a:lnTo>
                    <a:pt x="479501" y="479501"/>
                  </a:lnTo>
                  <a:lnTo>
                    <a:pt x="479501" y="0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F582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8" name="object 448"/>
          <p:cNvGrpSpPr/>
          <p:nvPr/>
        </p:nvGrpSpPr>
        <p:grpSpPr>
          <a:xfrm>
            <a:off x="4416696" y="8179999"/>
            <a:ext cx="381635" cy="739140"/>
            <a:chOff x="4416696" y="8179999"/>
            <a:chExt cx="381635" cy="739140"/>
          </a:xfrm>
        </p:grpSpPr>
        <p:sp>
          <p:nvSpPr>
            <p:cNvPr id="449" name="object 449"/>
            <p:cNvSpPr/>
            <p:nvPr/>
          </p:nvSpPr>
          <p:spPr>
            <a:xfrm>
              <a:off x="4419871" y="818317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4419871" y="818317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4598460" y="818317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4598460" y="818317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4419871" y="836177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4419871" y="836177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4598460" y="836177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4598460" y="836177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4419871" y="8540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4419871" y="8540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4598460" y="8540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4598460" y="8540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4777049" y="85406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4777049" y="85406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4427702" y="8549971"/>
              <a:ext cx="353695" cy="0"/>
            </a:xfrm>
            <a:custGeom>
              <a:avLst/>
              <a:gdLst/>
              <a:ahLst/>
              <a:cxnLst/>
              <a:rect l="l" t="t" r="r" b="b"/>
              <a:pathLst>
                <a:path w="353695">
                  <a:moveTo>
                    <a:pt x="0" y="0"/>
                  </a:moveTo>
                  <a:lnTo>
                    <a:pt x="353339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4419871" y="871901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4419871" y="871901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4598460" y="871901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4598460" y="871901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4429124" y="8199265"/>
              <a:ext cx="173355" cy="530225"/>
            </a:xfrm>
            <a:custGeom>
              <a:avLst/>
              <a:gdLst/>
              <a:ahLst/>
              <a:cxnLst/>
              <a:rect l="l" t="t" r="r" b="b"/>
              <a:pathLst>
                <a:path w="173354" h="530225">
                  <a:moveTo>
                    <a:pt x="172834" y="52971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4419871" y="88976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4419871" y="88976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4598460" y="88976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4598460" y="88976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4433387" y="8368632"/>
              <a:ext cx="173990" cy="529590"/>
            </a:xfrm>
            <a:custGeom>
              <a:avLst/>
              <a:gdLst/>
              <a:ahLst/>
              <a:cxnLst/>
              <a:rect l="l" t="t" r="r" b="b"/>
              <a:pathLst>
                <a:path w="173989" h="529590">
                  <a:moveTo>
                    <a:pt x="173685" y="0"/>
                  </a:moveTo>
                  <a:lnTo>
                    <a:pt x="0" y="529323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4" name="object 474"/>
            <p:cNvSpPr/>
            <p:nvPr/>
          </p:nvSpPr>
          <p:spPr>
            <a:xfrm>
              <a:off x="4527157" y="8528022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4" h="40004">
                  <a:moveTo>
                    <a:pt x="21602" y="0"/>
                  </a:moveTo>
                  <a:lnTo>
                    <a:pt x="13190" y="1553"/>
                  </a:lnTo>
                  <a:lnTo>
                    <a:pt x="6324" y="5789"/>
                  </a:lnTo>
                  <a:lnTo>
                    <a:pt x="1696" y="12071"/>
                  </a:lnTo>
                  <a:lnTo>
                    <a:pt x="0" y="19761"/>
                  </a:lnTo>
                  <a:lnTo>
                    <a:pt x="1696" y="27458"/>
                  </a:lnTo>
                  <a:lnTo>
                    <a:pt x="6324" y="33743"/>
                  </a:lnTo>
                  <a:lnTo>
                    <a:pt x="13190" y="37981"/>
                  </a:lnTo>
                  <a:lnTo>
                    <a:pt x="21602" y="39535"/>
                  </a:lnTo>
                  <a:lnTo>
                    <a:pt x="30012" y="37981"/>
                  </a:lnTo>
                  <a:lnTo>
                    <a:pt x="36874" y="33743"/>
                  </a:lnTo>
                  <a:lnTo>
                    <a:pt x="41498" y="27458"/>
                  </a:lnTo>
                  <a:lnTo>
                    <a:pt x="43192" y="19761"/>
                  </a:lnTo>
                  <a:lnTo>
                    <a:pt x="41498" y="12071"/>
                  </a:lnTo>
                  <a:lnTo>
                    <a:pt x="36874" y="5789"/>
                  </a:lnTo>
                  <a:lnTo>
                    <a:pt x="30012" y="1553"/>
                  </a:lnTo>
                  <a:lnTo>
                    <a:pt x="21602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4777049" y="818317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4777049" y="818317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4777049" y="88972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4777049" y="88972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4777049" y="83618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4777049" y="83618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4777049" y="87193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4777049" y="87193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4426108" y="8189901"/>
              <a:ext cx="360045" cy="715010"/>
            </a:xfrm>
            <a:custGeom>
              <a:avLst/>
              <a:gdLst/>
              <a:ahLst/>
              <a:cxnLst/>
              <a:rect l="l" t="t" r="r" b="b"/>
              <a:pathLst>
                <a:path w="360045" h="715009">
                  <a:moveTo>
                    <a:pt x="0" y="0"/>
                  </a:moveTo>
                  <a:lnTo>
                    <a:pt x="0" y="714425"/>
                  </a:lnTo>
                  <a:lnTo>
                    <a:pt x="359791" y="359092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F582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4" name="object 484"/>
          <p:cNvGrpSpPr/>
          <p:nvPr/>
        </p:nvGrpSpPr>
        <p:grpSpPr>
          <a:xfrm>
            <a:off x="4238696" y="8179999"/>
            <a:ext cx="24130" cy="24130"/>
            <a:chOff x="4238696" y="8179999"/>
            <a:chExt cx="24130" cy="24130"/>
          </a:xfrm>
        </p:grpSpPr>
        <p:sp>
          <p:nvSpPr>
            <p:cNvPr id="485" name="object 485"/>
            <p:cNvSpPr/>
            <p:nvPr/>
          </p:nvSpPr>
          <p:spPr>
            <a:xfrm>
              <a:off x="4241871" y="818317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4241871" y="818317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7" name="object 487"/>
          <p:cNvGrpSpPr/>
          <p:nvPr/>
        </p:nvGrpSpPr>
        <p:grpSpPr>
          <a:xfrm>
            <a:off x="4238696" y="8894447"/>
            <a:ext cx="24130" cy="24130"/>
            <a:chOff x="4238696" y="8894447"/>
            <a:chExt cx="24130" cy="24130"/>
          </a:xfrm>
        </p:grpSpPr>
        <p:sp>
          <p:nvSpPr>
            <p:cNvPr id="488" name="object 488"/>
            <p:cNvSpPr/>
            <p:nvPr/>
          </p:nvSpPr>
          <p:spPr>
            <a:xfrm>
              <a:off x="4241871" y="88976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4241871" y="88976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0" name="object 490"/>
          <p:cNvGrpSpPr/>
          <p:nvPr/>
        </p:nvGrpSpPr>
        <p:grpSpPr>
          <a:xfrm>
            <a:off x="4238696" y="8358603"/>
            <a:ext cx="24130" cy="24130"/>
            <a:chOff x="4238696" y="8358603"/>
            <a:chExt cx="24130" cy="24130"/>
          </a:xfrm>
        </p:grpSpPr>
        <p:sp>
          <p:nvSpPr>
            <p:cNvPr id="491" name="object 491"/>
            <p:cNvSpPr/>
            <p:nvPr/>
          </p:nvSpPr>
          <p:spPr>
            <a:xfrm>
              <a:off x="4241871" y="836177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4241871" y="836177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3" name="object 493"/>
          <p:cNvGrpSpPr/>
          <p:nvPr/>
        </p:nvGrpSpPr>
        <p:grpSpPr>
          <a:xfrm>
            <a:off x="4238696" y="8537223"/>
            <a:ext cx="24130" cy="24130"/>
            <a:chOff x="4238696" y="8537223"/>
            <a:chExt cx="24130" cy="24130"/>
          </a:xfrm>
        </p:grpSpPr>
        <p:sp>
          <p:nvSpPr>
            <p:cNvPr id="494" name="object 494"/>
            <p:cNvSpPr/>
            <p:nvPr/>
          </p:nvSpPr>
          <p:spPr>
            <a:xfrm>
              <a:off x="4241871" y="8540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4241871" y="8540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6" name="object 496"/>
          <p:cNvGrpSpPr/>
          <p:nvPr/>
        </p:nvGrpSpPr>
        <p:grpSpPr>
          <a:xfrm>
            <a:off x="4238696" y="8715840"/>
            <a:ext cx="24130" cy="24130"/>
            <a:chOff x="4238696" y="8715840"/>
            <a:chExt cx="24130" cy="24130"/>
          </a:xfrm>
        </p:grpSpPr>
        <p:sp>
          <p:nvSpPr>
            <p:cNvPr id="497" name="object 497"/>
            <p:cNvSpPr/>
            <p:nvPr/>
          </p:nvSpPr>
          <p:spPr>
            <a:xfrm>
              <a:off x="4241871" y="87190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4241871" y="87190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9" name="object 499"/>
          <p:cNvSpPr txBox="1"/>
          <p:nvPr/>
        </p:nvSpPr>
        <p:spPr>
          <a:xfrm>
            <a:off x="3787020" y="9374982"/>
            <a:ext cx="16637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35" dirty="0">
                <a:solidFill>
                  <a:srgbClr val="FFFFFF"/>
                </a:solidFill>
                <a:latin typeface="Arial"/>
                <a:cs typeface="Arial"/>
              </a:rPr>
              <a:t>3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4500" y="899995"/>
            <a:ext cx="7025640" cy="8280400"/>
            <a:chOff x="264500" y="899995"/>
            <a:chExt cx="7025640" cy="8280400"/>
          </a:xfrm>
        </p:grpSpPr>
        <p:sp>
          <p:nvSpPr>
            <p:cNvPr id="3" name="object 3"/>
            <p:cNvSpPr/>
            <p:nvPr/>
          </p:nvSpPr>
          <p:spPr>
            <a:xfrm>
              <a:off x="3958878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69789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80686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91597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02508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13432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2434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35241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46152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5706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6797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78884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89795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0706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11617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22528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33439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44350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55260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66171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77082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8799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98904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09802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2071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3162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42534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53445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64356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75267" y="1060056"/>
              <a:ext cx="108585" cy="104139"/>
            </a:xfrm>
            <a:custGeom>
              <a:avLst/>
              <a:gdLst/>
              <a:ahLst/>
              <a:cxnLst/>
              <a:rect l="l" t="t" r="r" b="b"/>
              <a:pathLst>
                <a:path w="108584" h="104140">
                  <a:moveTo>
                    <a:pt x="108389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</a:pathLst>
            </a:custGeom>
            <a:ln w="3221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58878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69789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180686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91597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02508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13432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62434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735241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46152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5706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06797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178884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289795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400706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511617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622528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733439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844350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955260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66171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177082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8799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398904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509802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62071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73162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842534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53445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064356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175267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958878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069789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180686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291597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02508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513432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62434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735241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846152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95706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06797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178884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289795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400706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511617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622528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733439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844350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955260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066171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177082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28799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398904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509802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62071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73162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842534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953445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064356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175267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958878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069789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180686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291597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402508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513432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62434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735241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846152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95706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06797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178884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289795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400706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511617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622528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733439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844350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955260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066171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177082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28799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398904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509802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62071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73162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42534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953445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064356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175267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958878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069789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180686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291597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402508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513432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62434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735241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846152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95706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06797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178884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289795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400706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5511617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622528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733439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844350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5955260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066171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6177082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28799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6398904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6509802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62071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73162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6842534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6953445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064356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175267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958878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069789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180686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4291597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402508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513432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62434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735241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4846152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95706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506797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5178884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5289795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5400706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5511617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5622528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5733439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5844350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5955260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6066171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6177082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628799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6398904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6509802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662071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673162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6842534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6953445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064356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175267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958878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4069789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4180686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4291597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4402508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4513432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462434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4735241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4846152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495706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506797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5178884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5289795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5400706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5511617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5622528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5733439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5844350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5955260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6066171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6177082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628799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6398904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6509802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662071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673162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6842534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6953445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7064356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7175267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3958878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4069789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4180686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4291597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4402508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4513432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462434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4735241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4846152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495706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506797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5178884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5289795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5400706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5511617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5622528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5733439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5844350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5955260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6066171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6177082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628799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6398904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6509802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662071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673162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6842534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6953445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7064356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7175267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3958878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4069789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4180686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4291597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4402508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4513432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462434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4735241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4846152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495706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506797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5178884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5289795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5400706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5511617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5622528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5733439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5844350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5955260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6066171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6177082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628799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6398904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6509802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662071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673162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6842534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6953445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7064356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7175267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3958878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4069789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4180686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4291597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4402508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4513432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462434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4735241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4846152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495706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506797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5178884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5289795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5400706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5511617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5622528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5733439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5844350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5955260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6066171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6177082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628799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6398904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6509802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662071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673162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6842534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6953445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7064356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7175267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3958878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4069789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4180686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4291597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4402508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4513432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462434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4735241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4846152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495706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506797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5178884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5289795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5400706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5511617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5622528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5733439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5844350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5955260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6066171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6177082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628799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6398904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6509802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662071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673162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6842534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6953445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7064356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7175267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3958878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4069789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4180686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4291597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4402508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4513432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462434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4735241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4846152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495706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506797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5178884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5289795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5400706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5511617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5622528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5733439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5844350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5955260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6066171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6177082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628799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6398904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6509802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662071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673162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6842534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6953445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7064356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7175267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3958878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4069789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4180686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4291597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4402508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4513432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462434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4735241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4846152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495706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506797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5178884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5289795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5400706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5511617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5622528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5733439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5844350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5955260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6066171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6177082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628799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6398904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6509802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662071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673162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6842534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6953445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7064356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7175267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3958878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4069789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4180686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4291597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4402508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4513432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462434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4735241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4846152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495706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506797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5178884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5289795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5400706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5511617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5622528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5733439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5844350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5955260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6066171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6177082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628799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6398904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6509802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662071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673162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6842534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6953445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7064356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7175267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3958878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4069789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4180686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4291597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4402508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4513432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462434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4735241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4846152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495706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506797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5178884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5289795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5400706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5511617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5622528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5733439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5844350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5955260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6066171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6177082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628799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6398904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6509802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662071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673162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6842534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6953445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7064356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7175267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3958878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4069789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4180686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4291597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4402508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4513432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462434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4735241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4846152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495706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506797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5178884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5289795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5400706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5511617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5622528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5733439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5844350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5955260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6066171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6177082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4" name="object 474"/>
            <p:cNvSpPr/>
            <p:nvPr/>
          </p:nvSpPr>
          <p:spPr>
            <a:xfrm>
              <a:off x="628799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6398904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6509802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662071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673162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6842534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6953445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7064356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7175267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3958878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4069789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4180686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4291597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4402508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4513432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462434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4735241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4846152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495706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3" name="object 493"/>
            <p:cNvSpPr/>
            <p:nvPr/>
          </p:nvSpPr>
          <p:spPr>
            <a:xfrm>
              <a:off x="506797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4" name="object 494"/>
            <p:cNvSpPr/>
            <p:nvPr/>
          </p:nvSpPr>
          <p:spPr>
            <a:xfrm>
              <a:off x="5178884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5289795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6" name="object 496"/>
            <p:cNvSpPr/>
            <p:nvPr/>
          </p:nvSpPr>
          <p:spPr>
            <a:xfrm>
              <a:off x="5400706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5511617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5622528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5733439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5844350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5955260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2" name="object 502"/>
            <p:cNvSpPr/>
            <p:nvPr/>
          </p:nvSpPr>
          <p:spPr>
            <a:xfrm>
              <a:off x="6066171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6177082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/>
            <p:cNvSpPr/>
            <p:nvPr/>
          </p:nvSpPr>
          <p:spPr>
            <a:xfrm>
              <a:off x="628799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5" name="object 505"/>
            <p:cNvSpPr/>
            <p:nvPr/>
          </p:nvSpPr>
          <p:spPr>
            <a:xfrm>
              <a:off x="6398904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6509802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7" name="object 507"/>
            <p:cNvSpPr/>
            <p:nvPr/>
          </p:nvSpPr>
          <p:spPr>
            <a:xfrm>
              <a:off x="662071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08"/>
            <p:cNvSpPr/>
            <p:nvPr/>
          </p:nvSpPr>
          <p:spPr>
            <a:xfrm>
              <a:off x="673162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9" name="object 509"/>
            <p:cNvSpPr/>
            <p:nvPr/>
          </p:nvSpPr>
          <p:spPr>
            <a:xfrm>
              <a:off x="6842534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0" name="object 510"/>
            <p:cNvSpPr/>
            <p:nvPr/>
          </p:nvSpPr>
          <p:spPr>
            <a:xfrm>
              <a:off x="6953445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7064356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7175267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3" name="object 513"/>
            <p:cNvSpPr/>
            <p:nvPr/>
          </p:nvSpPr>
          <p:spPr>
            <a:xfrm>
              <a:off x="3958878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4069789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4180686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4291597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17"/>
            <p:cNvSpPr/>
            <p:nvPr/>
          </p:nvSpPr>
          <p:spPr>
            <a:xfrm>
              <a:off x="4402508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4513432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9" name="object 519"/>
            <p:cNvSpPr/>
            <p:nvPr/>
          </p:nvSpPr>
          <p:spPr>
            <a:xfrm>
              <a:off x="462434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4735241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1"/>
            <p:cNvSpPr/>
            <p:nvPr/>
          </p:nvSpPr>
          <p:spPr>
            <a:xfrm>
              <a:off x="4846152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495706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/>
            <p:cNvSpPr/>
            <p:nvPr/>
          </p:nvSpPr>
          <p:spPr>
            <a:xfrm>
              <a:off x="506797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5178884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5289795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5400706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5511617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5622528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5733439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5844350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1" name="object 531"/>
            <p:cNvSpPr/>
            <p:nvPr/>
          </p:nvSpPr>
          <p:spPr>
            <a:xfrm>
              <a:off x="5955260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2"/>
            <p:cNvSpPr/>
            <p:nvPr/>
          </p:nvSpPr>
          <p:spPr>
            <a:xfrm>
              <a:off x="6066171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3" name="object 533"/>
            <p:cNvSpPr/>
            <p:nvPr/>
          </p:nvSpPr>
          <p:spPr>
            <a:xfrm>
              <a:off x="6177082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4" name="object 534"/>
            <p:cNvSpPr/>
            <p:nvPr/>
          </p:nvSpPr>
          <p:spPr>
            <a:xfrm>
              <a:off x="628799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535"/>
            <p:cNvSpPr/>
            <p:nvPr/>
          </p:nvSpPr>
          <p:spPr>
            <a:xfrm>
              <a:off x="6398904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36"/>
            <p:cNvSpPr/>
            <p:nvPr/>
          </p:nvSpPr>
          <p:spPr>
            <a:xfrm>
              <a:off x="6509802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662071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673162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6842534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6953445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1"/>
            <p:cNvSpPr/>
            <p:nvPr/>
          </p:nvSpPr>
          <p:spPr>
            <a:xfrm>
              <a:off x="7064356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2" name="object 542"/>
            <p:cNvSpPr/>
            <p:nvPr/>
          </p:nvSpPr>
          <p:spPr>
            <a:xfrm>
              <a:off x="7175267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3958878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4069789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5" name="object 545"/>
            <p:cNvSpPr/>
            <p:nvPr/>
          </p:nvSpPr>
          <p:spPr>
            <a:xfrm>
              <a:off x="4180686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4291597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4402508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48"/>
            <p:cNvSpPr/>
            <p:nvPr/>
          </p:nvSpPr>
          <p:spPr>
            <a:xfrm>
              <a:off x="4513432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49"/>
            <p:cNvSpPr/>
            <p:nvPr/>
          </p:nvSpPr>
          <p:spPr>
            <a:xfrm>
              <a:off x="462434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0"/>
            <p:cNvSpPr/>
            <p:nvPr/>
          </p:nvSpPr>
          <p:spPr>
            <a:xfrm>
              <a:off x="4735241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4846152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495706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3"/>
            <p:cNvSpPr/>
            <p:nvPr/>
          </p:nvSpPr>
          <p:spPr>
            <a:xfrm>
              <a:off x="506797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54"/>
            <p:cNvSpPr/>
            <p:nvPr/>
          </p:nvSpPr>
          <p:spPr>
            <a:xfrm>
              <a:off x="5178884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5289795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5400706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5511617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5622528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5733439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5844350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5955260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6066171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6177082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628799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6398904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6509802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662071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68"/>
            <p:cNvSpPr/>
            <p:nvPr/>
          </p:nvSpPr>
          <p:spPr>
            <a:xfrm>
              <a:off x="673162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569"/>
            <p:cNvSpPr/>
            <p:nvPr/>
          </p:nvSpPr>
          <p:spPr>
            <a:xfrm>
              <a:off x="6842534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/>
            <p:cNvSpPr/>
            <p:nvPr/>
          </p:nvSpPr>
          <p:spPr>
            <a:xfrm>
              <a:off x="6953445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7064356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/>
            <p:cNvSpPr/>
            <p:nvPr/>
          </p:nvSpPr>
          <p:spPr>
            <a:xfrm>
              <a:off x="7175267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573"/>
            <p:cNvSpPr/>
            <p:nvPr/>
          </p:nvSpPr>
          <p:spPr>
            <a:xfrm>
              <a:off x="3958878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4" name="object 574"/>
            <p:cNvSpPr/>
            <p:nvPr/>
          </p:nvSpPr>
          <p:spPr>
            <a:xfrm>
              <a:off x="4069789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575"/>
            <p:cNvSpPr/>
            <p:nvPr/>
          </p:nvSpPr>
          <p:spPr>
            <a:xfrm>
              <a:off x="4180686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4291597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77"/>
            <p:cNvSpPr/>
            <p:nvPr/>
          </p:nvSpPr>
          <p:spPr>
            <a:xfrm>
              <a:off x="4402508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78"/>
            <p:cNvSpPr/>
            <p:nvPr/>
          </p:nvSpPr>
          <p:spPr>
            <a:xfrm>
              <a:off x="4513432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579"/>
            <p:cNvSpPr/>
            <p:nvPr/>
          </p:nvSpPr>
          <p:spPr>
            <a:xfrm>
              <a:off x="462434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0" name="object 580"/>
            <p:cNvSpPr/>
            <p:nvPr/>
          </p:nvSpPr>
          <p:spPr>
            <a:xfrm>
              <a:off x="4735241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1" name="object 581"/>
            <p:cNvSpPr/>
            <p:nvPr/>
          </p:nvSpPr>
          <p:spPr>
            <a:xfrm>
              <a:off x="4846152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495706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3"/>
            <p:cNvSpPr/>
            <p:nvPr/>
          </p:nvSpPr>
          <p:spPr>
            <a:xfrm>
              <a:off x="506797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5178884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5289795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86"/>
            <p:cNvSpPr/>
            <p:nvPr/>
          </p:nvSpPr>
          <p:spPr>
            <a:xfrm>
              <a:off x="5400706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87"/>
            <p:cNvSpPr/>
            <p:nvPr/>
          </p:nvSpPr>
          <p:spPr>
            <a:xfrm>
              <a:off x="5511617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5622528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89"/>
            <p:cNvSpPr/>
            <p:nvPr/>
          </p:nvSpPr>
          <p:spPr>
            <a:xfrm>
              <a:off x="5733439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0" name="object 590"/>
            <p:cNvSpPr/>
            <p:nvPr/>
          </p:nvSpPr>
          <p:spPr>
            <a:xfrm>
              <a:off x="5844350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5955260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6066171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3" name="object 593"/>
            <p:cNvSpPr/>
            <p:nvPr/>
          </p:nvSpPr>
          <p:spPr>
            <a:xfrm>
              <a:off x="6177082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628799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595"/>
            <p:cNvSpPr/>
            <p:nvPr/>
          </p:nvSpPr>
          <p:spPr>
            <a:xfrm>
              <a:off x="6398904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6" name="object 596"/>
            <p:cNvSpPr/>
            <p:nvPr/>
          </p:nvSpPr>
          <p:spPr>
            <a:xfrm>
              <a:off x="6509802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7" name="object 597"/>
            <p:cNvSpPr/>
            <p:nvPr/>
          </p:nvSpPr>
          <p:spPr>
            <a:xfrm>
              <a:off x="662071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8" name="object 598"/>
            <p:cNvSpPr/>
            <p:nvPr/>
          </p:nvSpPr>
          <p:spPr>
            <a:xfrm>
              <a:off x="673162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9" name="object 599"/>
            <p:cNvSpPr/>
            <p:nvPr/>
          </p:nvSpPr>
          <p:spPr>
            <a:xfrm>
              <a:off x="6842534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0" name="object 600"/>
            <p:cNvSpPr/>
            <p:nvPr/>
          </p:nvSpPr>
          <p:spPr>
            <a:xfrm>
              <a:off x="6953445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1" name="object 601"/>
            <p:cNvSpPr/>
            <p:nvPr/>
          </p:nvSpPr>
          <p:spPr>
            <a:xfrm>
              <a:off x="7064356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2" name="object 602"/>
            <p:cNvSpPr/>
            <p:nvPr/>
          </p:nvSpPr>
          <p:spPr>
            <a:xfrm>
              <a:off x="7175267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3" name="object 603"/>
            <p:cNvSpPr/>
            <p:nvPr/>
          </p:nvSpPr>
          <p:spPr>
            <a:xfrm>
              <a:off x="3958878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4" name="object 604"/>
            <p:cNvSpPr/>
            <p:nvPr/>
          </p:nvSpPr>
          <p:spPr>
            <a:xfrm>
              <a:off x="4069789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5" name="object 605"/>
            <p:cNvSpPr/>
            <p:nvPr/>
          </p:nvSpPr>
          <p:spPr>
            <a:xfrm>
              <a:off x="4180686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6" name="object 606"/>
            <p:cNvSpPr/>
            <p:nvPr/>
          </p:nvSpPr>
          <p:spPr>
            <a:xfrm>
              <a:off x="4291597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7" name="object 607"/>
            <p:cNvSpPr/>
            <p:nvPr/>
          </p:nvSpPr>
          <p:spPr>
            <a:xfrm>
              <a:off x="4402508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8" name="object 608"/>
            <p:cNvSpPr/>
            <p:nvPr/>
          </p:nvSpPr>
          <p:spPr>
            <a:xfrm>
              <a:off x="4513432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9" name="object 609"/>
            <p:cNvSpPr/>
            <p:nvPr/>
          </p:nvSpPr>
          <p:spPr>
            <a:xfrm>
              <a:off x="462434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0" name="object 610"/>
            <p:cNvSpPr/>
            <p:nvPr/>
          </p:nvSpPr>
          <p:spPr>
            <a:xfrm>
              <a:off x="4735241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611"/>
            <p:cNvSpPr/>
            <p:nvPr/>
          </p:nvSpPr>
          <p:spPr>
            <a:xfrm>
              <a:off x="4846152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2" name="object 612"/>
            <p:cNvSpPr/>
            <p:nvPr/>
          </p:nvSpPr>
          <p:spPr>
            <a:xfrm>
              <a:off x="495706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3" name="object 613"/>
            <p:cNvSpPr/>
            <p:nvPr/>
          </p:nvSpPr>
          <p:spPr>
            <a:xfrm>
              <a:off x="506797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4" name="object 614"/>
            <p:cNvSpPr/>
            <p:nvPr/>
          </p:nvSpPr>
          <p:spPr>
            <a:xfrm>
              <a:off x="5178884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5" name="object 615"/>
            <p:cNvSpPr/>
            <p:nvPr/>
          </p:nvSpPr>
          <p:spPr>
            <a:xfrm>
              <a:off x="5289795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6" name="object 616"/>
            <p:cNvSpPr/>
            <p:nvPr/>
          </p:nvSpPr>
          <p:spPr>
            <a:xfrm>
              <a:off x="5400706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7" name="object 617"/>
            <p:cNvSpPr/>
            <p:nvPr/>
          </p:nvSpPr>
          <p:spPr>
            <a:xfrm>
              <a:off x="5511617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8" name="object 618"/>
            <p:cNvSpPr/>
            <p:nvPr/>
          </p:nvSpPr>
          <p:spPr>
            <a:xfrm>
              <a:off x="5622528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9" name="object 619"/>
            <p:cNvSpPr/>
            <p:nvPr/>
          </p:nvSpPr>
          <p:spPr>
            <a:xfrm>
              <a:off x="5733439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0" name="object 620"/>
            <p:cNvSpPr/>
            <p:nvPr/>
          </p:nvSpPr>
          <p:spPr>
            <a:xfrm>
              <a:off x="5844350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1" name="object 621"/>
            <p:cNvSpPr/>
            <p:nvPr/>
          </p:nvSpPr>
          <p:spPr>
            <a:xfrm>
              <a:off x="5955260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2" name="object 622"/>
            <p:cNvSpPr/>
            <p:nvPr/>
          </p:nvSpPr>
          <p:spPr>
            <a:xfrm>
              <a:off x="6066171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3" name="object 623"/>
            <p:cNvSpPr/>
            <p:nvPr/>
          </p:nvSpPr>
          <p:spPr>
            <a:xfrm>
              <a:off x="6177082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4" name="object 624"/>
            <p:cNvSpPr/>
            <p:nvPr/>
          </p:nvSpPr>
          <p:spPr>
            <a:xfrm>
              <a:off x="628799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5" name="object 625"/>
            <p:cNvSpPr/>
            <p:nvPr/>
          </p:nvSpPr>
          <p:spPr>
            <a:xfrm>
              <a:off x="6398904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626"/>
            <p:cNvSpPr/>
            <p:nvPr/>
          </p:nvSpPr>
          <p:spPr>
            <a:xfrm>
              <a:off x="6509802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627"/>
            <p:cNvSpPr/>
            <p:nvPr/>
          </p:nvSpPr>
          <p:spPr>
            <a:xfrm>
              <a:off x="662071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8" name="object 628"/>
            <p:cNvSpPr/>
            <p:nvPr/>
          </p:nvSpPr>
          <p:spPr>
            <a:xfrm>
              <a:off x="673162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9" name="object 629"/>
            <p:cNvSpPr/>
            <p:nvPr/>
          </p:nvSpPr>
          <p:spPr>
            <a:xfrm>
              <a:off x="6842534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630"/>
            <p:cNvSpPr/>
            <p:nvPr/>
          </p:nvSpPr>
          <p:spPr>
            <a:xfrm>
              <a:off x="6953445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631"/>
            <p:cNvSpPr/>
            <p:nvPr/>
          </p:nvSpPr>
          <p:spPr>
            <a:xfrm>
              <a:off x="7064356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2" name="object 632"/>
            <p:cNvSpPr/>
            <p:nvPr/>
          </p:nvSpPr>
          <p:spPr>
            <a:xfrm>
              <a:off x="7175267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3" name="object 633"/>
            <p:cNvSpPr/>
            <p:nvPr/>
          </p:nvSpPr>
          <p:spPr>
            <a:xfrm>
              <a:off x="3958878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4" name="object 634"/>
            <p:cNvSpPr/>
            <p:nvPr/>
          </p:nvSpPr>
          <p:spPr>
            <a:xfrm>
              <a:off x="4069789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5" name="object 635"/>
            <p:cNvSpPr/>
            <p:nvPr/>
          </p:nvSpPr>
          <p:spPr>
            <a:xfrm>
              <a:off x="4180686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6" name="object 636"/>
            <p:cNvSpPr/>
            <p:nvPr/>
          </p:nvSpPr>
          <p:spPr>
            <a:xfrm>
              <a:off x="4291597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7" name="object 637"/>
            <p:cNvSpPr/>
            <p:nvPr/>
          </p:nvSpPr>
          <p:spPr>
            <a:xfrm>
              <a:off x="4402508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8" name="object 638"/>
            <p:cNvSpPr/>
            <p:nvPr/>
          </p:nvSpPr>
          <p:spPr>
            <a:xfrm>
              <a:off x="4513432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9" name="object 639"/>
            <p:cNvSpPr/>
            <p:nvPr/>
          </p:nvSpPr>
          <p:spPr>
            <a:xfrm>
              <a:off x="462434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0" name="object 640"/>
            <p:cNvSpPr/>
            <p:nvPr/>
          </p:nvSpPr>
          <p:spPr>
            <a:xfrm>
              <a:off x="4735241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1" name="object 641"/>
            <p:cNvSpPr/>
            <p:nvPr/>
          </p:nvSpPr>
          <p:spPr>
            <a:xfrm>
              <a:off x="4846152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2" name="object 642"/>
            <p:cNvSpPr/>
            <p:nvPr/>
          </p:nvSpPr>
          <p:spPr>
            <a:xfrm>
              <a:off x="495706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3" name="object 643"/>
            <p:cNvSpPr/>
            <p:nvPr/>
          </p:nvSpPr>
          <p:spPr>
            <a:xfrm>
              <a:off x="506797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4" name="object 644"/>
            <p:cNvSpPr/>
            <p:nvPr/>
          </p:nvSpPr>
          <p:spPr>
            <a:xfrm>
              <a:off x="5178884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5" name="object 645"/>
            <p:cNvSpPr/>
            <p:nvPr/>
          </p:nvSpPr>
          <p:spPr>
            <a:xfrm>
              <a:off x="5289795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6" name="object 646"/>
            <p:cNvSpPr/>
            <p:nvPr/>
          </p:nvSpPr>
          <p:spPr>
            <a:xfrm>
              <a:off x="5400706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7" name="object 647"/>
            <p:cNvSpPr/>
            <p:nvPr/>
          </p:nvSpPr>
          <p:spPr>
            <a:xfrm>
              <a:off x="5511617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8" name="object 648"/>
            <p:cNvSpPr/>
            <p:nvPr/>
          </p:nvSpPr>
          <p:spPr>
            <a:xfrm>
              <a:off x="5622528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9" name="object 649"/>
            <p:cNvSpPr/>
            <p:nvPr/>
          </p:nvSpPr>
          <p:spPr>
            <a:xfrm>
              <a:off x="5733439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0" name="object 650"/>
            <p:cNvSpPr/>
            <p:nvPr/>
          </p:nvSpPr>
          <p:spPr>
            <a:xfrm>
              <a:off x="5844350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1" name="object 651"/>
            <p:cNvSpPr/>
            <p:nvPr/>
          </p:nvSpPr>
          <p:spPr>
            <a:xfrm>
              <a:off x="5955260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2" name="object 652"/>
            <p:cNvSpPr/>
            <p:nvPr/>
          </p:nvSpPr>
          <p:spPr>
            <a:xfrm>
              <a:off x="6066171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3" name="object 653"/>
            <p:cNvSpPr/>
            <p:nvPr/>
          </p:nvSpPr>
          <p:spPr>
            <a:xfrm>
              <a:off x="6177082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4" name="object 654"/>
            <p:cNvSpPr/>
            <p:nvPr/>
          </p:nvSpPr>
          <p:spPr>
            <a:xfrm>
              <a:off x="628799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5" name="object 655"/>
            <p:cNvSpPr/>
            <p:nvPr/>
          </p:nvSpPr>
          <p:spPr>
            <a:xfrm>
              <a:off x="6398904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6" name="object 656"/>
            <p:cNvSpPr/>
            <p:nvPr/>
          </p:nvSpPr>
          <p:spPr>
            <a:xfrm>
              <a:off x="6509802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7" name="object 657"/>
            <p:cNvSpPr/>
            <p:nvPr/>
          </p:nvSpPr>
          <p:spPr>
            <a:xfrm>
              <a:off x="662071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658"/>
            <p:cNvSpPr/>
            <p:nvPr/>
          </p:nvSpPr>
          <p:spPr>
            <a:xfrm>
              <a:off x="673162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9" name="object 659"/>
            <p:cNvSpPr/>
            <p:nvPr/>
          </p:nvSpPr>
          <p:spPr>
            <a:xfrm>
              <a:off x="6842534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0" name="object 660"/>
            <p:cNvSpPr/>
            <p:nvPr/>
          </p:nvSpPr>
          <p:spPr>
            <a:xfrm>
              <a:off x="6953445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1" name="object 661"/>
            <p:cNvSpPr/>
            <p:nvPr/>
          </p:nvSpPr>
          <p:spPr>
            <a:xfrm>
              <a:off x="7064356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2" name="object 662"/>
            <p:cNvSpPr/>
            <p:nvPr/>
          </p:nvSpPr>
          <p:spPr>
            <a:xfrm>
              <a:off x="7175267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3" name="object 663"/>
            <p:cNvSpPr/>
            <p:nvPr/>
          </p:nvSpPr>
          <p:spPr>
            <a:xfrm>
              <a:off x="3958878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4" name="object 664"/>
            <p:cNvSpPr/>
            <p:nvPr/>
          </p:nvSpPr>
          <p:spPr>
            <a:xfrm>
              <a:off x="4069789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5" name="object 665"/>
            <p:cNvSpPr/>
            <p:nvPr/>
          </p:nvSpPr>
          <p:spPr>
            <a:xfrm>
              <a:off x="4180686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6" name="object 666"/>
            <p:cNvSpPr/>
            <p:nvPr/>
          </p:nvSpPr>
          <p:spPr>
            <a:xfrm>
              <a:off x="4291597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7" name="object 667"/>
            <p:cNvSpPr/>
            <p:nvPr/>
          </p:nvSpPr>
          <p:spPr>
            <a:xfrm>
              <a:off x="4402508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8" name="object 668"/>
            <p:cNvSpPr/>
            <p:nvPr/>
          </p:nvSpPr>
          <p:spPr>
            <a:xfrm>
              <a:off x="4513432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9" name="object 669"/>
            <p:cNvSpPr/>
            <p:nvPr/>
          </p:nvSpPr>
          <p:spPr>
            <a:xfrm>
              <a:off x="462434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0" name="object 670"/>
            <p:cNvSpPr/>
            <p:nvPr/>
          </p:nvSpPr>
          <p:spPr>
            <a:xfrm>
              <a:off x="4735241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1" name="object 671"/>
            <p:cNvSpPr/>
            <p:nvPr/>
          </p:nvSpPr>
          <p:spPr>
            <a:xfrm>
              <a:off x="4846152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2" name="object 672"/>
            <p:cNvSpPr/>
            <p:nvPr/>
          </p:nvSpPr>
          <p:spPr>
            <a:xfrm>
              <a:off x="495706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3" name="object 673"/>
            <p:cNvSpPr/>
            <p:nvPr/>
          </p:nvSpPr>
          <p:spPr>
            <a:xfrm>
              <a:off x="506797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4" name="object 674"/>
            <p:cNvSpPr/>
            <p:nvPr/>
          </p:nvSpPr>
          <p:spPr>
            <a:xfrm>
              <a:off x="5178884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5" name="object 675"/>
            <p:cNvSpPr/>
            <p:nvPr/>
          </p:nvSpPr>
          <p:spPr>
            <a:xfrm>
              <a:off x="5289795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6" name="object 676"/>
            <p:cNvSpPr/>
            <p:nvPr/>
          </p:nvSpPr>
          <p:spPr>
            <a:xfrm>
              <a:off x="5400706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7" name="object 677"/>
            <p:cNvSpPr/>
            <p:nvPr/>
          </p:nvSpPr>
          <p:spPr>
            <a:xfrm>
              <a:off x="5511617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8" name="object 678"/>
            <p:cNvSpPr/>
            <p:nvPr/>
          </p:nvSpPr>
          <p:spPr>
            <a:xfrm>
              <a:off x="5622528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9" name="object 679"/>
            <p:cNvSpPr/>
            <p:nvPr/>
          </p:nvSpPr>
          <p:spPr>
            <a:xfrm>
              <a:off x="5733439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0" name="object 680"/>
            <p:cNvSpPr/>
            <p:nvPr/>
          </p:nvSpPr>
          <p:spPr>
            <a:xfrm>
              <a:off x="5844350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1" name="object 681"/>
            <p:cNvSpPr/>
            <p:nvPr/>
          </p:nvSpPr>
          <p:spPr>
            <a:xfrm>
              <a:off x="5955260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682"/>
            <p:cNvSpPr/>
            <p:nvPr/>
          </p:nvSpPr>
          <p:spPr>
            <a:xfrm>
              <a:off x="6066171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3" name="object 683"/>
            <p:cNvSpPr/>
            <p:nvPr/>
          </p:nvSpPr>
          <p:spPr>
            <a:xfrm>
              <a:off x="6177082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4" name="object 684"/>
            <p:cNvSpPr/>
            <p:nvPr/>
          </p:nvSpPr>
          <p:spPr>
            <a:xfrm>
              <a:off x="628799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5" name="object 685"/>
            <p:cNvSpPr/>
            <p:nvPr/>
          </p:nvSpPr>
          <p:spPr>
            <a:xfrm>
              <a:off x="6398904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6" name="object 686"/>
            <p:cNvSpPr/>
            <p:nvPr/>
          </p:nvSpPr>
          <p:spPr>
            <a:xfrm>
              <a:off x="6509802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7" name="object 687"/>
            <p:cNvSpPr/>
            <p:nvPr/>
          </p:nvSpPr>
          <p:spPr>
            <a:xfrm>
              <a:off x="662071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8" name="object 688"/>
            <p:cNvSpPr/>
            <p:nvPr/>
          </p:nvSpPr>
          <p:spPr>
            <a:xfrm>
              <a:off x="673162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9" name="object 689"/>
            <p:cNvSpPr/>
            <p:nvPr/>
          </p:nvSpPr>
          <p:spPr>
            <a:xfrm>
              <a:off x="6842534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0" name="object 690"/>
            <p:cNvSpPr/>
            <p:nvPr/>
          </p:nvSpPr>
          <p:spPr>
            <a:xfrm>
              <a:off x="6953445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1" name="object 691"/>
            <p:cNvSpPr/>
            <p:nvPr/>
          </p:nvSpPr>
          <p:spPr>
            <a:xfrm>
              <a:off x="7064356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2" name="object 692"/>
            <p:cNvSpPr/>
            <p:nvPr/>
          </p:nvSpPr>
          <p:spPr>
            <a:xfrm>
              <a:off x="7175267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3" name="object 693"/>
            <p:cNvSpPr/>
            <p:nvPr/>
          </p:nvSpPr>
          <p:spPr>
            <a:xfrm>
              <a:off x="3958878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4" name="object 694"/>
            <p:cNvSpPr/>
            <p:nvPr/>
          </p:nvSpPr>
          <p:spPr>
            <a:xfrm>
              <a:off x="4069789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5" name="object 695"/>
            <p:cNvSpPr/>
            <p:nvPr/>
          </p:nvSpPr>
          <p:spPr>
            <a:xfrm>
              <a:off x="4180686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6" name="object 696"/>
            <p:cNvSpPr/>
            <p:nvPr/>
          </p:nvSpPr>
          <p:spPr>
            <a:xfrm>
              <a:off x="4291597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7" name="object 697"/>
            <p:cNvSpPr/>
            <p:nvPr/>
          </p:nvSpPr>
          <p:spPr>
            <a:xfrm>
              <a:off x="4402508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8" name="object 698"/>
            <p:cNvSpPr/>
            <p:nvPr/>
          </p:nvSpPr>
          <p:spPr>
            <a:xfrm>
              <a:off x="4513432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9" name="object 699"/>
            <p:cNvSpPr/>
            <p:nvPr/>
          </p:nvSpPr>
          <p:spPr>
            <a:xfrm>
              <a:off x="462434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0" name="object 700"/>
            <p:cNvSpPr/>
            <p:nvPr/>
          </p:nvSpPr>
          <p:spPr>
            <a:xfrm>
              <a:off x="4735241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1" name="object 701"/>
            <p:cNvSpPr/>
            <p:nvPr/>
          </p:nvSpPr>
          <p:spPr>
            <a:xfrm>
              <a:off x="4846152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2" name="object 702"/>
            <p:cNvSpPr/>
            <p:nvPr/>
          </p:nvSpPr>
          <p:spPr>
            <a:xfrm>
              <a:off x="495706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3" name="object 703"/>
            <p:cNvSpPr/>
            <p:nvPr/>
          </p:nvSpPr>
          <p:spPr>
            <a:xfrm>
              <a:off x="506797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4" name="object 704"/>
            <p:cNvSpPr/>
            <p:nvPr/>
          </p:nvSpPr>
          <p:spPr>
            <a:xfrm>
              <a:off x="5178884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5" name="object 705"/>
            <p:cNvSpPr/>
            <p:nvPr/>
          </p:nvSpPr>
          <p:spPr>
            <a:xfrm>
              <a:off x="5289795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6" name="object 706"/>
            <p:cNvSpPr/>
            <p:nvPr/>
          </p:nvSpPr>
          <p:spPr>
            <a:xfrm>
              <a:off x="5400706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7" name="object 707"/>
            <p:cNvSpPr/>
            <p:nvPr/>
          </p:nvSpPr>
          <p:spPr>
            <a:xfrm>
              <a:off x="5511617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8" name="object 708"/>
            <p:cNvSpPr/>
            <p:nvPr/>
          </p:nvSpPr>
          <p:spPr>
            <a:xfrm>
              <a:off x="5622528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9" name="object 709"/>
            <p:cNvSpPr/>
            <p:nvPr/>
          </p:nvSpPr>
          <p:spPr>
            <a:xfrm>
              <a:off x="5733439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0" name="object 710"/>
            <p:cNvSpPr/>
            <p:nvPr/>
          </p:nvSpPr>
          <p:spPr>
            <a:xfrm>
              <a:off x="5844350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1" name="object 711"/>
            <p:cNvSpPr/>
            <p:nvPr/>
          </p:nvSpPr>
          <p:spPr>
            <a:xfrm>
              <a:off x="5955260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2" name="object 712"/>
            <p:cNvSpPr/>
            <p:nvPr/>
          </p:nvSpPr>
          <p:spPr>
            <a:xfrm>
              <a:off x="6066171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3" name="object 713"/>
            <p:cNvSpPr/>
            <p:nvPr/>
          </p:nvSpPr>
          <p:spPr>
            <a:xfrm>
              <a:off x="6177082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4" name="object 714"/>
            <p:cNvSpPr/>
            <p:nvPr/>
          </p:nvSpPr>
          <p:spPr>
            <a:xfrm>
              <a:off x="628799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5" name="object 715"/>
            <p:cNvSpPr/>
            <p:nvPr/>
          </p:nvSpPr>
          <p:spPr>
            <a:xfrm>
              <a:off x="6398904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6" name="object 716"/>
            <p:cNvSpPr/>
            <p:nvPr/>
          </p:nvSpPr>
          <p:spPr>
            <a:xfrm>
              <a:off x="6509802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7" name="object 717"/>
            <p:cNvSpPr/>
            <p:nvPr/>
          </p:nvSpPr>
          <p:spPr>
            <a:xfrm>
              <a:off x="662071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8" name="object 718"/>
            <p:cNvSpPr/>
            <p:nvPr/>
          </p:nvSpPr>
          <p:spPr>
            <a:xfrm>
              <a:off x="673162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9" name="object 719"/>
            <p:cNvSpPr/>
            <p:nvPr/>
          </p:nvSpPr>
          <p:spPr>
            <a:xfrm>
              <a:off x="6842534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0" name="object 720"/>
            <p:cNvSpPr/>
            <p:nvPr/>
          </p:nvSpPr>
          <p:spPr>
            <a:xfrm>
              <a:off x="6953445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1" name="object 721"/>
            <p:cNvSpPr/>
            <p:nvPr/>
          </p:nvSpPr>
          <p:spPr>
            <a:xfrm>
              <a:off x="7064356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2" name="object 722"/>
            <p:cNvSpPr/>
            <p:nvPr/>
          </p:nvSpPr>
          <p:spPr>
            <a:xfrm>
              <a:off x="7175267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3" name="object 723"/>
            <p:cNvSpPr/>
            <p:nvPr/>
          </p:nvSpPr>
          <p:spPr>
            <a:xfrm>
              <a:off x="3958878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4" name="object 724"/>
            <p:cNvSpPr/>
            <p:nvPr/>
          </p:nvSpPr>
          <p:spPr>
            <a:xfrm>
              <a:off x="4069789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5" name="object 725"/>
            <p:cNvSpPr/>
            <p:nvPr/>
          </p:nvSpPr>
          <p:spPr>
            <a:xfrm>
              <a:off x="4180686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6" name="object 726"/>
            <p:cNvSpPr/>
            <p:nvPr/>
          </p:nvSpPr>
          <p:spPr>
            <a:xfrm>
              <a:off x="4291597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7" name="object 727"/>
            <p:cNvSpPr/>
            <p:nvPr/>
          </p:nvSpPr>
          <p:spPr>
            <a:xfrm>
              <a:off x="4402508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8" name="object 728"/>
            <p:cNvSpPr/>
            <p:nvPr/>
          </p:nvSpPr>
          <p:spPr>
            <a:xfrm>
              <a:off x="4513432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9" name="object 729"/>
            <p:cNvSpPr/>
            <p:nvPr/>
          </p:nvSpPr>
          <p:spPr>
            <a:xfrm>
              <a:off x="462434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0" name="object 730"/>
            <p:cNvSpPr/>
            <p:nvPr/>
          </p:nvSpPr>
          <p:spPr>
            <a:xfrm>
              <a:off x="4735241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1" name="object 731"/>
            <p:cNvSpPr/>
            <p:nvPr/>
          </p:nvSpPr>
          <p:spPr>
            <a:xfrm>
              <a:off x="4846152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2" name="object 732"/>
            <p:cNvSpPr/>
            <p:nvPr/>
          </p:nvSpPr>
          <p:spPr>
            <a:xfrm>
              <a:off x="495706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3" name="object 733"/>
            <p:cNvSpPr/>
            <p:nvPr/>
          </p:nvSpPr>
          <p:spPr>
            <a:xfrm>
              <a:off x="506797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4" name="object 734"/>
            <p:cNvSpPr/>
            <p:nvPr/>
          </p:nvSpPr>
          <p:spPr>
            <a:xfrm>
              <a:off x="5178884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5" name="object 735"/>
            <p:cNvSpPr/>
            <p:nvPr/>
          </p:nvSpPr>
          <p:spPr>
            <a:xfrm>
              <a:off x="5289795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6" name="object 736"/>
            <p:cNvSpPr/>
            <p:nvPr/>
          </p:nvSpPr>
          <p:spPr>
            <a:xfrm>
              <a:off x="5400706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7" name="object 737"/>
            <p:cNvSpPr/>
            <p:nvPr/>
          </p:nvSpPr>
          <p:spPr>
            <a:xfrm>
              <a:off x="5511617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8" name="object 738"/>
            <p:cNvSpPr/>
            <p:nvPr/>
          </p:nvSpPr>
          <p:spPr>
            <a:xfrm>
              <a:off x="5622528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9" name="object 739"/>
            <p:cNvSpPr/>
            <p:nvPr/>
          </p:nvSpPr>
          <p:spPr>
            <a:xfrm>
              <a:off x="5733439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0" name="object 740"/>
            <p:cNvSpPr/>
            <p:nvPr/>
          </p:nvSpPr>
          <p:spPr>
            <a:xfrm>
              <a:off x="5844350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1" name="object 741"/>
            <p:cNvSpPr/>
            <p:nvPr/>
          </p:nvSpPr>
          <p:spPr>
            <a:xfrm>
              <a:off x="5955260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2" name="object 742"/>
            <p:cNvSpPr/>
            <p:nvPr/>
          </p:nvSpPr>
          <p:spPr>
            <a:xfrm>
              <a:off x="6066171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3" name="object 743"/>
            <p:cNvSpPr/>
            <p:nvPr/>
          </p:nvSpPr>
          <p:spPr>
            <a:xfrm>
              <a:off x="6177082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4" name="object 744"/>
            <p:cNvSpPr/>
            <p:nvPr/>
          </p:nvSpPr>
          <p:spPr>
            <a:xfrm>
              <a:off x="628799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5" name="object 745"/>
            <p:cNvSpPr/>
            <p:nvPr/>
          </p:nvSpPr>
          <p:spPr>
            <a:xfrm>
              <a:off x="6398904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6" name="object 746"/>
            <p:cNvSpPr/>
            <p:nvPr/>
          </p:nvSpPr>
          <p:spPr>
            <a:xfrm>
              <a:off x="6509802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7" name="object 747"/>
            <p:cNvSpPr/>
            <p:nvPr/>
          </p:nvSpPr>
          <p:spPr>
            <a:xfrm>
              <a:off x="662071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8" name="object 748"/>
            <p:cNvSpPr/>
            <p:nvPr/>
          </p:nvSpPr>
          <p:spPr>
            <a:xfrm>
              <a:off x="673162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9" name="object 749"/>
            <p:cNvSpPr/>
            <p:nvPr/>
          </p:nvSpPr>
          <p:spPr>
            <a:xfrm>
              <a:off x="6842534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0" name="object 750"/>
            <p:cNvSpPr/>
            <p:nvPr/>
          </p:nvSpPr>
          <p:spPr>
            <a:xfrm>
              <a:off x="6953445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1" name="object 751"/>
            <p:cNvSpPr/>
            <p:nvPr/>
          </p:nvSpPr>
          <p:spPr>
            <a:xfrm>
              <a:off x="7064356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2" name="object 752"/>
            <p:cNvSpPr/>
            <p:nvPr/>
          </p:nvSpPr>
          <p:spPr>
            <a:xfrm>
              <a:off x="7175267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3" name="object 753"/>
            <p:cNvSpPr/>
            <p:nvPr/>
          </p:nvSpPr>
          <p:spPr>
            <a:xfrm>
              <a:off x="3958878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4" name="object 754"/>
            <p:cNvSpPr/>
            <p:nvPr/>
          </p:nvSpPr>
          <p:spPr>
            <a:xfrm>
              <a:off x="4069789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5" name="object 755"/>
            <p:cNvSpPr/>
            <p:nvPr/>
          </p:nvSpPr>
          <p:spPr>
            <a:xfrm>
              <a:off x="4180686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6" name="object 756"/>
            <p:cNvSpPr/>
            <p:nvPr/>
          </p:nvSpPr>
          <p:spPr>
            <a:xfrm>
              <a:off x="4291597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7" name="object 757"/>
            <p:cNvSpPr/>
            <p:nvPr/>
          </p:nvSpPr>
          <p:spPr>
            <a:xfrm>
              <a:off x="4402508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8" name="object 758"/>
            <p:cNvSpPr/>
            <p:nvPr/>
          </p:nvSpPr>
          <p:spPr>
            <a:xfrm>
              <a:off x="4513432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462434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0" name="object 760"/>
            <p:cNvSpPr/>
            <p:nvPr/>
          </p:nvSpPr>
          <p:spPr>
            <a:xfrm>
              <a:off x="4735241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1" name="object 761"/>
            <p:cNvSpPr/>
            <p:nvPr/>
          </p:nvSpPr>
          <p:spPr>
            <a:xfrm>
              <a:off x="4846152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2" name="object 762"/>
            <p:cNvSpPr/>
            <p:nvPr/>
          </p:nvSpPr>
          <p:spPr>
            <a:xfrm>
              <a:off x="495706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3" name="object 763"/>
            <p:cNvSpPr/>
            <p:nvPr/>
          </p:nvSpPr>
          <p:spPr>
            <a:xfrm>
              <a:off x="506797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4" name="object 764"/>
            <p:cNvSpPr/>
            <p:nvPr/>
          </p:nvSpPr>
          <p:spPr>
            <a:xfrm>
              <a:off x="5178884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5" name="object 765"/>
            <p:cNvSpPr/>
            <p:nvPr/>
          </p:nvSpPr>
          <p:spPr>
            <a:xfrm>
              <a:off x="5289795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6" name="object 766"/>
            <p:cNvSpPr/>
            <p:nvPr/>
          </p:nvSpPr>
          <p:spPr>
            <a:xfrm>
              <a:off x="5400706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7" name="object 767"/>
            <p:cNvSpPr/>
            <p:nvPr/>
          </p:nvSpPr>
          <p:spPr>
            <a:xfrm>
              <a:off x="5511617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8" name="object 768"/>
            <p:cNvSpPr/>
            <p:nvPr/>
          </p:nvSpPr>
          <p:spPr>
            <a:xfrm>
              <a:off x="5622528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9" name="object 769"/>
            <p:cNvSpPr/>
            <p:nvPr/>
          </p:nvSpPr>
          <p:spPr>
            <a:xfrm>
              <a:off x="5733439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0" name="object 770"/>
            <p:cNvSpPr/>
            <p:nvPr/>
          </p:nvSpPr>
          <p:spPr>
            <a:xfrm>
              <a:off x="5844350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1" name="object 771"/>
            <p:cNvSpPr/>
            <p:nvPr/>
          </p:nvSpPr>
          <p:spPr>
            <a:xfrm>
              <a:off x="5955260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2" name="object 772"/>
            <p:cNvSpPr/>
            <p:nvPr/>
          </p:nvSpPr>
          <p:spPr>
            <a:xfrm>
              <a:off x="6066171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3" name="object 773"/>
            <p:cNvSpPr/>
            <p:nvPr/>
          </p:nvSpPr>
          <p:spPr>
            <a:xfrm>
              <a:off x="6177082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4" name="object 774"/>
            <p:cNvSpPr/>
            <p:nvPr/>
          </p:nvSpPr>
          <p:spPr>
            <a:xfrm>
              <a:off x="628799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5" name="object 775"/>
            <p:cNvSpPr/>
            <p:nvPr/>
          </p:nvSpPr>
          <p:spPr>
            <a:xfrm>
              <a:off x="6398904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6" name="object 776"/>
            <p:cNvSpPr/>
            <p:nvPr/>
          </p:nvSpPr>
          <p:spPr>
            <a:xfrm>
              <a:off x="6509802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7" name="object 777"/>
            <p:cNvSpPr/>
            <p:nvPr/>
          </p:nvSpPr>
          <p:spPr>
            <a:xfrm>
              <a:off x="662071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8" name="object 778"/>
            <p:cNvSpPr/>
            <p:nvPr/>
          </p:nvSpPr>
          <p:spPr>
            <a:xfrm>
              <a:off x="673162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9" name="object 779"/>
            <p:cNvSpPr/>
            <p:nvPr/>
          </p:nvSpPr>
          <p:spPr>
            <a:xfrm>
              <a:off x="6842534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0" name="object 780"/>
            <p:cNvSpPr/>
            <p:nvPr/>
          </p:nvSpPr>
          <p:spPr>
            <a:xfrm>
              <a:off x="6953445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1" name="object 781"/>
            <p:cNvSpPr/>
            <p:nvPr/>
          </p:nvSpPr>
          <p:spPr>
            <a:xfrm>
              <a:off x="7064356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2" name="object 782"/>
            <p:cNvSpPr/>
            <p:nvPr/>
          </p:nvSpPr>
          <p:spPr>
            <a:xfrm>
              <a:off x="7175267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3" name="object 783"/>
            <p:cNvSpPr/>
            <p:nvPr/>
          </p:nvSpPr>
          <p:spPr>
            <a:xfrm>
              <a:off x="3958878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4" name="object 784"/>
            <p:cNvSpPr/>
            <p:nvPr/>
          </p:nvSpPr>
          <p:spPr>
            <a:xfrm>
              <a:off x="4069789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5" name="object 785"/>
            <p:cNvSpPr/>
            <p:nvPr/>
          </p:nvSpPr>
          <p:spPr>
            <a:xfrm>
              <a:off x="4180686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6" name="object 786"/>
            <p:cNvSpPr/>
            <p:nvPr/>
          </p:nvSpPr>
          <p:spPr>
            <a:xfrm>
              <a:off x="4291597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7" name="object 787"/>
            <p:cNvSpPr/>
            <p:nvPr/>
          </p:nvSpPr>
          <p:spPr>
            <a:xfrm>
              <a:off x="4402508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8" name="object 788"/>
            <p:cNvSpPr/>
            <p:nvPr/>
          </p:nvSpPr>
          <p:spPr>
            <a:xfrm>
              <a:off x="4513432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9" name="object 789"/>
            <p:cNvSpPr/>
            <p:nvPr/>
          </p:nvSpPr>
          <p:spPr>
            <a:xfrm>
              <a:off x="462434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0" name="object 790"/>
            <p:cNvSpPr/>
            <p:nvPr/>
          </p:nvSpPr>
          <p:spPr>
            <a:xfrm>
              <a:off x="4735241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1" name="object 791"/>
            <p:cNvSpPr/>
            <p:nvPr/>
          </p:nvSpPr>
          <p:spPr>
            <a:xfrm>
              <a:off x="4846152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2" name="object 792"/>
            <p:cNvSpPr/>
            <p:nvPr/>
          </p:nvSpPr>
          <p:spPr>
            <a:xfrm>
              <a:off x="495706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3" name="object 793"/>
            <p:cNvSpPr/>
            <p:nvPr/>
          </p:nvSpPr>
          <p:spPr>
            <a:xfrm>
              <a:off x="506797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4" name="object 794"/>
            <p:cNvSpPr/>
            <p:nvPr/>
          </p:nvSpPr>
          <p:spPr>
            <a:xfrm>
              <a:off x="5178884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5" name="object 795"/>
            <p:cNvSpPr/>
            <p:nvPr/>
          </p:nvSpPr>
          <p:spPr>
            <a:xfrm>
              <a:off x="5289795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6" name="object 796"/>
            <p:cNvSpPr/>
            <p:nvPr/>
          </p:nvSpPr>
          <p:spPr>
            <a:xfrm>
              <a:off x="5400706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7" name="object 797"/>
            <p:cNvSpPr/>
            <p:nvPr/>
          </p:nvSpPr>
          <p:spPr>
            <a:xfrm>
              <a:off x="5511617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8" name="object 798"/>
            <p:cNvSpPr/>
            <p:nvPr/>
          </p:nvSpPr>
          <p:spPr>
            <a:xfrm>
              <a:off x="5622528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9" name="object 799"/>
            <p:cNvSpPr/>
            <p:nvPr/>
          </p:nvSpPr>
          <p:spPr>
            <a:xfrm>
              <a:off x="5733439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0" name="object 800"/>
            <p:cNvSpPr/>
            <p:nvPr/>
          </p:nvSpPr>
          <p:spPr>
            <a:xfrm>
              <a:off x="5844350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1" name="object 801"/>
            <p:cNvSpPr/>
            <p:nvPr/>
          </p:nvSpPr>
          <p:spPr>
            <a:xfrm>
              <a:off x="5955260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2" name="object 802"/>
            <p:cNvSpPr/>
            <p:nvPr/>
          </p:nvSpPr>
          <p:spPr>
            <a:xfrm>
              <a:off x="6066171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3" name="object 803"/>
            <p:cNvSpPr/>
            <p:nvPr/>
          </p:nvSpPr>
          <p:spPr>
            <a:xfrm>
              <a:off x="6177082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4" name="object 804"/>
            <p:cNvSpPr/>
            <p:nvPr/>
          </p:nvSpPr>
          <p:spPr>
            <a:xfrm>
              <a:off x="628799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5" name="object 805"/>
            <p:cNvSpPr/>
            <p:nvPr/>
          </p:nvSpPr>
          <p:spPr>
            <a:xfrm>
              <a:off x="6398904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6" name="object 806"/>
            <p:cNvSpPr/>
            <p:nvPr/>
          </p:nvSpPr>
          <p:spPr>
            <a:xfrm>
              <a:off x="6509802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7" name="object 807"/>
            <p:cNvSpPr/>
            <p:nvPr/>
          </p:nvSpPr>
          <p:spPr>
            <a:xfrm>
              <a:off x="662071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8" name="object 808"/>
            <p:cNvSpPr/>
            <p:nvPr/>
          </p:nvSpPr>
          <p:spPr>
            <a:xfrm>
              <a:off x="673162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9" name="object 809"/>
            <p:cNvSpPr/>
            <p:nvPr/>
          </p:nvSpPr>
          <p:spPr>
            <a:xfrm>
              <a:off x="6842534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0" name="object 810"/>
            <p:cNvSpPr/>
            <p:nvPr/>
          </p:nvSpPr>
          <p:spPr>
            <a:xfrm>
              <a:off x="6953445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1" name="object 811"/>
            <p:cNvSpPr/>
            <p:nvPr/>
          </p:nvSpPr>
          <p:spPr>
            <a:xfrm>
              <a:off x="7064356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2" name="object 812"/>
            <p:cNvSpPr/>
            <p:nvPr/>
          </p:nvSpPr>
          <p:spPr>
            <a:xfrm>
              <a:off x="7175267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3" name="object 813"/>
            <p:cNvSpPr/>
            <p:nvPr/>
          </p:nvSpPr>
          <p:spPr>
            <a:xfrm>
              <a:off x="3958878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4" name="object 814"/>
            <p:cNvSpPr/>
            <p:nvPr/>
          </p:nvSpPr>
          <p:spPr>
            <a:xfrm>
              <a:off x="4069789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5" name="object 815"/>
            <p:cNvSpPr/>
            <p:nvPr/>
          </p:nvSpPr>
          <p:spPr>
            <a:xfrm>
              <a:off x="4180686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6" name="object 816"/>
            <p:cNvSpPr/>
            <p:nvPr/>
          </p:nvSpPr>
          <p:spPr>
            <a:xfrm>
              <a:off x="4291597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7" name="object 817"/>
            <p:cNvSpPr/>
            <p:nvPr/>
          </p:nvSpPr>
          <p:spPr>
            <a:xfrm>
              <a:off x="4402508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8" name="object 818"/>
            <p:cNvSpPr/>
            <p:nvPr/>
          </p:nvSpPr>
          <p:spPr>
            <a:xfrm>
              <a:off x="4513432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9" name="object 819"/>
            <p:cNvSpPr/>
            <p:nvPr/>
          </p:nvSpPr>
          <p:spPr>
            <a:xfrm>
              <a:off x="462434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0" name="object 820"/>
            <p:cNvSpPr/>
            <p:nvPr/>
          </p:nvSpPr>
          <p:spPr>
            <a:xfrm>
              <a:off x="4735241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1" name="object 821"/>
            <p:cNvSpPr/>
            <p:nvPr/>
          </p:nvSpPr>
          <p:spPr>
            <a:xfrm>
              <a:off x="4846152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2" name="object 822"/>
            <p:cNvSpPr/>
            <p:nvPr/>
          </p:nvSpPr>
          <p:spPr>
            <a:xfrm>
              <a:off x="495706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3" name="object 823"/>
            <p:cNvSpPr/>
            <p:nvPr/>
          </p:nvSpPr>
          <p:spPr>
            <a:xfrm>
              <a:off x="506797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4" name="object 824"/>
            <p:cNvSpPr/>
            <p:nvPr/>
          </p:nvSpPr>
          <p:spPr>
            <a:xfrm>
              <a:off x="5178884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5" name="object 825"/>
            <p:cNvSpPr/>
            <p:nvPr/>
          </p:nvSpPr>
          <p:spPr>
            <a:xfrm>
              <a:off x="5289795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6" name="object 826"/>
            <p:cNvSpPr/>
            <p:nvPr/>
          </p:nvSpPr>
          <p:spPr>
            <a:xfrm>
              <a:off x="5400706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7" name="object 827"/>
            <p:cNvSpPr/>
            <p:nvPr/>
          </p:nvSpPr>
          <p:spPr>
            <a:xfrm>
              <a:off x="5511617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8" name="object 828"/>
            <p:cNvSpPr/>
            <p:nvPr/>
          </p:nvSpPr>
          <p:spPr>
            <a:xfrm>
              <a:off x="5622528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9" name="object 829"/>
            <p:cNvSpPr/>
            <p:nvPr/>
          </p:nvSpPr>
          <p:spPr>
            <a:xfrm>
              <a:off x="5733439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0" name="object 830"/>
            <p:cNvSpPr/>
            <p:nvPr/>
          </p:nvSpPr>
          <p:spPr>
            <a:xfrm>
              <a:off x="5844350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1" name="object 831"/>
            <p:cNvSpPr/>
            <p:nvPr/>
          </p:nvSpPr>
          <p:spPr>
            <a:xfrm>
              <a:off x="5955260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2" name="object 832"/>
            <p:cNvSpPr/>
            <p:nvPr/>
          </p:nvSpPr>
          <p:spPr>
            <a:xfrm>
              <a:off x="6066171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3" name="object 833"/>
            <p:cNvSpPr/>
            <p:nvPr/>
          </p:nvSpPr>
          <p:spPr>
            <a:xfrm>
              <a:off x="6177082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4" name="object 834"/>
            <p:cNvSpPr/>
            <p:nvPr/>
          </p:nvSpPr>
          <p:spPr>
            <a:xfrm>
              <a:off x="628799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5" name="object 835"/>
            <p:cNvSpPr/>
            <p:nvPr/>
          </p:nvSpPr>
          <p:spPr>
            <a:xfrm>
              <a:off x="6398904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6" name="object 836"/>
            <p:cNvSpPr/>
            <p:nvPr/>
          </p:nvSpPr>
          <p:spPr>
            <a:xfrm>
              <a:off x="6509802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7" name="object 837"/>
            <p:cNvSpPr/>
            <p:nvPr/>
          </p:nvSpPr>
          <p:spPr>
            <a:xfrm>
              <a:off x="662071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8" name="object 838"/>
            <p:cNvSpPr/>
            <p:nvPr/>
          </p:nvSpPr>
          <p:spPr>
            <a:xfrm>
              <a:off x="673162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9" name="object 839"/>
            <p:cNvSpPr/>
            <p:nvPr/>
          </p:nvSpPr>
          <p:spPr>
            <a:xfrm>
              <a:off x="6842534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0" name="object 840"/>
            <p:cNvSpPr/>
            <p:nvPr/>
          </p:nvSpPr>
          <p:spPr>
            <a:xfrm>
              <a:off x="6953445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1" name="object 841"/>
            <p:cNvSpPr/>
            <p:nvPr/>
          </p:nvSpPr>
          <p:spPr>
            <a:xfrm>
              <a:off x="7064356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2" name="object 842"/>
            <p:cNvSpPr/>
            <p:nvPr/>
          </p:nvSpPr>
          <p:spPr>
            <a:xfrm>
              <a:off x="7175267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3" name="object 843"/>
            <p:cNvSpPr/>
            <p:nvPr/>
          </p:nvSpPr>
          <p:spPr>
            <a:xfrm>
              <a:off x="3958878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4" name="object 844"/>
            <p:cNvSpPr/>
            <p:nvPr/>
          </p:nvSpPr>
          <p:spPr>
            <a:xfrm>
              <a:off x="4069789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5" name="object 845"/>
            <p:cNvSpPr/>
            <p:nvPr/>
          </p:nvSpPr>
          <p:spPr>
            <a:xfrm>
              <a:off x="4180686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6" name="object 846"/>
            <p:cNvSpPr/>
            <p:nvPr/>
          </p:nvSpPr>
          <p:spPr>
            <a:xfrm>
              <a:off x="4291597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7" name="object 847"/>
            <p:cNvSpPr/>
            <p:nvPr/>
          </p:nvSpPr>
          <p:spPr>
            <a:xfrm>
              <a:off x="4402508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8" name="object 848"/>
            <p:cNvSpPr/>
            <p:nvPr/>
          </p:nvSpPr>
          <p:spPr>
            <a:xfrm>
              <a:off x="4513432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9" name="object 849"/>
            <p:cNvSpPr/>
            <p:nvPr/>
          </p:nvSpPr>
          <p:spPr>
            <a:xfrm>
              <a:off x="462434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0" name="object 850"/>
            <p:cNvSpPr/>
            <p:nvPr/>
          </p:nvSpPr>
          <p:spPr>
            <a:xfrm>
              <a:off x="4735241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1" name="object 851"/>
            <p:cNvSpPr/>
            <p:nvPr/>
          </p:nvSpPr>
          <p:spPr>
            <a:xfrm>
              <a:off x="4846152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2" name="object 852"/>
            <p:cNvSpPr/>
            <p:nvPr/>
          </p:nvSpPr>
          <p:spPr>
            <a:xfrm>
              <a:off x="495706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3" name="object 853"/>
            <p:cNvSpPr/>
            <p:nvPr/>
          </p:nvSpPr>
          <p:spPr>
            <a:xfrm>
              <a:off x="506797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4" name="object 854"/>
            <p:cNvSpPr/>
            <p:nvPr/>
          </p:nvSpPr>
          <p:spPr>
            <a:xfrm>
              <a:off x="5178884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5" name="object 855"/>
            <p:cNvSpPr/>
            <p:nvPr/>
          </p:nvSpPr>
          <p:spPr>
            <a:xfrm>
              <a:off x="5289795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6" name="object 856"/>
            <p:cNvSpPr/>
            <p:nvPr/>
          </p:nvSpPr>
          <p:spPr>
            <a:xfrm>
              <a:off x="5400706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7" name="object 857"/>
            <p:cNvSpPr/>
            <p:nvPr/>
          </p:nvSpPr>
          <p:spPr>
            <a:xfrm>
              <a:off x="5511617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8" name="object 858"/>
            <p:cNvSpPr/>
            <p:nvPr/>
          </p:nvSpPr>
          <p:spPr>
            <a:xfrm>
              <a:off x="5622528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9" name="object 859"/>
            <p:cNvSpPr/>
            <p:nvPr/>
          </p:nvSpPr>
          <p:spPr>
            <a:xfrm>
              <a:off x="5733439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0" name="object 860"/>
            <p:cNvSpPr/>
            <p:nvPr/>
          </p:nvSpPr>
          <p:spPr>
            <a:xfrm>
              <a:off x="5844350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1" name="object 861"/>
            <p:cNvSpPr/>
            <p:nvPr/>
          </p:nvSpPr>
          <p:spPr>
            <a:xfrm>
              <a:off x="5955260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2" name="object 862"/>
            <p:cNvSpPr/>
            <p:nvPr/>
          </p:nvSpPr>
          <p:spPr>
            <a:xfrm>
              <a:off x="6066171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3" name="object 863"/>
            <p:cNvSpPr/>
            <p:nvPr/>
          </p:nvSpPr>
          <p:spPr>
            <a:xfrm>
              <a:off x="6177082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4" name="object 864"/>
            <p:cNvSpPr/>
            <p:nvPr/>
          </p:nvSpPr>
          <p:spPr>
            <a:xfrm>
              <a:off x="628799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5" name="object 865"/>
            <p:cNvSpPr/>
            <p:nvPr/>
          </p:nvSpPr>
          <p:spPr>
            <a:xfrm>
              <a:off x="6398904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6" name="object 866"/>
            <p:cNvSpPr/>
            <p:nvPr/>
          </p:nvSpPr>
          <p:spPr>
            <a:xfrm>
              <a:off x="6509802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7" name="object 867"/>
            <p:cNvSpPr/>
            <p:nvPr/>
          </p:nvSpPr>
          <p:spPr>
            <a:xfrm>
              <a:off x="662071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8" name="object 868"/>
            <p:cNvSpPr/>
            <p:nvPr/>
          </p:nvSpPr>
          <p:spPr>
            <a:xfrm>
              <a:off x="673162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9" name="object 869"/>
            <p:cNvSpPr/>
            <p:nvPr/>
          </p:nvSpPr>
          <p:spPr>
            <a:xfrm>
              <a:off x="6842534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0" name="object 870"/>
            <p:cNvSpPr/>
            <p:nvPr/>
          </p:nvSpPr>
          <p:spPr>
            <a:xfrm>
              <a:off x="6953445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1" name="object 871"/>
            <p:cNvSpPr/>
            <p:nvPr/>
          </p:nvSpPr>
          <p:spPr>
            <a:xfrm>
              <a:off x="7064356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2" name="object 872"/>
            <p:cNvSpPr/>
            <p:nvPr/>
          </p:nvSpPr>
          <p:spPr>
            <a:xfrm>
              <a:off x="7175267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3" name="object 873"/>
            <p:cNvSpPr/>
            <p:nvPr/>
          </p:nvSpPr>
          <p:spPr>
            <a:xfrm>
              <a:off x="3958878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4" name="object 874"/>
            <p:cNvSpPr/>
            <p:nvPr/>
          </p:nvSpPr>
          <p:spPr>
            <a:xfrm>
              <a:off x="4069789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5" name="object 875"/>
            <p:cNvSpPr/>
            <p:nvPr/>
          </p:nvSpPr>
          <p:spPr>
            <a:xfrm>
              <a:off x="4180686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6" name="object 876"/>
            <p:cNvSpPr/>
            <p:nvPr/>
          </p:nvSpPr>
          <p:spPr>
            <a:xfrm>
              <a:off x="4291597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7" name="object 877"/>
            <p:cNvSpPr/>
            <p:nvPr/>
          </p:nvSpPr>
          <p:spPr>
            <a:xfrm>
              <a:off x="4402508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8" name="object 878"/>
            <p:cNvSpPr/>
            <p:nvPr/>
          </p:nvSpPr>
          <p:spPr>
            <a:xfrm>
              <a:off x="4513432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9" name="object 879"/>
            <p:cNvSpPr/>
            <p:nvPr/>
          </p:nvSpPr>
          <p:spPr>
            <a:xfrm>
              <a:off x="462434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0" name="object 880"/>
            <p:cNvSpPr/>
            <p:nvPr/>
          </p:nvSpPr>
          <p:spPr>
            <a:xfrm>
              <a:off x="4735241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1" name="object 881"/>
            <p:cNvSpPr/>
            <p:nvPr/>
          </p:nvSpPr>
          <p:spPr>
            <a:xfrm>
              <a:off x="4846152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2" name="object 882"/>
            <p:cNvSpPr/>
            <p:nvPr/>
          </p:nvSpPr>
          <p:spPr>
            <a:xfrm>
              <a:off x="495706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3" name="object 883"/>
            <p:cNvSpPr/>
            <p:nvPr/>
          </p:nvSpPr>
          <p:spPr>
            <a:xfrm>
              <a:off x="506797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4" name="object 884"/>
            <p:cNvSpPr/>
            <p:nvPr/>
          </p:nvSpPr>
          <p:spPr>
            <a:xfrm>
              <a:off x="5178884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5" name="object 885"/>
            <p:cNvSpPr/>
            <p:nvPr/>
          </p:nvSpPr>
          <p:spPr>
            <a:xfrm>
              <a:off x="5289795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6" name="object 886"/>
            <p:cNvSpPr/>
            <p:nvPr/>
          </p:nvSpPr>
          <p:spPr>
            <a:xfrm>
              <a:off x="5400706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7" name="object 887"/>
            <p:cNvSpPr/>
            <p:nvPr/>
          </p:nvSpPr>
          <p:spPr>
            <a:xfrm>
              <a:off x="5511617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8" name="object 888"/>
            <p:cNvSpPr/>
            <p:nvPr/>
          </p:nvSpPr>
          <p:spPr>
            <a:xfrm>
              <a:off x="5622528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9" name="object 889"/>
            <p:cNvSpPr/>
            <p:nvPr/>
          </p:nvSpPr>
          <p:spPr>
            <a:xfrm>
              <a:off x="5733439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0" name="object 890"/>
            <p:cNvSpPr/>
            <p:nvPr/>
          </p:nvSpPr>
          <p:spPr>
            <a:xfrm>
              <a:off x="5844350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1" name="object 891"/>
            <p:cNvSpPr/>
            <p:nvPr/>
          </p:nvSpPr>
          <p:spPr>
            <a:xfrm>
              <a:off x="5955260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2" name="object 892"/>
            <p:cNvSpPr/>
            <p:nvPr/>
          </p:nvSpPr>
          <p:spPr>
            <a:xfrm>
              <a:off x="6066171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3" name="object 893"/>
            <p:cNvSpPr/>
            <p:nvPr/>
          </p:nvSpPr>
          <p:spPr>
            <a:xfrm>
              <a:off x="6177082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4" name="object 894"/>
            <p:cNvSpPr/>
            <p:nvPr/>
          </p:nvSpPr>
          <p:spPr>
            <a:xfrm>
              <a:off x="628799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5" name="object 895"/>
            <p:cNvSpPr/>
            <p:nvPr/>
          </p:nvSpPr>
          <p:spPr>
            <a:xfrm>
              <a:off x="6398904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6" name="object 896"/>
            <p:cNvSpPr/>
            <p:nvPr/>
          </p:nvSpPr>
          <p:spPr>
            <a:xfrm>
              <a:off x="6509802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7" name="object 897"/>
            <p:cNvSpPr/>
            <p:nvPr/>
          </p:nvSpPr>
          <p:spPr>
            <a:xfrm>
              <a:off x="662071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8" name="object 898"/>
            <p:cNvSpPr/>
            <p:nvPr/>
          </p:nvSpPr>
          <p:spPr>
            <a:xfrm>
              <a:off x="673162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9" name="object 899"/>
            <p:cNvSpPr/>
            <p:nvPr/>
          </p:nvSpPr>
          <p:spPr>
            <a:xfrm>
              <a:off x="6842534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0" name="object 900"/>
            <p:cNvSpPr/>
            <p:nvPr/>
          </p:nvSpPr>
          <p:spPr>
            <a:xfrm>
              <a:off x="6953445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1" name="object 901"/>
            <p:cNvSpPr/>
            <p:nvPr/>
          </p:nvSpPr>
          <p:spPr>
            <a:xfrm>
              <a:off x="7064356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2" name="object 902"/>
            <p:cNvSpPr/>
            <p:nvPr/>
          </p:nvSpPr>
          <p:spPr>
            <a:xfrm>
              <a:off x="7175267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3" name="object 903"/>
            <p:cNvSpPr/>
            <p:nvPr/>
          </p:nvSpPr>
          <p:spPr>
            <a:xfrm>
              <a:off x="3958878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4" name="object 904"/>
            <p:cNvSpPr/>
            <p:nvPr/>
          </p:nvSpPr>
          <p:spPr>
            <a:xfrm>
              <a:off x="4069789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5" name="object 905"/>
            <p:cNvSpPr/>
            <p:nvPr/>
          </p:nvSpPr>
          <p:spPr>
            <a:xfrm>
              <a:off x="4180686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6" name="object 906"/>
            <p:cNvSpPr/>
            <p:nvPr/>
          </p:nvSpPr>
          <p:spPr>
            <a:xfrm>
              <a:off x="4291597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7" name="object 907"/>
            <p:cNvSpPr/>
            <p:nvPr/>
          </p:nvSpPr>
          <p:spPr>
            <a:xfrm>
              <a:off x="4402508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8" name="object 908"/>
            <p:cNvSpPr/>
            <p:nvPr/>
          </p:nvSpPr>
          <p:spPr>
            <a:xfrm>
              <a:off x="4513432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9" name="object 909"/>
            <p:cNvSpPr/>
            <p:nvPr/>
          </p:nvSpPr>
          <p:spPr>
            <a:xfrm>
              <a:off x="462434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0" name="object 910"/>
            <p:cNvSpPr/>
            <p:nvPr/>
          </p:nvSpPr>
          <p:spPr>
            <a:xfrm>
              <a:off x="4735241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1" name="object 911"/>
            <p:cNvSpPr/>
            <p:nvPr/>
          </p:nvSpPr>
          <p:spPr>
            <a:xfrm>
              <a:off x="4846152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2" name="object 912"/>
            <p:cNvSpPr/>
            <p:nvPr/>
          </p:nvSpPr>
          <p:spPr>
            <a:xfrm>
              <a:off x="495706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3" name="object 913"/>
            <p:cNvSpPr/>
            <p:nvPr/>
          </p:nvSpPr>
          <p:spPr>
            <a:xfrm>
              <a:off x="506797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4" name="object 914"/>
            <p:cNvSpPr/>
            <p:nvPr/>
          </p:nvSpPr>
          <p:spPr>
            <a:xfrm>
              <a:off x="5178884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5" name="object 915"/>
            <p:cNvSpPr/>
            <p:nvPr/>
          </p:nvSpPr>
          <p:spPr>
            <a:xfrm>
              <a:off x="5289795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6" name="object 916"/>
            <p:cNvSpPr/>
            <p:nvPr/>
          </p:nvSpPr>
          <p:spPr>
            <a:xfrm>
              <a:off x="5400706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7" name="object 917"/>
            <p:cNvSpPr/>
            <p:nvPr/>
          </p:nvSpPr>
          <p:spPr>
            <a:xfrm>
              <a:off x="5511617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8" name="object 918"/>
            <p:cNvSpPr/>
            <p:nvPr/>
          </p:nvSpPr>
          <p:spPr>
            <a:xfrm>
              <a:off x="5622528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9" name="object 919"/>
            <p:cNvSpPr/>
            <p:nvPr/>
          </p:nvSpPr>
          <p:spPr>
            <a:xfrm>
              <a:off x="5733439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0" name="object 920"/>
            <p:cNvSpPr/>
            <p:nvPr/>
          </p:nvSpPr>
          <p:spPr>
            <a:xfrm>
              <a:off x="5844350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1" name="object 921"/>
            <p:cNvSpPr/>
            <p:nvPr/>
          </p:nvSpPr>
          <p:spPr>
            <a:xfrm>
              <a:off x="5955260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2" name="object 922"/>
            <p:cNvSpPr/>
            <p:nvPr/>
          </p:nvSpPr>
          <p:spPr>
            <a:xfrm>
              <a:off x="6066171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3" name="object 923"/>
            <p:cNvSpPr/>
            <p:nvPr/>
          </p:nvSpPr>
          <p:spPr>
            <a:xfrm>
              <a:off x="6177082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4" name="object 924"/>
            <p:cNvSpPr/>
            <p:nvPr/>
          </p:nvSpPr>
          <p:spPr>
            <a:xfrm>
              <a:off x="628799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5" name="object 925"/>
            <p:cNvSpPr/>
            <p:nvPr/>
          </p:nvSpPr>
          <p:spPr>
            <a:xfrm>
              <a:off x="6398904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6" name="object 926"/>
            <p:cNvSpPr/>
            <p:nvPr/>
          </p:nvSpPr>
          <p:spPr>
            <a:xfrm>
              <a:off x="6509802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7" name="object 927"/>
            <p:cNvSpPr/>
            <p:nvPr/>
          </p:nvSpPr>
          <p:spPr>
            <a:xfrm>
              <a:off x="662071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8" name="object 928"/>
            <p:cNvSpPr/>
            <p:nvPr/>
          </p:nvSpPr>
          <p:spPr>
            <a:xfrm>
              <a:off x="673162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9" name="object 929"/>
            <p:cNvSpPr/>
            <p:nvPr/>
          </p:nvSpPr>
          <p:spPr>
            <a:xfrm>
              <a:off x="6842534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0" name="object 930"/>
            <p:cNvSpPr/>
            <p:nvPr/>
          </p:nvSpPr>
          <p:spPr>
            <a:xfrm>
              <a:off x="6953445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1" name="object 931"/>
            <p:cNvSpPr/>
            <p:nvPr/>
          </p:nvSpPr>
          <p:spPr>
            <a:xfrm>
              <a:off x="7064356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2" name="object 932"/>
            <p:cNvSpPr/>
            <p:nvPr/>
          </p:nvSpPr>
          <p:spPr>
            <a:xfrm>
              <a:off x="7175267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3" name="object 933"/>
            <p:cNvSpPr/>
            <p:nvPr/>
          </p:nvSpPr>
          <p:spPr>
            <a:xfrm>
              <a:off x="3958878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4" name="object 934"/>
            <p:cNvSpPr/>
            <p:nvPr/>
          </p:nvSpPr>
          <p:spPr>
            <a:xfrm>
              <a:off x="4069789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5" name="object 935"/>
            <p:cNvSpPr/>
            <p:nvPr/>
          </p:nvSpPr>
          <p:spPr>
            <a:xfrm>
              <a:off x="4180686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6" name="object 936"/>
            <p:cNvSpPr/>
            <p:nvPr/>
          </p:nvSpPr>
          <p:spPr>
            <a:xfrm>
              <a:off x="4291597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7" name="object 937"/>
            <p:cNvSpPr/>
            <p:nvPr/>
          </p:nvSpPr>
          <p:spPr>
            <a:xfrm>
              <a:off x="4402508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8" name="object 938"/>
            <p:cNvSpPr/>
            <p:nvPr/>
          </p:nvSpPr>
          <p:spPr>
            <a:xfrm>
              <a:off x="4513432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9" name="object 939"/>
            <p:cNvSpPr/>
            <p:nvPr/>
          </p:nvSpPr>
          <p:spPr>
            <a:xfrm>
              <a:off x="462434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0" name="object 940"/>
            <p:cNvSpPr/>
            <p:nvPr/>
          </p:nvSpPr>
          <p:spPr>
            <a:xfrm>
              <a:off x="4735241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1" name="object 941"/>
            <p:cNvSpPr/>
            <p:nvPr/>
          </p:nvSpPr>
          <p:spPr>
            <a:xfrm>
              <a:off x="4846152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2" name="object 942"/>
            <p:cNvSpPr/>
            <p:nvPr/>
          </p:nvSpPr>
          <p:spPr>
            <a:xfrm>
              <a:off x="495706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3" name="object 943"/>
            <p:cNvSpPr/>
            <p:nvPr/>
          </p:nvSpPr>
          <p:spPr>
            <a:xfrm>
              <a:off x="506797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4" name="object 944"/>
            <p:cNvSpPr/>
            <p:nvPr/>
          </p:nvSpPr>
          <p:spPr>
            <a:xfrm>
              <a:off x="5178884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5" name="object 945"/>
            <p:cNvSpPr/>
            <p:nvPr/>
          </p:nvSpPr>
          <p:spPr>
            <a:xfrm>
              <a:off x="5289795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6" name="object 946"/>
            <p:cNvSpPr/>
            <p:nvPr/>
          </p:nvSpPr>
          <p:spPr>
            <a:xfrm>
              <a:off x="5400706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7" name="object 947"/>
            <p:cNvSpPr/>
            <p:nvPr/>
          </p:nvSpPr>
          <p:spPr>
            <a:xfrm>
              <a:off x="5511617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8" name="object 948"/>
            <p:cNvSpPr/>
            <p:nvPr/>
          </p:nvSpPr>
          <p:spPr>
            <a:xfrm>
              <a:off x="5622528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9" name="object 949"/>
            <p:cNvSpPr/>
            <p:nvPr/>
          </p:nvSpPr>
          <p:spPr>
            <a:xfrm>
              <a:off x="5733439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0" name="object 950"/>
            <p:cNvSpPr/>
            <p:nvPr/>
          </p:nvSpPr>
          <p:spPr>
            <a:xfrm>
              <a:off x="5844350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1" name="object 951"/>
            <p:cNvSpPr/>
            <p:nvPr/>
          </p:nvSpPr>
          <p:spPr>
            <a:xfrm>
              <a:off x="5955260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2" name="object 952"/>
            <p:cNvSpPr/>
            <p:nvPr/>
          </p:nvSpPr>
          <p:spPr>
            <a:xfrm>
              <a:off x="6066171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3" name="object 953"/>
            <p:cNvSpPr/>
            <p:nvPr/>
          </p:nvSpPr>
          <p:spPr>
            <a:xfrm>
              <a:off x="6177082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4" name="object 954"/>
            <p:cNvSpPr/>
            <p:nvPr/>
          </p:nvSpPr>
          <p:spPr>
            <a:xfrm>
              <a:off x="628799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5" name="object 955"/>
            <p:cNvSpPr/>
            <p:nvPr/>
          </p:nvSpPr>
          <p:spPr>
            <a:xfrm>
              <a:off x="6398904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6" name="object 956"/>
            <p:cNvSpPr/>
            <p:nvPr/>
          </p:nvSpPr>
          <p:spPr>
            <a:xfrm>
              <a:off x="6509802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7" name="object 957"/>
            <p:cNvSpPr/>
            <p:nvPr/>
          </p:nvSpPr>
          <p:spPr>
            <a:xfrm>
              <a:off x="662071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8" name="object 958"/>
            <p:cNvSpPr/>
            <p:nvPr/>
          </p:nvSpPr>
          <p:spPr>
            <a:xfrm>
              <a:off x="673162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9" name="object 959"/>
            <p:cNvSpPr/>
            <p:nvPr/>
          </p:nvSpPr>
          <p:spPr>
            <a:xfrm>
              <a:off x="6842534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0" name="object 960"/>
            <p:cNvSpPr/>
            <p:nvPr/>
          </p:nvSpPr>
          <p:spPr>
            <a:xfrm>
              <a:off x="6953445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1" name="object 961"/>
            <p:cNvSpPr/>
            <p:nvPr/>
          </p:nvSpPr>
          <p:spPr>
            <a:xfrm>
              <a:off x="7064356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2" name="object 962"/>
            <p:cNvSpPr/>
            <p:nvPr/>
          </p:nvSpPr>
          <p:spPr>
            <a:xfrm>
              <a:off x="7175267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3" name="object 963"/>
            <p:cNvSpPr/>
            <p:nvPr/>
          </p:nvSpPr>
          <p:spPr>
            <a:xfrm>
              <a:off x="3958878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4" name="object 964"/>
            <p:cNvSpPr/>
            <p:nvPr/>
          </p:nvSpPr>
          <p:spPr>
            <a:xfrm>
              <a:off x="4069789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5" name="object 965"/>
            <p:cNvSpPr/>
            <p:nvPr/>
          </p:nvSpPr>
          <p:spPr>
            <a:xfrm>
              <a:off x="4180686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6" name="object 966"/>
            <p:cNvSpPr/>
            <p:nvPr/>
          </p:nvSpPr>
          <p:spPr>
            <a:xfrm>
              <a:off x="4291597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7" name="object 967"/>
            <p:cNvSpPr/>
            <p:nvPr/>
          </p:nvSpPr>
          <p:spPr>
            <a:xfrm>
              <a:off x="4402508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8" name="object 968"/>
            <p:cNvSpPr/>
            <p:nvPr/>
          </p:nvSpPr>
          <p:spPr>
            <a:xfrm>
              <a:off x="4513432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9" name="object 969"/>
            <p:cNvSpPr/>
            <p:nvPr/>
          </p:nvSpPr>
          <p:spPr>
            <a:xfrm>
              <a:off x="462434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0" name="object 970"/>
            <p:cNvSpPr/>
            <p:nvPr/>
          </p:nvSpPr>
          <p:spPr>
            <a:xfrm>
              <a:off x="4735241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1" name="object 971"/>
            <p:cNvSpPr/>
            <p:nvPr/>
          </p:nvSpPr>
          <p:spPr>
            <a:xfrm>
              <a:off x="4846152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2" name="object 972"/>
            <p:cNvSpPr/>
            <p:nvPr/>
          </p:nvSpPr>
          <p:spPr>
            <a:xfrm>
              <a:off x="495706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3" name="object 973"/>
            <p:cNvSpPr/>
            <p:nvPr/>
          </p:nvSpPr>
          <p:spPr>
            <a:xfrm>
              <a:off x="506797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4" name="object 974"/>
            <p:cNvSpPr/>
            <p:nvPr/>
          </p:nvSpPr>
          <p:spPr>
            <a:xfrm>
              <a:off x="5178884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5" name="object 975"/>
            <p:cNvSpPr/>
            <p:nvPr/>
          </p:nvSpPr>
          <p:spPr>
            <a:xfrm>
              <a:off x="5289795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6" name="object 976"/>
            <p:cNvSpPr/>
            <p:nvPr/>
          </p:nvSpPr>
          <p:spPr>
            <a:xfrm>
              <a:off x="5400706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7" name="object 977"/>
            <p:cNvSpPr/>
            <p:nvPr/>
          </p:nvSpPr>
          <p:spPr>
            <a:xfrm>
              <a:off x="5511617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8" name="object 978"/>
            <p:cNvSpPr/>
            <p:nvPr/>
          </p:nvSpPr>
          <p:spPr>
            <a:xfrm>
              <a:off x="5622528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9" name="object 979"/>
            <p:cNvSpPr/>
            <p:nvPr/>
          </p:nvSpPr>
          <p:spPr>
            <a:xfrm>
              <a:off x="5733439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0" name="object 980"/>
            <p:cNvSpPr/>
            <p:nvPr/>
          </p:nvSpPr>
          <p:spPr>
            <a:xfrm>
              <a:off x="5844350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1" name="object 981"/>
            <p:cNvSpPr/>
            <p:nvPr/>
          </p:nvSpPr>
          <p:spPr>
            <a:xfrm>
              <a:off x="5955260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2" name="object 982"/>
            <p:cNvSpPr/>
            <p:nvPr/>
          </p:nvSpPr>
          <p:spPr>
            <a:xfrm>
              <a:off x="6066171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3" name="object 983"/>
            <p:cNvSpPr/>
            <p:nvPr/>
          </p:nvSpPr>
          <p:spPr>
            <a:xfrm>
              <a:off x="6177082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4" name="object 984"/>
            <p:cNvSpPr/>
            <p:nvPr/>
          </p:nvSpPr>
          <p:spPr>
            <a:xfrm>
              <a:off x="628799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5" name="object 985"/>
            <p:cNvSpPr/>
            <p:nvPr/>
          </p:nvSpPr>
          <p:spPr>
            <a:xfrm>
              <a:off x="6398904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6" name="object 986"/>
            <p:cNvSpPr/>
            <p:nvPr/>
          </p:nvSpPr>
          <p:spPr>
            <a:xfrm>
              <a:off x="6509802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7" name="object 987"/>
            <p:cNvSpPr/>
            <p:nvPr/>
          </p:nvSpPr>
          <p:spPr>
            <a:xfrm>
              <a:off x="662071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8" name="object 988"/>
            <p:cNvSpPr/>
            <p:nvPr/>
          </p:nvSpPr>
          <p:spPr>
            <a:xfrm>
              <a:off x="673162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9" name="object 989"/>
            <p:cNvSpPr/>
            <p:nvPr/>
          </p:nvSpPr>
          <p:spPr>
            <a:xfrm>
              <a:off x="6842534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0" name="object 990"/>
            <p:cNvSpPr/>
            <p:nvPr/>
          </p:nvSpPr>
          <p:spPr>
            <a:xfrm>
              <a:off x="6953445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1" name="object 991"/>
            <p:cNvSpPr/>
            <p:nvPr/>
          </p:nvSpPr>
          <p:spPr>
            <a:xfrm>
              <a:off x="7064356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2" name="object 992"/>
            <p:cNvSpPr/>
            <p:nvPr/>
          </p:nvSpPr>
          <p:spPr>
            <a:xfrm>
              <a:off x="7175267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3" name="object 993"/>
            <p:cNvSpPr/>
            <p:nvPr/>
          </p:nvSpPr>
          <p:spPr>
            <a:xfrm>
              <a:off x="3958878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4" name="object 994"/>
            <p:cNvSpPr/>
            <p:nvPr/>
          </p:nvSpPr>
          <p:spPr>
            <a:xfrm>
              <a:off x="4069789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5" name="object 995"/>
            <p:cNvSpPr/>
            <p:nvPr/>
          </p:nvSpPr>
          <p:spPr>
            <a:xfrm>
              <a:off x="4180686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6" name="object 996"/>
            <p:cNvSpPr/>
            <p:nvPr/>
          </p:nvSpPr>
          <p:spPr>
            <a:xfrm>
              <a:off x="4291597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7" name="object 997"/>
            <p:cNvSpPr/>
            <p:nvPr/>
          </p:nvSpPr>
          <p:spPr>
            <a:xfrm>
              <a:off x="4402508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8" name="object 998"/>
            <p:cNvSpPr/>
            <p:nvPr/>
          </p:nvSpPr>
          <p:spPr>
            <a:xfrm>
              <a:off x="4513432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9" name="object 999"/>
            <p:cNvSpPr/>
            <p:nvPr/>
          </p:nvSpPr>
          <p:spPr>
            <a:xfrm>
              <a:off x="462434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4735241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4846152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495706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506797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5178884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5289795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6" name="object 1006"/>
            <p:cNvSpPr/>
            <p:nvPr/>
          </p:nvSpPr>
          <p:spPr>
            <a:xfrm>
              <a:off x="5400706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5511617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5622528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9" name="object 1009"/>
            <p:cNvSpPr/>
            <p:nvPr/>
          </p:nvSpPr>
          <p:spPr>
            <a:xfrm>
              <a:off x="5733439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0" name="object 1010"/>
            <p:cNvSpPr/>
            <p:nvPr/>
          </p:nvSpPr>
          <p:spPr>
            <a:xfrm>
              <a:off x="5844350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5955260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2" name="object 1012"/>
            <p:cNvSpPr/>
            <p:nvPr/>
          </p:nvSpPr>
          <p:spPr>
            <a:xfrm>
              <a:off x="6066171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3" name="object 1013"/>
            <p:cNvSpPr/>
            <p:nvPr/>
          </p:nvSpPr>
          <p:spPr>
            <a:xfrm>
              <a:off x="6177082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4" name="object 1014"/>
            <p:cNvSpPr/>
            <p:nvPr/>
          </p:nvSpPr>
          <p:spPr>
            <a:xfrm>
              <a:off x="628799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5" name="object 1015"/>
            <p:cNvSpPr/>
            <p:nvPr/>
          </p:nvSpPr>
          <p:spPr>
            <a:xfrm>
              <a:off x="6398904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6" name="object 1016"/>
            <p:cNvSpPr/>
            <p:nvPr/>
          </p:nvSpPr>
          <p:spPr>
            <a:xfrm>
              <a:off x="6509802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7" name="object 1017"/>
            <p:cNvSpPr/>
            <p:nvPr/>
          </p:nvSpPr>
          <p:spPr>
            <a:xfrm>
              <a:off x="662071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8" name="object 1018"/>
            <p:cNvSpPr/>
            <p:nvPr/>
          </p:nvSpPr>
          <p:spPr>
            <a:xfrm>
              <a:off x="673162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9" name="object 1019"/>
            <p:cNvSpPr/>
            <p:nvPr/>
          </p:nvSpPr>
          <p:spPr>
            <a:xfrm>
              <a:off x="6842534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0" name="object 1020"/>
            <p:cNvSpPr/>
            <p:nvPr/>
          </p:nvSpPr>
          <p:spPr>
            <a:xfrm>
              <a:off x="6953445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1" name="object 1021"/>
            <p:cNvSpPr/>
            <p:nvPr/>
          </p:nvSpPr>
          <p:spPr>
            <a:xfrm>
              <a:off x="7064356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2" name="object 1022"/>
            <p:cNvSpPr/>
            <p:nvPr/>
          </p:nvSpPr>
          <p:spPr>
            <a:xfrm>
              <a:off x="7175267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3" name="object 1023"/>
            <p:cNvSpPr/>
            <p:nvPr/>
          </p:nvSpPr>
          <p:spPr>
            <a:xfrm>
              <a:off x="3958878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4069789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4180686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6" name="object 1026"/>
            <p:cNvSpPr/>
            <p:nvPr/>
          </p:nvSpPr>
          <p:spPr>
            <a:xfrm>
              <a:off x="4291597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7" name="object 1027"/>
            <p:cNvSpPr/>
            <p:nvPr/>
          </p:nvSpPr>
          <p:spPr>
            <a:xfrm>
              <a:off x="4402508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8" name="object 1028"/>
            <p:cNvSpPr/>
            <p:nvPr/>
          </p:nvSpPr>
          <p:spPr>
            <a:xfrm>
              <a:off x="4513432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9" name="object 1029"/>
            <p:cNvSpPr/>
            <p:nvPr/>
          </p:nvSpPr>
          <p:spPr>
            <a:xfrm>
              <a:off x="462434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0" name="object 1030"/>
            <p:cNvSpPr/>
            <p:nvPr/>
          </p:nvSpPr>
          <p:spPr>
            <a:xfrm>
              <a:off x="4735241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1" name="object 1031"/>
            <p:cNvSpPr/>
            <p:nvPr/>
          </p:nvSpPr>
          <p:spPr>
            <a:xfrm>
              <a:off x="4846152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495706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3" name="object 1033"/>
            <p:cNvSpPr/>
            <p:nvPr/>
          </p:nvSpPr>
          <p:spPr>
            <a:xfrm>
              <a:off x="506797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4" name="object 1034"/>
            <p:cNvSpPr/>
            <p:nvPr/>
          </p:nvSpPr>
          <p:spPr>
            <a:xfrm>
              <a:off x="5178884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5289795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6" name="object 1036"/>
            <p:cNvSpPr/>
            <p:nvPr/>
          </p:nvSpPr>
          <p:spPr>
            <a:xfrm>
              <a:off x="5400706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7" name="object 1037"/>
            <p:cNvSpPr/>
            <p:nvPr/>
          </p:nvSpPr>
          <p:spPr>
            <a:xfrm>
              <a:off x="5511617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5622528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9" name="object 1039"/>
            <p:cNvSpPr/>
            <p:nvPr/>
          </p:nvSpPr>
          <p:spPr>
            <a:xfrm>
              <a:off x="5733439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0" name="object 1040"/>
            <p:cNvSpPr/>
            <p:nvPr/>
          </p:nvSpPr>
          <p:spPr>
            <a:xfrm>
              <a:off x="5844350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5955260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2" name="object 1042"/>
            <p:cNvSpPr/>
            <p:nvPr/>
          </p:nvSpPr>
          <p:spPr>
            <a:xfrm>
              <a:off x="6066171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3" name="object 1043"/>
            <p:cNvSpPr/>
            <p:nvPr/>
          </p:nvSpPr>
          <p:spPr>
            <a:xfrm>
              <a:off x="6177082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628799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5" name="object 1045"/>
            <p:cNvSpPr/>
            <p:nvPr/>
          </p:nvSpPr>
          <p:spPr>
            <a:xfrm>
              <a:off x="6398904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6" name="object 1046"/>
            <p:cNvSpPr/>
            <p:nvPr/>
          </p:nvSpPr>
          <p:spPr>
            <a:xfrm>
              <a:off x="6509802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662071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" name="object 1048"/>
            <p:cNvSpPr/>
            <p:nvPr/>
          </p:nvSpPr>
          <p:spPr>
            <a:xfrm>
              <a:off x="673162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6842534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6953445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7064356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7175267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3958878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4069789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4180686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4291597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7" name="object 1057"/>
            <p:cNvSpPr/>
            <p:nvPr/>
          </p:nvSpPr>
          <p:spPr>
            <a:xfrm>
              <a:off x="4402508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8" name="object 1058"/>
            <p:cNvSpPr/>
            <p:nvPr/>
          </p:nvSpPr>
          <p:spPr>
            <a:xfrm>
              <a:off x="4513432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462434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0" name="object 1060"/>
            <p:cNvSpPr/>
            <p:nvPr/>
          </p:nvSpPr>
          <p:spPr>
            <a:xfrm>
              <a:off x="4735241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1" name="object 1061"/>
            <p:cNvSpPr/>
            <p:nvPr/>
          </p:nvSpPr>
          <p:spPr>
            <a:xfrm>
              <a:off x="4846152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495706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3" name="object 1063"/>
            <p:cNvSpPr/>
            <p:nvPr/>
          </p:nvSpPr>
          <p:spPr>
            <a:xfrm>
              <a:off x="506797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4" name="object 1064"/>
            <p:cNvSpPr/>
            <p:nvPr/>
          </p:nvSpPr>
          <p:spPr>
            <a:xfrm>
              <a:off x="5178884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5" name="object 1065"/>
            <p:cNvSpPr/>
            <p:nvPr/>
          </p:nvSpPr>
          <p:spPr>
            <a:xfrm>
              <a:off x="5289795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6" name="object 1066"/>
            <p:cNvSpPr/>
            <p:nvPr/>
          </p:nvSpPr>
          <p:spPr>
            <a:xfrm>
              <a:off x="5400706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7" name="object 1067"/>
            <p:cNvSpPr/>
            <p:nvPr/>
          </p:nvSpPr>
          <p:spPr>
            <a:xfrm>
              <a:off x="5511617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8" name="object 1068"/>
            <p:cNvSpPr/>
            <p:nvPr/>
          </p:nvSpPr>
          <p:spPr>
            <a:xfrm>
              <a:off x="5622528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9" name="object 1069"/>
            <p:cNvSpPr/>
            <p:nvPr/>
          </p:nvSpPr>
          <p:spPr>
            <a:xfrm>
              <a:off x="5733439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0" name="object 1070"/>
            <p:cNvSpPr/>
            <p:nvPr/>
          </p:nvSpPr>
          <p:spPr>
            <a:xfrm>
              <a:off x="5844350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1" name="object 1071"/>
            <p:cNvSpPr/>
            <p:nvPr/>
          </p:nvSpPr>
          <p:spPr>
            <a:xfrm>
              <a:off x="5955260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2" name="object 1072"/>
            <p:cNvSpPr/>
            <p:nvPr/>
          </p:nvSpPr>
          <p:spPr>
            <a:xfrm>
              <a:off x="6066171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3" name="object 1073"/>
            <p:cNvSpPr/>
            <p:nvPr/>
          </p:nvSpPr>
          <p:spPr>
            <a:xfrm>
              <a:off x="6177082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628799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5" name="object 1075"/>
            <p:cNvSpPr/>
            <p:nvPr/>
          </p:nvSpPr>
          <p:spPr>
            <a:xfrm>
              <a:off x="6398904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6" name="object 1076"/>
            <p:cNvSpPr/>
            <p:nvPr/>
          </p:nvSpPr>
          <p:spPr>
            <a:xfrm>
              <a:off x="6509802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662071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8" name="object 1078"/>
            <p:cNvSpPr/>
            <p:nvPr/>
          </p:nvSpPr>
          <p:spPr>
            <a:xfrm>
              <a:off x="673162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9" name="object 1079"/>
            <p:cNvSpPr/>
            <p:nvPr/>
          </p:nvSpPr>
          <p:spPr>
            <a:xfrm>
              <a:off x="6842534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6953445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1" name="object 1081"/>
            <p:cNvSpPr/>
            <p:nvPr/>
          </p:nvSpPr>
          <p:spPr>
            <a:xfrm>
              <a:off x="7064356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2" name="object 1082"/>
            <p:cNvSpPr/>
            <p:nvPr/>
          </p:nvSpPr>
          <p:spPr>
            <a:xfrm>
              <a:off x="7175267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3958878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4" name="object 1084"/>
            <p:cNvSpPr/>
            <p:nvPr/>
          </p:nvSpPr>
          <p:spPr>
            <a:xfrm>
              <a:off x="4069789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5" name="object 1085"/>
            <p:cNvSpPr/>
            <p:nvPr/>
          </p:nvSpPr>
          <p:spPr>
            <a:xfrm>
              <a:off x="4180686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4291597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7" name="object 1087"/>
            <p:cNvSpPr/>
            <p:nvPr/>
          </p:nvSpPr>
          <p:spPr>
            <a:xfrm>
              <a:off x="4402508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8" name="object 1088"/>
            <p:cNvSpPr/>
            <p:nvPr/>
          </p:nvSpPr>
          <p:spPr>
            <a:xfrm>
              <a:off x="4513432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462434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0" name="object 1090"/>
            <p:cNvSpPr/>
            <p:nvPr/>
          </p:nvSpPr>
          <p:spPr>
            <a:xfrm>
              <a:off x="4735241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1" name="object 1091"/>
            <p:cNvSpPr/>
            <p:nvPr/>
          </p:nvSpPr>
          <p:spPr>
            <a:xfrm>
              <a:off x="4846152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495706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3" name="object 1093"/>
            <p:cNvSpPr/>
            <p:nvPr/>
          </p:nvSpPr>
          <p:spPr>
            <a:xfrm>
              <a:off x="506797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5178884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5289795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5400706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5511617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5622528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9" name="object 1099"/>
            <p:cNvSpPr/>
            <p:nvPr/>
          </p:nvSpPr>
          <p:spPr>
            <a:xfrm>
              <a:off x="5733439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0" name="object 1100"/>
            <p:cNvSpPr/>
            <p:nvPr/>
          </p:nvSpPr>
          <p:spPr>
            <a:xfrm>
              <a:off x="5844350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5955260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2" name="object 1102"/>
            <p:cNvSpPr/>
            <p:nvPr/>
          </p:nvSpPr>
          <p:spPr>
            <a:xfrm>
              <a:off x="6066171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3" name="object 1103"/>
            <p:cNvSpPr/>
            <p:nvPr/>
          </p:nvSpPr>
          <p:spPr>
            <a:xfrm>
              <a:off x="6177082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628799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5" name="object 1105"/>
            <p:cNvSpPr/>
            <p:nvPr/>
          </p:nvSpPr>
          <p:spPr>
            <a:xfrm>
              <a:off x="6398904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6" name="object 1106"/>
            <p:cNvSpPr/>
            <p:nvPr/>
          </p:nvSpPr>
          <p:spPr>
            <a:xfrm>
              <a:off x="6509802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662071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8" name="object 1108"/>
            <p:cNvSpPr/>
            <p:nvPr/>
          </p:nvSpPr>
          <p:spPr>
            <a:xfrm>
              <a:off x="673162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9" name="object 1109"/>
            <p:cNvSpPr/>
            <p:nvPr/>
          </p:nvSpPr>
          <p:spPr>
            <a:xfrm>
              <a:off x="6842534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6953445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1" name="object 1111"/>
            <p:cNvSpPr/>
            <p:nvPr/>
          </p:nvSpPr>
          <p:spPr>
            <a:xfrm>
              <a:off x="7064356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2" name="object 1112"/>
            <p:cNvSpPr/>
            <p:nvPr/>
          </p:nvSpPr>
          <p:spPr>
            <a:xfrm>
              <a:off x="7175267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3958878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4" name="object 1114"/>
            <p:cNvSpPr/>
            <p:nvPr/>
          </p:nvSpPr>
          <p:spPr>
            <a:xfrm>
              <a:off x="4069789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5" name="object 1115"/>
            <p:cNvSpPr/>
            <p:nvPr/>
          </p:nvSpPr>
          <p:spPr>
            <a:xfrm>
              <a:off x="4180686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4291597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7" name="object 1117"/>
            <p:cNvSpPr/>
            <p:nvPr/>
          </p:nvSpPr>
          <p:spPr>
            <a:xfrm>
              <a:off x="4402508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8" name="object 1118"/>
            <p:cNvSpPr/>
            <p:nvPr/>
          </p:nvSpPr>
          <p:spPr>
            <a:xfrm>
              <a:off x="4513432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462434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0" name="object 1120"/>
            <p:cNvSpPr/>
            <p:nvPr/>
          </p:nvSpPr>
          <p:spPr>
            <a:xfrm>
              <a:off x="4735241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1" name="object 1121"/>
            <p:cNvSpPr/>
            <p:nvPr/>
          </p:nvSpPr>
          <p:spPr>
            <a:xfrm>
              <a:off x="4846152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495706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3" name="object 1123"/>
            <p:cNvSpPr/>
            <p:nvPr/>
          </p:nvSpPr>
          <p:spPr>
            <a:xfrm>
              <a:off x="506797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4" name="object 1124"/>
            <p:cNvSpPr/>
            <p:nvPr/>
          </p:nvSpPr>
          <p:spPr>
            <a:xfrm>
              <a:off x="5178884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5289795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6" name="object 1126"/>
            <p:cNvSpPr/>
            <p:nvPr/>
          </p:nvSpPr>
          <p:spPr>
            <a:xfrm>
              <a:off x="5400706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7" name="object 1127"/>
            <p:cNvSpPr/>
            <p:nvPr/>
          </p:nvSpPr>
          <p:spPr>
            <a:xfrm>
              <a:off x="5511617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5622528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9" name="object 1129"/>
            <p:cNvSpPr/>
            <p:nvPr/>
          </p:nvSpPr>
          <p:spPr>
            <a:xfrm>
              <a:off x="5733439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0" name="object 1130"/>
            <p:cNvSpPr/>
            <p:nvPr/>
          </p:nvSpPr>
          <p:spPr>
            <a:xfrm>
              <a:off x="5844350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5955260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2" name="object 1132"/>
            <p:cNvSpPr/>
            <p:nvPr/>
          </p:nvSpPr>
          <p:spPr>
            <a:xfrm>
              <a:off x="6066171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3" name="object 1133"/>
            <p:cNvSpPr/>
            <p:nvPr/>
          </p:nvSpPr>
          <p:spPr>
            <a:xfrm>
              <a:off x="6177082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628799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5" name="object 1135"/>
            <p:cNvSpPr/>
            <p:nvPr/>
          </p:nvSpPr>
          <p:spPr>
            <a:xfrm>
              <a:off x="6398904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6" name="object 1136"/>
            <p:cNvSpPr/>
            <p:nvPr/>
          </p:nvSpPr>
          <p:spPr>
            <a:xfrm>
              <a:off x="6509802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662071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8" name="object 1138"/>
            <p:cNvSpPr/>
            <p:nvPr/>
          </p:nvSpPr>
          <p:spPr>
            <a:xfrm>
              <a:off x="673162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9" name="object 1139"/>
            <p:cNvSpPr/>
            <p:nvPr/>
          </p:nvSpPr>
          <p:spPr>
            <a:xfrm>
              <a:off x="6842534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6953445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7064356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7175267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3958878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4069789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4180686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4291597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4402508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8" name="object 1148"/>
            <p:cNvSpPr/>
            <p:nvPr/>
          </p:nvSpPr>
          <p:spPr>
            <a:xfrm>
              <a:off x="4513432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462434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0" name="object 1150"/>
            <p:cNvSpPr/>
            <p:nvPr/>
          </p:nvSpPr>
          <p:spPr>
            <a:xfrm>
              <a:off x="4735241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1" name="object 1151"/>
            <p:cNvSpPr/>
            <p:nvPr/>
          </p:nvSpPr>
          <p:spPr>
            <a:xfrm>
              <a:off x="4846152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495706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3" name="object 1153"/>
            <p:cNvSpPr/>
            <p:nvPr/>
          </p:nvSpPr>
          <p:spPr>
            <a:xfrm>
              <a:off x="506797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4" name="object 1154"/>
            <p:cNvSpPr/>
            <p:nvPr/>
          </p:nvSpPr>
          <p:spPr>
            <a:xfrm>
              <a:off x="5178884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5289795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6" name="object 1156"/>
            <p:cNvSpPr/>
            <p:nvPr/>
          </p:nvSpPr>
          <p:spPr>
            <a:xfrm>
              <a:off x="5400706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7" name="object 1157"/>
            <p:cNvSpPr/>
            <p:nvPr/>
          </p:nvSpPr>
          <p:spPr>
            <a:xfrm>
              <a:off x="5511617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8" name="object 1158"/>
            <p:cNvSpPr/>
            <p:nvPr/>
          </p:nvSpPr>
          <p:spPr>
            <a:xfrm>
              <a:off x="5622528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9" name="object 1159"/>
            <p:cNvSpPr/>
            <p:nvPr/>
          </p:nvSpPr>
          <p:spPr>
            <a:xfrm>
              <a:off x="5733439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0" name="object 1160"/>
            <p:cNvSpPr/>
            <p:nvPr/>
          </p:nvSpPr>
          <p:spPr>
            <a:xfrm>
              <a:off x="5844350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1" name="object 1161"/>
            <p:cNvSpPr/>
            <p:nvPr/>
          </p:nvSpPr>
          <p:spPr>
            <a:xfrm>
              <a:off x="5955260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2" name="object 1162"/>
            <p:cNvSpPr/>
            <p:nvPr/>
          </p:nvSpPr>
          <p:spPr>
            <a:xfrm>
              <a:off x="6066171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3" name="object 1163"/>
            <p:cNvSpPr/>
            <p:nvPr/>
          </p:nvSpPr>
          <p:spPr>
            <a:xfrm>
              <a:off x="6177082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4" name="object 1164"/>
            <p:cNvSpPr/>
            <p:nvPr/>
          </p:nvSpPr>
          <p:spPr>
            <a:xfrm>
              <a:off x="628799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5" name="object 1165"/>
            <p:cNvSpPr/>
            <p:nvPr/>
          </p:nvSpPr>
          <p:spPr>
            <a:xfrm>
              <a:off x="6398904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6" name="object 1166"/>
            <p:cNvSpPr/>
            <p:nvPr/>
          </p:nvSpPr>
          <p:spPr>
            <a:xfrm>
              <a:off x="6509802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662071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673162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9" name="object 1169"/>
            <p:cNvSpPr/>
            <p:nvPr/>
          </p:nvSpPr>
          <p:spPr>
            <a:xfrm>
              <a:off x="6842534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0" name="object 1170"/>
            <p:cNvSpPr/>
            <p:nvPr/>
          </p:nvSpPr>
          <p:spPr>
            <a:xfrm>
              <a:off x="6953445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1" name="object 1171"/>
            <p:cNvSpPr/>
            <p:nvPr/>
          </p:nvSpPr>
          <p:spPr>
            <a:xfrm>
              <a:off x="7064356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2" name="object 1172"/>
            <p:cNvSpPr/>
            <p:nvPr/>
          </p:nvSpPr>
          <p:spPr>
            <a:xfrm>
              <a:off x="7175267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3" name="object 1173"/>
            <p:cNvSpPr/>
            <p:nvPr/>
          </p:nvSpPr>
          <p:spPr>
            <a:xfrm>
              <a:off x="3958878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4" name="object 1174"/>
            <p:cNvSpPr/>
            <p:nvPr/>
          </p:nvSpPr>
          <p:spPr>
            <a:xfrm>
              <a:off x="4069789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5" name="object 1175"/>
            <p:cNvSpPr/>
            <p:nvPr/>
          </p:nvSpPr>
          <p:spPr>
            <a:xfrm>
              <a:off x="4180686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6" name="object 1176"/>
            <p:cNvSpPr/>
            <p:nvPr/>
          </p:nvSpPr>
          <p:spPr>
            <a:xfrm>
              <a:off x="4291597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7" name="object 1177"/>
            <p:cNvSpPr/>
            <p:nvPr/>
          </p:nvSpPr>
          <p:spPr>
            <a:xfrm>
              <a:off x="4402508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8" name="object 1178"/>
            <p:cNvSpPr/>
            <p:nvPr/>
          </p:nvSpPr>
          <p:spPr>
            <a:xfrm>
              <a:off x="4513432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9" name="object 1179"/>
            <p:cNvSpPr/>
            <p:nvPr/>
          </p:nvSpPr>
          <p:spPr>
            <a:xfrm>
              <a:off x="462434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0" name="object 1180"/>
            <p:cNvSpPr/>
            <p:nvPr/>
          </p:nvSpPr>
          <p:spPr>
            <a:xfrm>
              <a:off x="4735241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1" name="object 1181"/>
            <p:cNvSpPr/>
            <p:nvPr/>
          </p:nvSpPr>
          <p:spPr>
            <a:xfrm>
              <a:off x="4846152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2" name="object 1182"/>
            <p:cNvSpPr/>
            <p:nvPr/>
          </p:nvSpPr>
          <p:spPr>
            <a:xfrm>
              <a:off x="495706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3" name="object 1183"/>
            <p:cNvSpPr/>
            <p:nvPr/>
          </p:nvSpPr>
          <p:spPr>
            <a:xfrm>
              <a:off x="506797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4" name="object 1184"/>
            <p:cNvSpPr/>
            <p:nvPr/>
          </p:nvSpPr>
          <p:spPr>
            <a:xfrm>
              <a:off x="5178884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5" name="object 1185"/>
            <p:cNvSpPr/>
            <p:nvPr/>
          </p:nvSpPr>
          <p:spPr>
            <a:xfrm>
              <a:off x="5289795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6" name="object 1186"/>
            <p:cNvSpPr/>
            <p:nvPr/>
          </p:nvSpPr>
          <p:spPr>
            <a:xfrm>
              <a:off x="5400706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5511617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8" name="object 1188"/>
            <p:cNvSpPr/>
            <p:nvPr/>
          </p:nvSpPr>
          <p:spPr>
            <a:xfrm>
              <a:off x="5622528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9" name="object 1189"/>
            <p:cNvSpPr/>
            <p:nvPr/>
          </p:nvSpPr>
          <p:spPr>
            <a:xfrm>
              <a:off x="5733439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5844350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5955260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6066171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3" name="object 1193"/>
            <p:cNvSpPr/>
            <p:nvPr/>
          </p:nvSpPr>
          <p:spPr>
            <a:xfrm>
              <a:off x="6177082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4" name="object 1194"/>
            <p:cNvSpPr/>
            <p:nvPr/>
          </p:nvSpPr>
          <p:spPr>
            <a:xfrm>
              <a:off x="628799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5" name="object 1195"/>
            <p:cNvSpPr/>
            <p:nvPr/>
          </p:nvSpPr>
          <p:spPr>
            <a:xfrm>
              <a:off x="6398904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6" name="object 1196"/>
            <p:cNvSpPr/>
            <p:nvPr/>
          </p:nvSpPr>
          <p:spPr>
            <a:xfrm>
              <a:off x="6509802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7" name="object 1197"/>
            <p:cNvSpPr/>
            <p:nvPr/>
          </p:nvSpPr>
          <p:spPr>
            <a:xfrm>
              <a:off x="662071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8" name="object 1198"/>
            <p:cNvSpPr/>
            <p:nvPr/>
          </p:nvSpPr>
          <p:spPr>
            <a:xfrm>
              <a:off x="673162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9" name="object 1199"/>
            <p:cNvSpPr/>
            <p:nvPr/>
          </p:nvSpPr>
          <p:spPr>
            <a:xfrm>
              <a:off x="6842534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0" name="object 1200"/>
            <p:cNvSpPr/>
            <p:nvPr/>
          </p:nvSpPr>
          <p:spPr>
            <a:xfrm>
              <a:off x="6953445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1" name="object 1201"/>
            <p:cNvSpPr/>
            <p:nvPr/>
          </p:nvSpPr>
          <p:spPr>
            <a:xfrm>
              <a:off x="7064356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2" name="object 1202"/>
            <p:cNvSpPr/>
            <p:nvPr/>
          </p:nvSpPr>
          <p:spPr>
            <a:xfrm>
              <a:off x="7175267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3" name="object 1203"/>
            <p:cNvSpPr/>
            <p:nvPr/>
          </p:nvSpPr>
          <p:spPr>
            <a:xfrm>
              <a:off x="3958878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4" name="object 1204"/>
            <p:cNvSpPr/>
            <p:nvPr/>
          </p:nvSpPr>
          <p:spPr>
            <a:xfrm>
              <a:off x="4069789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5" name="object 1205"/>
            <p:cNvSpPr/>
            <p:nvPr/>
          </p:nvSpPr>
          <p:spPr>
            <a:xfrm>
              <a:off x="4180686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6" name="object 1206"/>
            <p:cNvSpPr/>
            <p:nvPr/>
          </p:nvSpPr>
          <p:spPr>
            <a:xfrm>
              <a:off x="4291597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7" name="object 1207"/>
            <p:cNvSpPr/>
            <p:nvPr/>
          </p:nvSpPr>
          <p:spPr>
            <a:xfrm>
              <a:off x="4402508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8" name="object 1208"/>
            <p:cNvSpPr/>
            <p:nvPr/>
          </p:nvSpPr>
          <p:spPr>
            <a:xfrm>
              <a:off x="4513432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9" name="object 1209"/>
            <p:cNvSpPr/>
            <p:nvPr/>
          </p:nvSpPr>
          <p:spPr>
            <a:xfrm>
              <a:off x="462434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0" name="object 1210"/>
            <p:cNvSpPr/>
            <p:nvPr/>
          </p:nvSpPr>
          <p:spPr>
            <a:xfrm>
              <a:off x="4735241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1" name="object 1211"/>
            <p:cNvSpPr/>
            <p:nvPr/>
          </p:nvSpPr>
          <p:spPr>
            <a:xfrm>
              <a:off x="4846152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2" name="object 1212"/>
            <p:cNvSpPr/>
            <p:nvPr/>
          </p:nvSpPr>
          <p:spPr>
            <a:xfrm>
              <a:off x="495706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3" name="object 1213"/>
            <p:cNvSpPr/>
            <p:nvPr/>
          </p:nvSpPr>
          <p:spPr>
            <a:xfrm>
              <a:off x="506797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4" name="object 1214"/>
            <p:cNvSpPr/>
            <p:nvPr/>
          </p:nvSpPr>
          <p:spPr>
            <a:xfrm>
              <a:off x="5178884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5" name="object 1215"/>
            <p:cNvSpPr/>
            <p:nvPr/>
          </p:nvSpPr>
          <p:spPr>
            <a:xfrm>
              <a:off x="5289795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6" name="object 1216"/>
            <p:cNvSpPr/>
            <p:nvPr/>
          </p:nvSpPr>
          <p:spPr>
            <a:xfrm>
              <a:off x="5400706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7" name="object 1217"/>
            <p:cNvSpPr/>
            <p:nvPr/>
          </p:nvSpPr>
          <p:spPr>
            <a:xfrm>
              <a:off x="5511617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8" name="object 1218"/>
            <p:cNvSpPr/>
            <p:nvPr/>
          </p:nvSpPr>
          <p:spPr>
            <a:xfrm>
              <a:off x="5622528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9" name="object 1219"/>
            <p:cNvSpPr/>
            <p:nvPr/>
          </p:nvSpPr>
          <p:spPr>
            <a:xfrm>
              <a:off x="5733439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0" name="object 1220"/>
            <p:cNvSpPr/>
            <p:nvPr/>
          </p:nvSpPr>
          <p:spPr>
            <a:xfrm>
              <a:off x="5844350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1" name="object 1221"/>
            <p:cNvSpPr/>
            <p:nvPr/>
          </p:nvSpPr>
          <p:spPr>
            <a:xfrm>
              <a:off x="5955260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2" name="object 1222"/>
            <p:cNvSpPr/>
            <p:nvPr/>
          </p:nvSpPr>
          <p:spPr>
            <a:xfrm>
              <a:off x="6066171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3" name="object 1223"/>
            <p:cNvSpPr/>
            <p:nvPr/>
          </p:nvSpPr>
          <p:spPr>
            <a:xfrm>
              <a:off x="6177082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4" name="object 1224"/>
            <p:cNvSpPr/>
            <p:nvPr/>
          </p:nvSpPr>
          <p:spPr>
            <a:xfrm>
              <a:off x="628799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5" name="object 1225"/>
            <p:cNvSpPr/>
            <p:nvPr/>
          </p:nvSpPr>
          <p:spPr>
            <a:xfrm>
              <a:off x="6398904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6" name="object 1226"/>
            <p:cNvSpPr/>
            <p:nvPr/>
          </p:nvSpPr>
          <p:spPr>
            <a:xfrm>
              <a:off x="6509802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7" name="object 1227"/>
            <p:cNvSpPr/>
            <p:nvPr/>
          </p:nvSpPr>
          <p:spPr>
            <a:xfrm>
              <a:off x="662071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8" name="object 1228"/>
            <p:cNvSpPr/>
            <p:nvPr/>
          </p:nvSpPr>
          <p:spPr>
            <a:xfrm>
              <a:off x="673162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9" name="object 1229"/>
            <p:cNvSpPr/>
            <p:nvPr/>
          </p:nvSpPr>
          <p:spPr>
            <a:xfrm>
              <a:off x="6842534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0" name="object 1230"/>
            <p:cNvSpPr/>
            <p:nvPr/>
          </p:nvSpPr>
          <p:spPr>
            <a:xfrm>
              <a:off x="6953445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1" name="object 1231"/>
            <p:cNvSpPr/>
            <p:nvPr/>
          </p:nvSpPr>
          <p:spPr>
            <a:xfrm>
              <a:off x="7064356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2" name="object 1232"/>
            <p:cNvSpPr/>
            <p:nvPr/>
          </p:nvSpPr>
          <p:spPr>
            <a:xfrm>
              <a:off x="7175267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3" name="object 1233"/>
            <p:cNvSpPr/>
            <p:nvPr/>
          </p:nvSpPr>
          <p:spPr>
            <a:xfrm>
              <a:off x="3958878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4" name="object 1234"/>
            <p:cNvSpPr/>
            <p:nvPr/>
          </p:nvSpPr>
          <p:spPr>
            <a:xfrm>
              <a:off x="4069789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5" name="object 1235"/>
            <p:cNvSpPr/>
            <p:nvPr/>
          </p:nvSpPr>
          <p:spPr>
            <a:xfrm>
              <a:off x="4180686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6" name="object 1236"/>
            <p:cNvSpPr/>
            <p:nvPr/>
          </p:nvSpPr>
          <p:spPr>
            <a:xfrm>
              <a:off x="4291597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7" name="object 1237"/>
            <p:cNvSpPr/>
            <p:nvPr/>
          </p:nvSpPr>
          <p:spPr>
            <a:xfrm>
              <a:off x="4402508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8" name="object 1238"/>
            <p:cNvSpPr/>
            <p:nvPr/>
          </p:nvSpPr>
          <p:spPr>
            <a:xfrm>
              <a:off x="4513432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9" name="object 1239"/>
            <p:cNvSpPr/>
            <p:nvPr/>
          </p:nvSpPr>
          <p:spPr>
            <a:xfrm>
              <a:off x="462434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0" name="object 1240"/>
            <p:cNvSpPr/>
            <p:nvPr/>
          </p:nvSpPr>
          <p:spPr>
            <a:xfrm>
              <a:off x="4735241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1" name="object 1241"/>
            <p:cNvSpPr/>
            <p:nvPr/>
          </p:nvSpPr>
          <p:spPr>
            <a:xfrm>
              <a:off x="4846152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2" name="object 1242"/>
            <p:cNvSpPr/>
            <p:nvPr/>
          </p:nvSpPr>
          <p:spPr>
            <a:xfrm>
              <a:off x="495706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3" name="object 1243"/>
            <p:cNvSpPr/>
            <p:nvPr/>
          </p:nvSpPr>
          <p:spPr>
            <a:xfrm>
              <a:off x="506797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4" name="object 1244"/>
            <p:cNvSpPr/>
            <p:nvPr/>
          </p:nvSpPr>
          <p:spPr>
            <a:xfrm>
              <a:off x="5178884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5" name="object 1245"/>
            <p:cNvSpPr/>
            <p:nvPr/>
          </p:nvSpPr>
          <p:spPr>
            <a:xfrm>
              <a:off x="5289795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6" name="object 1246"/>
            <p:cNvSpPr/>
            <p:nvPr/>
          </p:nvSpPr>
          <p:spPr>
            <a:xfrm>
              <a:off x="5400706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7" name="object 1247"/>
            <p:cNvSpPr/>
            <p:nvPr/>
          </p:nvSpPr>
          <p:spPr>
            <a:xfrm>
              <a:off x="5511617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8" name="object 1248"/>
            <p:cNvSpPr/>
            <p:nvPr/>
          </p:nvSpPr>
          <p:spPr>
            <a:xfrm>
              <a:off x="5622528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9" name="object 1249"/>
            <p:cNvSpPr/>
            <p:nvPr/>
          </p:nvSpPr>
          <p:spPr>
            <a:xfrm>
              <a:off x="5733439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0" name="object 1250"/>
            <p:cNvSpPr/>
            <p:nvPr/>
          </p:nvSpPr>
          <p:spPr>
            <a:xfrm>
              <a:off x="5844350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1" name="object 1251"/>
            <p:cNvSpPr/>
            <p:nvPr/>
          </p:nvSpPr>
          <p:spPr>
            <a:xfrm>
              <a:off x="5955260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2" name="object 1252"/>
            <p:cNvSpPr/>
            <p:nvPr/>
          </p:nvSpPr>
          <p:spPr>
            <a:xfrm>
              <a:off x="6066171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3" name="object 1253"/>
            <p:cNvSpPr/>
            <p:nvPr/>
          </p:nvSpPr>
          <p:spPr>
            <a:xfrm>
              <a:off x="6177082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4" name="object 1254"/>
            <p:cNvSpPr/>
            <p:nvPr/>
          </p:nvSpPr>
          <p:spPr>
            <a:xfrm>
              <a:off x="628799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5" name="object 1255"/>
            <p:cNvSpPr/>
            <p:nvPr/>
          </p:nvSpPr>
          <p:spPr>
            <a:xfrm>
              <a:off x="6398904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6" name="object 1256"/>
            <p:cNvSpPr/>
            <p:nvPr/>
          </p:nvSpPr>
          <p:spPr>
            <a:xfrm>
              <a:off x="6509802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7" name="object 1257"/>
            <p:cNvSpPr/>
            <p:nvPr/>
          </p:nvSpPr>
          <p:spPr>
            <a:xfrm>
              <a:off x="662071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8" name="object 1258"/>
            <p:cNvSpPr/>
            <p:nvPr/>
          </p:nvSpPr>
          <p:spPr>
            <a:xfrm>
              <a:off x="673162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9" name="object 1259"/>
            <p:cNvSpPr/>
            <p:nvPr/>
          </p:nvSpPr>
          <p:spPr>
            <a:xfrm>
              <a:off x="6842534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0" name="object 1260"/>
            <p:cNvSpPr/>
            <p:nvPr/>
          </p:nvSpPr>
          <p:spPr>
            <a:xfrm>
              <a:off x="6953445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1" name="object 1261"/>
            <p:cNvSpPr/>
            <p:nvPr/>
          </p:nvSpPr>
          <p:spPr>
            <a:xfrm>
              <a:off x="7064356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2" name="object 1262"/>
            <p:cNvSpPr/>
            <p:nvPr/>
          </p:nvSpPr>
          <p:spPr>
            <a:xfrm>
              <a:off x="7175267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3" name="object 1263"/>
            <p:cNvSpPr/>
            <p:nvPr/>
          </p:nvSpPr>
          <p:spPr>
            <a:xfrm>
              <a:off x="3958878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4" name="object 1264"/>
            <p:cNvSpPr/>
            <p:nvPr/>
          </p:nvSpPr>
          <p:spPr>
            <a:xfrm>
              <a:off x="4069789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5" name="object 1265"/>
            <p:cNvSpPr/>
            <p:nvPr/>
          </p:nvSpPr>
          <p:spPr>
            <a:xfrm>
              <a:off x="4180686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6" name="object 1266"/>
            <p:cNvSpPr/>
            <p:nvPr/>
          </p:nvSpPr>
          <p:spPr>
            <a:xfrm>
              <a:off x="4291597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7" name="object 1267"/>
            <p:cNvSpPr/>
            <p:nvPr/>
          </p:nvSpPr>
          <p:spPr>
            <a:xfrm>
              <a:off x="4402508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8" name="object 1268"/>
            <p:cNvSpPr/>
            <p:nvPr/>
          </p:nvSpPr>
          <p:spPr>
            <a:xfrm>
              <a:off x="4513432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9" name="object 1269"/>
            <p:cNvSpPr/>
            <p:nvPr/>
          </p:nvSpPr>
          <p:spPr>
            <a:xfrm>
              <a:off x="462434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0" name="object 1270"/>
            <p:cNvSpPr/>
            <p:nvPr/>
          </p:nvSpPr>
          <p:spPr>
            <a:xfrm>
              <a:off x="4735241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1" name="object 1271"/>
            <p:cNvSpPr/>
            <p:nvPr/>
          </p:nvSpPr>
          <p:spPr>
            <a:xfrm>
              <a:off x="4846152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2" name="object 1272"/>
            <p:cNvSpPr/>
            <p:nvPr/>
          </p:nvSpPr>
          <p:spPr>
            <a:xfrm>
              <a:off x="495706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3" name="object 1273"/>
            <p:cNvSpPr/>
            <p:nvPr/>
          </p:nvSpPr>
          <p:spPr>
            <a:xfrm>
              <a:off x="506797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4" name="object 1274"/>
            <p:cNvSpPr/>
            <p:nvPr/>
          </p:nvSpPr>
          <p:spPr>
            <a:xfrm>
              <a:off x="5178884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5" name="object 1275"/>
            <p:cNvSpPr/>
            <p:nvPr/>
          </p:nvSpPr>
          <p:spPr>
            <a:xfrm>
              <a:off x="5289795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6" name="object 1276"/>
            <p:cNvSpPr/>
            <p:nvPr/>
          </p:nvSpPr>
          <p:spPr>
            <a:xfrm>
              <a:off x="5400706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7" name="object 1277"/>
            <p:cNvSpPr/>
            <p:nvPr/>
          </p:nvSpPr>
          <p:spPr>
            <a:xfrm>
              <a:off x="5511617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8" name="object 1278"/>
            <p:cNvSpPr/>
            <p:nvPr/>
          </p:nvSpPr>
          <p:spPr>
            <a:xfrm>
              <a:off x="5622528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9" name="object 1279"/>
            <p:cNvSpPr/>
            <p:nvPr/>
          </p:nvSpPr>
          <p:spPr>
            <a:xfrm>
              <a:off x="5733439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0" name="object 1280"/>
            <p:cNvSpPr/>
            <p:nvPr/>
          </p:nvSpPr>
          <p:spPr>
            <a:xfrm>
              <a:off x="5844350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1" name="object 1281"/>
            <p:cNvSpPr/>
            <p:nvPr/>
          </p:nvSpPr>
          <p:spPr>
            <a:xfrm>
              <a:off x="5955260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2" name="object 1282"/>
            <p:cNvSpPr/>
            <p:nvPr/>
          </p:nvSpPr>
          <p:spPr>
            <a:xfrm>
              <a:off x="6066171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3" name="object 1283"/>
            <p:cNvSpPr/>
            <p:nvPr/>
          </p:nvSpPr>
          <p:spPr>
            <a:xfrm>
              <a:off x="6177082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4" name="object 1284"/>
            <p:cNvSpPr/>
            <p:nvPr/>
          </p:nvSpPr>
          <p:spPr>
            <a:xfrm>
              <a:off x="628799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5" name="object 1285"/>
            <p:cNvSpPr/>
            <p:nvPr/>
          </p:nvSpPr>
          <p:spPr>
            <a:xfrm>
              <a:off x="6398904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6" name="object 1286"/>
            <p:cNvSpPr/>
            <p:nvPr/>
          </p:nvSpPr>
          <p:spPr>
            <a:xfrm>
              <a:off x="6509802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7" name="object 1287"/>
            <p:cNvSpPr/>
            <p:nvPr/>
          </p:nvSpPr>
          <p:spPr>
            <a:xfrm>
              <a:off x="662071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8" name="object 1288"/>
            <p:cNvSpPr/>
            <p:nvPr/>
          </p:nvSpPr>
          <p:spPr>
            <a:xfrm>
              <a:off x="673162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9" name="object 1289"/>
            <p:cNvSpPr/>
            <p:nvPr/>
          </p:nvSpPr>
          <p:spPr>
            <a:xfrm>
              <a:off x="6842534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0" name="object 1290"/>
            <p:cNvSpPr/>
            <p:nvPr/>
          </p:nvSpPr>
          <p:spPr>
            <a:xfrm>
              <a:off x="6953445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1" name="object 1291"/>
            <p:cNvSpPr/>
            <p:nvPr/>
          </p:nvSpPr>
          <p:spPr>
            <a:xfrm>
              <a:off x="7064356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2" name="object 1292"/>
            <p:cNvSpPr/>
            <p:nvPr/>
          </p:nvSpPr>
          <p:spPr>
            <a:xfrm>
              <a:off x="7175267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3" name="object 1293"/>
            <p:cNvSpPr/>
            <p:nvPr/>
          </p:nvSpPr>
          <p:spPr>
            <a:xfrm>
              <a:off x="3958878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4" name="object 1294"/>
            <p:cNvSpPr/>
            <p:nvPr/>
          </p:nvSpPr>
          <p:spPr>
            <a:xfrm>
              <a:off x="4069789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5" name="object 1295"/>
            <p:cNvSpPr/>
            <p:nvPr/>
          </p:nvSpPr>
          <p:spPr>
            <a:xfrm>
              <a:off x="4180686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6" name="object 1296"/>
            <p:cNvSpPr/>
            <p:nvPr/>
          </p:nvSpPr>
          <p:spPr>
            <a:xfrm>
              <a:off x="4291597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7" name="object 1297"/>
            <p:cNvSpPr/>
            <p:nvPr/>
          </p:nvSpPr>
          <p:spPr>
            <a:xfrm>
              <a:off x="4402508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8" name="object 1298"/>
            <p:cNvSpPr/>
            <p:nvPr/>
          </p:nvSpPr>
          <p:spPr>
            <a:xfrm>
              <a:off x="4513432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9" name="object 1299"/>
            <p:cNvSpPr/>
            <p:nvPr/>
          </p:nvSpPr>
          <p:spPr>
            <a:xfrm>
              <a:off x="462434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0" name="object 1300"/>
            <p:cNvSpPr/>
            <p:nvPr/>
          </p:nvSpPr>
          <p:spPr>
            <a:xfrm>
              <a:off x="4735241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1" name="object 1301"/>
            <p:cNvSpPr/>
            <p:nvPr/>
          </p:nvSpPr>
          <p:spPr>
            <a:xfrm>
              <a:off x="4846152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2" name="object 1302"/>
            <p:cNvSpPr/>
            <p:nvPr/>
          </p:nvSpPr>
          <p:spPr>
            <a:xfrm>
              <a:off x="495706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3" name="object 1303"/>
            <p:cNvSpPr/>
            <p:nvPr/>
          </p:nvSpPr>
          <p:spPr>
            <a:xfrm>
              <a:off x="506797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4" name="object 1304"/>
            <p:cNvSpPr/>
            <p:nvPr/>
          </p:nvSpPr>
          <p:spPr>
            <a:xfrm>
              <a:off x="5178884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5" name="object 1305"/>
            <p:cNvSpPr/>
            <p:nvPr/>
          </p:nvSpPr>
          <p:spPr>
            <a:xfrm>
              <a:off x="5289795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6" name="object 1306"/>
            <p:cNvSpPr/>
            <p:nvPr/>
          </p:nvSpPr>
          <p:spPr>
            <a:xfrm>
              <a:off x="5400706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7" name="object 1307"/>
            <p:cNvSpPr/>
            <p:nvPr/>
          </p:nvSpPr>
          <p:spPr>
            <a:xfrm>
              <a:off x="5511617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8" name="object 1308"/>
            <p:cNvSpPr/>
            <p:nvPr/>
          </p:nvSpPr>
          <p:spPr>
            <a:xfrm>
              <a:off x="5622528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9" name="object 1309"/>
            <p:cNvSpPr/>
            <p:nvPr/>
          </p:nvSpPr>
          <p:spPr>
            <a:xfrm>
              <a:off x="5733439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0" name="object 1310"/>
            <p:cNvSpPr/>
            <p:nvPr/>
          </p:nvSpPr>
          <p:spPr>
            <a:xfrm>
              <a:off x="5844350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1" name="object 1311"/>
            <p:cNvSpPr/>
            <p:nvPr/>
          </p:nvSpPr>
          <p:spPr>
            <a:xfrm>
              <a:off x="5955260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2" name="object 1312"/>
            <p:cNvSpPr/>
            <p:nvPr/>
          </p:nvSpPr>
          <p:spPr>
            <a:xfrm>
              <a:off x="6066171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3" name="object 1313"/>
            <p:cNvSpPr/>
            <p:nvPr/>
          </p:nvSpPr>
          <p:spPr>
            <a:xfrm>
              <a:off x="6177082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4" name="object 1314"/>
            <p:cNvSpPr/>
            <p:nvPr/>
          </p:nvSpPr>
          <p:spPr>
            <a:xfrm>
              <a:off x="628799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5" name="object 1315"/>
            <p:cNvSpPr/>
            <p:nvPr/>
          </p:nvSpPr>
          <p:spPr>
            <a:xfrm>
              <a:off x="6398904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6" name="object 1316"/>
            <p:cNvSpPr/>
            <p:nvPr/>
          </p:nvSpPr>
          <p:spPr>
            <a:xfrm>
              <a:off x="6509802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7" name="object 1317"/>
            <p:cNvSpPr/>
            <p:nvPr/>
          </p:nvSpPr>
          <p:spPr>
            <a:xfrm>
              <a:off x="662071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8" name="object 1318"/>
            <p:cNvSpPr/>
            <p:nvPr/>
          </p:nvSpPr>
          <p:spPr>
            <a:xfrm>
              <a:off x="673162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9" name="object 1319"/>
            <p:cNvSpPr/>
            <p:nvPr/>
          </p:nvSpPr>
          <p:spPr>
            <a:xfrm>
              <a:off x="6842534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0" name="object 1320"/>
            <p:cNvSpPr/>
            <p:nvPr/>
          </p:nvSpPr>
          <p:spPr>
            <a:xfrm>
              <a:off x="6953445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1" name="object 1321"/>
            <p:cNvSpPr/>
            <p:nvPr/>
          </p:nvSpPr>
          <p:spPr>
            <a:xfrm>
              <a:off x="7064356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2" name="object 1322"/>
            <p:cNvSpPr/>
            <p:nvPr/>
          </p:nvSpPr>
          <p:spPr>
            <a:xfrm>
              <a:off x="7175267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3" name="object 1323"/>
            <p:cNvSpPr/>
            <p:nvPr/>
          </p:nvSpPr>
          <p:spPr>
            <a:xfrm>
              <a:off x="3958878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4" name="object 1324"/>
            <p:cNvSpPr/>
            <p:nvPr/>
          </p:nvSpPr>
          <p:spPr>
            <a:xfrm>
              <a:off x="4069789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5" name="object 1325"/>
            <p:cNvSpPr/>
            <p:nvPr/>
          </p:nvSpPr>
          <p:spPr>
            <a:xfrm>
              <a:off x="4180686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6" name="object 1326"/>
            <p:cNvSpPr/>
            <p:nvPr/>
          </p:nvSpPr>
          <p:spPr>
            <a:xfrm>
              <a:off x="4291597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7" name="object 1327"/>
            <p:cNvSpPr/>
            <p:nvPr/>
          </p:nvSpPr>
          <p:spPr>
            <a:xfrm>
              <a:off x="4402508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8" name="object 1328"/>
            <p:cNvSpPr/>
            <p:nvPr/>
          </p:nvSpPr>
          <p:spPr>
            <a:xfrm>
              <a:off x="4513432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9" name="object 1329"/>
            <p:cNvSpPr/>
            <p:nvPr/>
          </p:nvSpPr>
          <p:spPr>
            <a:xfrm>
              <a:off x="462434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0" name="object 1330"/>
            <p:cNvSpPr/>
            <p:nvPr/>
          </p:nvSpPr>
          <p:spPr>
            <a:xfrm>
              <a:off x="4735241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1" name="object 1331"/>
            <p:cNvSpPr/>
            <p:nvPr/>
          </p:nvSpPr>
          <p:spPr>
            <a:xfrm>
              <a:off x="4846152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2" name="object 1332"/>
            <p:cNvSpPr/>
            <p:nvPr/>
          </p:nvSpPr>
          <p:spPr>
            <a:xfrm>
              <a:off x="495706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3" name="object 1333"/>
            <p:cNvSpPr/>
            <p:nvPr/>
          </p:nvSpPr>
          <p:spPr>
            <a:xfrm>
              <a:off x="506797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4" name="object 1334"/>
            <p:cNvSpPr/>
            <p:nvPr/>
          </p:nvSpPr>
          <p:spPr>
            <a:xfrm>
              <a:off x="5178884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5" name="object 1335"/>
            <p:cNvSpPr/>
            <p:nvPr/>
          </p:nvSpPr>
          <p:spPr>
            <a:xfrm>
              <a:off x="5289795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6" name="object 1336"/>
            <p:cNvSpPr/>
            <p:nvPr/>
          </p:nvSpPr>
          <p:spPr>
            <a:xfrm>
              <a:off x="5400706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7" name="object 1337"/>
            <p:cNvSpPr/>
            <p:nvPr/>
          </p:nvSpPr>
          <p:spPr>
            <a:xfrm>
              <a:off x="5511617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8" name="object 1338"/>
            <p:cNvSpPr/>
            <p:nvPr/>
          </p:nvSpPr>
          <p:spPr>
            <a:xfrm>
              <a:off x="5622528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9" name="object 1339"/>
            <p:cNvSpPr/>
            <p:nvPr/>
          </p:nvSpPr>
          <p:spPr>
            <a:xfrm>
              <a:off x="5733439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0" name="object 1340"/>
            <p:cNvSpPr/>
            <p:nvPr/>
          </p:nvSpPr>
          <p:spPr>
            <a:xfrm>
              <a:off x="5844350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1" name="object 1341"/>
            <p:cNvSpPr/>
            <p:nvPr/>
          </p:nvSpPr>
          <p:spPr>
            <a:xfrm>
              <a:off x="5955260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2" name="object 1342"/>
            <p:cNvSpPr/>
            <p:nvPr/>
          </p:nvSpPr>
          <p:spPr>
            <a:xfrm>
              <a:off x="6066171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3" name="object 1343"/>
            <p:cNvSpPr/>
            <p:nvPr/>
          </p:nvSpPr>
          <p:spPr>
            <a:xfrm>
              <a:off x="6177082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4" name="object 1344"/>
            <p:cNvSpPr/>
            <p:nvPr/>
          </p:nvSpPr>
          <p:spPr>
            <a:xfrm>
              <a:off x="628799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5" name="object 1345"/>
            <p:cNvSpPr/>
            <p:nvPr/>
          </p:nvSpPr>
          <p:spPr>
            <a:xfrm>
              <a:off x="6398904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6" name="object 1346"/>
            <p:cNvSpPr/>
            <p:nvPr/>
          </p:nvSpPr>
          <p:spPr>
            <a:xfrm>
              <a:off x="6509802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7" name="object 1347"/>
            <p:cNvSpPr/>
            <p:nvPr/>
          </p:nvSpPr>
          <p:spPr>
            <a:xfrm>
              <a:off x="662071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8" name="object 1348"/>
            <p:cNvSpPr/>
            <p:nvPr/>
          </p:nvSpPr>
          <p:spPr>
            <a:xfrm>
              <a:off x="673162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9" name="object 1349"/>
            <p:cNvSpPr/>
            <p:nvPr/>
          </p:nvSpPr>
          <p:spPr>
            <a:xfrm>
              <a:off x="6842534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0" name="object 1350"/>
            <p:cNvSpPr/>
            <p:nvPr/>
          </p:nvSpPr>
          <p:spPr>
            <a:xfrm>
              <a:off x="6953445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1" name="object 1351"/>
            <p:cNvSpPr/>
            <p:nvPr/>
          </p:nvSpPr>
          <p:spPr>
            <a:xfrm>
              <a:off x="7064356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2" name="object 1352"/>
            <p:cNvSpPr/>
            <p:nvPr/>
          </p:nvSpPr>
          <p:spPr>
            <a:xfrm>
              <a:off x="7175267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3" name="object 1353"/>
            <p:cNvSpPr/>
            <p:nvPr/>
          </p:nvSpPr>
          <p:spPr>
            <a:xfrm>
              <a:off x="3958878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4" name="object 1354"/>
            <p:cNvSpPr/>
            <p:nvPr/>
          </p:nvSpPr>
          <p:spPr>
            <a:xfrm>
              <a:off x="4069789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5" name="object 1355"/>
            <p:cNvSpPr/>
            <p:nvPr/>
          </p:nvSpPr>
          <p:spPr>
            <a:xfrm>
              <a:off x="4180686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6" name="object 1356"/>
            <p:cNvSpPr/>
            <p:nvPr/>
          </p:nvSpPr>
          <p:spPr>
            <a:xfrm>
              <a:off x="4291597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7" name="object 1357"/>
            <p:cNvSpPr/>
            <p:nvPr/>
          </p:nvSpPr>
          <p:spPr>
            <a:xfrm>
              <a:off x="4402508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8" name="object 1358"/>
            <p:cNvSpPr/>
            <p:nvPr/>
          </p:nvSpPr>
          <p:spPr>
            <a:xfrm>
              <a:off x="4513432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9" name="object 1359"/>
            <p:cNvSpPr/>
            <p:nvPr/>
          </p:nvSpPr>
          <p:spPr>
            <a:xfrm>
              <a:off x="462434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0" name="object 1360"/>
            <p:cNvSpPr/>
            <p:nvPr/>
          </p:nvSpPr>
          <p:spPr>
            <a:xfrm>
              <a:off x="4735241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1" name="object 1361"/>
            <p:cNvSpPr/>
            <p:nvPr/>
          </p:nvSpPr>
          <p:spPr>
            <a:xfrm>
              <a:off x="4846152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2" name="object 1362"/>
            <p:cNvSpPr/>
            <p:nvPr/>
          </p:nvSpPr>
          <p:spPr>
            <a:xfrm>
              <a:off x="495706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3" name="object 1363"/>
            <p:cNvSpPr/>
            <p:nvPr/>
          </p:nvSpPr>
          <p:spPr>
            <a:xfrm>
              <a:off x="506797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4" name="object 1364"/>
            <p:cNvSpPr/>
            <p:nvPr/>
          </p:nvSpPr>
          <p:spPr>
            <a:xfrm>
              <a:off x="5178884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5" name="object 1365"/>
            <p:cNvSpPr/>
            <p:nvPr/>
          </p:nvSpPr>
          <p:spPr>
            <a:xfrm>
              <a:off x="5289795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6" name="object 1366"/>
            <p:cNvSpPr/>
            <p:nvPr/>
          </p:nvSpPr>
          <p:spPr>
            <a:xfrm>
              <a:off x="5400706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7" name="object 1367"/>
            <p:cNvSpPr/>
            <p:nvPr/>
          </p:nvSpPr>
          <p:spPr>
            <a:xfrm>
              <a:off x="5511617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8" name="object 1368"/>
            <p:cNvSpPr/>
            <p:nvPr/>
          </p:nvSpPr>
          <p:spPr>
            <a:xfrm>
              <a:off x="5622528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9" name="object 1369"/>
            <p:cNvSpPr/>
            <p:nvPr/>
          </p:nvSpPr>
          <p:spPr>
            <a:xfrm>
              <a:off x="5733439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0" name="object 1370"/>
            <p:cNvSpPr/>
            <p:nvPr/>
          </p:nvSpPr>
          <p:spPr>
            <a:xfrm>
              <a:off x="5844350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1" name="object 1371"/>
            <p:cNvSpPr/>
            <p:nvPr/>
          </p:nvSpPr>
          <p:spPr>
            <a:xfrm>
              <a:off x="5955260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2" name="object 1372"/>
            <p:cNvSpPr/>
            <p:nvPr/>
          </p:nvSpPr>
          <p:spPr>
            <a:xfrm>
              <a:off x="6066171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3" name="object 1373"/>
            <p:cNvSpPr/>
            <p:nvPr/>
          </p:nvSpPr>
          <p:spPr>
            <a:xfrm>
              <a:off x="6177082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4" name="object 1374"/>
            <p:cNvSpPr/>
            <p:nvPr/>
          </p:nvSpPr>
          <p:spPr>
            <a:xfrm>
              <a:off x="628799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5" name="object 1375"/>
            <p:cNvSpPr/>
            <p:nvPr/>
          </p:nvSpPr>
          <p:spPr>
            <a:xfrm>
              <a:off x="6398904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6" name="object 1376"/>
            <p:cNvSpPr/>
            <p:nvPr/>
          </p:nvSpPr>
          <p:spPr>
            <a:xfrm>
              <a:off x="6509802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7" name="object 1377"/>
            <p:cNvSpPr/>
            <p:nvPr/>
          </p:nvSpPr>
          <p:spPr>
            <a:xfrm>
              <a:off x="662071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8" name="object 1378"/>
            <p:cNvSpPr/>
            <p:nvPr/>
          </p:nvSpPr>
          <p:spPr>
            <a:xfrm>
              <a:off x="673162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9" name="object 1379"/>
            <p:cNvSpPr/>
            <p:nvPr/>
          </p:nvSpPr>
          <p:spPr>
            <a:xfrm>
              <a:off x="6842534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0" name="object 1380"/>
            <p:cNvSpPr/>
            <p:nvPr/>
          </p:nvSpPr>
          <p:spPr>
            <a:xfrm>
              <a:off x="6953445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1" name="object 1381"/>
            <p:cNvSpPr/>
            <p:nvPr/>
          </p:nvSpPr>
          <p:spPr>
            <a:xfrm>
              <a:off x="7064356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2" name="object 1382"/>
            <p:cNvSpPr/>
            <p:nvPr/>
          </p:nvSpPr>
          <p:spPr>
            <a:xfrm>
              <a:off x="7175267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3" name="object 1383"/>
            <p:cNvSpPr/>
            <p:nvPr/>
          </p:nvSpPr>
          <p:spPr>
            <a:xfrm>
              <a:off x="3958878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4" name="object 1384"/>
            <p:cNvSpPr/>
            <p:nvPr/>
          </p:nvSpPr>
          <p:spPr>
            <a:xfrm>
              <a:off x="4069789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5" name="object 1385"/>
            <p:cNvSpPr/>
            <p:nvPr/>
          </p:nvSpPr>
          <p:spPr>
            <a:xfrm>
              <a:off x="4180686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6" name="object 1386"/>
            <p:cNvSpPr/>
            <p:nvPr/>
          </p:nvSpPr>
          <p:spPr>
            <a:xfrm>
              <a:off x="4291597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7" name="object 1387"/>
            <p:cNvSpPr/>
            <p:nvPr/>
          </p:nvSpPr>
          <p:spPr>
            <a:xfrm>
              <a:off x="4402508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8" name="object 1388"/>
            <p:cNvSpPr/>
            <p:nvPr/>
          </p:nvSpPr>
          <p:spPr>
            <a:xfrm>
              <a:off x="4513432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9" name="object 1389"/>
            <p:cNvSpPr/>
            <p:nvPr/>
          </p:nvSpPr>
          <p:spPr>
            <a:xfrm>
              <a:off x="462434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0" name="object 1390"/>
            <p:cNvSpPr/>
            <p:nvPr/>
          </p:nvSpPr>
          <p:spPr>
            <a:xfrm>
              <a:off x="4735241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1" name="object 1391"/>
            <p:cNvSpPr/>
            <p:nvPr/>
          </p:nvSpPr>
          <p:spPr>
            <a:xfrm>
              <a:off x="4846152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2" name="object 1392"/>
            <p:cNvSpPr/>
            <p:nvPr/>
          </p:nvSpPr>
          <p:spPr>
            <a:xfrm>
              <a:off x="495706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3" name="object 1393"/>
            <p:cNvSpPr/>
            <p:nvPr/>
          </p:nvSpPr>
          <p:spPr>
            <a:xfrm>
              <a:off x="506797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4" name="object 1394"/>
            <p:cNvSpPr/>
            <p:nvPr/>
          </p:nvSpPr>
          <p:spPr>
            <a:xfrm>
              <a:off x="5178884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5" name="object 1395"/>
            <p:cNvSpPr/>
            <p:nvPr/>
          </p:nvSpPr>
          <p:spPr>
            <a:xfrm>
              <a:off x="5289795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6" name="object 1396"/>
            <p:cNvSpPr/>
            <p:nvPr/>
          </p:nvSpPr>
          <p:spPr>
            <a:xfrm>
              <a:off x="5400706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7" name="object 1397"/>
            <p:cNvSpPr/>
            <p:nvPr/>
          </p:nvSpPr>
          <p:spPr>
            <a:xfrm>
              <a:off x="5511617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8" name="object 1398"/>
            <p:cNvSpPr/>
            <p:nvPr/>
          </p:nvSpPr>
          <p:spPr>
            <a:xfrm>
              <a:off x="5622528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9" name="object 1399"/>
            <p:cNvSpPr/>
            <p:nvPr/>
          </p:nvSpPr>
          <p:spPr>
            <a:xfrm>
              <a:off x="5733439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0" name="object 1400"/>
            <p:cNvSpPr/>
            <p:nvPr/>
          </p:nvSpPr>
          <p:spPr>
            <a:xfrm>
              <a:off x="5844350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1" name="object 1401"/>
            <p:cNvSpPr/>
            <p:nvPr/>
          </p:nvSpPr>
          <p:spPr>
            <a:xfrm>
              <a:off x="5955260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2" name="object 1402"/>
            <p:cNvSpPr/>
            <p:nvPr/>
          </p:nvSpPr>
          <p:spPr>
            <a:xfrm>
              <a:off x="6066171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3" name="object 1403"/>
            <p:cNvSpPr/>
            <p:nvPr/>
          </p:nvSpPr>
          <p:spPr>
            <a:xfrm>
              <a:off x="6177082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4" name="object 1404"/>
            <p:cNvSpPr/>
            <p:nvPr/>
          </p:nvSpPr>
          <p:spPr>
            <a:xfrm>
              <a:off x="628799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5" name="object 1405"/>
            <p:cNvSpPr/>
            <p:nvPr/>
          </p:nvSpPr>
          <p:spPr>
            <a:xfrm>
              <a:off x="6398904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6" name="object 1406"/>
            <p:cNvSpPr/>
            <p:nvPr/>
          </p:nvSpPr>
          <p:spPr>
            <a:xfrm>
              <a:off x="6509802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7" name="object 1407"/>
            <p:cNvSpPr/>
            <p:nvPr/>
          </p:nvSpPr>
          <p:spPr>
            <a:xfrm>
              <a:off x="662071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8" name="object 1408"/>
            <p:cNvSpPr/>
            <p:nvPr/>
          </p:nvSpPr>
          <p:spPr>
            <a:xfrm>
              <a:off x="673162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9" name="object 1409"/>
            <p:cNvSpPr/>
            <p:nvPr/>
          </p:nvSpPr>
          <p:spPr>
            <a:xfrm>
              <a:off x="6842534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0" name="object 1410"/>
            <p:cNvSpPr/>
            <p:nvPr/>
          </p:nvSpPr>
          <p:spPr>
            <a:xfrm>
              <a:off x="6953445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1" name="object 1411"/>
            <p:cNvSpPr/>
            <p:nvPr/>
          </p:nvSpPr>
          <p:spPr>
            <a:xfrm>
              <a:off x="7064356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2" name="object 1412"/>
            <p:cNvSpPr/>
            <p:nvPr/>
          </p:nvSpPr>
          <p:spPr>
            <a:xfrm>
              <a:off x="7175267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3" name="object 1413"/>
            <p:cNvSpPr/>
            <p:nvPr/>
          </p:nvSpPr>
          <p:spPr>
            <a:xfrm>
              <a:off x="3958878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4" name="object 1414"/>
            <p:cNvSpPr/>
            <p:nvPr/>
          </p:nvSpPr>
          <p:spPr>
            <a:xfrm>
              <a:off x="4069789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5" name="object 1415"/>
            <p:cNvSpPr/>
            <p:nvPr/>
          </p:nvSpPr>
          <p:spPr>
            <a:xfrm>
              <a:off x="4180686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6" name="object 1416"/>
            <p:cNvSpPr/>
            <p:nvPr/>
          </p:nvSpPr>
          <p:spPr>
            <a:xfrm>
              <a:off x="4291597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7" name="object 1417"/>
            <p:cNvSpPr/>
            <p:nvPr/>
          </p:nvSpPr>
          <p:spPr>
            <a:xfrm>
              <a:off x="4402508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8" name="object 1418"/>
            <p:cNvSpPr/>
            <p:nvPr/>
          </p:nvSpPr>
          <p:spPr>
            <a:xfrm>
              <a:off x="4513432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9" name="object 1419"/>
            <p:cNvSpPr/>
            <p:nvPr/>
          </p:nvSpPr>
          <p:spPr>
            <a:xfrm>
              <a:off x="462434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0" name="object 1420"/>
            <p:cNvSpPr/>
            <p:nvPr/>
          </p:nvSpPr>
          <p:spPr>
            <a:xfrm>
              <a:off x="4735241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1" name="object 1421"/>
            <p:cNvSpPr/>
            <p:nvPr/>
          </p:nvSpPr>
          <p:spPr>
            <a:xfrm>
              <a:off x="4846152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2" name="object 1422"/>
            <p:cNvSpPr/>
            <p:nvPr/>
          </p:nvSpPr>
          <p:spPr>
            <a:xfrm>
              <a:off x="495706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3" name="object 1423"/>
            <p:cNvSpPr/>
            <p:nvPr/>
          </p:nvSpPr>
          <p:spPr>
            <a:xfrm>
              <a:off x="506797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4" name="object 1424"/>
            <p:cNvSpPr/>
            <p:nvPr/>
          </p:nvSpPr>
          <p:spPr>
            <a:xfrm>
              <a:off x="5178884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5" name="object 1425"/>
            <p:cNvSpPr/>
            <p:nvPr/>
          </p:nvSpPr>
          <p:spPr>
            <a:xfrm>
              <a:off x="5289795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6" name="object 1426"/>
            <p:cNvSpPr/>
            <p:nvPr/>
          </p:nvSpPr>
          <p:spPr>
            <a:xfrm>
              <a:off x="5400706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7" name="object 1427"/>
            <p:cNvSpPr/>
            <p:nvPr/>
          </p:nvSpPr>
          <p:spPr>
            <a:xfrm>
              <a:off x="5511617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8" name="object 1428"/>
            <p:cNvSpPr/>
            <p:nvPr/>
          </p:nvSpPr>
          <p:spPr>
            <a:xfrm>
              <a:off x="5622528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9" name="object 1429"/>
            <p:cNvSpPr/>
            <p:nvPr/>
          </p:nvSpPr>
          <p:spPr>
            <a:xfrm>
              <a:off x="5733439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0" name="object 1430"/>
            <p:cNvSpPr/>
            <p:nvPr/>
          </p:nvSpPr>
          <p:spPr>
            <a:xfrm>
              <a:off x="5844350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1" name="object 1431"/>
            <p:cNvSpPr/>
            <p:nvPr/>
          </p:nvSpPr>
          <p:spPr>
            <a:xfrm>
              <a:off x="5955260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2" name="object 1432"/>
            <p:cNvSpPr/>
            <p:nvPr/>
          </p:nvSpPr>
          <p:spPr>
            <a:xfrm>
              <a:off x="6066171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3" name="object 1433"/>
            <p:cNvSpPr/>
            <p:nvPr/>
          </p:nvSpPr>
          <p:spPr>
            <a:xfrm>
              <a:off x="6177082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4" name="object 1434"/>
            <p:cNvSpPr/>
            <p:nvPr/>
          </p:nvSpPr>
          <p:spPr>
            <a:xfrm>
              <a:off x="628799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5" name="object 1435"/>
            <p:cNvSpPr/>
            <p:nvPr/>
          </p:nvSpPr>
          <p:spPr>
            <a:xfrm>
              <a:off x="6398904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6" name="object 1436"/>
            <p:cNvSpPr/>
            <p:nvPr/>
          </p:nvSpPr>
          <p:spPr>
            <a:xfrm>
              <a:off x="6509802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7" name="object 1437"/>
            <p:cNvSpPr/>
            <p:nvPr/>
          </p:nvSpPr>
          <p:spPr>
            <a:xfrm>
              <a:off x="662071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8" name="object 1438"/>
            <p:cNvSpPr/>
            <p:nvPr/>
          </p:nvSpPr>
          <p:spPr>
            <a:xfrm>
              <a:off x="673162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9" name="object 1439"/>
            <p:cNvSpPr/>
            <p:nvPr/>
          </p:nvSpPr>
          <p:spPr>
            <a:xfrm>
              <a:off x="6842534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0" name="object 1440"/>
            <p:cNvSpPr/>
            <p:nvPr/>
          </p:nvSpPr>
          <p:spPr>
            <a:xfrm>
              <a:off x="6953445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1" name="object 1441"/>
            <p:cNvSpPr/>
            <p:nvPr/>
          </p:nvSpPr>
          <p:spPr>
            <a:xfrm>
              <a:off x="7064356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2" name="object 1442"/>
            <p:cNvSpPr/>
            <p:nvPr/>
          </p:nvSpPr>
          <p:spPr>
            <a:xfrm>
              <a:off x="7175267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3" name="object 1443"/>
            <p:cNvSpPr/>
            <p:nvPr/>
          </p:nvSpPr>
          <p:spPr>
            <a:xfrm>
              <a:off x="3958878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4" name="object 1444"/>
            <p:cNvSpPr/>
            <p:nvPr/>
          </p:nvSpPr>
          <p:spPr>
            <a:xfrm>
              <a:off x="4069789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5" name="object 1445"/>
            <p:cNvSpPr/>
            <p:nvPr/>
          </p:nvSpPr>
          <p:spPr>
            <a:xfrm>
              <a:off x="4180686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6" name="object 1446"/>
            <p:cNvSpPr/>
            <p:nvPr/>
          </p:nvSpPr>
          <p:spPr>
            <a:xfrm>
              <a:off x="4291597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7" name="object 1447"/>
            <p:cNvSpPr/>
            <p:nvPr/>
          </p:nvSpPr>
          <p:spPr>
            <a:xfrm>
              <a:off x="4402508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8" name="object 1448"/>
            <p:cNvSpPr/>
            <p:nvPr/>
          </p:nvSpPr>
          <p:spPr>
            <a:xfrm>
              <a:off x="4513432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9" name="object 1449"/>
            <p:cNvSpPr/>
            <p:nvPr/>
          </p:nvSpPr>
          <p:spPr>
            <a:xfrm>
              <a:off x="462434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0" name="object 1450"/>
            <p:cNvSpPr/>
            <p:nvPr/>
          </p:nvSpPr>
          <p:spPr>
            <a:xfrm>
              <a:off x="4735241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1" name="object 1451"/>
            <p:cNvSpPr/>
            <p:nvPr/>
          </p:nvSpPr>
          <p:spPr>
            <a:xfrm>
              <a:off x="4846152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2" name="object 1452"/>
            <p:cNvSpPr/>
            <p:nvPr/>
          </p:nvSpPr>
          <p:spPr>
            <a:xfrm>
              <a:off x="495706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3" name="object 1453"/>
            <p:cNvSpPr/>
            <p:nvPr/>
          </p:nvSpPr>
          <p:spPr>
            <a:xfrm>
              <a:off x="506797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4" name="object 1454"/>
            <p:cNvSpPr/>
            <p:nvPr/>
          </p:nvSpPr>
          <p:spPr>
            <a:xfrm>
              <a:off x="5178884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5" name="object 1455"/>
            <p:cNvSpPr/>
            <p:nvPr/>
          </p:nvSpPr>
          <p:spPr>
            <a:xfrm>
              <a:off x="5289795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6" name="object 1456"/>
            <p:cNvSpPr/>
            <p:nvPr/>
          </p:nvSpPr>
          <p:spPr>
            <a:xfrm>
              <a:off x="5400706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7" name="object 1457"/>
            <p:cNvSpPr/>
            <p:nvPr/>
          </p:nvSpPr>
          <p:spPr>
            <a:xfrm>
              <a:off x="5511617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8" name="object 1458"/>
            <p:cNvSpPr/>
            <p:nvPr/>
          </p:nvSpPr>
          <p:spPr>
            <a:xfrm>
              <a:off x="5622528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9" name="object 1459"/>
            <p:cNvSpPr/>
            <p:nvPr/>
          </p:nvSpPr>
          <p:spPr>
            <a:xfrm>
              <a:off x="5733439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0" name="object 1460"/>
            <p:cNvSpPr/>
            <p:nvPr/>
          </p:nvSpPr>
          <p:spPr>
            <a:xfrm>
              <a:off x="5844350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1" name="object 1461"/>
            <p:cNvSpPr/>
            <p:nvPr/>
          </p:nvSpPr>
          <p:spPr>
            <a:xfrm>
              <a:off x="5955260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2" name="object 1462"/>
            <p:cNvSpPr/>
            <p:nvPr/>
          </p:nvSpPr>
          <p:spPr>
            <a:xfrm>
              <a:off x="6066171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3" name="object 1463"/>
            <p:cNvSpPr/>
            <p:nvPr/>
          </p:nvSpPr>
          <p:spPr>
            <a:xfrm>
              <a:off x="6177082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4" name="object 1464"/>
            <p:cNvSpPr/>
            <p:nvPr/>
          </p:nvSpPr>
          <p:spPr>
            <a:xfrm>
              <a:off x="628799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5" name="object 1465"/>
            <p:cNvSpPr/>
            <p:nvPr/>
          </p:nvSpPr>
          <p:spPr>
            <a:xfrm>
              <a:off x="6398904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6" name="object 1466"/>
            <p:cNvSpPr/>
            <p:nvPr/>
          </p:nvSpPr>
          <p:spPr>
            <a:xfrm>
              <a:off x="6509802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7" name="object 1467"/>
            <p:cNvSpPr/>
            <p:nvPr/>
          </p:nvSpPr>
          <p:spPr>
            <a:xfrm>
              <a:off x="662071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8" name="object 1468"/>
            <p:cNvSpPr/>
            <p:nvPr/>
          </p:nvSpPr>
          <p:spPr>
            <a:xfrm>
              <a:off x="673162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9" name="object 1469"/>
            <p:cNvSpPr/>
            <p:nvPr/>
          </p:nvSpPr>
          <p:spPr>
            <a:xfrm>
              <a:off x="6842534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0" name="object 1470"/>
            <p:cNvSpPr/>
            <p:nvPr/>
          </p:nvSpPr>
          <p:spPr>
            <a:xfrm>
              <a:off x="6953445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1" name="object 1471"/>
            <p:cNvSpPr/>
            <p:nvPr/>
          </p:nvSpPr>
          <p:spPr>
            <a:xfrm>
              <a:off x="7064356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2" name="object 1472"/>
            <p:cNvSpPr/>
            <p:nvPr/>
          </p:nvSpPr>
          <p:spPr>
            <a:xfrm>
              <a:off x="7175267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3" name="object 1473"/>
            <p:cNvSpPr/>
            <p:nvPr/>
          </p:nvSpPr>
          <p:spPr>
            <a:xfrm>
              <a:off x="3958878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4" name="object 1474"/>
            <p:cNvSpPr/>
            <p:nvPr/>
          </p:nvSpPr>
          <p:spPr>
            <a:xfrm>
              <a:off x="4069789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5" name="object 1475"/>
            <p:cNvSpPr/>
            <p:nvPr/>
          </p:nvSpPr>
          <p:spPr>
            <a:xfrm>
              <a:off x="4180686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6" name="object 1476"/>
            <p:cNvSpPr/>
            <p:nvPr/>
          </p:nvSpPr>
          <p:spPr>
            <a:xfrm>
              <a:off x="4291597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7" name="object 1477"/>
            <p:cNvSpPr/>
            <p:nvPr/>
          </p:nvSpPr>
          <p:spPr>
            <a:xfrm>
              <a:off x="4402508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8" name="object 1478"/>
            <p:cNvSpPr/>
            <p:nvPr/>
          </p:nvSpPr>
          <p:spPr>
            <a:xfrm>
              <a:off x="4513432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9" name="object 1479"/>
            <p:cNvSpPr/>
            <p:nvPr/>
          </p:nvSpPr>
          <p:spPr>
            <a:xfrm>
              <a:off x="462434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0" name="object 1480"/>
            <p:cNvSpPr/>
            <p:nvPr/>
          </p:nvSpPr>
          <p:spPr>
            <a:xfrm>
              <a:off x="4735241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1" name="object 1481"/>
            <p:cNvSpPr/>
            <p:nvPr/>
          </p:nvSpPr>
          <p:spPr>
            <a:xfrm>
              <a:off x="4846152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2" name="object 1482"/>
            <p:cNvSpPr/>
            <p:nvPr/>
          </p:nvSpPr>
          <p:spPr>
            <a:xfrm>
              <a:off x="495706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3" name="object 1483"/>
            <p:cNvSpPr/>
            <p:nvPr/>
          </p:nvSpPr>
          <p:spPr>
            <a:xfrm>
              <a:off x="506797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4" name="object 1484"/>
            <p:cNvSpPr/>
            <p:nvPr/>
          </p:nvSpPr>
          <p:spPr>
            <a:xfrm>
              <a:off x="5178884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5" name="object 1485"/>
            <p:cNvSpPr/>
            <p:nvPr/>
          </p:nvSpPr>
          <p:spPr>
            <a:xfrm>
              <a:off x="5289795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6" name="object 1486"/>
            <p:cNvSpPr/>
            <p:nvPr/>
          </p:nvSpPr>
          <p:spPr>
            <a:xfrm>
              <a:off x="5400706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7" name="object 1487"/>
            <p:cNvSpPr/>
            <p:nvPr/>
          </p:nvSpPr>
          <p:spPr>
            <a:xfrm>
              <a:off x="5511617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8" name="object 1488"/>
            <p:cNvSpPr/>
            <p:nvPr/>
          </p:nvSpPr>
          <p:spPr>
            <a:xfrm>
              <a:off x="5622528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9" name="object 1489"/>
            <p:cNvSpPr/>
            <p:nvPr/>
          </p:nvSpPr>
          <p:spPr>
            <a:xfrm>
              <a:off x="5733439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0" name="object 1490"/>
            <p:cNvSpPr/>
            <p:nvPr/>
          </p:nvSpPr>
          <p:spPr>
            <a:xfrm>
              <a:off x="5844350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1" name="object 1491"/>
            <p:cNvSpPr/>
            <p:nvPr/>
          </p:nvSpPr>
          <p:spPr>
            <a:xfrm>
              <a:off x="5955260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2" name="object 1492"/>
            <p:cNvSpPr/>
            <p:nvPr/>
          </p:nvSpPr>
          <p:spPr>
            <a:xfrm>
              <a:off x="6066171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3" name="object 1493"/>
            <p:cNvSpPr/>
            <p:nvPr/>
          </p:nvSpPr>
          <p:spPr>
            <a:xfrm>
              <a:off x="6177082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4" name="object 1494"/>
            <p:cNvSpPr/>
            <p:nvPr/>
          </p:nvSpPr>
          <p:spPr>
            <a:xfrm>
              <a:off x="628799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5" name="object 1495"/>
            <p:cNvSpPr/>
            <p:nvPr/>
          </p:nvSpPr>
          <p:spPr>
            <a:xfrm>
              <a:off x="6398904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6" name="object 1496"/>
            <p:cNvSpPr/>
            <p:nvPr/>
          </p:nvSpPr>
          <p:spPr>
            <a:xfrm>
              <a:off x="6509802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7" name="object 1497"/>
            <p:cNvSpPr/>
            <p:nvPr/>
          </p:nvSpPr>
          <p:spPr>
            <a:xfrm>
              <a:off x="662071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8" name="object 1498"/>
            <p:cNvSpPr/>
            <p:nvPr/>
          </p:nvSpPr>
          <p:spPr>
            <a:xfrm>
              <a:off x="673162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9" name="object 1499"/>
            <p:cNvSpPr/>
            <p:nvPr/>
          </p:nvSpPr>
          <p:spPr>
            <a:xfrm>
              <a:off x="6842534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0" name="object 1500"/>
            <p:cNvSpPr/>
            <p:nvPr/>
          </p:nvSpPr>
          <p:spPr>
            <a:xfrm>
              <a:off x="6953445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1" name="object 1501"/>
            <p:cNvSpPr/>
            <p:nvPr/>
          </p:nvSpPr>
          <p:spPr>
            <a:xfrm>
              <a:off x="7064356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2" name="object 1502"/>
            <p:cNvSpPr/>
            <p:nvPr/>
          </p:nvSpPr>
          <p:spPr>
            <a:xfrm>
              <a:off x="7175267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3" name="object 1503"/>
            <p:cNvSpPr/>
            <p:nvPr/>
          </p:nvSpPr>
          <p:spPr>
            <a:xfrm>
              <a:off x="3958878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4" name="object 1504"/>
            <p:cNvSpPr/>
            <p:nvPr/>
          </p:nvSpPr>
          <p:spPr>
            <a:xfrm>
              <a:off x="4069789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5" name="object 1505"/>
            <p:cNvSpPr/>
            <p:nvPr/>
          </p:nvSpPr>
          <p:spPr>
            <a:xfrm>
              <a:off x="4180686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6" name="object 1506"/>
            <p:cNvSpPr/>
            <p:nvPr/>
          </p:nvSpPr>
          <p:spPr>
            <a:xfrm>
              <a:off x="4291597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7" name="object 1507"/>
            <p:cNvSpPr/>
            <p:nvPr/>
          </p:nvSpPr>
          <p:spPr>
            <a:xfrm>
              <a:off x="4402508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8" name="object 1508"/>
            <p:cNvSpPr/>
            <p:nvPr/>
          </p:nvSpPr>
          <p:spPr>
            <a:xfrm>
              <a:off x="4513432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9" name="object 1509"/>
            <p:cNvSpPr/>
            <p:nvPr/>
          </p:nvSpPr>
          <p:spPr>
            <a:xfrm>
              <a:off x="462434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0" name="object 1510"/>
            <p:cNvSpPr/>
            <p:nvPr/>
          </p:nvSpPr>
          <p:spPr>
            <a:xfrm>
              <a:off x="4735241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1" name="object 1511"/>
            <p:cNvSpPr/>
            <p:nvPr/>
          </p:nvSpPr>
          <p:spPr>
            <a:xfrm>
              <a:off x="4846152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2" name="object 1512"/>
            <p:cNvSpPr/>
            <p:nvPr/>
          </p:nvSpPr>
          <p:spPr>
            <a:xfrm>
              <a:off x="495706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3" name="object 1513"/>
            <p:cNvSpPr/>
            <p:nvPr/>
          </p:nvSpPr>
          <p:spPr>
            <a:xfrm>
              <a:off x="506797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4" name="object 1514"/>
            <p:cNvSpPr/>
            <p:nvPr/>
          </p:nvSpPr>
          <p:spPr>
            <a:xfrm>
              <a:off x="5178884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5" name="object 1515"/>
            <p:cNvSpPr/>
            <p:nvPr/>
          </p:nvSpPr>
          <p:spPr>
            <a:xfrm>
              <a:off x="5289795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6" name="object 1516"/>
            <p:cNvSpPr/>
            <p:nvPr/>
          </p:nvSpPr>
          <p:spPr>
            <a:xfrm>
              <a:off x="5400706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7" name="object 1517"/>
            <p:cNvSpPr/>
            <p:nvPr/>
          </p:nvSpPr>
          <p:spPr>
            <a:xfrm>
              <a:off x="5511617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8" name="object 1518"/>
            <p:cNvSpPr/>
            <p:nvPr/>
          </p:nvSpPr>
          <p:spPr>
            <a:xfrm>
              <a:off x="5622528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9" name="object 1519"/>
            <p:cNvSpPr/>
            <p:nvPr/>
          </p:nvSpPr>
          <p:spPr>
            <a:xfrm>
              <a:off x="5733439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0" name="object 1520"/>
            <p:cNvSpPr/>
            <p:nvPr/>
          </p:nvSpPr>
          <p:spPr>
            <a:xfrm>
              <a:off x="5844350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1" name="object 1521"/>
            <p:cNvSpPr/>
            <p:nvPr/>
          </p:nvSpPr>
          <p:spPr>
            <a:xfrm>
              <a:off x="5955260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2" name="object 1522"/>
            <p:cNvSpPr/>
            <p:nvPr/>
          </p:nvSpPr>
          <p:spPr>
            <a:xfrm>
              <a:off x="6066171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3" name="object 1523"/>
            <p:cNvSpPr/>
            <p:nvPr/>
          </p:nvSpPr>
          <p:spPr>
            <a:xfrm>
              <a:off x="6177082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4" name="object 1524"/>
            <p:cNvSpPr/>
            <p:nvPr/>
          </p:nvSpPr>
          <p:spPr>
            <a:xfrm>
              <a:off x="628799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5" name="object 1525"/>
            <p:cNvSpPr/>
            <p:nvPr/>
          </p:nvSpPr>
          <p:spPr>
            <a:xfrm>
              <a:off x="6398904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6" name="object 1526"/>
            <p:cNvSpPr/>
            <p:nvPr/>
          </p:nvSpPr>
          <p:spPr>
            <a:xfrm>
              <a:off x="6509802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7" name="object 1527"/>
            <p:cNvSpPr/>
            <p:nvPr/>
          </p:nvSpPr>
          <p:spPr>
            <a:xfrm>
              <a:off x="662071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8" name="object 1528"/>
            <p:cNvSpPr/>
            <p:nvPr/>
          </p:nvSpPr>
          <p:spPr>
            <a:xfrm>
              <a:off x="673162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9" name="object 1529"/>
            <p:cNvSpPr/>
            <p:nvPr/>
          </p:nvSpPr>
          <p:spPr>
            <a:xfrm>
              <a:off x="6842534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0" name="object 1530"/>
            <p:cNvSpPr/>
            <p:nvPr/>
          </p:nvSpPr>
          <p:spPr>
            <a:xfrm>
              <a:off x="6953445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1" name="object 1531"/>
            <p:cNvSpPr/>
            <p:nvPr/>
          </p:nvSpPr>
          <p:spPr>
            <a:xfrm>
              <a:off x="7064356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2" name="object 1532"/>
            <p:cNvSpPr/>
            <p:nvPr/>
          </p:nvSpPr>
          <p:spPr>
            <a:xfrm>
              <a:off x="7175267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3" name="object 1533"/>
            <p:cNvSpPr/>
            <p:nvPr/>
          </p:nvSpPr>
          <p:spPr>
            <a:xfrm>
              <a:off x="3958878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4" name="object 1534"/>
            <p:cNvSpPr/>
            <p:nvPr/>
          </p:nvSpPr>
          <p:spPr>
            <a:xfrm>
              <a:off x="4069789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5" name="object 1535"/>
            <p:cNvSpPr/>
            <p:nvPr/>
          </p:nvSpPr>
          <p:spPr>
            <a:xfrm>
              <a:off x="4180686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6" name="object 1536"/>
            <p:cNvSpPr/>
            <p:nvPr/>
          </p:nvSpPr>
          <p:spPr>
            <a:xfrm>
              <a:off x="4291597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7" name="object 1537"/>
            <p:cNvSpPr/>
            <p:nvPr/>
          </p:nvSpPr>
          <p:spPr>
            <a:xfrm>
              <a:off x="4402508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8" name="object 1538"/>
            <p:cNvSpPr/>
            <p:nvPr/>
          </p:nvSpPr>
          <p:spPr>
            <a:xfrm>
              <a:off x="4513432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9" name="object 1539"/>
            <p:cNvSpPr/>
            <p:nvPr/>
          </p:nvSpPr>
          <p:spPr>
            <a:xfrm>
              <a:off x="462434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0" name="object 1540"/>
            <p:cNvSpPr/>
            <p:nvPr/>
          </p:nvSpPr>
          <p:spPr>
            <a:xfrm>
              <a:off x="4735241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1" name="object 1541"/>
            <p:cNvSpPr/>
            <p:nvPr/>
          </p:nvSpPr>
          <p:spPr>
            <a:xfrm>
              <a:off x="4846152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2" name="object 1542"/>
            <p:cNvSpPr/>
            <p:nvPr/>
          </p:nvSpPr>
          <p:spPr>
            <a:xfrm>
              <a:off x="495706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3" name="object 1543"/>
            <p:cNvSpPr/>
            <p:nvPr/>
          </p:nvSpPr>
          <p:spPr>
            <a:xfrm>
              <a:off x="506797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4" name="object 1544"/>
            <p:cNvSpPr/>
            <p:nvPr/>
          </p:nvSpPr>
          <p:spPr>
            <a:xfrm>
              <a:off x="5178884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5" name="object 1545"/>
            <p:cNvSpPr/>
            <p:nvPr/>
          </p:nvSpPr>
          <p:spPr>
            <a:xfrm>
              <a:off x="5289795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6" name="object 1546"/>
            <p:cNvSpPr/>
            <p:nvPr/>
          </p:nvSpPr>
          <p:spPr>
            <a:xfrm>
              <a:off x="5400706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7" name="object 1547"/>
            <p:cNvSpPr/>
            <p:nvPr/>
          </p:nvSpPr>
          <p:spPr>
            <a:xfrm>
              <a:off x="5511617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8" name="object 1548"/>
            <p:cNvSpPr/>
            <p:nvPr/>
          </p:nvSpPr>
          <p:spPr>
            <a:xfrm>
              <a:off x="5622528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9" name="object 1549"/>
            <p:cNvSpPr/>
            <p:nvPr/>
          </p:nvSpPr>
          <p:spPr>
            <a:xfrm>
              <a:off x="5733439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0" name="object 1550"/>
            <p:cNvSpPr/>
            <p:nvPr/>
          </p:nvSpPr>
          <p:spPr>
            <a:xfrm>
              <a:off x="5844350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1" name="object 1551"/>
            <p:cNvSpPr/>
            <p:nvPr/>
          </p:nvSpPr>
          <p:spPr>
            <a:xfrm>
              <a:off x="5955260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2" name="object 1552"/>
            <p:cNvSpPr/>
            <p:nvPr/>
          </p:nvSpPr>
          <p:spPr>
            <a:xfrm>
              <a:off x="6066171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3" name="object 1553"/>
            <p:cNvSpPr/>
            <p:nvPr/>
          </p:nvSpPr>
          <p:spPr>
            <a:xfrm>
              <a:off x="6177082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4" name="object 1554"/>
            <p:cNvSpPr/>
            <p:nvPr/>
          </p:nvSpPr>
          <p:spPr>
            <a:xfrm>
              <a:off x="628799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5" name="object 1555"/>
            <p:cNvSpPr/>
            <p:nvPr/>
          </p:nvSpPr>
          <p:spPr>
            <a:xfrm>
              <a:off x="6398904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6" name="object 1556"/>
            <p:cNvSpPr/>
            <p:nvPr/>
          </p:nvSpPr>
          <p:spPr>
            <a:xfrm>
              <a:off x="6509802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7" name="object 1557"/>
            <p:cNvSpPr/>
            <p:nvPr/>
          </p:nvSpPr>
          <p:spPr>
            <a:xfrm>
              <a:off x="662071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8" name="object 1558"/>
            <p:cNvSpPr/>
            <p:nvPr/>
          </p:nvSpPr>
          <p:spPr>
            <a:xfrm>
              <a:off x="673162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9" name="object 1559"/>
            <p:cNvSpPr/>
            <p:nvPr/>
          </p:nvSpPr>
          <p:spPr>
            <a:xfrm>
              <a:off x="6842534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0" name="object 1560"/>
            <p:cNvSpPr/>
            <p:nvPr/>
          </p:nvSpPr>
          <p:spPr>
            <a:xfrm>
              <a:off x="6953445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1" name="object 1561"/>
            <p:cNvSpPr/>
            <p:nvPr/>
          </p:nvSpPr>
          <p:spPr>
            <a:xfrm>
              <a:off x="7064356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2" name="object 1562"/>
            <p:cNvSpPr/>
            <p:nvPr/>
          </p:nvSpPr>
          <p:spPr>
            <a:xfrm>
              <a:off x="7175267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3" name="object 1563"/>
            <p:cNvSpPr/>
            <p:nvPr/>
          </p:nvSpPr>
          <p:spPr>
            <a:xfrm>
              <a:off x="3958878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4" name="object 1564"/>
            <p:cNvSpPr/>
            <p:nvPr/>
          </p:nvSpPr>
          <p:spPr>
            <a:xfrm>
              <a:off x="4069789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5" name="object 1565"/>
            <p:cNvSpPr/>
            <p:nvPr/>
          </p:nvSpPr>
          <p:spPr>
            <a:xfrm>
              <a:off x="4180686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6" name="object 1566"/>
            <p:cNvSpPr/>
            <p:nvPr/>
          </p:nvSpPr>
          <p:spPr>
            <a:xfrm>
              <a:off x="4291597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7" name="object 1567"/>
            <p:cNvSpPr/>
            <p:nvPr/>
          </p:nvSpPr>
          <p:spPr>
            <a:xfrm>
              <a:off x="4402508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8" name="object 1568"/>
            <p:cNvSpPr/>
            <p:nvPr/>
          </p:nvSpPr>
          <p:spPr>
            <a:xfrm>
              <a:off x="4513432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9" name="object 1569"/>
            <p:cNvSpPr/>
            <p:nvPr/>
          </p:nvSpPr>
          <p:spPr>
            <a:xfrm>
              <a:off x="462434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0" name="object 1570"/>
            <p:cNvSpPr/>
            <p:nvPr/>
          </p:nvSpPr>
          <p:spPr>
            <a:xfrm>
              <a:off x="4735241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1" name="object 1571"/>
            <p:cNvSpPr/>
            <p:nvPr/>
          </p:nvSpPr>
          <p:spPr>
            <a:xfrm>
              <a:off x="4846152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2" name="object 1572"/>
            <p:cNvSpPr/>
            <p:nvPr/>
          </p:nvSpPr>
          <p:spPr>
            <a:xfrm>
              <a:off x="495706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3" name="object 1573"/>
            <p:cNvSpPr/>
            <p:nvPr/>
          </p:nvSpPr>
          <p:spPr>
            <a:xfrm>
              <a:off x="506797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4" name="object 1574"/>
            <p:cNvSpPr/>
            <p:nvPr/>
          </p:nvSpPr>
          <p:spPr>
            <a:xfrm>
              <a:off x="5178884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5" name="object 1575"/>
            <p:cNvSpPr/>
            <p:nvPr/>
          </p:nvSpPr>
          <p:spPr>
            <a:xfrm>
              <a:off x="5289795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6" name="object 1576"/>
            <p:cNvSpPr/>
            <p:nvPr/>
          </p:nvSpPr>
          <p:spPr>
            <a:xfrm>
              <a:off x="5400706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7" name="object 1577"/>
            <p:cNvSpPr/>
            <p:nvPr/>
          </p:nvSpPr>
          <p:spPr>
            <a:xfrm>
              <a:off x="5511617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8" name="object 1578"/>
            <p:cNvSpPr/>
            <p:nvPr/>
          </p:nvSpPr>
          <p:spPr>
            <a:xfrm>
              <a:off x="5622528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9" name="object 1579"/>
            <p:cNvSpPr/>
            <p:nvPr/>
          </p:nvSpPr>
          <p:spPr>
            <a:xfrm>
              <a:off x="5733439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0" name="object 1580"/>
            <p:cNvSpPr/>
            <p:nvPr/>
          </p:nvSpPr>
          <p:spPr>
            <a:xfrm>
              <a:off x="5844350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1" name="object 1581"/>
            <p:cNvSpPr/>
            <p:nvPr/>
          </p:nvSpPr>
          <p:spPr>
            <a:xfrm>
              <a:off x="5955260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2" name="object 1582"/>
            <p:cNvSpPr/>
            <p:nvPr/>
          </p:nvSpPr>
          <p:spPr>
            <a:xfrm>
              <a:off x="6066171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3" name="object 1583"/>
            <p:cNvSpPr/>
            <p:nvPr/>
          </p:nvSpPr>
          <p:spPr>
            <a:xfrm>
              <a:off x="6177082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4" name="object 1584"/>
            <p:cNvSpPr/>
            <p:nvPr/>
          </p:nvSpPr>
          <p:spPr>
            <a:xfrm>
              <a:off x="628799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5" name="object 1585"/>
            <p:cNvSpPr/>
            <p:nvPr/>
          </p:nvSpPr>
          <p:spPr>
            <a:xfrm>
              <a:off x="6398904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6" name="object 1586"/>
            <p:cNvSpPr/>
            <p:nvPr/>
          </p:nvSpPr>
          <p:spPr>
            <a:xfrm>
              <a:off x="6509802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7" name="object 1587"/>
            <p:cNvSpPr/>
            <p:nvPr/>
          </p:nvSpPr>
          <p:spPr>
            <a:xfrm>
              <a:off x="662071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8" name="object 1588"/>
            <p:cNvSpPr/>
            <p:nvPr/>
          </p:nvSpPr>
          <p:spPr>
            <a:xfrm>
              <a:off x="673162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9" name="object 1589"/>
            <p:cNvSpPr/>
            <p:nvPr/>
          </p:nvSpPr>
          <p:spPr>
            <a:xfrm>
              <a:off x="6842534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0" name="object 1590"/>
            <p:cNvSpPr/>
            <p:nvPr/>
          </p:nvSpPr>
          <p:spPr>
            <a:xfrm>
              <a:off x="6953445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1" name="object 1591"/>
            <p:cNvSpPr/>
            <p:nvPr/>
          </p:nvSpPr>
          <p:spPr>
            <a:xfrm>
              <a:off x="7064356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2" name="object 1592"/>
            <p:cNvSpPr/>
            <p:nvPr/>
          </p:nvSpPr>
          <p:spPr>
            <a:xfrm>
              <a:off x="7175267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3" name="object 1593"/>
            <p:cNvSpPr/>
            <p:nvPr/>
          </p:nvSpPr>
          <p:spPr>
            <a:xfrm>
              <a:off x="3958878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4" name="object 1594"/>
            <p:cNvSpPr/>
            <p:nvPr/>
          </p:nvSpPr>
          <p:spPr>
            <a:xfrm>
              <a:off x="4069789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5" name="object 1595"/>
            <p:cNvSpPr/>
            <p:nvPr/>
          </p:nvSpPr>
          <p:spPr>
            <a:xfrm>
              <a:off x="4180686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6" name="object 1596"/>
            <p:cNvSpPr/>
            <p:nvPr/>
          </p:nvSpPr>
          <p:spPr>
            <a:xfrm>
              <a:off x="5733439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7" name="object 1597"/>
            <p:cNvSpPr/>
            <p:nvPr/>
          </p:nvSpPr>
          <p:spPr>
            <a:xfrm>
              <a:off x="5844350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8" name="object 1598"/>
            <p:cNvSpPr/>
            <p:nvPr/>
          </p:nvSpPr>
          <p:spPr>
            <a:xfrm>
              <a:off x="5955260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9" name="object 1599"/>
            <p:cNvSpPr/>
            <p:nvPr/>
          </p:nvSpPr>
          <p:spPr>
            <a:xfrm>
              <a:off x="6066171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0" name="object 1600"/>
            <p:cNvSpPr/>
            <p:nvPr/>
          </p:nvSpPr>
          <p:spPr>
            <a:xfrm>
              <a:off x="6177082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1" name="object 1601"/>
            <p:cNvSpPr/>
            <p:nvPr/>
          </p:nvSpPr>
          <p:spPr>
            <a:xfrm>
              <a:off x="6287993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2" name="object 1602"/>
            <p:cNvSpPr/>
            <p:nvPr/>
          </p:nvSpPr>
          <p:spPr>
            <a:xfrm>
              <a:off x="6398904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3" name="object 1603"/>
            <p:cNvSpPr/>
            <p:nvPr/>
          </p:nvSpPr>
          <p:spPr>
            <a:xfrm>
              <a:off x="6509802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4" name="object 1604"/>
            <p:cNvSpPr/>
            <p:nvPr/>
          </p:nvSpPr>
          <p:spPr>
            <a:xfrm>
              <a:off x="6620713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5" name="object 1605"/>
            <p:cNvSpPr/>
            <p:nvPr/>
          </p:nvSpPr>
          <p:spPr>
            <a:xfrm>
              <a:off x="6731623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6" name="object 1606"/>
            <p:cNvSpPr/>
            <p:nvPr/>
          </p:nvSpPr>
          <p:spPr>
            <a:xfrm>
              <a:off x="6842534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7" name="object 1607"/>
            <p:cNvSpPr/>
            <p:nvPr/>
          </p:nvSpPr>
          <p:spPr>
            <a:xfrm>
              <a:off x="6953445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8" name="object 1608"/>
            <p:cNvSpPr/>
            <p:nvPr/>
          </p:nvSpPr>
          <p:spPr>
            <a:xfrm>
              <a:off x="7064356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9" name="object 1609"/>
            <p:cNvSpPr/>
            <p:nvPr/>
          </p:nvSpPr>
          <p:spPr>
            <a:xfrm>
              <a:off x="7175267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0" name="object 1610"/>
            <p:cNvSpPr/>
            <p:nvPr/>
          </p:nvSpPr>
          <p:spPr>
            <a:xfrm>
              <a:off x="3958878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1" name="object 1611"/>
            <p:cNvSpPr/>
            <p:nvPr/>
          </p:nvSpPr>
          <p:spPr>
            <a:xfrm>
              <a:off x="4069789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2" name="object 1612"/>
            <p:cNvSpPr/>
            <p:nvPr/>
          </p:nvSpPr>
          <p:spPr>
            <a:xfrm>
              <a:off x="4180686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3" name="object 1613"/>
            <p:cNvSpPr/>
            <p:nvPr/>
          </p:nvSpPr>
          <p:spPr>
            <a:xfrm>
              <a:off x="5733439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4" name="object 1614"/>
            <p:cNvSpPr/>
            <p:nvPr/>
          </p:nvSpPr>
          <p:spPr>
            <a:xfrm>
              <a:off x="5844350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5" name="object 1615"/>
            <p:cNvSpPr/>
            <p:nvPr/>
          </p:nvSpPr>
          <p:spPr>
            <a:xfrm>
              <a:off x="5955260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6" name="object 1616"/>
            <p:cNvSpPr/>
            <p:nvPr/>
          </p:nvSpPr>
          <p:spPr>
            <a:xfrm>
              <a:off x="6066171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7" name="object 1617"/>
            <p:cNvSpPr/>
            <p:nvPr/>
          </p:nvSpPr>
          <p:spPr>
            <a:xfrm>
              <a:off x="6177082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8" name="object 1618"/>
            <p:cNvSpPr/>
            <p:nvPr/>
          </p:nvSpPr>
          <p:spPr>
            <a:xfrm>
              <a:off x="6287993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9" name="object 1619"/>
            <p:cNvSpPr/>
            <p:nvPr/>
          </p:nvSpPr>
          <p:spPr>
            <a:xfrm>
              <a:off x="6398904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0" name="object 1620"/>
            <p:cNvSpPr/>
            <p:nvPr/>
          </p:nvSpPr>
          <p:spPr>
            <a:xfrm>
              <a:off x="6509802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1" name="object 1621"/>
            <p:cNvSpPr/>
            <p:nvPr/>
          </p:nvSpPr>
          <p:spPr>
            <a:xfrm>
              <a:off x="6620713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2" name="object 1622"/>
            <p:cNvSpPr/>
            <p:nvPr/>
          </p:nvSpPr>
          <p:spPr>
            <a:xfrm>
              <a:off x="6731623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3" name="object 1623"/>
            <p:cNvSpPr/>
            <p:nvPr/>
          </p:nvSpPr>
          <p:spPr>
            <a:xfrm>
              <a:off x="6842534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4" name="object 1624"/>
            <p:cNvSpPr/>
            <p:nvPr/>
          </p:nvSpPr>
          <p:spPr>
            <a:xfrm>
              <a:off x="6953445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5" name="object 1625"/>
            <p:cNvSpPr/>
            <p:nvPr/>
          </p:nvSpPr>
          <p:spPr>
            <a:xfrm>
              <a:off x="7064356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6" name="object 1626"/>
            <p:cNvSpPr/>
            <p:nvPr/>
          </p:nvSpPr>
          <p:spPr>
            <a:xfrm>
              <a:off x="7175267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7" name="object 1627"/>
            <p:cNvSpPr/>
            <p:nvPr/>
          </p:nvSpPr>
          <p:spPr>
            <a:xfrm>
              <a:off x="3958878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8" name="object 1628"/>
            <p:cNvSpPr/>
            <p:nvPr/>
          </p:nvSpPr>
          <p:spPr>
            <a:xfrm>
              <a:off x="4069789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9" name="object 1629"/>
            <p:cNvSpPr/>
            <p:nvPr/>
          </p:nvSpPr>
          <p:spPr>
            <a:xfrm>
              <a:off x="4180686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0" name="object 1630"/>
            <p:cNvSpPr/>
            <p:nvPr/>
          </p:nvSpPr>
          <p:spPr>
            <a:xfrm>
              <a:off x="5733439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1" name="object 1631"/>
            <p:cNvSpPr/>
            <p:nvPr/>
          </p:nvSpPr>
          <p:spPr>
            <a:xfrm>
              <a:off x="5844350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2" name="object 1632"/>
            <p:cNvSpPr/>
            <p:nvPr/>
          </p:nvSpPr>
          <p:spPr>
            <a:xfrm>
              <a:off x="5955260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3" name="object 1633"/>
            <p:cNvSpPr/>
            <p:nvPr/>
          </p:nvSpPr>
          <p:spPr>
            <a:xfrm>
              <a:off x="6066171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4" name="object 1634"/>
            <p:cNvSpPr/>
            <p:nvPr/>
          </p:nvSpPr>
          <p:spPr>
            <a:xfrm>
              <a:off x="6177082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5" name="object 1635"/>
            <p:cNvSpPr/>
            <p:nvPr/>
          </p:nvSpPr>
          <p:spPr>
            <a:xfrm>
              <a:off x="6287993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6" name="object 1636"/>
            <p:cNvSpPr/>
            <p:nvPr/>
          </p:nvSpPr>
          <p:spPr>
            <a:xfrm>
              <a:off x="6398904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7" name="object 1637"/>
            <p:cNvSpPr/>
            <p:nvPr/>
          </p:nvSpPr>
          <p:spPr>
            <a:xfrm>
              <a:off x="6509802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8" name="object 1638"/>
            <p:cNvSpPr/>
            <p:nvPr/>
          </p:nvSpPr>
          <p:spPr>
            <a:xfrm>
              <a:off x="6620713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9" name="object 1639"/>
            <p:cNvSpPr/>
            <p:nvPr/>
          </p:nvSpPr>
          <p:spPr>
            <a:xfrm>
              <a:off x="6731623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0" name="object 1640"/>
            <p:cNvSpPr/>
            <p:nvPr/>
          </p:nvSpPr>
          <p:spPr>
            <a:xfrm>
              <a:off x="6842534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1" name="object 1641"/>
            <p:cNvSpPr/>
            <p:nvPr/>
          </p:nvSpPr>
          <p:spPr>
            <a:xfrm>
              <a:off x="6953445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2" name="object 1642"/>
            <p:cNvSpPr/>
            <p:nvPr/>
          </p:nvSpPr>
          <p:spPr>
            <a:xfrm>
              <a:off x="7064356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3" name="object 1643"/>
            <p:cNvSpPr/>
            <p:nvPr/>
          </p:nvSpPr>
          <p:spPr>
            <a:xfrm>
              <a:off x="7175267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4" name="object 1644"/>
            <p:cNvSpPr/>
            <p:nvPr/>
          </p:nvSpPr>
          <p:spPr>
            <a:xfrm>
              <a:off x="3958878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5" name="object 1645"/>
            <p:cNvSpPr/>
            <p:nvPr/>
          </p:nvSpPr>
          <p:spPr>
            <a:xfrm>
              <a:off x="4069789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6" name="object 1646"/>
            <p:cNvSpPr/>
            <p:nvPr/>
          </p:nvSpPr>
          <p:spPr>
            <a:xfrm>
              <a:off x="4180686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7" name="object 1647"/>
            <p:cNvSpPr/>
            <p:nvPr/>
          </p:nvSpPr>
          <p:spPr>
            <a:xfrm>
              <a:off x="5733439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8" name="object 1648"/>
            <p:cNvSpPr/>
            <p:nvPr/>
          </p:nvSpPr>
          <p:spPr>
            <a:xfrm>
              <a:off x="5844350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9" name="object 1649"/>
            <p:cNvSpPr/>
            <p:nvPr/>
          </p:nvSpPr>
          <p:spPr>
            <a:xfrm>
              <a:off x="5955260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0" name="object 1650"/>
            <p:cNvSpPr/>
            <p:nvPr/>
          </p:nvSpPr>
          <p:spPr>
            <a:xfrm>
              <a:off x="6066171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1" name="object 1651"/>
            <p:cNvSpPr/>
            <p:nvPr/>
          </p:nvSpPr>
          <p:spPr>
            <a:xfrm>
              <a:off x="6177082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2" name="object 1652"/>
            <p:cNvSpPr/>
            <p:nvPr/>
          </p:nvSpPr>
          <p:spPr>
            <a:xfrm>
              <a:off x="6287993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3" name="object 1653"/>
            <p:cNvSpPr/>
            <p:nvPr/>
          </p:nvSpPr>
          <p:spPr>
            <a:xfrm>
              <a:off x="6398904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4" name="object 1654"/>
            <p:cNvSpPr/>
            <p:nvPr/>
          </p:nvSpPr>
          <p:spPr>
            <a:xfrm>
              <a:off x="6509802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5" name="object 1655"/>
            <p:cNvSpPr/>
            <p:nvPr/>
          </p:nvSpPr>
          <p:spPr>
            <a:xfrm>
              <a:off x="6620713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6" name="object 1656"/>
            <p:cNvSpPr/>
            <p:nvPr/>
          </p:nvSpPr>
          <p:spPr>
            <a:xfrm>
              <a:off x="6731623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7" name="object 1657"/>
            <p:cNvSpPr/>
            <p:nvPr/>
          </p:nvSpPr>
          <p:spPr>
            <a:xfrm>
              <a:off x="6842534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8" name="object 1658"/>
            <p:cNvSpPr/>
            <p:nvPr/>
          </p:nvSpPr>
          <p:spPr>
            <a:xfrm>
              <a:off x="6953445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9" name="object 1659"/>
            <p:cNvSpPr/>
            <p:nvPr/>
          </p:nvSpPr>
          <p:spPr>
            <a:xfrm>
              <a:off x="7064356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0" name="object 1660"/>
            <p:cNvSpPr/>
            <p:nvPr/>
          </p:nvSpPr>
          <p:spPr>
            <a:xfrm>
              <a:off x="7175267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1" name="object 1661"/>
            <p:cNvSpPr/>
            <p:nvPr/>
          </p:nvSpPr>
          <p:spPr>
            <a:xfrm>
              <a:off x="3958878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2" name="object 1662"/>
            <p:cNvSpPr/>
            <p:nvPr/>
          </p:nvSpPr>
          <p:spPr>
            <a:xfrm>
              <a:off x="4069789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3" name="object 1663"/>
            <p:cNvSpPr/>
            <p:nvPr/>
          </p:nvSpPr>
          <p:spPr>
            <a:xfrm>
              <a:off x="4180686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4" name="object 1664"/>
            <p:cNvSpPr/>
            <p:nvPr/>
          </p:nvSpPr>
          <p:spPr>
            <a:xfrm>
              <a:off x="5733439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5" name="object 1665"/>
            <p:cNvSpPr/>
            <p:nvPr/>
          </p:nvSpPr>
          <p:spPr>
            <a:xfrm>
              <a:off x="5844350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6" name="object 1666"/>
            <p:cNvSpPr/>
            <p:nvPr/>
          </p:nvSpPr>
          <p:spPr>
            <a:xfrm>
              <a:off x="5955260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7" name="object 1667"/>
            <p:cNvSpPr/>
            <p:nvPr/>
          </p:nvSpPr>
          <p:spPr>
            <a:xfrm>
              <a:off x="6066171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8" name="object 1668"/>
            <p:cNvSpPr/>
            <p:nvPr/>
          </p:nvSpPr>
          <p:spPr>
            <a:xfrm>
              <a:off x="6177082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9" name="object 1669"/>
            <p:cNvSpPr/>
            <p:nvPr/>
          </p:nvSpPr>
          <p:spPr>
            <a:xfrm>
              <a:off x="6287993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0" name="object 1670"/>
            <p:cNvSpPr/>
            <p:nvPr/>
          </p:nvSpPr>
          <p:spPr>
            <a:xfrm>
              <a:off x="6398904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1" name="object 1671"/>
            <p:cNvSpPr/>
            <p:nvPr/>
          </p:nvSpPr>
          <p:spPr>
            <a:xfrm>
              <a:off x="6509802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2" name="object 1672"/>
            <p:cNvSpPr/>
            <p:nvPr/>
          </p:nvSpPr>
          <p:spPr>
            <a:xfrm>
              <a:off x="6620713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3" name="object 1673"/>
            <p:cNvSpPr/>
            <p:nvPr/>
          </p:nvSpPr>
          <p:spPr>
            <a:xfrm>
              <a:off x="6731623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4" name="object 1674"/>
            <p:cNvSpPr/>
            <p:nvPr/>
          </p:nvSpPr>
          <p:spPr>
            <a:xfrm>
              <a:off x="6842534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5" name="object 1675"/>
            <p:cNvSpPr/>
            <p:nvPr/>
          </p:nvSpPr>
          <p:spPr>
            <a:xfrm>
              <a:off x="6953445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6" name="object 1676"/>
            <p:cNvSpPr/>
            <p:nvPr/>
          </p:nvSpPr>
          <p:spPr>
            <a:xfrm>
              <a:off x="7064356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7" name="object 1677"/>
            <p:cNvSpPr/>
            <p:nvPr/>
          </p:nvSpPr>
          <p:spPr>
            <a:xfrm>
              <a:off x="7175267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8" name="object 1678"/>
            <p:cNvSpPr/>
            <p:nvPr/>
          </p:nvSpPr>
          <p:spPr>
            <a:xfrm>
              <a:off x="3958878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9" name="object 1679"/>
            <p:cNvSpPr/>
            <p:nvPr/>
          </p:nvSpPr>
          <p:spPr>
            <a:xfrm>
              <a:off x="4069789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0" name="object 1680"/>
            <p:cNvSpPr/>
            <p:nvPr/>
          </p:nvSpPr>
          <p:spPr>
            <a:xfrm>
              <a:off x="4180686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1" name="object 1681"/>
            <p:cNvSpPr/>
            <p:nvPr/>
          </p:nvSpPr>
          <p:spPr>
            <a:xfrm>
              <a:off x="5733439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2" name="object 1682"/>
            <p:cNvSpPr/>
            <p:nvPr/>
          </p:nvSpPr>
          <p:spPr>
            <a:xfrm>
              <a:off x="5844350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3" name="object 1683"/>
            <p:cNvSpPr/>
            <p:nvPr/>
          </p:nvSpPr>
          <p:spPr>
            <a:xfrm>
              <a:off x="5955260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4" name="object 1684"/>
            <p:cNvSpPr/>
            <p:nvPr/>
          </p:nvSpPr>
          <p:spPr>
            <a:xfrm>
              <a:off x="6066171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5" name="object 1685"/>
            <p:cNvSpPr/>
            <p:nvPr/>
          </p:nvSpPr>
          <p:spPr>
            <a:xfrm>
              <a:off x="6177082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6" name="object 1686"/>
            <p:cNvSpPr/>
            <p:nvPr/>
          </p:nvSpPr>
          <p:spPr>
            <a:xfrm>
              <a:off x="6287993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7" name="object 1687"/>
            <p:cNvSpPr/>
            <p:nvPr/>
          </p:nvSpPr>
          <p:spPr>
            <a:xfrm>
              <a:off x="6398904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8" name="object 1688"/>
            <p:cNvSpPr/>
            <p:nvPr/>
          </p:nvSpPr>
          <p:spPr>
            <a:xfrm>
              <a:off x="6509802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9" name="object 1689"/>
            <p:cNvSpPr/>
            <p:nvPr/>
          </p:nvSpPr>
          <p:spPr>
            <a:xfrm>
              <a:off x="6620713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0" name="object 1690"/>
            <p:cNvSpPr/>
            <p:nvPr/>
          </p:nvSpPr>
          <p:spPr>
            <a:xfrm>
              <a:off x="6731623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1" name="object 1691"/>
            <p:cNvSpPr/>
            <p:nvPr/>
          </p:nvSpPr>
          <p:spPr>
            <a:xfrm>
              <a:off x="6842534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2" name="object 1692"/>
            <p:cNvSpPr/>
            <p:nvPr/>
          </p:nvSpPr>
          <p:spPr>
            <a:xfrm>
              <a:off x="6953445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3" name="object 1693"/>
            <p:cNvSpPr/>
            <p:nvPr/>
          </p:nvSpPr>
          <p:spPr>
            <a:xfrm>
              <a:off x="7064356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4" name="object 1694"/>
            <p:cNvSpPr/>
            <p:nvPr/>
          </p:nvSpPr>
          <p:spPr>
            <a:xfrm>
              <a:off x="7175267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5" name="object 1695"/>
            <p:cNvSpPr/>
            <p:nvPr/>
          </p:nvSpPr>
          <p:spPr>
            <a:xfrm>
              <a:off x="3958878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6" name="object 1696"/>
            <p:cNvSpPr/>
            <p:nvPr/>
          </p:nvSpPr>
          <p:spPr>
            <a:xfrm>
              <a:off x="4069789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7" name="object 1697"/>
            <p:cNvSpPr/>
            <p:nvPr/>
          </p:nvSpPr>
          <p:spPr>
            <a:xfrm>
              <a:off x="4180686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8" name="object 1698"/>
            <p:cNvSpPr/>
            <p:nvPr/>
          </p:nvSpPr>
          <p:spPr>
            <a:xfrm>
              <a:off x="5733439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9" name="object 1699"/>
            <p:cNvSpPr/>
            <p:nvPr/>
          </p:nvSpPr>
          <p:spPr>
            <a:xfrm>
              <a:off x="5844350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0" name="object 1700"/>
            <p:cNvSpPr/>
            <p:nvPr/>
          </p:nvSpPr>
          <p:spPr>
            <a:xfrm>
              <a:off x="5955260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1" name="object 1701"/>
            <p:cNvSpPr/>
            <p:nvPr/>
          </p:nvSpPr>
          <p:spPr>
            <a:xfrm>
              <a:off x="6066171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2" name="object 1702"/>
            <p:cNvSpPr/>
            <p:nvPr/>
          </p:nvSpPr>
          <p:spPr>
            <a:xfrm>
              <a:off x="6177082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3" name="object 1703"/>
            <p:cNvSpPr/>
            <p:nvPr/>
          </p:nvSpPr>
          <p:spPr>
            <a:xfrm>
              <a:off x="6287993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4" name="object 1704"/>
            <p:cNvSpPr/>
            <p:nvPr/>
          </p:nvSpPr>
          <p:spPr>
            <a:xfrm>
              <a:off x="6398904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5" name="object 1705"/>
            <p:cNvSpPr/>
            <p:nvPr/>
          </p:nvSpPr>
          <p:spPr>
            <a:xfrm>
              <a:off x="6509802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6" name="object 1706"/>
            <p:cNvSpPr/>
            <p:nvPr/>
          </p:nvSpPr>
          <p:spPr>
            <a:xfrm>
              <a:off x="6620713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7" name="object 1707"/>
            <p:cNvSpPr/>
            <p:nvPr/>
          </p:nvSpPr>
          <p:spPr>
            <a:xfrm>
              <a:off x="6731623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8" name="object 1708"/>
            <p:cNvSpPr/>
            <p:nvPr/>
          </p:nvSpPr>
          <p:spPr>
            <a:xfrm>
              <a:off x="6842534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9" name="object 1709"/>
            <p:cNvSpPr/>
            <p:nvPr/>
          </p:nvSpPr>
          <p:spPr>
            <a:xfrm>
              <a:off x="6953445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0" name="object 1710"/>
            <p:cNvSpPr/>
            <p:nvPr/>
          </p:nvSpPr>
          <p:spPr>
            <a:xfrm>
              <a:off x="7064356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1" name="object 1711"/>
            <p:cNvSpPr/>
            <p:nvPr/>
          </p:nvSpPr>
          <p:spPr>
            <a:xfrm>
              <a:off x="7175267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2" name="object 1712"/>
            <p:cNvSpPr/>
            <p:nvPr/>
          </p:nvSpPr>
          <p:spPr>
            <a:xfrm>
              <a:off x="3958878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3" name="object 1713"/>
            <p:cNvSpPr/>
            <p:nvPr/>
          </p:nvSpPr>
          <p:spPr>
            <a:xfrm>
              <a:off x="4069789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4" name="object 1714"/>
            <p:cNvSpPr/>
            <p:nvPr/>
          </p:nvSpPr>
          <p:spPr>
            <a:xfrm>
              <a:off x="4180686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5" name="object 1715"/>
            <p:cNvSpPr/>
            <p:nvPr/>
          </p:nvSpPr>
          <p:spPr>
            <a:xfrm>
              <a:off x="5733439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6" name="object 1716"/>
            <p:cNvSpPr/>
            <p:nvPr/>
          </p:nvSpPr>
          <p:spPr>
            <a:xfrm>
              <a:off x="5844350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7" name="object 1717"/>
            <p:cNvSpPr/>
            <p:nvPr/>
          </p:nvSpPr>
          <p:spPr>
            <a:xfrm>
              <a:off x="5955260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8" name="object 1718"/>
            <p:cNvSpPr/>
            <p:nvPr/>
          </p:nvSpPr>
          <p:spPr>
            <a:xfrm>
              <a:off x="6066171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9" name="object 1719"/>
            <p:cNvSpPr/>
            <p:nvPr/>
          </p:nvSpPr>
          <p:spPr>
            <a:xfrm>
              <a:off x="6177082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0" name="object 1720"/>
            <p:cNvSpPr/>
            <p:nvPr/>
          </p:nvSpPr>
          <p:spPr>
            <a:xfrm>
              <a:off x="6287993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1" name="object 1721"/>
            <p:cNvSpPr/>
            <p:nvPr/>
          </p:nvSpPr>
          <p:spPr>
            <a:xfrm>
              <a:off x="6398904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2" name="object 1722"/>
            <p:cNvSpPr/>
            <p:nvPr/>
          </p:nvSpPr>
          <p:spPr>
            <a:xfrm>
              <a:off x="6509802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3" name="object 1723"/>
            <p:cNvSpPr/>
            <p:nvPr/>
          </p:nvSpPr>
          <p:spPr>
            <a:xfrm>
              <a:off x="6620713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4" name="object 1724"/>
            <p:cNvSpPr/>
            <p:nvPr/>
          </p:nvSpPr>
          <p:spPr>
            <a:xfrm>
              <a:off x="6731623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5" name="object 1725"/>
            <p:cNvSpPr/>
            <p:nvPr/>
          </p:nvSpPr>
          <p:spPr>
            <a:xfrm>
              <a:off x="6842534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6" name="object 1726"/>
            <p:cNvSpPr/>
            <p:nvPr/>
          </p:nvSpPr>
          <p:spPr>
            <a:xfrm>
              <a:off x="6953445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7" name="object 1727"/>
            <p:cNvSpPr/>
            <p:nvPr/>
          </p:nvSpPr>
          <p:spPr>
            <a:xfrm>
              <a:off x="7064356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8" name="object 1728"/>
            <p:cNvSpPr/>
            <p:nvPr/>
          </p:nvSpPr>
          <p:spPr>
            <a:xfrm>
              <a:off x="7175267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9" name="object 1729"/>
            <p:cNvSpPr/>
            <p:nvPr/>
          </p:nvSpPr>
          <p:spPr>
            <a:xfrm>
              <a:off x="3958878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0" name="object 1730"/>
            <p:cNvSpPr/>
            <p:nvPr/>
          </p:nvSpPr>
          <p:spPr>
            <a:xfrm>
              <a:off x="4069789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1" name="object 1731"/>
            <p:cNvSpPr/>
            <p:nvPr/>
          </p:nvSpPr>
          <p:spPr>
            <a:xfrm>
              <a:off x="4180686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2" name="object 1732"/>
            <p:cNvSpPr/>
            <p:nvPr/>
          </p:nvSpPr>
          <p:spPr>
            <a:xfrm>
              <a:off x="5733439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3" name="object 1733"/>
            <p:cNvSpPr/>
            <p:nvPr/>
          </p:nvSpPr>
          <p:spPr>
            <a:xfrm>
              <a:off x="5844350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4" name="object 1734"/>
            <p:cNvSpPr/>
            <p:nvPr/>
          </p:nvSpPr>
          <p:spPr>
            <a:xfrm>
              <a:off x="5955260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5" name="object 1735"/>
            <p:cNvSpPr/>
            <p:nvPr/>
          </p:nvSpPr>
          <p:spPr>
            <a:xfrm>
              <a:off x="6066171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6" name="object 1736"/>
            <p:cNvSpPr/>
            <p:nvPr/>
          </p:nvSpPr>
          <p:spPr>
            <a:xfrm>
              <a:off x="6177082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7" name="object 1737"/>
            <p:cNvSpPr/>
            <p:nvPr/>
          </p:nvSpPr>
          <p:spPr>
            <a:xfrm>
              <a:off x="6287993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8" name="object 1738"/>
            <p:cNvSpPr/>
            <p:nvPr/>
          </p:nvSpPr>
          <p:spPr>
            <a:xfrm>
              <a:off x="6398904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9" name="object 1739"/>
            <p:cNvSpPr/>
            <p:nvPr/>
          </p:nvSpPr>
          <p:spPr>
            <a:xfrm>
              <a:off x="6509802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0" name="object 1740"/>
            <p:cNvSpPr/>
            <p:nvPr/>
          </p:nvSpPr>
          <p:spPr>
            <a:xfrm>
              <a:off x="6620713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1" name="object 1741"/>
            <p:cNvSpPr/>
            <p:nvPr/>
          </p:nvSpPr>
          <p:spPr>
            <a:xfrm>
              <a:off x="6731623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2" name="object 1742"/>
            <p:cNvSpPr/>
            <p:nvPr/>
          </p:nvSpPr>
          <p:spPr>
            <a:xfrm>
              <a:off x="6842534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3" name="object 1743"/>
            <p:cNvSpPr/>
            <p:nvPr/>
          </p:nvSpPr>
          <p:spPr>
            <a:xfrm>
              <a:off x="6953445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4" name="object 1744"/>
            <p:cNvSpPr/>
            <p:nvPr/>
          </p:nvSpPr>
          <p:spPr>
            <a:xfrm>
              <a:off x="7064356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5" name="object 1745"/>
            <p:cNvSpPr/>
            <p:nvPr/>
          </p:nvSpPr>
          <p:spPr>
            <a:xfrm>
              <a:off x="7175267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6" name="object 1746"/>
            <p:cNvSpPr/>
            <p:nvPr/>
          </p:nvSpPr>
          <p:spPr>
            <a:xfrm>
              <a:off x="3958878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7" name="object 1747"/>
            <p:cNvSpPr/>
            <p:nvPr/>
          </p:nvSpPr>
          <p:spPr>
            <a:xfrm>
              <a:off x="4069789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8" name="object 1748"/>
            <p:cNvSpPr/>
            <p:nvPr/>
          </p:nvSpPr>
          <p:spPr>
            <a:xfrm>
              <a:off x="4180686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9" name="object 1749"/>
            <p:cNvSpPr/>
            <p:nvPr/>
          </p:nvSpPr>
          <p:spPr>
            <a:xfrm>
              <a:off x="5733439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0" name="object 1750"/>
            <p:cNvSpPr/>
            <p:nvPr/>
          </p:nvSpPr>
          <p:spPr>
            <a:xfrm>
              <a:off x="5844350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1" name="object 1751"/>
            <p:cNvSpPr/>
            <p:nvPr/>
          </p:nvSpPr>
          <p:spPr>
            <a:xfrm>
              <a:off x="5955260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2" name="object 1752"/>
            <p:cNvSpPr/>
            <p:nvPr/>
          </p:nvSpPr>
          <p:spPr>
            <a:xfrm>
              <a:off x="6066171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3" name="object 1753"/>
            <p:cNvSpPr/>
            <p:nvPr/>
          </p:nvSpPr>
          <p:spPr>
            <a:xfrm>
              <a:off x="6177082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4" name="object 1754"/>
            <p:cNvSpPr/>
            <p:nvPr/>
          </p:nvSpPr>
          <p:spPr>
            <a:xfrm>
              <a:off x="6287993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5" name="object 1755"/>
            <p:cNvSpPr/>
            <p:nvPr/>
          </p:nvSpPr>
          <p:spPr>
            <a:xfrm>
              <a:off x="6398904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6" name="object 1756"/>
            <p:cNvSpPr/>
            <p:nvPr/>
          </p:nvSpPr>
          <p:spPr>
            <a:xfrm>
              <a:off x="6509802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7" name="object 1757"/>
            <p:cNvSpPr/>
            <p:nvPr/>
          </p:nvSpPr>
          <p:spPr>
            <a:xfrm>
              <a:off x="6620713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8" name="object 1758"/>
            <p:cNvSpPr/>
            <p:nvPr/>
          </p:nvSpPr>
          <p:spPr>
            <a:xfrm>
              <a:off x="6731623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9" name="object 1759"/>
            <p:cNvSpPr/>
            <p:nvPr/>
          </p:nvSpPr>
          <p:spPr>
            <a:xfrm>
              <a:off x="6842534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0" name="object 1760"/>
            <p:cNvSpPr/>
            <p:nvPr/>
          </p:nvSpPr>
          <p:spPr>
            <a:xfrm>
              <a:off x="6953445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1" name="object 1761"/>
            <p:cNvSpPr/>
            <p:nvPr/>
          </p:nvSpPr>
          <p:spPr>
            <a:xfrm>
              <a:off x="7064356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2" name="object 1762"/>
            <p:cNvSpPr/>
            <p:nvPr/>
          </p:nvSpPr>
          <p:spPr>
            <a:xfrm>
              <a:off x="7175267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3" name="object 1763"/>
            <p:cNvSpPr/>
            <p:nvPr/>
          </p:nvSpPr>
          <p:spPr>
            <a:xfrm>
              <a:off x="3958878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4" name="object 1764"/>
            <p:cNvSpPr/>
            <p:nvPr/>
          </p:nvSpPr>
          <p:spPr>
            <a:xfrm>
              <a:off x="4069789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5" name="object 1765"/>
            <p:cNvSpPr/>
            <p:nvPr/>
          </p:nvSpPr>
          <p:spPr>
            <a:xfrm>
              <a:off x="4180686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6" name="object 1766"/>
            <p:cNvSpPr/>
            <p:nvPr/>
          </p:nvSpPr>
          <p:spPr>
            <a:xfrm>
              <a:off x="5733439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7" name="object 1767"/>
            <p:cNvSpPr/>
            <p:nvPr/>
          </p:nvSpPr>
          <p:spPr>
            <a:xfrm>
              <a:off x="5844350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8" name="object 1768"/>
            <p:cNvSpPr/>
            <p:nvPr/>
          </p:nvSpPr>
          <p:spPr>
            <a:xfrm>
              <a:off x="5955260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9" name="object 1769"/>
            <p:cNvSpPr/>
            <p:nvPr/>
          </p:nvSpPr>
          <p:spPr>
            <a:xfrm>
              <a:off x="6066171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0" name="object 1770"/>
            <p:cNvSpPr/>
            <p:nvPr/>
          </p:nvSpPr>
          <p:spPr>
            <a:xfrm>
              <a:off x="6177082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1" name="object 1771"/>
            <p:cNvSpPr/>
            <p:nvPr/>
          </p:nvSpPr>
          <p:spPr>
            <a:xfrm>
              <a:off x="6287993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2" name="object 1772"/>
            <p:cNvSpPr/>
            <p:nvPr/>
          </p:nvSpPr>
          <p:spPr>
            <a:xfrm>
              <a:off x="6398904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3" name="object 1773"/>
            <p:cNvSpPr/>
            <p:nvPr/>
          </p:nvSpPr>
          <p:spPr>
            <a:xfrm>
              <a:off x="6509802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4" name="object 1774"/>
            <p:cNvSpPr/>
            <p:nvPr/>
          </p:nvSpPr>
          <p:spPr>
            <a:xfrm>
              <a:off x="6620713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5" name="object 1775"/>
            <p:cNvSpPr/>
            <p:nvPr/>
          </p:nvSpPr>
          <p:spPr>
            <a:xfrm>
              <a:off x="6731623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6" name="object 1776"/>
            <p:cNvSpPr/>
            <p:nvPr/>
          </p:nvSpPr>
          <p:spPr>
            <a:xfrm>
              <a:off x="6842534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7" name="object 1777"/>
            <p:cNvSpPr/>
            <p:nvPr/>
          </p:nvSpPr>
          <p:spPr>
            <a:xfrm>
              <a:off x="6953445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8" name="object 1778"/>
            <p:cNvSpPr/>
            <p:nvPr/>
          </p:nvSpPr>
          <p:spPr>
            <a:xfrm>
              <a:off x="7064356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9" name="object 1779"/>
            <p:cNvSpPr/>
            <p:nvPr/>
          </p:nvSpPr>
          <p:spPr>
            <a:xfrm>
              <a:off x="7175267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0" name="object 1780"/>
            <p:cNvSpPr/>
            <p:nvPr/>
          </p:nvSpPr>
          <p:spPr>
            <a:xfrm>
              <a:off x="3958878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1" name="object 1781"/>
            <p:cNvSpPr/>
            <p:nvPr/>
          </p:nvSpPr>
          <p:spPr>
            <a:xfrm>
              <a:off x="4069789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2" name="object 1782"/>
            <p:cNvSpPr/>
            <p:nvPr/>
          </p:nvSpPr>
          <p:spPr>
            <a:xfrm>
              <a:off x="4180686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3" name="object 1783"/>
            <p:cNvSpPr/>
            <p:nvPr/>
          </p:nvSpPr>
          <p:spPr>
            <a:xfrm>
              <a:off x="5733439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4" name="object 1784"/>
            <p:cNvSpPr/>
            <p:nvPr/>
          </p:nvSpPr>
          <p:spPr>
            <a:xfrm>
              <a:off x="5844350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5" name="object 1785"/>
            <p:cNvSpPr/>
            <p:nvPr/>
          </p:nvSpPr>
          <p:spPr>
            <a:xfrm>
              <a:off x="5955260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6" name="object 1786"/>
            <p:cNvSpPr/>
            <p:nvPr/>
          </p:nvSpPr>
          <p:spPr>
            <a:xfrm>
              <a:off x="6066171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7" name="object 1787"/>
            <p:cNvSpPr/>
            <p:nvPr/>
          </p:nvSpPr>
          <p:spPr>
            <a:xfrm>
              <a:off x="6177082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8" name="object 1788"/>
            <p:cNvSpPr/>
            <p:nvPr/>
          </p:nvSpPr>
          <p:spPr>
            <a:xfrm>
              <a:off x="6287993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9" name="object 1789"/>
            <p:cNvSpPr/>
            <p:nvPr/>
          </p:nvSpPr>
          <p:spPr>
            <a:xfrm>
              <a:off x="6398904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0" name="object 1790"/>
            <p:cNvSpPr/>
            <p:nvPr/>
          </p:nvSpPr>
          <p:spPr>
            <a:xfrm>
              <a:off x="6509802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1" name="object 1791"/>
            <p:cNvSpPr/>
            <p:nvPr/>
          </p:nvSpPr>
          <p:spPr>
            <a:xfrm>
              <a:off x="6620713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2" name="object 1792"/>
            <p:cNvSpPr/>
            <p:nvPr/>
          </p:nvSpPr>
          <p:spPr>
            <a:xfrm>
              <a:off x="6731623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3" name="object 1793"/>
            <p:cNvSpPr/>
            <p:nvPr/>
          </p:nvSpPr>
          <p:spPr>
            <a:xfrm>
              <a:off x="6842534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4" name="object 1794"/>
            <p:cNvSpPr/>
            <p:nvPr/>
          </p:nvSpPr>
          <p:spPr>
            <a:xfrm>
              <a:off x="6953445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5" name="object 1795"/>
            <p:cNvSpPr/>
            <p:nvPr/>
          </p:nvSpPr>
          <p:spPr>
            <a:xfrm>
              <a:off x="7064356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6" name="object 1796"/>
            <p:cNvSpPr/>
            <p:nvPr/>
          </p:nvSpPr>
          <p:spPr>
            <a:xfrm>
              <a:off x="7175267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7" name="object 1797"/>
            <p:cNvSpPr/>
            <p:nvPr/>
          </p:nvSpPr>
          <p:spPr>
            <a:xfrm>
              <a:off x="3958878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8" name="object 1798"/>
            <p:cNvSpPr/>
            <p:nvPr/>
          </p:nvSpPr>
          <p:spPr>
            <a:xfrm>
              <a:off x="4069789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9" name="object 1799"/>
            <p:cNvSpPr/>
            <p:nvPr/>
          </p:nvSpPr>
          <p:spPr>
            <a:xfrm>
              <a:off x="4180686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0" name="object 1800"/>
            <p:cNvSpPr/>
            <p:nvPr/>
          </p:nvSpPr>
          <p:spPr>
            <a:xfrm>
              <a:off x="5733439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1" name="object 1801"/>
            <p:cNvSpPr/>
            <p:nvPr/>
          </p:nvSpPr>
          <p:spPr>
            <a:xfrm>
              <a:off x="5844350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2" name="object 1802"/>
            <p:cNvSpPr/>
            <p:nvPr/>
          </p:nvSpPr>
          <p:spPr>
            <a:xfrm>
              <a:off x="5955260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3" name="object 1803"/>
            <p:cNvSpPr/>
            <p:nvPr/>
          </p:nvSpPr>
          <p:spPr>
            <a:xfrm>
              <a:off x="6066171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4" name="object 1804"/>
            <p:cNvSpPr/>
            <p:nvPr/>
          </p:nvSpPr>
          <p:spPr>
            <a:xfrm>
              <a:off x="6177082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5" name="object 1805"/>
            <p:cNvSpPr/>
            <p:nvPr/>
          </p:nvSpPr>
          <p:spPr>
            <a:xfrm>
              <a:off x="6287993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6" name="object 1806"/>
            <p:cNvSpPr/>
            <p:nvPr/>
          </p:nvSpPr>
          <p:spPr>
            <a:xfrm>
              <a:off x="6398904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7" name="object 1807"/>
            <p:cNvSpPr/>
            <p:nvPr/>
          </p:nvSpPr>
          <p:spPr>
            <a:xfrm>
              <a:off x="6509802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8" name="object 1808"/>
            <p:cNvSpPr/>
            <p:nvPr/>
          </p:nvSpPr>
          <p:spPr>
            <a:xfrm>
              <a:off x="6620713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9" name="object 1809"/>
            <p:cNvSpPr/>
            <p:nvPr/>
          </p:nvSpPr>
          <p:spPr>
            <a:xfrm>
              <a:off x="6731623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0" name="object 1810"/>
            <p:cNvSpPr/>
            <p:nvPr/>
          </p:nvSpPr>
          <p:spPr>
            <a:xfrm>
              <a:off x="6842534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1" name="object 1811"/>
            <p:cNvSpPr/>
            <p:nvPr/>
          </p:nvSpPr>
          <p:spPr>
            <a:xfrm>
              <a:off x="6953445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2" name="object 1812"/>
            <p:cNvSpPr/>
            <p:nvPr/>
          </p:nvSpPr>
          <p:spPr>
            <a:xfrm>
              <a:off x="7064356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3" name="object 1813"/>
            <p:cNvSpPr/>
            <p:nvPr/>
          </p:nvSpPr>
          <p:spPr>
            <a:xfrm>
              <a:off x="7175267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4" name="object 1814"/>
            <p:cNvSpPr/>
            <p:nvPr/>
          </p:nvSpPr>
          <p:spPr>
            <a:xfrm>
              <a:off x="3958878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5" name="object 1815"/>
            <p:cNvSpPr/>
            <p:nvPr/>
          </p:nvSpPr>
          <p:spPr>
            <a:xfrm>
              <a:off x="4069789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6" name="object 1816"/>
            <p:cNvSpPr/>
            <p:nvPr/>
          </p:nvSpPr>
          <p:spPr>
            <a:xfrm>
              <a:off x="4180686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7" name="object 1817"/>
            <p:cNvSpPr/>
            <p:nvPr/>
          </p:nvSpPr>
          <p:spPr>
            <a:xfrm>
              <a:off x="5733439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8" name="object 1818"/>
            <p:cNvSpPr/>
            <p:nvPr/>
          </p:nvSpPr>
          <p:spPr>
            <a:xfrm>
              <a:off x="5844350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9" name="object 1819"/>
            <p:cNvSpPr/>
            <p:nvPr/>
          </p:nvSpPr>
          <p:spPr>
            <a:xfrm>
              <a:off x="5955260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0" name="object 1820"/>
            <p:cNvSpPr/>
            <p:nvPr/>
          </p:nvSpPr>
          <p:spPr>
            <a:xfrm>
              <a:off x="6066171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1" name="object 1821"/>
            <p:cNvSpPr/>
            <p:nvPr/>
          </p:nvSpPr>
          <p:spPr>
            <a:xfrm>
              <a:off x="6177082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2" name="object 1822"/>
            <p:cNvSpPr/>
            <p:nvPr/>
          </p:nvSpPr>
          <p:spPr>
            <a:xfrm>
              <a:off x="6287993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3" name="object 1823"/>
            <p:cNvSpPr/>
            <p:nvPr/>
          </p:nvSpPr>
          <p:spPr>
            <a:xfrm>
              <a:off x="6398904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4" name="object 1824"/>
            <p:cNvSpPr/>
            <p:nvPr/>
          </p:nvSpPr>
          <p:spPr>
            <a:xfrm>
              <a:off x="6509802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5" name="object 1825"/>
            <p:cNvSpPr/>
            <p:nvPr/>
          </p:nvSpPr>
          <p:spPr>
            <a:xfrm>
              <a:off x="6620713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6" name="object 1826"/>
            <p:cNvSpPr/>
            <p:nvPr/>
          </p:nvSpPr>
          <p:spPr>
            <a:xfrm>
              <a:off x="6731623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7" name="object 1827"/>
            <p:cNvSpPr/>
            <p:nvPr/>
          </p:nvSpPr>
          <p:spPr>
            <a:xfrm>
              <a:off x="6842534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8" name="object 1828"/>
            <p:cNvSpPr/>
            <p:nvPr/>
          </p:nvSpPr>
          <p:spPr>
            <a:xfrm>
              <a:off x="6953445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9" name="object 1829"/>
            <p:cNvSpPr/>
            <p:nvPr/>
          </p:nvSpPr>
          <p:spPr>
            <a:xfrm>
              <a:off x="7064356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0" name="object 1830"/>
            <p:cNvSpPr/>
            <p:nvPr/>
          </p:nvSpPr>
          <p:spPr>
            <a:xfrm>
              <a:off x="7175267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1" name="object 1831"/>
            <p:cNvSpPr/>
            <p:nvPr/>
          </p:nvSpPr>
          <p:spPr>
            <a:xfrm>
              <a:off x="3958878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2" name="object 1832"/>
            <p:cNvSpPr/>
            <p:nvPr/>
          </p:nvSpPr>
          <p:spPr>
            <a:xfrm>
              <a:off x="4069789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3" name="object 1833"/>
            <p:cNvSpPr/>
            <p:nvPr/>
          </p:nvSpPr>
          <p:spPr>
            <a:xfrm>
              <a:off x="4180686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4" name="object 1834"/>
            <p:cNvSpPr/>
            <p:nvPr/>
          </p:nvSpPr>
          <p:spPr>
            <a:xfrm>
              <a:off x="5733439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5" name="object 1835"/>
            <p:cNvSpPr/>
            <p:nvPr/>
          </p:nvSpPr>
          <p:spPr>
            <a:xfrm>
              <a:off x="5844350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6" name="object 1836"/>
            <p:cNvSpPr/>
            <p:nvPr/>
          </p:nvSpPr>
          <p:spPr>
            <a:xfrm>
              <a:off x="5955260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7" name="object 1837"/>
            <p:cNvSpPr/>
            <p:nvPr/>
          </p:nvSpPr>
          <p:spPr>
            <a:xfrm>
              <a:off x="6066171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8" name="object 1838"/>
            <p:cNvSpPr/>
            <p:nvPr/>
          </p:nvSpPr>
          <p:spPr>
            <a:xfrm>
              <a:off x="6177082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9" name="object 1839"/>
            <p:cNvSpPr/>
            <p:nvPr/>
          </p:nvSpPr>
          <p:spPr>
            <a:xfrm>
              <a:off x="6287993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0" name="object 1840"/>
            <p:cNvSpPr/>
            <p:nvPr/>
          </p:nvSpPr>
          <p:spPr>
            <a:xfrm>
              <a:off x="6398904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1" name="object 1841"/>
            <p:cNvSpPr/>
            <p:nvPr/>
          </p:nvSpPr>
          <p:spPr>
            <a:xfrm>
              <a:off x="6509802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2" name="object 1842"/>
            <p:cNvSpPr/>
            <p:nvPr/>
          </p:nvSpPr>
          <p:spPr>
            <a:xfrm>
              <a:off x="6620713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3" name="object 1843"/>
            <p:cNvSpPr/>
            <p:nvPr/>
          </p:nvSpPr>
          <p:spPr>
            <a:xfrm>
              <a:off x="6731623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4" name="object 1844"/>
            <p:cNvSpPr/>
            <p:nvPr/>
          </p:nvSpPr>
          <p:spPr>
            <a:xfrm>
              <a:off x="6842534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5" name="object 1845"/>
            <p:cNvSpPr/>
            <p:nvPr/>
          </p:nvSpPr>
          <p:spPr>
            <a:xfrm>
              <a:off x="6953445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6" name="object 1846"/>
            <p:cNvSpPr/>
            <p:nvPr/>
          </p:nvSpPr>
          <p:spPr>
            <a:xfrm>
              <a:off x="7064356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7" name="object 1847"/>
            <p:cNvSpPr/>
            <p:nvPr/>
          </p:nvSpPr>
          <p:spPr>
            <a:xfrm>
              <a:off x="7175267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8" name="object 1848"/>
            <p:cNvSpPr/>
            <p:nvPr/>
          </p:nvSpPr>
          <p:spPr>
            <a:xfrm>
              <a:off x="3958878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9" name="object 1849"/>
            <p:cNvSpPr/>
            <p:nvPr/>
          </p:nvSpPr>
          <p:spPr>
            <a:xfrm>
              <a:off x="4069789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0" name="object 1850"/>
            <p:cNvSpPr/>
            <p:nvPr/>
          </p:nvSpPr>
          <p:spPr>
            <a:xfrm>
              <a:off x="4180686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1" name="object 1851"/>
            <p:cNvSpPr/>
            <p:nvPr/>
          </p:nvSpPr>
          <p:spPr>
            <a:xfrm>
              <a:off x="5733439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2" name="object 1852"/>
            <p:cNvSpPr/>
            <p:nvPr/>
          </p:nvSpPr>
          <p:spPr>
            <a:xfrm>
              <a:off x="5844350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3" name="object 1853"/>
            <p:cNvSpPr/>
            <p:nvPr/>
          </p:nvSpPr>
          <p:spPr>
            <a:xfrm>
              <a:off x="5955260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4" name="object 1854"/>
            <p:cNvSpPr/>
            <p:nvPr/>
          </p:nvSpPr>
          <p:spPr>
            <a:xfrm>
              <a:off x="6066171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5" name="object 1855"/>
            <p:cNvSpPr/>
            <p:nvPr/>
          </p:nvSpPr>
          <p:spPr>
            <a:xfrm>
              <a:off x="6177082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6" name="object 1856"/>
            <p:cNvSpPr/>
            <p:nvPr/>
          </p:nvSpPr>
          <p:spPr>
            <a:xfrm>
              <a:off x="6287993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7" name="object 1857"/>
            <p:cNvSpPr/>
            <p:nvPr/>
          </p:nvSpPr>
          <p:spPr>
            <a:xfrm>
              <a:off x="6398904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8" name="object 1858"/>
            <p:cNvSpPr/>
            <p:nvPr/>
          </p:nvSpPr>
          <p:spPr>
            <a:xfrm>
              <a:off x="6509802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9" name="object 1859"/>
            <p:cNvSpPr/>
            <p:nvPr/>
          </p:nvSpPr>
          <p:spPr>
            <a:xfrm>
              <a:off x="6620713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0" name="object 1860"/>
            <p:cNvSpPr/>
            <p:nvPr/>
          </p:nvSpPr>
          <p:spPr>
            <a:xfrm>
              <a:off x="6731623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1" name="object 1861"/>
            <p:cNvSpPr/>
            <p:nvPr/>
          </p:nvSpPr>
          <p:spPr>
            <a:xfrm>
              <a:off x="6842534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2" name="object 1862"/>
            <p:cNvSpPr/>
            <p:nvPr/>
          </p:nvSpPr>
          <p:spPr>
            <a:xfrm>
              <a:off x="6953445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3" name="object 1863"/>
            <p:cNvSpPr/>
            <p:nvPr/>
          </p:nvSpPr>
          <p:spPr>
            <a:xfrm>
              <a:off x="7064356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4" name="object 1864"/>
            <p:cNvSpPr/>
            <p:nvPr/>
          </p:nvSpPr>
          <p:spPr>
            <a:xfrm>
              <a:off x="7175267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5" name="object 1865"/>
            <p:cNvSpPr/>
            <p:nvPr/>
          </p:nvSpPr>
          <p:spPr>
            <a:xfrm>
              <a:off x="3958878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6" name="object 1866"/>
            <p:cNvSpPr/>
            <p:nvPr/>
          </p:nvSpPr>
          <p:spPr>
            <a:xfrm>
              <a:off x="4069789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7" name="object 1867"/>
            <p:cNvSpPr/>
            <p:nvPr/>
          </p:nvSpPr>
          <p:spPr>
            <a:xfrm>
              <a:off x="4180686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8" name="object 1868"/>
            <p:cNvSpPr/>
            <p:nvPr/>
          </p:nvSpPr>
          <p:spPr>
            <a:xfrm>
              <a:off x="5733439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9" name="object 1869"/>
            <p:cNvSpPr/>
            <p:nvPr/>
          </p:nvSpPr>
          <p:spPr>
            <a:xfrm>
              <a:off x="5844350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0" name="object 1870"/>
            <p:cNvSpPr/>
            <p:nvPr/>
          </p:nvSpPr>
          <p:spPr>
            <a:xfrm>
              <a:off x="5955260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1" name="object 1871"/>
            <p:cNvSpPr/>
            <p:nvPr/>
          </p:nvSpPr>
          <p:spPr>
            <a:xfrm>
              <a:off x="6066171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2" name="object 1872"/>
            <p:cNvSpPr/>
            <p:nvPr/>
          </p:nvSpPr>
          <p:spPr>
            <a:xfrm>
              <a:off x="6177082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3" name="object 1873"/>
            <p:cNvSpPr/>
            <p:nvPr/>
          </p:nvSpPr>
          <p:spPr>
            <a:xfrm>
              <a:off x="6287993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4" name="object 1874"/>
            <p:cNvSpPr/>
            <p:nvPr/>
          </p:nvSpPr>
          <p:spPr>
            <a:xfrm>
              <a:off x="6398904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5" name="object 1875"/>
            <p:cNvSpPr/>
            <p:nvPr/>
          </p:nvSpPr>
          <p:spPr>
            <a:xfrm>
              <a:off x="6509802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6" name="object 1876"/>
            <p:cNvSpPr/>
            <p:nvPr/>
          </p:nvSpPr>
          <p:spPr>
            <a:xfrm>
              <a:off x="6620713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7" name="object 1877"/>
            <p:cNvSpPr/>
            <p:nvPr/>
          </p:nvSpPr>
          <p:spPr>
            <a:xfrm>
              <a:off x="6731623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8" name="object 1878"/>
            <p:cNvSpPr/>
            <p:nvPr/>
          </p:nvSpPr>
          <p:spPr>
            <a:xfrm>
              <a:off x="6842534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9" name="object 1879"/>
            <p:cNvSpPr/>
            <p:nvPr/>
          </p:nvSpPr>
          <p:spPr>
            <a:xfrm>
              <a:off x="6953445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0" name="object 1880"/>
            <p:cNvSpPr/>
            <p:nvPr/>
          </p:nvSpPr>
          <p:spPr>
            <a:xfrm>
              <a:off x="7064356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1" name="object 1881"/>
            <p:cNvSpPr/>
            <p:nvPr/>
          </p:nvSpPr>
          <p:spPr>
            <a:xfrm>
              <a:off x="7175267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2" name="object 1882"/>
            <p:cNvSpPr/>
            <p:nvPr/>
          </p:nvSpPr>
          <p:spPr>
            <a:xfrm>
              <a:off x="3958878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3" name="object 1883"/>
            <p:cNvSpPr/>
            <p:nvPr/>
          </p:nvSpPr>
          <p:spPr>
            <a:xfrm>
              <a:off x="4069789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4" name="object 1884"/>
            <p:cNvSpPr/>
            <p:nvPr/>
          </p:nvSpPr>
          <p:spPr>
            <a:xfrm>
              <a:off x="4180686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5" name="object 1885"/>
            <p:cNvSpPr/>
            <p:nvPr/>
          </p:nvSpPr>
          <p:spPr>
            <a:xfrm>
              <a:off x="5733439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6" name="object 1886"/>
            <p:cNvSpPr/>
            <p:nvPr/>
          </p:nvSpPr>
          <p:spPr>
            <a:xfrm>
              <a:off x="5844350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7" name="object 1887"/>
            <p:cNvSpPr/>
            <p:nvPr/>
          </p:nvSpPr>
          <p:spPr>
            <a:xfrm>
              <a:off x="5955260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8" name="object 1888"/>
            <p:cNvSpPr/>
            <p:nvPr/>
          </p:nvSpPr>
          <p:spPr>
            <a:xfrm>
              <a:off x="6066171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9" name="object 1889"/>
            <p:cNvSpPr/>
            <p:nvPr/>
          </p:nvSpPr>
          <p:spPr>
            <a:xfrm>
              <a:off x="6177082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0" name="object 1890"/>
            <p:cNvSpPr/>
            <p:nvPr/>
          </p:nvSpPr>
          <p:spPr>
            <a:xfrm>
              <a:off x="6287993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1" name="object 1891"/>
            <p:cNvSpPr/>
            <p:nvPr/>
          </p:nvSpPr>
          <p:spPr>
            <a:xfrm>
              <a:off x="6398904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2" name="object 1892"/>
            <p:cNvSpPr/>
            <p:nvPr/>
          </p:nvSpPr>
          <p:spPr>
            <a:xfrm>
              <a:off x="6509802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3" name="object 1893"/>
            <p:cNvSpPr/>
            <p:nvPr/>
          </p:nvSpPr>
          <p:spPr>
            <a:xfrm>
              <a:off x="6620713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4" name="object 1894"/>
            <p:cNvSpPr/>
            <p:nvPr/>
          </p:nvSpPr>
          <p:spPr>
            <a:xfrm>
              <a:off x="6731623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5" name="object 1895"/>
            <p:cNvSpPr/>
            <p:nvPr/>
          </p:nvSpPr>
          <p:spPr>
            <a:xfrm>
              <a:off x="6842534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6" name="object 1896"/>
            <p:cNvSpPr/>
            <p:nvPr/>
          </p:nvSpPr>
          <p:spPr>
            <a:xfrm>
              <a:off x="6953445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7" name="object 1897"/>
            <p:cNvSpPr/>
            <p:nvPr/>
          </p:nvSpPr>
          <p:spPr>
            <a:xfrm>
              <a:off x="7064356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8" name="object 1898"/>
            <p:cNvSpPr/>
            <p:nvPr/>
          </p:nvSpPr>
          <p:spPr>
            <a:xfrm>
              <a:off x="7175267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9" name="object 1899"/>
            <p:cNvSpPr/>
            <p:nvPr/>
          </p:nvSpPr>
          <p:spPr>
            <a:xfrm>
              <a:off x="3958878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0" name="object 1900"/>
            <p:cNvSpPr/>
            <p:nvPr/>
          </p:nvSpPr>
          <p:spPr>
            <a:xfrm>
              <a:off x="4069789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1" name="object 1901"/>
            <p:cNvSpPr/>
            <p:nvPr/>
          </p:nvSpPr>
          <p:spPr>
            <a:xfrm>
              <a:off x="4180686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2" name="object 1902"/>
            <p:cNvSpPr/>
            <p:nvPr/>
          </p:nvSpPr>
          <p:spPr>
            <a:xfrm>
              <a:off x="4291597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3" name="object 1903"/>
            <p:cNvSpPr/>
            <p:nvPr/>
          </p:nvSpPr>
          <p:spPr>
            <a:xfrm>
              <a:off x="4402508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4" name="object 1904"/>
            <p:cNvSpPr/>
            <p:nvPr/>
          </p:nvSpPr>
          <p:spPr>
            <a:xfrm>
              <a:off x="4513432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5" name="object 1905"/>
            <p:cNvSpPr/>
            <p:nvPr/>
          </p:nvSpPr>
          <p:spPr>
            <a:xfrm>
              <a:off x="462434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6" name="object 1906"/>
            <p:cNvSpPr/>
            <p:nvPr/>
          </p:nvSpPr>
          <p:spPr>
            <a:xfrm>
              <a:off x="4735241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7" name="object 1907"/>
            <p:cNvSpPr/>
            <p:nvPr/>
          </p:nvSpPr>
          <p:spPr>
            <a:xfrm>
              <a:off x="4846152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8" name="object 1908"/>
            <p:cNvSpPr/>
            <p:nvPr/>
          </p:nvSpPr>
          <p:spPr>
            <a:xfrm>
              <a:off x="495706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9" name="object 1909"/>
            <p:cNvSpPr/>
            <p:nvPr/>
          </p:nvSpPr>
          <p:spPr>
            <a:xfrm>
              <a:off x="506797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0" name="object 1910"/>
            <p:cNvSpPr/>
            <p:nvPr/>
          </p:nvSpPr>
          <p:spPr>
            <a:xfrm>
              <a:off x="5178884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1" name="object 1911"/>
            <p:cNvSpPr/>
            <p:nvPr/>
          </p:nvSpPr>
          <p:spPr>
            <a:xfrm>
              <a:off x="5289795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2" name="object 1912"/>
            <p:cNvSpPr/>
            <p:nvPr/>
          </p:nvSpPr>
          <p:spPr>
            <a:xfrm>
              <a:off x="5400706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3" name="object 1913"/>
            <p:cNvSpPr/>
            <p:nvPr/>
          </p:nvSpPr>
          <p:spPr>
            <a:xfrm>
              <a:off x="5511617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4" name="object 1914"/>
            <p:cNvSpPr/>
            <p:nvPr/>
          </p:nvSpPr>
          <p:spPr>
            <a:xfrm>
              <a:off x="5622528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5" name="object 1915"/>
            <p:cNvSpPr/>
            <p:nvPr/>
          </p:nvSpPr>
          <p:spPr>
            <a:xfrm>
              <a:off x="5733439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6" name="object 1916"/>
            <p:cNvSpPr/>
            <p:nvPr/>
          </p:nvSpPr>
          <p:spPr>
            <a:xfrm>
              <a:off x="5844350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7" name="object 1917"/>
            <p:cNvSpPr/>
            <p:nvPr/>
          </p:nvSpPr>
          <p:spPr>
            <a:xfrm>
              <a:off x="5955260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8" name="object 1918"/>
            <p:cNvSpPr/>
            <p:nvPr/>
          </p:nvSpPr>
          <p:spPr>
            <a:xfrm>
              <a:off x="6066171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9" name="object 1919"/>
            <p:cNvSpPr/>
            <p:nvPr/>
          </p:nvSpPr>
          <p:spPr>
            <a:xfrm>
              <a:off x="6177082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0" name="object 1920"/>
            <p:cNvSpPr/>
            <p:nvPr/>
          </p:nvSpPr>
          <p:spPr>
            <a:xfrm>
              <a:off x="628799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1" name="object 1921"/>
            <p:cNvSpPr/>
            <p:nvPr/>
          </p:nvSpPr>
          <p:spPr>
            <a:xfrm>
              <a:off x="6398904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2" name="object 1922"/>
            <p:cNvSpPr/>
            <p:nvPr/>
          </p:nvSpPr>
          <p:spPr>
            <a:xfrm>
              <a:off x="6509802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3" name="object 1923"/>
            <p:cNvSpPr/>
            <p:nvPr/>
          </p:nvSpPr>
          <p:spPr>
            <a:xfrm>
              <a:off x="662071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4" name="object 1924"/>
            <p:cNvSpPr/>
            <p:nvPr/>
          </p:nvSpPr>
          <p:spPr>
            <a:xfrm>
              <a:off x="673162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5" name="object 1925"/>
            <p:cNvSpPr/>
            <p:nvPr/>
          </p:nvSpPr>
          <p:spPr>
            <a:xfrm>
              <a:off x="6842534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6" name="object 1926"/>
            <p:cNvSpPr/>
            <p:nvPr/>
          </p:nvSpPr>
          <p:spPr>
            <a:xfrm>
              <a:off x="6953445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7" name="object 1927"/>
            <p:cNvSpPr/>
            <p:nvPr/>
          </p:nvSpPr>
          <p:spPr>
            <a:xfrm>
              <a:off x="7064356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8" name="object 1928"/>
            <p:cNvSpPr/>
            <p:nvPr/>
          </p:nvSpPr>
          <p:spPr>
            <a:xfrm>
              <a:off x="7175267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9" name="object 1929"/>
            <p:cNvSpPr/>
            <p:nvPr/>
          </p:nvSpPr>
          <p:spPr>
            <a:xfrm>
              <a:off x="3958878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0" name="object 1930"/>
            <p:cNvSpPr/>
            <p:nvPr/>
          </p:nvSpPr>
          <p:spPr>
            <a:xfrm>
              <a:off x="4069789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1" name="object 1931"/>
            <p:cNvSpPr/>
            <p:nvPr/>
          </p:nvSpPr>
          <p:spPr>
            <a:xfrm>
              <a:off x="4180686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2" name="object 1932"/>
            <p:cNvSpPr/>
            <p:nvPr/>
          </p:nvSpPr>
          <p:spPr>
            <a:xfrm>
              <a:off x="4291597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3" name="object 1933"/>
            <p:cNvSpPr/>
            <p:nvPr/>
          </p:nvSpPr>
          <p:spPr>
            <a:xfrm>
              <a:off x="4402508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4" name="object 1934"/>
            <p:cNvSpPr/>
            <p:nvPr/>
          </p:nvSpPr>
          <p:spPr>
            <a:xfrm>
              <a:off x="4513432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5" name="object 1935"/>
            <p:cNvSpPr/>
            <p:nvPr/>
          </p:nvSpPr>
          <p:spPr>
            <a:xfrm>
              <a:off x="462434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6" name="object 1936"/>
            <p:cNvSpPr/>
            <p:nvPr/>
          </p:nvSpPr>
          <p:spPr>
            <a:xfrm>
              <a:off x="4735241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7" name="object 1937"/>
            <p:cNvSpPr/>
            <p:nvPr/>
          </p:nvSpPr>
          <p:spPr>
            <a:xfrm>
              <a:off x="4846152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8" name="object 1938"/>
            <p:cNvSpPr/>
            <p:nvPr/>
          </p:nvSpPr>
          <p:spPr>
            <a:xfrm>
              <a:off x="495706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9" name="object 1939"/>
            <p:cNvSpPr/>
            <p:nvPr/>
          </p:nvSpPr>
          <p:spPr>
            <a:xfrm>
              <a:off x="506797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0" name="object 1940"/>
            <p:cNvSpPr/>
            <p:nvPr/>
          </p:nvSpPr>
          <p:spPr>
            <a:xfrm>
              <a:off x="5178884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1" name="object 1941"/>
            <p:cNvSpPr/>
            <p:nvPr/>
          </p:nvSpPr>
          <p:spPr>
            <a:xfrm>
              <a:off x="5289795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2" name="object 1942"/>
            <p:cNvSpPr/>
            <p:nvPr/>
          </p:nvSpPr>
          <p:spPr>
            <a:xfrm>
              <a:off x="5400706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3" name="object 1943"/>
            <p:cNvSpPr/>
            <p:nvPr/>
          </p:nvSpPr>
          <p:spPr>
            <a:xfrm>
              <a:off x="5511617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4" name="object 1944"/>
            <p:cNvSpPr/>
            <p:nvPr/>
          </p:nvSpPr>
          <p:spPr>
            <a:xfrm>
              <a:off x="5622528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5" name="object 1945"/>
            <p:cNvSpPr/>
            <p:nvPr/>
          </p:nvSpPr>
          <p:spPr>
            <a:xfrm>
              <a:off x="5733439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6" name="object 1946"/>
            <p:cNvSpPr/>
            <p:nvPr/>
          </p:nvSpPr>
          <p:spPr>
            <a:xfrm>
              <a:off x="5844350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7" name="object 1947"/>
            <p:cNvSpPr/>
            <p:nvPr/>
          </p:nvSpPr>
          <p:spPr>
            <a:xfrm>
              <a:off x="5955260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8" name="object 1948"/>
            <p:cNvSpPr/>
            <p:nvPr/>
          </p:nvSpPr>
          <p:spPr>
            <a:xfrm>
              <a:off x="6066171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9" name="object 1949"/>
            <p:cNvSpPr/>
            <p:nvPr/>
          </p:nvSpPr>
          <p:spPr>
            <a:xfrm>
              <a:off x="6177082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0" name="object 1950"/>
            <p:cNvSpPr/>
            <p:nvPr/>
          </p:nvSpPr>
          <p:spPr>
            <a:xfrm>
              <a:off x="628799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1" name="object 1951"/>
            <p:cNvSpPr/>
            <p:nvPr/>
          </p:nvSpPr>
          <p:spPr>
            <a:xfrm>
              <a:off x="6398904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2" name="object 1952"/>
            <p:cNvSpPr/>
            <p:nvPr/>
          </p:nvSpPr>
          <p:spPr>
            <a:xfrm>
              <a:off x="6509802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3" name="object 1953"/>
            <p:cNvSpPr/>
            <p:nvPr/>
          </p:nvSpPr>
          <p:spPr>
            <a:xfrm>
              <a:off x="662071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4" name="object 1954"/>
            <p:cNvSpPr/>
            <p:nvPr/>
          </p:nvSpPr>
          <p:spPr>
            <a:xfrm>
              <a:off x="673162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5" name="object 1955"/>
            <p:cNvSpPr/>
            <p:nvPr/>
          </p:nvSpPr>
          <p:spPr>
            <a:xfrm>
              <a:off x="6842534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6" name="object 1956"/>
            <p:cNvSpPr/>
            <p:nvPr/>
          </p:nvSpPr>
          <p:spPr>
            <a:xfrm>
              <a:off x="6953445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7" name="object 1957"/>
            <p:cNvSpPr/>
            <p:nvPr/>
          </p:nvSpPr>
          <p:spPr>
            <a:xfrm>
              <a:off x="7064356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8" name="object 1958"/>
            <p:cNvSpPr/>
            <p:nvPr/>
          </p:nvSpPr>
          <p:spPr>
            <a:xfrm>
              <a:off x="7175267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9" name="object 1959"/>
            <p:cNvSpPr/>
            <p:nvPr/>
          </p:nvSpPr>
          <p:spPr>
            <a:xfrm>
              <a:off x="3958878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0" name="object 1960"/>
            <p:cNvSpPr/>
            <p:nvPr/>
          </p:nvSpPr>
          <p:spPr>
            <a:xfrm>
              <a:off x="4069789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1" name="object 1961"/>
            <p:cNvSpPr/>
            <p:nvPr/>
          </p:nvSpPr>
          <p:spPr>
            <a:xfrm>
              <a:off x="4180686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2" name="object 1962"/>
            <p:cNvSpPr/>
            <p:nvPr/>
          </p:nvSpPr>
          <p:spPr>
            <a:xfrm>
              <a:off x="4291597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3" name="object 1963"/>
            <p:cNvSpPr/>
            <p:nvPr/>
          </p:nvSpPr>
          <p:spPr>
            <a:xfrm>
              <a:off x="4402508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4" name="object 1964"/>
            <p:cNvSpPr/>
            <p:nvPr/>
          </p:nvSpPr>
          <p:spPr>
            <a:xfrm>
              <a:off x="4513432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5" name="object 1965"/>
            <p:cNvSpPr/>
            <p:nvPr/>
          </p:nvSpPr>
          <p:spPr>
            <a:xfrm>
              <a:off x="462434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6" name="object 1966"/>
            <p:cNvSpPr/>
            <p:nvPr/>
          </p:nvSpPr>
          <p:spPr>
            <a:xfrm>
              <a:off x="4735241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7" name="object 1967"/>
            <p:cNvSpPr/>
            <p:nvPr/>
          </p:nvSpPr>
          <p:spPr>
            <a:xfrm>
              <a:off x="4846152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8" name="object 1968"/>
            <p:cNvSpPr/>
            <p:nvPr/>
          </p:nvSpPr>
          <p:spPr>
            <a:xfrm>
              <a:off x="495706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9" name="object 1969"/>
            <p:cNvSpPr/>
            <p:nvPr/>
          </p:nvSpPr>
          <p:spPr>
            <a:xfrm>
              <a:off x="506797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0" name="object 1970"/>
            <p:cNvSpPr/>
            <p:nvPr/>
          </p:nvSpPr>
          <p:spPr>
            <a:xfrm>
              <a:off x="5178884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1" name="object 1971"/>
            <p:cNvSpPr/>
            <p:nvPr/>
          </p:nvSpPr>
          <p:spPr>
            <a:xfrm>
              <a:off x="5289795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2" name="object 1972"/>
            <p:cNvSpPr/>
            <p:nvPr/>
          </p:nvSpPr>
          <p:spPr>
            <a:xfrm>
              <a:off x="5400706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3" name="object 1973"/>
            <p:cNvSpPr/>
            <p:nvPr/>
          </p:nvSpPr>
          <p:spPr>
            <a:xfrm>
              <a:off x="5511617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4" name="object 1974"/>
            <p:cNvSpPr/>
            <p:nvPr/>
          </p:nvSpPr>
          <p:spPr>
            <a:xfrm>
              <a:off x="5622528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5" name="object 1975"/>
            <p:cNvSpPr/>
            <p:nvPr/>
          </p:nvSpPr>
          <p:spPr>
            <a:xfrm>
              <a:off x="5733439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6" name="object 1976"/>
            <p:cNvSpPr/>
            <p:nvPr/>
          </p:nvSpPr>
          <p:spPr>
            <a:xfrm>
              <a:off x="5844350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7" name="object 1977"/>
            <p:cNvSpPr/>
            <p:nvPr/>
          </p:nvSpPr>
          <p:spPr>
            <a:xfrm>
              <a:off x="5955260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8" name="object 1978"/>
            <p:cNvSpPr/>
            <p:nvPr/>
          </p:nvSpPr>
          <p:spPr>
            <a:xfrm>
              <a:off x="6066171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9" name="object 1979"/>
            <p:cNvSpPr/>
            <p:nvPr/>
          </p:nvSpPr>
          <p:spPr>
            <a:xfrm>
              <a:off x="6177082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0" name="object 1980"/>
            <p:cNvSpPr/>
            <p:nvPr/>
          </p:nvSpPr>
          <p:spPr>
            <a:xfrm>
              <a:off x="628799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1" name="object 1981"/>
            <p:cNvSpPr/>
            <p:nvPr/>
          </p:nvSpPr>
          <p:spPr>
            <a:xfrm>
              <a:off x="6398904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2" name="object 1982"/>
            <p:cNvSpPr/>
            <p:nvPr/>
          </p:nvSpPr>
          <p:spPr>
            <a:xfrm>
              <a:off x="6509802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3" name="object 1983"/>
            <p:cNvSpPr/>
            <p:nvPr/>
          </p:nvSpPr>
          <p:spPr>
            <a:xfrm>
              <a:off x="662071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4" name="object 1984"/>
            <p:cNvSpPr/>
            <p:nvPr/>
          </p:nvSpPr>
          <p:spPr>
            <a:xfrm>
              <a:off x="673162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5" name="object 1985"/>
            <p:cNvSpPr/>
            <p:nvPr/>
          </p:nvSpPr>
          <p:spPr>
            <a:xfrm>
              <a:off x="6842534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6" name="object 1986"/>
            <p:cNvSpPr/>
            <p:nvPr/>
          </p:nvSpPr>
          <p:spPr>
            <a:xfrm>
              <a:off x="6953445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7" name="object 1987"/>
            <p:cNvSpPr/>
            <p:nvPr/>
          </p:nvSpPr>
          <p:spPr>
            <a:xfrm>
              <a:off x="7064356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8" name="object 1988"/>
            <p:cNvSpPr/>
            <p:nvPr/>
          </p:nvSpPr>
          <p:spPr>
            <a:xfrm>
              <a:off x="7175267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9" name="object 1989"/>
            <p:cNvSpPr/>
            <p:nvPr/>
          </p:nvSpPr>
          <p:spPr>
            <a:xfrm>
              <a:off x="3958878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0" name="object 1990"/>
            <p:cNvSpPr/>
            <p:nvPr/>
          </p:nvSpPr>
          <p:spPr>
            <a:xfrm>
              <a:off x="4069789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1" name="object 1991"/>
            <p:cNvSpPr/>
            <p:nvPr/>
          </p:nvSpPr>
          <p:spPr>
            <a:xfrm>
              <a:off x="4180686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2" name="object 1992"/>
            <p:cNvSpPr/>
            <p:nvPr/>
          </p:nvSpPr>
          <p:spPr>
            <a:xfrm>
              <a:off x="4291597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3" name="object 1993"/>
            <p:cNvSpPr/>
            <p:nvPr/>
          </p:nvSpPr>
          <p:spPr>
            <a:xfrm>
              <a:off x="4402508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4" name="object 1994"/>
            <p:cNvSpPr/>
            <p:nvPr/>
          </p:nvSpPr>
          <p:spPr>
            <a:xfrm>
              <a:off x="4513432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5" name="object 1995"/>
            <p:cNvSpPr/>
            <p:nvPr/>
          </p:nvSpPr>
          <p:spPr>
            <a:xfrm>
              <a:off x="462434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6" name="object 1996"/>
            <p:cNvSpPr/>
            <p:nvPr/>
          </p:nvSpPr>
          <p:spPr>
            <a:xfrm>
              <a:off x="4735241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7" name="object 1997"/>
            <p:cNvSpPr/>
            <p:nvPr/>
          </p:nvSpPr>
          <p:spPr>
            <a:xfrm>
              <a:off x="4846152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8" name="object 1998"/>
            <p:cNvSpPr/>
            <p:nvPr/>
          </p:nvSpPr>
          <p:spPr>
            <a:xfrm>
              <a:off x="495706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9" name="object 1999"/>
            <p:cNvSpPr/>
            <p:nvPr/>
          </p:nvSpPr>
          <p:spPr>
            <a:xfrm>
              <a:off x="506797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0" name="object 2000"/>
            <p:cNvSpPr/>
            <p:nvPr/>
          </p:nvSpPr>
          <p:spPr>
            <a:xfrm>
              <a:off x="5178884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1" name="object 2001"/>
            <p:cNvSpPr/>
            <p:nvPr/>
          </p:nvSpPr>
          <p:spPr>
            <a:xfrm>
              <a:off x="5289795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2" name="object 2002"/>
            <p:cNvSpPr/>
            <p:nvPr/>
          </p:nvSpPr>
          <p:spPr>
            <a:xfrm>
              <a:off x="5400706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3" name="object 2003"/>
            <p:cNvSpPr/>
            <p:nvPr/>
          </p:nvSpPr>
          <p:spPr>
            <a:xfrm>
              <a:off x="5511617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4" name="object 2004"/>
            <p:cNvSpPr/>
            <p:nvPr/>
          </p:nvSpPr>
          <p:spPr>
            <a:xfrm>
              <a:off x="5622528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5" name="object 2005"/>
            <p:cNvSpPr/>
            <p:nvPr/>
          </p:nvSpPr>
          <p:spPr>
            <a:xfrm>
              <a:off x="5733439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6" name="object 2006"/>
            <p:cNvSpPr/>
            <p:nvPr/>
          </p:nvSpPr>
          <p:spPr>
            <a:xfrm>
              <a:off x="5844350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7" name="object 2007"/>
            <p:cNvSpPr/>
            <p:nvPr/>
          </p:nvSpPr>
          <p:spPr>
            <a:xfrm>
              <a:off x="5955260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8" name="object 2008"/>
            <p:cNvSpPr/>
            <p:nvPr/>
          </p:nvSpPr>
          <p:spPr>
            <a:xfrm>
              <a:off x="6066171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9" name="object 2009"/>
            <p:cNvSpPr/>
            <p:nvPr/>
          </p:nvSpPr>
          <p:spPr>
            <a:xfrm>
              <a:off x="6177082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0" name="object 2010"/>
            <p:cNvSpPr/>
            <p:nvPr/>
          </p:nvSpPr>
          <p:spPr>
            <a:xfrm>
              <a:off x="628799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1" name="object 2011"/>
            <p:cNvSpPr/>
            <p:nvPr/>
          </p:nvSpPr>
          <p:spPr>
            <a:xfrm>
              <a:off x="6398904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2" name="object 2012"/>
            <p:cNvSpPr/>
            <p:nvPr/>
          </p:nvSpPr>
          <p:spPr>
            <a:xfrm>
              <a:off x="6509802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3" name="object 2013"/>
            <p:cNvSpPr/>
            <p:nvPr/>
          </p:nvSpPr>
          <p:spPr>
            <a:xfrm>
              <a:off x="662071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4" name="object 2014"/>
            <p:cNvSpPr/>
            <p:nvPr/>
          </p:nvSpPr>
          <p:spPr>
            <a:xfrm>
              <a:off x="673162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5" name="object 2015"/>
            <p:cNvSpPr/>
            <p:nvPr/>
          </p:nvSpPr>
          <p:spPr>
            <a:xfrm>
              <a:off x="6842534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6" name="object 2016"/>
            <p:cNvSpPr/>
            <p:nvPr/>
          </p:nvSpPr>
          <p:spPr>
            <a:xfrm>
              <a:off x="6953445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7" name="object 2017"/>
            <p:cNvSpPr/>
            <p:nvPr/>
          </p:nvSpPr>
          <p:spPr>
            <a:xfrm>
              <a:off x="7064356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8" name="object 2018"/>
            <p:cNvSpPr/>
            <p:nvPr/>
          </p:nvSpPr>
          <p:spPr>
            <a:xfrm>
              <a:off x="7175267" y="9076293"/>
              <a:ext cx="108585" cy="97790"/>
            </a:xfrm>
            <a:custGeom>
              <a:avLst/>
              <a:gdLst/>
              <a:ahLst/>
              <a:cxnLst/>
              <a:rect l="l" t="t" r="r" b="b"/>
              <a:pathLst>
                <a:path w="108584" h="97790">
                  <a:moveTo>
                    <a:pt x="0" y="97348"/>
                  </a:moveTo>
                  <a:lnTo>
                    <a:pt x="0" y="0"/>
                  </a:lnTo>
                  <a:lnTo>
                    <a:pt x="108389" y="0"/>
                  </a:lnTo>
                </a:path>
              </a:pathLst>
            </a:custGeom>
            <a:ln w="3219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9" name="object 2019"/>
            <p:cNvSpPr/>
            <p:nvPr/>
          </p:nvSpPr>
          <p:spPr>
            <a:xfrm>
              <a:off x="456352" y="1060043"/>
              <a:ext cx="6827520" cy="8114030"/>
            </a:xfrm>
            <a:custGeom>
              <a:avLst/>
              <a:gdLst/>
              <a:ahLst/>
              <a:cxnLst/>
              <a:rect l="l" t="t" r="r" b="b"/>
              <a:pathLst>
                <a:path w="6827520" h="8114030">
                  <a:moveTo>
                    <a:pt x="0" y="8113598"/>
                  </a:moveTo>
                  <a:lnTo>
                    <a:pt x="6827304" y="8113598"/>
                  </a:lnTo>
                  <a:lnTo>
                    <a:pt x="6827304" y="0"/>
                  </a:lnTo>
                  <a:lnTo>
                    <a:pt x="0" y="0"/>
                  </a:lnTo>
                  <a:lnTo>
                    <a:pt x="0" y="8113598"/>
                  </a:lnTo>
                  <a:close/>
                </a:path>
              </a:pathLst>
            </a:custGeom>
            <a:ln w="12700">
              <a:solidFill>
                <a:srgbClr val="00A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0" name="object 2020"/>
            <p:cNvSpPr/>
            <p:nvPr/>
          </p:nvSpPr>
          <p:spPr>
            <a:xfrm>
              <a:off x="270850" y="906345"/>
              <a:ext cx="1915795" cy="347980"/>
            </a:xfrm>
            <a:custGeom>
              <a:avLst/>
              <a:gdLst/>
              <a:ahLst/>
              <a:cxnLst/>
              <a:rect l="l" t="t" r="r" b="b"/>
              <a:pathLst>
                <a:path w="1915795" h="347980">
                  <a:moveTo>
                    <a:pt x="1892871" y="0"/>
                  </a:moveTo>
                  <a:lnTo>
                    <a:pt x="58534" y="0"/>
                  </a:lnTo>
                  <a:lnTo>
                    <a:pt x="37608" y="434"/>
                  </a:lnTo>
                  <a:lnTo>
                    <a:pt x="10029" y="53928"/>
                  </a:lnTo>
                  <a:lnTo>
                    <a:pt x="1414" y="129526"/>
                  </a:lnTo>
                  <a:lnTo>
                    <a:pt x="0" y="173761"/>
                  </a:lnTo>
                  <a:lnTo>
                    <a:pt x="1414" y="218002"/>
                  </a:lnTo>
                  <a:lnTo>
                    <a:pt x="5057" y="258824"/>
                  </a:lnTo>
                  <a:lnTo>
                    <a:pt x="15430" y="319684"/>
                  </a:lnTo>
                  <a:lnTo>
                    <a:pt x="58534" y="347522"/>
                  </a:lnTo>
                  <a:lnTo>
                    <a:pt x="1892871" y="347522"/>
                  </a:lnTo>
                  <a:lnTo>
                    <a:pt x="1902376" y="305340"/>
                  </a:lnTo>
                  <a:lnTo>
                    <a:pt x="1909456" y="262304"/>
                  </a:lnTo>
                  <a:lnTo>
                    <a:pt x="1913875" y="218437"/>
                  </a:lnTo>
                  <a:lnTo>
                    <a:pt x="1915401" y="173761"/>
                  </a:lnTo>
                  <a:lnTo>
                    <a:pt x="1913875" y="129091"/>
                  </a:lnTo>
                  <a:lnTo>
                    <a:pt x="1909456" y="85223"/>
                  </a:lnTo>
                  <a:lnTo>
                    <a:pt x="1902376" y="42184"/>
                  </a:lnTo>
                  <a:lnTo>
                    <a:pt x="1892871" y="0"/>
                  </a:lnTo>
                  <a:close/>
                </a:path>
              </a:pathLst>
            </a:custGeom>
            <a:solidFill>
              <a:srgbClr val="00A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1" name="object 2021"/>
            <p:cNvSpPr/>
            <p:nvPr/>
          </p:nvSpPr>
          <p:spPr>
            <a:xfrm>
              <a:off x="270850" y="906345"/>
              <a:ext cx="1915795" cy="347980"/>
            </a:xfrm>
            <a:custGeom>
              <a:avLst/>
              <a:gdLst/>
              <a:ahLst/>
              <a:cxnLst/>
              <a:rect l="l" t="t" r="r" b="b"/>
              <a:pathLst>
                <a:path w="1915795" h="347980">
                  <a:moveTo>
                    <a:pt x="1892871" y="347522"/>
                  </a:moveTo>
                  <a:lnTo>
                    <a:pt x="1902376" y="305340"/>
                  </a:lnTo>
                  <a:lnTo>
                    <a:pt x="1909456" y="262304"/>
                  </a:lnTo>
                  <a:lnTo>
                    <a:pt x="1913875" y="218437"/>
                  </a:lnTo>
                  <a:lnTo>
                    <a:pt x="1915401" y="173761"/>
                  </a:lnTo>
                  <a:lnTo>
                    <a:pt x="1913875" y="129091"/>
                  </a:lnTo>
                  <a:lnTo>
                    <a:pt x="1909456" y="85223"/>
                  </a:lnTo>
                  <a:lnTo>
                    <a:pt x="1902376" y="42184"/>
                  </a:lnTo>
                  <a:lnTo>
                    <a:pt x="1892871" y="0"/>
                  </a:lnTo>
                  <a:lnTo>
                    <a:pt x="58534" y="0"/>
                  </a:lnTo>
                  <a:lnTo>
                    <a:pt x="20097" y="11744"/>
                  </a:lnTo>
                  <a:lnTo>
                    <a:pt x="10029" y="53928"/>
                  </a:lnTo>
                  <a:lnTo>
                    <a:pt x="1414" y="129526"/>
                  </a:lnTo>
                  <a:lnTo>
                    <a:pt x="0" y="173761"/>
                  </a:lnTo>
                  <a:lnTo>
                    <a:pt x="1414" y="218002"/>
                  </a:lnTo>
                  <a:lnTo>
                    <a:pt x="5057" y="258824"/>
                  </a:lnTo>
                  <a:lnTo>
                    <a:pt x="15430" y="319684"/>
                  </a:lnTo>
                  <a:lnTo>
                    <a:pt x="58534" y="347522"/>
                  </a:lnTo>
                  <a:lnTo>
                    <a:pt x="1892871" y="34752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22" name="object 2022"/>
          <p:cNvSpPr txBox="1"/>
          <p:nvPr/>
        </p:nvSpPr>
        <p:spPr>
          <a:xfrm>
            <a:off x="401849" y="938475"/>
            <a:ext cx="14649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i="1" spc="-140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1600" b="1" i="1" spc="-15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b="1" i="1" spc="-210" dirty="0">
                <a:solidFill>
                  <a:srgbClr val="FFFFFF"/>
                </a:solidFill>
                <a:latin typeface="Times New Roman"/>
                <a:cs typeface="Times New Roman"/>
              </a:rPr>
              <a:t>RMA</a:t>
            </a:r>
            <a:r>
              <a:rPr sz="1600" b="1" i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i="1" spc="-160" dirty="0">
                <a:solidFill>
                  <a:srgbClr val="FFFFFF"/>
                </a:solidFill>
                <a:latin typeface="Times New Roman"/>
                <a:cs typeface="Times New Roman"/>
              </a:rPr>
              <a:t>SORUL</a:t>
            </a:r>
            <a:r>
              <a:rPr sz="1600" b="1" i="1" spc="-18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b="1" i="1" spc="-17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023" name="object 2023"/>
          <p:cNvGrpSpPr/>
          <p:nvPr/>
        </p:nvGrpSpPr>
        <p:grpSpPr>
          <a:xfrm>
            <a:off x="3952800" y="1055646"/>
            <a:ext cx="2625725" cy="8131175"/>
            <a:chOff x="3952800" y="1055646"/>
            <a:chExt cx="2625725" cy="8131175"/>
          </a:xfrm>
        </p:grpSpPr>
        <p:sp>
          <p:nvSpPr>
            <p:cNvPr id="2024" name="object 2024"/>
            <p:cNvSpPr/>
            <p:nvPr/>
          </p:nvSpPr>
          <p:spPr>
            <a:xfrm>
              <a:off x="3959150" y="1061996"/>
              <a:ext cx="0" cy="8118475"/>
            </a:xfrm>
            <a:custGeom>
              <a:avLst/>
              <a:gdLst/>
              <a:ahLst/>
              <a:cxnLst/>
              <a:rect l="l" t="t" r="r" b="b"/>
              <a:pathLst>
                <a:path h="8118475">
                  <a:moveTo>
                    <a:pt x="0" y="0"/>
                  </a:moveTo>
                  <a:lnTo>
                    <a:pt x="0" y="8118005"/>
                  </a:lnTo>
                </a:path>
              </a:pathLst>
            </a:custGeom>
            <a:ln w="12700">
              <a:solidFill>
                <a:srgbClr val="00A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5" name="object 2025"/>
            <p:cNvSpPr/>
            <p:nvPr/>
          </p:nvSpPr>
          <p:spPr>
            <a:xfrm>
              <a:off x="4908097" y="1648645"/>
              <a:ext cx="1667510" cy="662940"/>
            </a:xfrm>
            <a:custGeom>
              <a:avLst/>
              <a:gdLst/>
              <a:ahLst/>
              <a:cxnLst/>
              <a:rect l="l" t="t" r="r" b="b"/>
              <a:pathLst>
                <a:path w="1667509" h="662939">
                  <a:moveTo>
                    <a:pt x="1241615" y="0"/>
                  </a:moveTo>
                  <a:lnTo>
                    <a:pt x="0" y="662571"/>
                  </a:lnTo>
                  <a:lnTo>
                    <a:pt x="1667154" y="662571"/>
                  </a:lnTo>
                  <a:lnTo>
                    <a:pt x="1241615" y="0"/>
                  </a:lnTo>
                  <a:close/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26" name="object 2026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27" name="object 2027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2028" name="object 2028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9" name="object 2029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30" name="object 2030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031" name="object 2031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2032" name="object 2032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3" name="object 2033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34" name="object 2034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035" name="object 2035"/>
          <p:cNvSpPr txBox="1"/>
          <p:nvPr/>
        </p:nvSpPr>
        <p:spPr>
          <a:xfrm>
            <a:off x="4037300" y="1396182"/>
            <a:ext cx="1231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65" dirty="0">
                <a:solidFill>
                  <a:srgbClr val="EF5BA1"/>
                </a:solidFill>
                <a:latin typeface="Verdana"/>
                <a:cs typeface="Verdana"/>
              </a:rPr>
              <a:t>1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036" name="object 2036"/>
          <p:cNvSpPr txBox="1"/>
          <p:nvPr/>
        </p:nvSpPr>
        <p:spPr>
          <a:xfrm>
            <a:off x="6088792" y="1490046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2037" name="object 2037"/>
          <p:cNvSpPr txBox="1"/>
          <p:nvPr/>
        </p:nvSpPr>
        <p:spPr>
          <a:xfrm>
            <a:off x="5453970" y="1827345"/>
            <a:ext cx="1123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2038" name="object 2038"/>
          <p:cNvSpPr/>
          <p:nvPr/>
        </p:nvSpPr>
        <p:spPr>
          <a:xfrm>
            <a:off x="5566515" y="1961842"/>
            <a:ext cx="1008380" cy="349250"/>
          </a:xfrm>
          <a:custGeom>
            <a:avLst/>
            <a:gdLst/>
            <a:ahLst/>
            <a:cxnLst/>
            <a:rect l="l" t="t" r="r" b="b"/>
            <a:pathLst>
              <a:path w="1008379" h="349250">
                <a:moveTo>
                  <a:pt x="1007999" y="349199"/>
                </a:moveTo>
                <a:lnTo>
                  <a:pt x="0" y="0"/>
                </a:lnTo>
              </a:path>
            </a:pathLst>
          </a:custGeom>
          <a:ln w="6350">
            <a:solidFill>
              <a:srgbClr val="00AE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9" name="object 2039"/>
          <p:cNvSpPr txBox="1"/>
          <p:nvPr/>
        </p:nvSpPr>
        <p:spPr>
          <a:xfrm>
            <a:off x="4235300" y="2314492"/>
            <a:ext cx="2841625" cy="47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9920">
              <a:lnSpc>
                <a:spcPct val="100000"/>
              </a:lnSpc>
              <a:spcBef>
                <a:spcPts val="100"/>
              </a:spcBef>
              <a:tabLst>
                <a:tab pos="2319655" algn="l"/>
              </a:tabLst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A	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i="1" spc="4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[BE],</a:t>
            </a:r>
            <a:r>
              <a:rPr sz="9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[AC]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nin</a:t>
            </a:r>
            <a:r>
              <a:rPr sz="9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kenarortayıdır.</a:t>
            </a:r>
            <a:endParaRPr sz="900">
              <a:latin typeface="Arial"/>
              <a:cs typeface="Arial"/>
            </a:endParaRPr>
          </a:p>
        </p:txBody>
      </p:sp>
      <p:sp>
        <p:nvSpPr>
          <p:cNvPr id="2040" name="object 2040"/>
          <p:cNvSpPr txBox="1"/>
          <p:nvPr/>
        </p:nvSpPr>
        <p:spPr>
          <a:xfrm>
            <a:off x="4235300" y="2829235"/>
            <a:ext cx="7016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5" dirty="0">
                <a:solidFill>
                  <a:srgbClr val="231F20"/>
                </a:solidFill>
                <a:latin typeface="Arial"/>
                <a:cs typeface="Arial"/>
              </a:rPr>
              <a:t>|EC|</a:t>
            </a:r>
            <a:r>
              <a:rPr sz="9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r>
              <a:rPr sz="9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40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</p:txBody>
      </p:sp>
      <p:sp>
        <p:nvSpPr>
          <p:cNvPr id="2041" name="object 2041"/>
          <p:cNvSpPr txBox="1"/>
          <p:nvPr/>
        </p:nvSpPr>
        <p:spPr>
          <a:xfrm>
            <a:off x="4235300" y="3091783"/>
            <a:ext cx="19983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35" dirty="0">
                <a:solidFill>
                  <a:srgbClr val="231F20"/>
                </a:solidFill>
                <a:latin typeface="Verdana"/>
                <a:cs typeface="Verdana"/>
              </a:rPr>
              <a:t>|AC|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65" dirty="0">
                <a:solidFill>
                  <a:srgbClr val="231F20"/>
                </a:solidFill>
                <a:latin typeface="Verdana"/>
                <a:cs typeface="Verdana"/>
              </a:rPr>
              <a:t>nu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70" dirty="0">
                <a:solidFill>
                  <a:srgbClr val="231F20"/>
                </a:solidFill>
                <a:latin typeface="Verdana"/>
                <a:cs typeface="Verdana"/>
              </a:rPr>
              <a:t>bulunuz.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042" name="object 2042"/>
          <p:cNvSpPr txBox="1"/>
          <p:nvPr/>
        </p:nvSpPr>
        <p:spPr>
          <a:xfrm>
            <a:off x="4235300" y="3364845"/>
            <a:ext cx="707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45" dirty="0">
                <a:solidFill>
                  <a:srgbClr val="EC008C"/>
                </a:solidFill>
                <a:latin typeface="Arial"/>
                <a:cs typeface="Arial"/>
              </a:rPr>
              <a:t>6.2</a:t>
            </a:r>
            <a:r>
              <a:rPr sz="900" i="1" spc="16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r>
              <a:rPr sz="900" i="1" spc="16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20" dirty="0">
                <a:solidFill>
                  <a:srgbClr val="EC008C"/>
                </a:solidFill>
                <a:latin typeface="Arial"/>
                <a:cs typeface="Arial"/>
              </a:rPr>
              <a:t>12</a:t>
            </a:r>
            <a:r>
              <a:rPr sz="900" i="1" spc="16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140" dirty="0">
                <a:solidFill>
                  <a:srgbClr val="EC008C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43" name="object 2043"/>
          <p:cNvGrpSpPr/>
          <p:nvPr/>
        </p:nvGrpSpPr>
        <p:grpSpPr>
          <a:xfrm>
            <a:off x="4984094" y="4426918"/>
            <a:ext cx="76200" cy="76200"/>
            <a:chOff x="4984094" y="4426918"/>
            <a:chExt cx="76200" cy="76200"/>
          </a:xfrm>
        </p:grpSpPr>
        <p:sp>
          <p:nvSpPr>
            <p:cNvPr id="2044" name="object 2044"/>
            <p:cNvSpPr/>
            <p:nvPr/>
          </p:nvSpPr>
          <p:spPr>
            <a:xfrm>
              <a:off x="4987269" y="4430093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0" y="0"/>
                  </a:moveTo>
                  <a:lnTo>
                    <a:pt x="0" y="69380"/>
                  </a:lnTo>
                  <a:lnTo>
                    <a:pt x="69380" y="6938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5" name="object 2045"/>
            <p:cNvSpPr/>
            <p:nvPr/>
          </p:nvSpPr>
          <p:spPr>
            <a:xfrm>
              <a:off x="5018594" y="4461426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5" h="6985">
                  <a:moveTo>
                    <a:pt x="3365" y="6730"/>
                  </a:moveTo>
                  <a:lnTo>
                    <a:pt x="5232" y="6730"/>
                  </a:lnTo>
                  <a:lnTo>
                    <a:pt x="6730" y="5219"/>
                  </a:lnTo>
                  <a:lnTo>
                    <a:pt x="6730" y="3352"/>
                  </a:lnTo>
                  <a:lnTo>
                    <a:pt x="6730" y="1498"/>
                  </a:lnTo>
                  <a:lnTo>
                    <a:pt x="5232" y="0"/>
                  </a:lnTo>
                  <a:lnTo>
                    <a:pt x="3365" y="0"/>
                  </a:lnTo>
                  <a:lnTo>
                    <a:pt x="1498" y="0"/>
                  </a:lnTo>
                  <a:lnTo>
                    <a:pt x="0" y="1498"/>
                  </a:lnTo>
                  <a:lnTo>
                    <a:pt x="0" y="3352"/>
                  </a:lnTo>
                  <a:lnTo>
                    <a:pt x="0" y="5219"/>
                  </a:lnTo>
                  <a:lnTo>
                    <a:pt x="1498" y="6730"/>
                  </a:lnTo>
                  <a:lnTo>
                    <a:pt x="3365" y="673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46" name="object 2046"/>
          <p:cNvSpPr txBox="1"/>
          <p:nvPr/>
        </p:nvSpPr>
        <p:spPr>
          <a:xfrm>
            <a:off x="4011900" y="4295270"/>
            <a:ext cx="3797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b="1" i="1" spc="-90" dirty="0">
                <a:solidFill>
                  <a:srgbClr val="EF5BA1"/>
                </a:solidFill>
                <a:latin typeface="Verdana"/>
                <a:cs typeface="Verdana"/>
              </a:rPr>
              <a:t>2.</a:t>
            </a:r>
            <a:r>
              <a:rPr sz="1100" b="1" i="1" spc="229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1350" i="1" spc="157" baseline="18518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1350" baseline="18518">
              <a:latin typeface="Arial"/>
              <a:cs typeface="Arial"/>
            </a:endParaRPr>
          </a:p>
        </p:txBody>
      </p:sp>
      <p:sp>
        <p:nvSpPr>
          <p:cNvPr id="2047" name="object 2047"/>
          <p:cNvSpPr txBox="1"/>
          <p:nvPr/>
        </p:nvSpPr>
        <p:spPr>
          <a:xfrm>
            <a:off x="5003067" y="5178541"/>
            <a:ext cx="101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endParaRPr sz="900">
              <a:latin typeface="Arial"/>
              <a:cs typeface="Arial"/>
            </a:endParaRPr>
          </a:p>
        </p:txBody>
      </p:sp>
      <p:sp>
        <p:nvSpPr>
          <p:cNvPr id="2048" name="object 2048"/>
          <p:cNvSpPr txBox="1"/>
          <p:nvPr/>
        </p:nvSpPr>
        <p:spPr>
          <a:xfrm>
            <a:off x="4968091" y="4278543"/>
            <a:ext cx="1314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49" name="object 2049"/>
          <p:cNvGrpSpPr/>
          <p:nvPr/>
        </p:nvGrpSpPr>
        <p:grpSpPr>
          <a:xfrm>
            <a:off x="4244825" y="4427525"/>
            <a:ext cx="814069" cy="1082040"/>
            <a:chOff x="4244825" y="4427525"/>
            <a:chExt cx="814069" cy="1082040"/>
          </a:xfrm>
        </p:grpSpPr>
        <p:sp>
          <p:nvSpPr>
            <p:cNvPr id="2050" name="object 2050"/>
            <p:cNvSpPr/>
            <p:nvPr/>
          </p:nvSpPr>
          <p:spPr>
            <a:xfrm>
              <a:off x="4301404" y="4430700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0"/>
                  </a:moveTo>
                  <a:lnTo>
                    <a:pt x="754100" y="754100"/>
                  </a:lnTo>
                  <a:lnTo>
                    <a:pt x="754100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1" name="object 2051"/>
            <p:cNvSpPr/>
            <p:nvPr/>
          </p:nvSpPr>
          <p:spPr>
            <a:xfrm>
              <a:off x="4248000" y="5506087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29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52" name="object 2052"/>
          <p:cNvSpPr txBox="1"/>
          <p:nvPr/>
        </p:nvSpPr>
        <p:spPr>
          <a:xfrm>
            <a:off x="5244910" y="4320670"/>
            <a:ext cx="1968500" cy="61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KLM</a:t>
            </a:r>
            <a:r>
              <a:rPr sz="9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9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30" dirty="0">
                <a:solidFill>
                  <a:srgbClr val="231F20"/>
                </a:solidFill>
                <a:latin typeface="Arial"/>
                <a:cs typeface="Arial"/>
              </a:rPr>
              <a:t>|KL|</a:t>
            </a:r>
            <a:r>
              <a:rPr sz="9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10</a:t>
            </a:r>
            <a:r>
              <a:rPr sz="9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40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38900"/>
              </a:lnSpc>
              <a:spcBef>
                <a:spcPts val="565"/>
              </a:spcBef>
            </a:pP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900" b="1" i="1" spc="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900" b="1" i="1" spc="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[KL]</a:t>
            </a:r>
            <a:r>
              <a:rPr sz="900" b="1" i="1" spc="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0" dirty="0">
                <a:solidFill>
                  <a:srgbClr val="231F20"/>
                </a:solidFill>
                <a:latin typeface="Verdana"/>
                <a:cs typeface="Verdana"/>
              </a:rPr>
              <a:t>ye</a:t>
            </a:r>
            <a:r>
              <a:rPr sz="900" b="1" i="1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85" dirty="0">
                <a:solidFill>
                  <a:srgbClr val="231F20"/>
                </a:solidFill>
                <a:latin typeface="Verdana"/>
                <a:cs typeface="Verdana"/>
              </a:rPr>
              <a:t>aitt </a:t>
            </a:r>
            <a:r>
              <a:rPr sz="900" b="1" i="1" spc="-2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kenarorttayın</a:t>
            </a:r>
            <a:r>
              <a:rPr sz="9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65" dirty="0">
                <a:solidFill>
                  <a:srgbClr val="231F20"/>
                </a:solidFill>
                <a:latin typeface="Verdana"/>
                <a:cs typeface="Verdana"/>
              </a:rPr>
              <a:t>uzunluğunu</a:t>
            </a:r>
            <a:r>
              <a:rPr sz="9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bulu-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053" name="object 2053"/>
          <p:cNvSpPr txBox="1"/>
          <p:nvPr/>
        </p:nvSpPr>
        <p:spPr>
          <a:xfrm>
            <a:off x="5245482" y="4964293"/>
            <a:ext cx="2660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spc="-70" dirty="0">
                <a:solidFill>
                  <a:srgbClr val="231F20"/>
                </a:solidFill>
                <a:latin typeface="Verdana"/>
                <a:cs typeface="Verdana"/>
              </a:rPr>
              <a:t>nu</a:t>
            </a:r>
            <a:r>
              <a:rPr sz="900" b="1" i="1" spc="-60" dirty="0">
                <a:solidFill>
                  <a:srgbClr val="231F20"/>
                </a:solidFill>
                <a:latin typeface="Verdana"/>
                <a:cs typeface="Verdana"/>
              </a:rPr>
              <a:t>z.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054" name="object 2054"/>
          <p:cNvSpPr txBox="1"/>
          <p:nvPr/>
        </p:nvSpPr>
        <p:spPr>
          <a:xfrm>
            <a:off x="4291905" y="5511361"/>
            <a:ext cx="1143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40" dirty="0">
                <a:solidFill>
                  <a:srgbClr val="EC008C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55" name="object 2055"/>
          <p:cNvSpPr txBox="1"/>
          <p:nvPr/>
        </p:nvSpPr>
        <p:spPr>
          <a:xfrm>
            <a:off x="4256726" y="5412969"/>
            <a:ext cx="658495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i="1" spc="97" baseline="30555" dirty="0">
                <a:solidFill>
                  <a:srgbClr val="EC008C"/>
                </a:solidFill>
                <a:latin typeface="Arial"/>
                <a:cs typeface="Arial"/>
              </a:rPr>
              <a:t>10</a:t>
            </a:r>
            <a:r>
              <a:rPr sz="1500" i="1" spc="442" baseline="3055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r>
              <a:rPr sz="900" i="1" spc="17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130" dirty="0">
                <a:solidFill>
                  <a:srgbClr val="EC008C"/>
                </a:solidFill>
                <a:latin typeface="Arial"/>
                <a:cs typeface="Arial"/>
              </a:rPr>
              <a:t>5</a:t>
            </a:r>
            <a:r>
              <a:rPr sz="900" i="1" spc="16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140" dirty="0">
                <a:solidFill>
                  <a:srgbClr val="EC008C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</p:txBody>
      </p:sp>
      <p:sp>
        <p:nvSpPr>
          <p:cNvPr id="2056" name="object 2056"/>
          <p:cNvSpPr txBox="1"/>
          <p:nvPr/>
        </p:nvSpPr>
        <p:spPr>
          <a:xfrm>
            <a:off x="4037300" y="6275670"/>
            <a:ext cx="317500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0"/>
              </a:lnSpc>
            </a:pPr>
            <a:r>
              <a:rPr sz="1100" b="1" i="1" spc="-114" dirty="0">
                <a:solidFill>
                  <a:srgbClr val="EF5BA1"/>
                </a:solidFill>
                <a:latin typeface="Verdana"/>
                <a:cs typeface="Verdana"/>
              </a:rPr>
              <a:t>3.</a:t>
            </a:r>
            <a:r>
              <a:rPr sz="1100" b="1" i="1" spc="220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Yandaki</a:t>
            </a:r>
            <a:r>
              <a:rPr sz="900" b="1" i="1" spc="6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soruda  </a:t>
            </a:r>
            <a:r>
              <a:rPr sz="900" b="1" i="1" spc="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70" dirty="0">
                <a:solidFill>
                  <a:srgbClr val="231F20"/>
                </a:solidFill>
                <a:latin typeface="Verdana"/>
                <a:cs typeface="Verdana"/>
              </a:rPr>
              <a:t>hattalı</a:t>
            </a:r>
            <a:r>
              <a:rPr sz="900" b="1" i="1" spc="1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1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20" dirty="0">
                <a:solidFill>
                  <a:srgbClr val="231F20"/>
                </a:solidFill>
                <a:latin typeface="Verdana"/>
                <a:cs typeface="Verdana"/>
              </a:rPr>
              <a:t>çizilen</a:t>
            </a:r>
            <a:r>
              <a:rPr sz="900" b="1" i="1" spc="6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kenarorttayı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057" name="object 2057"/>
          <p:cNvSpPr txBox="1"/>
          <p:nvPr/>
        </p:nvSpPr>
        <p:spPr>
          <a:xfrm>
            <a:off x="4235300" y="6466208"/>
            <a:ext cx="1715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spc="-55" dirty="0">
                <a:solidFill>
                  <a:srgbClr val="231F20"/>
                </a:solidFill>
                <a:latin typeface="Verdana"/>
                <a:cs typeface="Verdana"/>
              </a:rPr>
              <a:t>düzelttip</a:t>
            </a:r>
            <a:r>
              <a:rPr sz="900" b="1" i="1" spc="1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doğrusunu</a:t>
            </a:r>
            <a:r>
              <a:rPr sz="900" b="1" i="1" spc="11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çiziniz.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2058" name="object 2058"/>
          <p:cNvGrpSpPr/>
          <p:nvPr/>
        </p:nvGrpSpPr>
        <p:grpSpPr>
          <a:xfrm>
            <a:off x="1394922" y="1645470"/>
            <a:ext cx="4358005" cy="7170420"/>
            <a:chOff x="1394922" y="1645470"/>
            <a:chExt cx="4358005" cy="7170420"/>
          </a:xfrm>
        </p:grpSpPr>
        <p:sp>
          <p:nvSpPr>
            <p:cNvPr id="2059" name="object 2059"/>
            <p:cNvSpPr/>
            <p:nvPr/>
          </p:nvSpPr>
          <p:spPr>
            <a:xfrm>
              <a:off x="4251176" y="6767817"/>
              <a:ext cx="1498600" cy="2045335"/>
            </a:xfrm>
            <a:custGeom>
              <a:avLst/>
              <a:gdLst/>
              <a:ahLst/>
              <a:cxnLst/>
              <a:rect l="l" t="t" r="r" b="b"/>
              <a:pathLst>
                <a:path w="1498600" h="2045334">
                  <a:moveTo>
                    <a:pt x="1498447" y="0"/>
                  </a:moveTo>
                  <a:lnTo>
                    <a:pt x="0" y="0"/>
                  </a:lnTo>
                  <a:lnTo>
                    <a:pt x="0" y="2044801"/>
                  </a:lnTo>
                  <a:lnTo>
                    <a:pt x="1498447" y="2044801"/>
                  </a:lnTo>
                  <a:lnTo>
                    <a:pt x="14984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0" name="object 2060"/>
            <p:cNvSpPr/>
            <p:nvPr/>
          </p:nvSpPr>
          <p:spPr>
            <a:xfrm>
              <a:off x="4251176" y="6767817"/>
              <a:ext cx="1498600" cy="2045335"/>
            </a:xfrm>
            <a:custGeom>
              <a:avLst/>
              <a:gdLst/>
              <a:ahLst/>
              <a:cxnLst/>
              <a:rect l="l" t="t" r="r" b="b"/>
              <a:pathLst>
                <a:path w="1498600" h="2045334">
                  <a:moveTo>
                    <a:pt x="0" y="2044801"/>
                  </a:moveTo>
                  <a:lnTo>
                    <a:pt x="1498447" y="2044801"/>
                  </a:lnTo>
                  <a:lnTo>
                    <a:pt x="1498447" y="0"/>
                  </a:lnTo>
                  <a:lnTo>
                    <a:pt x="0" y="0"/>
                  </a:lnTo>
                  <a:lnTo>
                    <a:pt x="0" y="2044801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1" name="object 2061"/>
            <p:cNvSpPr/>
            <p:nvPr/>
          </p:nvSpPr>
          <p:spPr>
            <a:xfrm>
              <a:off x="4366515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2" name="object 2062"/>
            <p:cNvSpPr/>
            <p:nvPr/>
          </p:nvSpPr>
          <p:spPr>
            <a:xfrm>
              <a:off x="4366515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3" name="object 2063"/>
            <p:cNvSpPr/>
            <p:nvPr/>
          </p:nvSpPr>
          <p:spPr>
            <a:xfrm>
              <a:off x="4545102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4" name="object 2064"/>
            <p:cNvSpPr/>
            <p:nvPr/>
          </p:nvSpPr>
          <p:spPr>
            <a:xfrm>
              <a:off x="4545102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5" name="object 2065"/>
            <p:cNvSpPr/>
            <p:nvPr/>
          </p:nvSpPr>
          <p:spPr>
            <a:xfrm>
              <a:off x="4723691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6" name="object 2066"/>
            <p:cNvSpPr/>
            <p:nvPr/>
          </p:nvSpPr>
          <p:spPr>
            <a:xfrm>
              <a:off x="4723691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7" name="object 2067"/>
            <p:cNvSpPr/>
            <p:nvPr/>
          </p:nvSpPr>
          <p:spPr>
            <a:xfrm>
              <a:off x="4902279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8" name="object 2068"/>
            <p:cNvSpPr/>
            <p:nvPr/>
          </p:nvSpPr>
          <p:spPr>
            <a:xfrm>
              <a:off x="4902279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9" name="object 2069"/>
            <p:cNvSpPr/>
            <p:nvPr/>
          </p:nvSpPr>
          <p:spPr>
            <a:xfrm>
              <a:off x="5080868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0" name="object 2070"/>
            <p:cNvSpPr/>
            <p:nvPr/>
          </p:nvSpPr>
          <p:spPr>
            <a:xfrm>
              <a:off x="5080868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1" name="object 2071"/>
            <p:cNvSpPr/>
            <p:nvPr/>
          </p:nvSpPr>
          <p:spPr>
            <a:xfrm>
              <a:off x="5259457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2" name="object 2072"/>
            <p:cNvSpPr/>
            <p:nvPr/>
          </p:nvSpPr>
          <p:spPr>
            <a:xfrm>
              <a:off x="5259457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3" name="object 2073"/>
            <p:cNvSpPr/>
            <p:nvPr/>
          </p:nvSpPr>
          <p:spPr>
            <a:xfrm>
              <a:off x="5438044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4" name="object 2074"/>
            <p:cNvSpPr/>
            <p:nvPr/>
          </p:nvSpPr>
          <p:spPr>
            <a:xfrm>
              <a:off x="5438044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5" name="object 2075"/>
            <p:cNvSpPr/>
            <p:nvPr/>
          </p:nvSpPr>
          <p:spPr>
            <a:xfrm>
              <a:off x="5616633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6" name="object 2076"/>
            <p:cNvSpPr/>
            <p:nvPr/>
          </p:nvSpPr>
          <p:spPr>
            <a:xfrm>
              <a:off x="5616633" y="688896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7" name="object 2077"/>
            <p:cNvSpPr/>
            <p:nvPr/>
          </p:nvSpPr>
          <p:spPr>
            <a:xfrm>
              <a:off x="4366515" y="76034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8" name="object 2078"/>
            <p:cNvSpPr/>
            <p:nvPr/>
          </p:nvSpPr>
          <p:spPr>
            <a:xfrm>
              <a:off x="4366515" y="76034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9" name="object 2079"/>
            <p:cNvSpPr/>
            <p:nvPr/>
          </p:nvSpPr>
          <p:spPr>
            <a:xfrm>
              <a:off x="4545102" y="76034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0" name="object 2080"/>
            <p:cNvSpPr/>
            <p:nvPr/>
          </p:nvSpPr>
          <p:spPr>
            <a:xfrm>
              <a:off x="4545102" y="76034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1" name="object 2081"/>
            <p:cNvSpPr/>
            <p:nvPr/>
          </p:nvSpPr>
          <p:spPr>
            <a:xfrm>
              <a:off x="4723691" y="76029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2" name="object 2082"/>
            <p:cNvSpPr/>
            <p:nvPr/>
          </p:nvSpPr>
          <p:spPr>
            <a:xfrm>
              <a:off x="4723691" y="76029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3" name="object 2083"/>
            <p:cNvSpPr/>
            <p:nvPr/>
          </p:nvSpPr>
          <p:spPr>
            <a:xfrm>
              <a:off x="4902279" y="76029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4" name="object 2084"/>
            <p:cNvSpPr/>
            <p:nvPr/>
          </p:nvSpPr>
          <p:spPr>
            <a:xfrm>
              <a:off x="4902279" y="76029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5" name="object 2085"/>
            <p:cNvSpPr/>
            <p:nvPr/>
          </p:nvSpPr>
          <p:spPr>
            <a:xfrm>
              <a:off x="5080868" y="76029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6" name="object 2086"/>
            <p:cNvSpPr/>
            <p:nvPr/>
          </p:nvSpPr>
          <p:spPr>
            <a:xfrm>
              <a:off x="5080868" y="76029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7" name="object 2087"/>
            <p:cNvSpPr/>
            <p:nvPr/>
          </p:nvSpPr>
          <p:spPr>
            <a:xfrm>
              <a:off x="5259457" y="76029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8" name="object 2088"/>
            <p:cNvSpPr/>
            <p:nvPr/>
          </p:nvSpPr>
          <p:spPr>
            <a:xfrm>
              <a:off x="5259457" y="76029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9" name="object 2089"/>
            <p:cNvSpPr/>
            <p:nvPr/>
          </p:nvSpPr>
          <p:spPr>
            <a:xfrm>
              <a:off x="5438044" y="76029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0" name="object 2090"/>
            <p:cNvSpPr/>
            <p:nvPr/>
          </p:nvSpPr>
          <p:spPr>
            <a:xfrm>
              <a:off x="5438044" y="76029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1" name="object 2091"/>
            <p:cNvSpPr/>
            <p:nvPr/>
          </p:nvSpPr>
          <p:spPr>
            <a:xfrm>
              <a:off x="5616633" y="76029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2" name="object 2092"/>
            <p:cNvSpPr/>
            <p:nvPr/>
          </p:nvSpPr>
          <p:spPr>
            <a:xfrm>
              <a:off x="5616633" y="76029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3" name="object 2093"/>
            <p:cNvSpPr/>
            <p:nvPr/>
          </p:nvSpPr>
          <p:spPr>
            <a:xfrm>
              <a:off x="4366515" y="70675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4" name="object 2094"/>
            <p:cNvSpPr/>
            <p:nvPr/>
          </p:nvSpPr>
          <p:spPr>
            <a:xfrm>
              <a:off x="4366515" y="70675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5" name="object 2095"/>
            <p:cNvSpPr/>
            <p:nvPr/>
          </p:nvSpPr>
          <p:spPr>
            <a:xfrm>
              <a:off x="4545102" y="70675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6" name="object 2096"/>
            <p:cNvSpPr/>
            <p:nvPr/>
          </p:nvSpPr>
          <p:spPr>
            <a:xfrm>
              <a:off x="4545102" y="70675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7" name="object 2097"/>
            <p:cNvSpPr/>
            <p:nvPr/>
          </p:nvSpPr>
          <p:spPr>
            <a:xfrm>
              <a:off x="4723691" y="7067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8" name="object 2098"/>
            <p:cNvSpPr/>
            <p:nvPr/>
          </p:nvSpPr>
          <p:spPr>
            <a:xfrm>
              <a:off x="4723691" y="7067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9" name="object 2099"/>
            <p:cNvSpPr/>
            <p:nvPr/>
          </p:nvSpPr>
          <p:spPr>
            <a:xfrm>
              <a:off x="4902279" y="7067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0" name="object 2100"/>
            <p:cNvSpPr/>
            <p:nvPr/>
          </p:nvSpPr>
          <p:spPr>
            <a:xfrm>
              <a:off x="4902279" y="7067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1" name="object 2101"/>
            <p:cNvSpPr/>
            <p:nvPr/>
          </p:nvSpPr>
          <p:spPr>
            <a:xfrm>
              <a:off x="5080868" y="7067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2" name="object 2102"/>
            <p:cNvSpPr/>
            <p:nvPr/>
          </p:nvSpPr>
          <p:spPr>
            <a:xfrm>
              <a:off x="5080868" y="7067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3" name="object 2103"/>
            <p:cNvSpPr/>
            <p:nvPr/>
          </p:nvSpPr>
          <p:spPr>
            <a:xfrm>
              <a:off x="5259457" y="7067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4" name="object 2104"/>
            <p:cNvSpPr/>
            <p:nvPr/>
          </p:nvSpPr>
          <p:spPr>
            <a:xfrm>
              <a:off x="5259457" y="7067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5" name="object 2105"/>
            <p:cNvSpPr/>
            <p:nvPr/>
          </p:nvSpPr>
          <p:spPr>
            <a:xfrm>
              <a:off x="5438044" y="7067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6" name="object 2106"/>
            <p:cNvSpPr/>
            <p:nvPr/>
          </p:nvSpPr>
          <p:spPr>
            <a:xfrm>
              <a:off x="5438044" y="7067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7" name="object 2107"/>
            <p:cNvSpPr/>
            <p:nvPr/>
          </p:nvSpPr>
          <p:spPr>
            <a:xfrm>
              <a:off x="5616633" y="7067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8" name="object 2108"/>
            <p:cNvSpPr/>
            <p:nvPr/>
          </p:nvSpPr>
          <p:spPr>
            <a:xfrm>
              <a:off x="5616633" y="7067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9" name="object 2109"/>
            <p:cNvSpPr/>
            <p:nvPr/>
          </p:nvSpPr>
          <p:spPr>
            <a:xfrm>
              <a:off x="4366515" y="77820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0" name="object 2110"/>
            <p:cNvSpPr/>
            <p:nvPr/>
          </p:nvSpPr>
          <p:spPr>
            <a:xfrm>
              <a:off x="4366515" y="77820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1" name="object 2111"/>
            <p:cNvSpPr/>
            <p:nvPr/>
          </p:nvSpPr>
          <p:spPr>
            <a:xfrm>
              <a:off x="4545102" y="77820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2" name="object 2112"/>
            <p:cNvSpPr/>
            <p:nvPr/>
          </p:nvSpPr>
          <p:spPr>
            <a:xfrm>
              <a:off x="4545102" y="77820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3" name="object 2113"/>
            <p:cNvSpPr/>
            <p:nvPr/>
          </p:nvSpPr>
          <p:spPr>
            <a:xfrm>
              <a:off x="4723691" y="7781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4" name="object 2114"/>
            <p:cNvSpPr/>
            <p:nvPr/>
          </p:nvSpPr>
          <p:spPr>
            <a:xfrm>
              <a:off x="4723691" y="7781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5" name="object 2115"/>
            <p:cNvSpPr/>
            <p:nvPr/>
          </p:nvSpPr>
          <p:spPr>
            <a:xfrm>
              <a:off x="4902279" y="7781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6" name="object 2116"/>
            <p:cNvSpPr/>
            <p:nvPr/>
          </p:nvSpPr>
          <p:spPr>
            <a:xfrm>
              <a:off x="4902279" y="7781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7" name="object 2117"/>
            <p:cNvSpPr/>
            <p:nvPr/>
          </p:nvSpPr>
          <p:spPr>
            <a:xfrm>
              <a:off x="5080868" y="7781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8" name="object 2118"/>
            <p:cNvSpPr/>
            <p:nvPr/>
          </p:nvSpPr>
          <p:spPr>
            <a:xfrm>
              <a:off x="5080868" y="7781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9" name="object 2119"/>
            <p:cNvSpPr/>
            <p:nvPr/>
          </p:nvSpPr>
          <p:spPr>
            <a:xfrm>
              <a:off x="5259457" y="7781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0" name="object 2120"/>
            <p:cNvSpPr/>
            <p:nvPr/>
          </p:nvSpPr>
          <p:spPr>
            <a:xfrm>
              <a:off x="5259457" y="7781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1" name="object 2121"/>
            <p:cNvSpPr/>
            <p:nvPr/>
          </p:nvSpPr>
          <p:spPr>
            <a:xfrm>
              <a:off x="5438044" y="7781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2" name="object 2122"/>
            <p:cNvSpPr/>
            <p:nvPr/>
          </p:nvSpPr>
          <p:spPr>
            <a:xfrm>
              <a:off x="5438044" y="7781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3" name="object 2123"/>
            <p:cNvSpPr/>
            <p:nvPr/>
          </p:nvSpPr>
          <p:spPr>
            <a:xfrm>
              <a:off x="5616633" y="7781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4" name="object 2124"/>
            <p:cNvSpPr/>
            <p:nvPr/>
          </p:nvSpPr>
          <p:spPr>
            <a:xfrm>
              <a:off x="5616633" y="7781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5" name="object 2125"/>
            <p:cNvSpPr/>
            <p:nvPr/>
          </p:nvSpPr>
          <p:spPr>
            <a:xfrm>
              <a:off x="4366515" y="724618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6" name="object 2126"/>
            <p:cNvSpPr/>
            <p:nvPr/>
          </p:nvSpPr>
          <p:spPr>
            <a:xfrm>
              <a:off x="4366515" y="724618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7" name="object 2127"/>
            <p:cNvSpPr/>
            <p:nvPr/>
          </p:nvSpPr>
          <p:spPr>
            <a:xfrm>
              <a:off x="4545102" y="724618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8" name="object 2128"/>
            <p:cNvSpPr/>
            <p:nvPr/>
          </p:nvSpPr>
          <p:spPr>
            <a:xfrm>
              <a:off x="4545102" y="724618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9" name="object 2129"/>
            <p:cNvSpPr/>
            <p:nvPr/>
          </p:nvSpPr>
          <p:spPr>
            <a:xfrm>
              <a:off x="4723691" y="7246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0" name="object 2130"/>
            <p:cNvSpPr/>
            <p:nvPr/>
          </p:nvSpPr>
          <p:spPr>
            <a:xfrm>
              <a:off x="4723691" y="7246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1" name="object 2131"/>
            <p:cNvSpPr/>
            <p:nvPr/>
          </p:nvSpPr>
          <p:spPr>
            <a:xfrm>
              <a:off x="4902279" y="7246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2" name="object 2132"/>
            <p:cNvSpPr/>
            <p:nvPr/>
          </p:nvSpPr>
          <p:spPr>
            <a:xfrm>
              <a:off x="4902279" y="7246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3" name="object 2133"/>
            <p:cNvSpPr/>
            <p:nvPr/>
          </p:nvSpPr>
          <p:spPr>
            <a:xfrm>
              <a:off x="5080868" y="7246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4" name="object 2134"/>
            <p:cNvSpPr/>
            <p:nvPr/>
          </p:nvSpPr>
          <p:spPr>
            <a:xfrm>
              <a:off x="5080868" y="7246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5" name="object 2135"/>
            <p:cNvSpPr/>
            <p:nvPr/>
          </p:nvSpPr>
          <p:spPr>
            <a:xfrm>
              <a:off x="5259457" y="7246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6" name="object 2136"/>
            <p:cNvSpPr/>
            <p:nvPr/>
          </p:nvSpPr>
          <p:spPr>
            <a:xfrm>
              <a:off x="5259457" y="7246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7" name="object 2137"/>
            <p:cNvSpPr/>
            <p:nvPr/>
          </p:nvSpPr>
          <p:spPr>
            <a:xfrm>
              <a:off x="5438044" y="7246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8" name="object 2138"/>
            <p:cNvSpPr/>
            <p:nvPr/>
          </p:nvSpPr>
          <p:spPr>
            <a:xfrm>
              <a:off x="5438044" y="7246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9" name="object 2139"/>
            <p:cNvSpPr/>
            <p:nvPr/>
          </p:nvSpPr>
          <p:spPr>
            <a:xfrm>
              <a:off x="5616633" y="7246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0" name="object 2140"/>
            <p:cNvSpPr/>
            <p:nvPr/>
          </p:nvSpPr>
          <p:spPr>
            <a:xfrm>
              <a:off x="5616633" y="7246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1" name="object 2141"/>
            <p:cNvSpPr/>
            <p:nvPr/>
          </p:nvSpPr>
          <p:spPr>
            <a:xfrm>
              <a:off x="4366515" y="79606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2" name="object 2142"/>
            <p:cNvSpPr/>
            <p:nvPr/>
          </p:nvSpPr>
          <p:spPr>
            <a:xfrm>
              <a:off x="4366515" y="79606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3" name="object 2143"/>
            <p:cNvSpPr/>
            <p:nvPr/>
          </p:nvSpPr>
          <p:spPr>
            <a:xfrm>
              <a:off x="4545102" y="79606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4" name="object 2144"/>
            <p:cNvSpPr/>
            <p:nvPr/>
          </p:nvSpPr>
          <p:spPr>
            <a:xfrm>
              <a:off x="4545102" y="79606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5" name="object 2145"/>
            <p:cNvSpPr/>
            <p:nvPr/>
          </p:nvSpPr>
          <p:spPr>
            <a:xfrm>
              <a:off x="4723691" y="7960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6" name="object 2146"/>
            <p:cNvSpPr/>
            <p:nvPr/>
          </p:nvSpPr>
          <p:spPr>
            <a:xfrm>
              <a:off x="4723691" y="7960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7" name="object 2147"/>
            <p:cNvSpPr/>
            <p:nvPr/>
          </p:nvSpPr>
          <p:spPr>
            <a:xfrm>
              <a:off x="4902279" y="7960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8" name="object 2148"/>
            <p:cNvSpPr/>
            <p:nvPr/>
          </p:nvSpPr>
          <p:spPr>
            <a:xfrm>
              <a:off x="4902279" y="7960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9" name="object 2149"/>
            <p:cNvSpPr/>
            <p:nvPr/>
          </p:nvSpPr>
          <p:spPr>
            <a:xfrm>
              <a:off x="5080868" y="7960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0" name="object 2150"/>
            <p:cNvSpPr/>
            <p:nvPr/>
          </p:nvSpPr>
          <p:spPr>
            <a:xfrm>
              <a:off x="5080868" y="7960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1" name="object 2151"/>
            <p:cNvSpPr/>
            <p:nvPr/>
          </p:nvSpPr>
          <p:spPr>
            <a:xfrm>
              <a:off x="5259457" y="7960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2" name="object 2152"/>
            <p:cNvSpPr/>
            <p:nvPr/>
          </p:nvSpPr>
          <p:spPr>
            <a:xfrm>
              <a:off x="5259457" y="7960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3" name="object 2153"/>
            <p:cNvSpPr/>
            <p:nvPr/>
          </p:nvSpPr>
          <p:spPr>
            <a:xfrm>
              <a:off x="5438044" y="7960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4" name="object 2154"/>
            <p:cNvSpPr/>
            <p:nvPr/>
          </p:nvSpPr>
          <p:spPr>
            <a:xfrm>
              <a:off x="5438044" y="7960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5" name="object 2155"/>
            <p:cNvSpPr/>
            <p:nvPr/>
          </p:nvSpPr>
          <p:spPr>
            <a:xfrm>
              <a:off x="5616633" y="7960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6" name="object 2156"/>
            <p:cNvSpPr/>
            <p:nvPr/>
          </p:nvSpPr>
          <p:spPr>
            <a:xfrm>
              <a:off x="5616633" y="7960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7" name="object 2157"/>
            <p:cNvSpPr/>
            <p:nvPr/>
          </p:nvSpPr>
          <p:spPr>
            <a:xfrm>
              <a:off x="4366515" y="742479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8" name="object 2158"/>
            <p:cNvSpPr/>
            <p:nvPr/>
          </p:nvSpPr>
          <p:spPr>
            <a:xfrm>
              <a:off x="4366515" y="742479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9" name="object 2159"/>
            <p:cNvSpPr/>
            <p:nvPr/>
          </p:nvSpPr>
          <p:spPr>
            <a:xfrm>
              <a:off x="4545102" y="742479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0" name="object 2160"/>
            <p:cNvSpPr/>
            <p:nvPr/>
          </p:nvSpPr>
          <p:spPr>
            <a:xfrm>
              <a:off x="4545102" y="742479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1" name="object 2161"/>
            <p:cNvSpPr/>
            <p:nvPr/>
          </p:nvSpPr>
          <p:spPr>
            <a:xfrm>
              <a:off x="4723691" y="7425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2" name="object 2162"/>
            <p:cNvSpPr/>
            <p:nvPr/>
          </p:nvSpPr>
          <p:spPr>
            <a:xfrm>
              <a:off x="4723691" y="7425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3" name="object 2163"/>
            <p:cNvSpPr/>
            <p:nvPr/>
          </p:nvSpPr>
          <p:spPr>
            <a:xfrm>
              <a:off x="4902279" y="7425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4" name="object 2164"/>
            <p:cNvSpPr/>
            <p:nvPr/>
          </p:nvSpPr>
          <p:spPr>
            <a:xfrm>
              <a:off x="4902279" y="7425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5" name="object 2165"/>
            <p:cNvSpPr/>
            <p:nvPr/>
          </p:nvSpPr>
          <p:spPr>
            <a:xfrm>
              <a:off x="5080868" y="7425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6" name="object 2166"/>
            <p:cNvSpPr/>
            <p:nvPr/>
          </p:nvSpPr>
          <p:spPr>
            <a:xfrm>
              <a:off x="5080868" y="7425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7" name="object 2167"/>
            <p:cNvSpPr/>
            <p:nvPr/>
          </p:nvSpPr>
          <p:spPr>
            <a:xfrm>
              <a:off x="5259457" y="7425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8" name="object 2168"/>
            <p:cNvSpPr/>
            <p:nvPr/>
          </p:nvSpPr>
          <p:spPr>
            <a:xfrm>
              <a:off x="5259457" y="7425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9" name="object 2169"/>
            <p:cNvSpPr/>
            <p:nvPr/>
          </p:nvSpPr>
          <p:spPr>
            <a:xfrm>
              <a:off x="5438044" y="7425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0" name="object 2170"/>
            <p:cNvSpPr/>
            <p:nvPr/>
          </p:nvSpPr>
          <p:spPr>
            <a:xfrm>
              <a:off x="5438044" y="7425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1" name="object 2171"/>
            <p:cNvSpPr/>
            <p:nvPr/>
          </p:nvSpPr>
          <p:spPr>
            <a:xfrm>
              <a:off x="5616633" y="7425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2" name="object 2172"/>
            <p:cNvSpPr/>
            <p:nvPr/>
          </p:nvSpPr>
          <p:spPr>
            <a:xfrm>
              <a:off x="5616633" y="7425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3" name="object 2173"/>
            <p:cNvSpPr/>
            <p:nvPr/>
          </p:nvSpPr>
          <p:spPr>
            <a:xfrm>
              <a:off x="4366515" y="81392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4" name="object 2174"/>
            <p:cNvSpPr/>
            <p:nvPr/>
          </p:nvSpPr>
          <p:spPr>
            <a:xfrm>
              <a:off x="4366515" y="81392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5" name="object 2175"/>
            <p:cNvSpPr/>
            <p:nvPr/>
          </p:nvSpPr>
          <p:spPr>
            <a:xfrm>
              <a:off x="4545102" y="81392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6" name="object 2176"/>
            <p:cNvSpPr/>
            <p:nvPr/>
          </p:nvSpPr>
          <p:spPr>
            <a:xfrm>
              <a:off x="4545102" y="813927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7" name="object 2177"/>
            <p:cNvSpPr/>
            <p:nvPr/>
          </p:nvSpPr>
          <p:spPr>
            <a:xfrm>
              <a:off x="4723691" y="81391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8" name="object 2178"/>
            <p:cNvSpPr/>
            <p:nvPr/>
          </p:nvSpPr>
          <p:spPr>
            <a:xfrm>
              <a:off x="4723691" y="81391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9" name="object 2179"/>
            <p:cNvSpPr/>
            <p:nvPr/>
          </p:nvSpPr>
          <p:spPr>
            <a:xfrm>
              <a:off x="4902279" y="81391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0" name="object 2180"/>
            <p:cNvSpPr/>
            <p:nvPr/>
          </p:nvSpPr>
          <p:spPr>
            <a:xfrm>
              <a:off x="4902279" y="81391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1" name="object 2181"/>
            <p:cNvSpPr/>
            <p:nvPr/>
          </p:nvSpPr>
          <p:spPr>
            <a:xfrm>
              <a:off x="5080868" y="81391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2" name="object 2182"/>
            <p:cNvSpPr/>
            <p:nvPr/>
          </p:nvSpPr>
          <p:spPr>
            <a:xfrm>
              <a:off x="5080868" y="81391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3" name="object 2183"/>
            <p:cNvSpPr/>
            <p:nvPr/>
          </p:nvSpPr>
          <p:spPr>
            <a:xfrm>
              <a:off x="5259457" y="81391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4" name="object 2184"/>
            <p:cNvSpPr/>
            <p:nvPr/>
          </p:nvSpPr>
          <p:spPr>
            <a:xfrm>
              <a:off x="5259457" y="81391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5" name="object 2185"/>
            <p:cNvSpPr/>
            <p:nvPr/>
          </p:nvSpPr>
          <p:spPr>
            <a:xfrm>
              <a:off x="5438044" y="81391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6" name="object 2186"/>
            <p:cNvSpPr/>
            <p:nvPr/>
          </p:nvSpPr>
          <p:spPr>
            <a:xfrm>
              <a:off x="5438044" y="81391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7" name="object 2187"/>
            <p:cNvSpPr/>
            <p:nvPr/>
          </p:nvSpPr>
          <p:spPr>
            <a:xfrm>
              <a:off x="5616633" y="81391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8" name="object 2188"/>
            <p:cNvSpPr/>
            <p:nvPr/>
          </p:nvSpPr>
          <p:spPr>
            <a:xfrm>
              <a:off x="5616633" y="813915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9" name="object 2189"/>
            <p:cNvSpPr/>
            <p:nvPr/>
          </p:nvSpPr>
          <p:spPr>
            <a:xfrm>
              <a:off x="4366515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0" name="object 2190"/>
            <p:cNvSpPr/>
            <p:nvPr/>
          </p:nvSpPr>
          <p:spPr>
            <a:xfrm>
              <a:off x="4366515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1" name="object 2191"/>
            <p:cNvSpPr/>
            <p:nvPr/>
          </p:nvSpPr>
          <p:spPr>
            <a:xfrm>
              <a:off x="4545102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2" name="object 2192"/>
            <p:cNvSpPr/>
            <p:nvPr/>
          </p:nvSpPr>
          <p:spPr>
            <a:xfrm>
              <a:off x="4545102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3" name="object 2193"/>
            <p:cNvSpPr/>
            <p:nvPr/>
          </p:nvSpPr>
          <p:spPr>
            <a:xfrm>
              <a:off x="4723691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4" name="object 2194"/>
            <p:cNvSpPr/>
            <p:nvPr/>
          </p:nvSpPr>
          <p:spPr>
            <a:xfrm>
              <a:off x="4723691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5" name="object 2195"/>
            <p:cNvSpPr/>
            <p:nvPr/>
          </p:nvSpPr>
          <p:spPr>
            <a:xfrm>
              <a:off x="4902279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6" name="object 2196"/>
            <p:cNvSpPr/>
            <p:nvPr/>
          </p:nvSpPr>
          <p:spPr>
            <a:xfrm>
              <a:off x="4902279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7" name="object 2197"/>
            <p:cNvSpPr/>
            <p:nvPr/>
          </p:nvSpPr>
          <p:spPr>
            <a:xfrm>
              <a:off x="5080868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8" name="object 2198"/>
            <p:cNvSpPr/>
            <p:nvPr/>
          </p:nvSpPr>
          <p:spPr>
            <a:xfrm>
              <a:off x="5080868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9" name="object 2199"/>
            <p:cNvSpPr/>
            <p:nvPr/>
          </p:nvSpPr>
          <p:spPr>
            <a:xfrm>
              <a:off x="5259457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0" name="object 2200"/>
            <p:cNvSpPr/>
            <p:nvPr/>
          </p:nvSpPr>
          <p:spPr>
            <a:xfrm>
              <a:off x="5259457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1" name="object 2201"/>
            <p:cNvSpPr/>
            <p:nvPr/>
          </p:nvSpPr>
          <p:spPr>
            <a:xfrm>
              <a:off x="5438044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2" name="object 2202"/>
            <p:cNvSpPr/>
            <p:nvPr/>
          </p:nvSpPr>
          <p:spPr>
            <a:xfrm>
              <a:off x="5438044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3" name="object 2203"/>
            <p:cNvSpPr/>
            <p:nvPr/>
          </p:nvSpPr>
          <p:spPr>
            <a:xfrm>
              <a:off x="5616633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4" name="object 2204"/>
            <p:cNvSpPr/>
            <p:nvPr/>
          </p:nvSpPr>
          <p:spPr>
            <a:xfrm>
              <a:off x="5616633" y="8317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5" name="object 2205"/>
            <p:cNvSpPr/>
            <p:nvPr/>
          </p:nvSpPr>
          <p:spPr>
            <a:xfrm>
              <a:off x="4366515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6" name="object 2206"/>
            <p:cNvSpPr/>
            <p:nvPr/>
          </p:nvSpPr>
          <p:spPr>
            <a:xfrm>
              <a:off x="4366515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7" name="object 2207"/>
            <p:cNvSpPr/>
            <p:nvPr/>
          </p:nvSpPr>
          <p:spPr>
            <a:xfrm>
              <a:off x="4545102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8" name="object 2208"/>
            <p:cNvSpPr/>
            <p:nvPr/>
          </p:nvSpPr>
          <p:spPr>
            <a:xfrm>
              <a:off x="4545102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9" name="object 2209"/>
            <p:cNvSpPr/>
            <p:nvPr/>
          </p:nvSpPr>
          <p:spPr>
            <a:xfrm>
              <a:off x="4723691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0" name="object 2210"/>
            <p:cNvSpPr/>
            <p:nvPr/>
          </p:nvSpPr>
          <p:spPr>
            <a:xfrm>
              <a:off x="4723691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1" name="object 2211"/>
            <p:cNvSpPr/>
            <p:nvPr/>
          </p:nvSpPr>
          <p:spPr>
            <a:xfrm>
              <a:off x="4902279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2" name="object 2212"/>
            <p:cNvSpPr/>
            <p:nvPr/>
          </p:nvSpPr>
          <p:spPr>
            <a:xfrm>
              <a:off x="4902279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3" name="object 2213"/>
            <p:cNvSpPr/>
            <p:nvPr/>
          </p:nvSpPr>
          <p:spPr>
            <a:xfrm>
              <a:off x="5080868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4" name="object 2214"/>
            <p:cNvSpPr/>
            <p:nvPr/>
          </p:nvSpPr>
          <p:spPr>
            <a:xfrm>
              <a:off x="5080868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5" name="object 2215"/>
            <p:cNvSpPr/>
            <p:nvPr/>
          </p:nvSpPr>
          <p:spPr>
            <a:xfrm>
              <a:off x="5259457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6" name="object 2216"/>
            <p:cNvSpPr/>
            <p:nvPr/>
          </p:nvSpPr>
          <p:spPr>
            <a:xfrm>
              <a:off x="5259457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7" name="object 2217"/>
            <p:cNvSpPr/>
            <p:nvPr/>
          </p:nvSpPr>
          <p:spPr>
            <a:xfrm>
              <a:off x="5438044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8" name="object 2218"/>
            <p:cNvSpPr/>
            <p:nvPr/>
          </p:nvSpPr>
          <p:spPr>
            <a:xfrm>
              <a:off x="5438044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9" name="object 2219"/>
            <p:cNvSpPr/>
            <p:nvPr/>
          </p:nvSpPr>
          <p:spPr>
            <a:xfrm>
              <a:off x="5616633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0" name="object 2220"/>
            <p:cNvSpPr/>
            <p:nvPr/>
          </p:nvSpPr>
          <p:spPr>
            <a:xfrm>
              <a:off x="5616633" y="84959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1" name="object 2221"/>
            <p:cNvSpPr/>
            <p:nvPr/>
          </p:nvSpPr>
          <p:spPr>
            <a:xfrm>
              <a:off x="4366515" y="867456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2" name="object 2222"/>
            <p:cNvSpPr/>
            <p:nvPr/>
          </p:nvSpPr>
          <p:spPr>
            <a:xfrm>
              <a:off x="4366515" y="867456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3" name="object 2223"/>
            <p:cNvSpPr/>
            <p:nvPr/>
          </p:nvSpPr>
          <p:spPr>
            <a:xfrm>
              <a:off x="4545102" y="867456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4" name="object 2224"/>
            <p:cNvSpPr/>
            <p:nvPr/>
          </p:nvSpPr>
          <p:spPr>
            <a:xfrm>
              <a:off x="4545102" y="867456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5" name="object 2225"/>
            <p:cNvSpPr/>
            <p:nvPr/>
          </p:nvSpPr>
          <p:spPr>
            <a:xfrm>
              <a:off x="4723691" y="867467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6" name="object 2226"/>
            <p:cNvSpPr/>
            <p:nvPr/>
          </p:nvSpPr>
          <p:spPr>
            <a:xfrm>
              <a:off x="4723691" y="867467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7" name="object 2227"/>
            <p:cNvSpPr/>
            <p:nvPr/>
          </p:nvSpPr>
          <p:spPr>
            <a:xfrm>
              <a:off x="4902279" y="867467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8" name="object 2228"/>
            <p:cNvSpPr/>
            <p:nvPr/>
          </p:nvSpPr>
          <p:spPr>
            <a:xfrm>
              <a:off x="4902279" y="867467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9" name="object 2229"/>
            <p:cNvSpPr/>
            <p:nvPr/>
          </p:nvSpPr>
          <p:spPr>
            <a:xfrm>
              <a:off x="5080868" y="867467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0" name="object 2230"/>
            <p:cNvSpPr/>
            <p:nvPr/>
          </p:nvSpPr>
          <p:spPr>
            <a:xfrm>
              <a:off x="5080868" y="867467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1" name="object 2231"/>
            <p:cNvSpPr/>
            <p:nvPr/>
          </p:nvSpPr>
          <p:spPr>
            <a:xfrm>
              <a:off x="5259457" y="867467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2" name="object 2232"/>
            <p:cNvSpPr/>
            <p:nvPr/>
          </p:nvSpPr>
          <p:spPr>
            <a:xfrm>
              <a:off x="5259457" y="867467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3" name="object 2233"/>
            <p:cNvSpPr/>
            <p:nvPr/>
          </p:nvSpPr>
          <p:spPr>
            <a:xfrm>
              <a:off x="5438044" y="867467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4" name="object 2234"/>
            <p:cNvSpPr/>
            <p:nvPr/>
          </p:nvSpPr>
          <p:spPr>
            <a:xfrm>
              <a:off x="5438044" y="867467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5" name="object 2235"/>
            <p:cNvSpPr/>
            <p:nvPr/>
          </p:nvSpPr>
          <p:spPr>
            <a:xfrm>
              <a:off x="5616633" y="867467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6" name="object 2236"/>
            <p:cNvSpPr/>
            <p:nvPr/>
          </p:nvSpPr>
          <p:spPr>
            <a:xfrm>
              <a:off x="5616633" y="867467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7" name="object 2237"/>
            <p:cNvSpPr/>
            <p:nvPr/>
          </p:nvSpPr>
          <p:spPr>
            <a:xfrm>
              <a:off x="1475997" y="3400881"/>
              <a:ext cx="1800860" cy="2287905"/>
            </a:xfrm>
            <a:custGeom>
              <a:avLst/>
              <a:gdLst/>
              <a:ahLst/>
              <a:cxnLst/>
              <a:rect l="l" t="t" r="r" b="b"/>
              <a:pathLst>
                <a:path w="1800860" h="2287904">
                  <a:moveTo>
                    <a:pt x="130644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30644" y="152400"/>
                  </a:lnTo>
                  <a:lnTo>
                    <a:pt x="130644" y="0"/>
                  </a:lnTo>
                  <a:close/>
                </a:path>
                <a:path w="1800860" h="2287904">
                  <a:moveTo>
                    <a:pt x="1800237" y="2134895"/>
                  </a:moveTo>
                  <a:lnTo>
                    <a:pt x="1655991" y="2134895"/>
                  </a:lnTo>
                  <a:lnTo>
                    <a:pt x="1655991" y="2287295"/>
                  </a:lnTo>
                  <a:lnTo>
                    <a:pt x="1800237" y="2287295"/>
                  </a:lnTo>
                  <a:lnTo>
                    <a:pt x="1800237" y="2134895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8" name="object 2238"/>
            <p:cNvSpPr/>
            <p:nvPr/>
          </p:nvSpPr>
          <p:spPr>
            <a:xfrm>
              <a:off x="1398097" y="1648645"/>
              <a:ext cx="1667510" cy="662940"/>
            </a:xfrm>
            <a:custGeom>
              <a:avLst/>
              <a:gdLst/>
              <a:ahLst/>
              <a:cxnLst/>
              <a:rect l="l" t="t" r="r" b="b"/>
              <a:pathLst>
                <a:path w="1667510" h="662939">
                  <a:moveTo>
                    <a:pt x="1241615" y="0"/>
                  </a:moveTo>
                  <a:lnTo>
                    <a:pt x="0" y="662571"/>
                  </a:lnTo>
                  <a:lnTo>
                    <a:pt x="1667154" y="662571"/>
                  </a:lnTo>
                  <a:lnTo>
                    <a:pt x="1241615" y="0"/>
                  </a:lnTo>
                  <a:close/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39" name="object 2239"/>
          <p:cNvSpPr txBox="1"/>
          <p:nvPr/>
        </p:nvSpPr>
        <p:spPr>
          <a:xfrm>
            <a:off x="527300" y="1396182"/>
            <a:ext cx="1231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65" dirty="0">
                <a:solidFill>
                  <a:srgbClr val="EF5BA1"/>
                </a:solidFill>
                <a:latin typeface="Verdana"/>
                <a:cs typeface="Verdana"/>
              </a:rPr>
              <a:t>1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240" name="object 2240"/>
          <p:cNvSpPr txBox="1"/>
          <p:nvPr/>
        </p:nvSpPr>
        <p:spPr>
          <a:xfrm>
            <a:off x="2578790" y="1490046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2241" name="object 2241"/>
          <p:cNvSpPr txBox="1"/>
          <p:nvPr/>
        </p:nvSpPr>
        <p:spPr>
          <a:xfrm>
            <a:off x="1943968" y="1827345"/>
            <a:ext cx="1123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2242" name="object 2242"/>
          <p:cNvSpPr/>
          <p:nvPr/>
        </p:nvSpPr>
        <p:spPr>
          <a:xfrm>
            <a:off x="2056513" y="1961842"/>
            <a:ext cx="1008380" cy="349250"/>
          </a:xfrm>
          <a:custGeom>
            <a:avLst/>
            <a:gdLst/>
            <a:ahLst/>
            <a:cxnLst/>
            <a:rect l="l" t="t" r="r" b="b"/>
            <a:pathLst>
              <a:path w="1008380" h="349250">
                <a:moveTo>
                  <a:pt x="1007999" y="349199"/>
                </a:moveTo>
                <a:lnTo>
                  <a:pt x="0" y="0"/>
                </a:lnTo>
              </a:path>
            </a:pathLst>
          </a:custGeom>
          <a:ln w="6350">
            <a:solidFill>
              <a:srgbClr val="00AE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3" name="object 2243"/>
          <p:cNvSpPr txBox="1"/>
          <p:nvPr/>
        </p:nvSpPr>
        <p:spPr>
          <a:xfrm>
            <a:off x="725299" y="2314492"/>
            <a:ext cx="2976880" cy="124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9920">
              <a:lnSpc>
                <a:spcPct val="100000"/>
              </a:lnSpc>
              <a:spcBef>
                <a:spcPts val="100"/>
              </a:spcBef>
              <a:tabLst>
                <a:tab pos="2319655" algn="l"/>
              </a:tabLst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A	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i="1" spc="45" dirty="0">
                <a:solidFill>
                  <a:srgbClr val="231F20"/>
                </a:solidFill>
                <a:latin typeface="Arial"/>
                <a:cs typeface="Arial"/>
              </a:rPr>
              <a:t>ABC 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900" i="1" spc="3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[BE],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[AC]</a:t>
            </a:r>
            <a:r>
              <a:rPr sz="900" i="1" spc="3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nin </a:t>
            </a: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kenarortayıdır.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i="1" spc="5" dirty="0">
                <a:solidFill>
                  <a:srgbClr val="231F20"/>
                </a:solidFill>
                <a:latin typeface="Arial"/>
                <a:cs typeface="Arial"/>
              </a:rPr>
              <a:t>|AE|</a:t>
            </a:r>
            <a:r>
              <a:rPr sz="9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br,</a:t>
            </a:r>
            <a:r>
              <a:rPr sz="9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Arial"/>
                <a:cs typeface="Arial"/>
              </a:rPr>
              <a:t>|EC|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x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9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40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80" dirty="0">
                <a:solidFill>
                  <a:srgbClr val="231F20"/>
                </a:solidFill>
                <a:latin typeface="Verdana"/>
                <a:cs typeface="Verdana"/>
              </a:rPr>
              <a:t>x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20" dirty="0">
                <a:solidFill>
                  <a:srgbClr val="231F20"/>
                </a:solidFill>
                <a:latin typeface="Verdana"/>
                <a:cs typeface="Verdana"/>
              </a:rPr>
              <a:t>birimdir?</a:t>
            </a:r>
            <a:endParaRPr sz="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750570" algn="l"/>
                <a:tab pos="1614170" algn="l"/>
                <a:tab pos="2406650" algn="l"/>
              </a:tabLst>
            </a:pPr>
            <a:r>
              <a:rPr sz="900" i="1" spc="50" dirty="0">
                <a:solidFill>
                  <a:srgbClr val="00AEEF"/>
                </a:solidFill>
                <a:latin typeface="Arial"/>
                <a:cs typeface="Arial"/>
              </a:rPr>
              <a:t>A)</a:t>
            </a:r>
            <a:r>
              <a:rPr sz="900" i="1" spc="19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25" dirty="0">
                <a:solidFill>
                  <a:srgbClr val="231F20"/>
                </a:solidFill>
                <a:latin typeface="Arial"/>
                <a:cs typeface="Arial"/>
              </a:rPr>
              <a:t>2	</a:t>
            </a:r>
            <a:r>
              <a:rPr sz="900" i="1" spc="65" dirty="0">
                <a:solidFill>
                  <a:srgbClr val="FFFFFF"/>
                </a:solidFill>
                <a:latin typeface="Arial"/>
                <a:cs typeface="Arial"/>
              </a:rPr>
              <a:t>B)</a:t>
            </a:r>
            <a:r>
              <a:rPr sz="900" i="1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3	</a:t>
            </a:r>
            <a:r>
              <a:rPr sz="900" i="1" spc="70" dirty="0">
                <a:solidFill>
                  <a:srgbClr val="00AEEF"/>
                </a:solidFill>
                <a:latin typeface="Arial"/>
                <a:cs typeface="Arial"/>
              </a:rPr>
              <a:t>C)</a:t>
            </a:r>
            <a:r>
              <a:rPr sz="900" i="1" spc="19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4	</a:t>
            </a:r>
            <a:r>
              <a:rPr sz="900" i="1" spc="95" dirty="0">
                <a:solidFill>
                  <a:srgbClr val="00AEEF"/>
                </a:solidFill>
                <a:latin typeface="Arial"/>
                <a:cs typeface="Arial"/>
              </a:rPr>
              <a:t>D)</a:t>
            </a:r>
            <a:r>
              <a:rPr sz="900" i="1" spc="13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244" name="object 2244"/>
          <p:cNvGrpSpPr/>
          <p:nvPr/>
        </p:nvGrpSpPr>
        <p:grpSpPr>
          <a:xfrm>
            <a:off x="1551367" y="4462923"/>
            <a:ext cx="76200" cy="76200"/>
            <a:chOff x="1551367" y="4462923"/>
            <a:chExt cx="76200" cy="76200"/>
          </a:xfrm>
        </p:grpSpPr>
        <p:sp>
          <p:nvSpPr>
            <p:cNvPr id="2245" name="object 2245"/>
            <p:cNvSpPr/>
            <p:nvPr/>
          </p:nvSpPr>
          <p:spPr>
            <a:xfrm>
              <a:off x="1554542" y="4466098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0" y="0"/>
                  </a:moveTo>
                  <a:lnTo>
                    <a:pt x="0" y="69380"/>
                  </a:lnTo>
                  <a:lnTo>
                    <a:pt x="69380" y="6938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6" name="object 2246"/>
            <p:cNvSpPr/>
            <p:nvPr/>
          </p:nvSpPr>
          <p:spPr>
            <a:xfrm>
              <a:off x="1585866" y="4497429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4" h="6985">
                  <a:moveTo>
                    <a:pt x="3365" y="6730"/>
                  </a:moveTo>
                  <a:lnTo>
                    <a:pt x="5232" y="6730"/>
                  </a:lnTo>
                  <a:lnTo>
                    <a:pt x="6730" y="5219"/>
                  </a:lnTo>
                  <a:lnTo>
                    <a:pt x="6730" y="3352"/>
                  </a:lnTo>
                  <a:lnTo>
                    <a:pt x="6730" y="1498"/>
                  </a:lnTo>
                  <a:lnTo>
                    <a:pt x="5232" y="0"/>
                  </a:lnTo>
                  <a:lnTo>
                    <a:pt x="3365" y="0"/>
                  </a:lnTo>
                  <a:lnTo>
                    <a:pt x="1498" y="0"/>
                  </a:lnTo>
                  <a:lnTo>
                    <a:pt x="0" y="1498"/>
                  </a:lnTo>
                  <a:lnTo>
                    <a:pt x="0" y="3352"/>
                  </a:lnTo>
                  <a:lnTo>
                    <a:pt x="0" y="5219"/>
                  </a:lnTo>
                  <a:lnTo>
                    <a:pt x="1498" y="6730"/>
                  </a:lnTo>
                  <a:lnTo>
                    <a:pt x="3365" y="673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47" name="object 2247"/>
          <p:cNvSpPr txBox="1"/>
          <p:nvPr/>
        </p:nvSpPr>
        <p:spPr>
          <a:xfrm>
            <a:off x="501900" y="4331270"/>
            <a:ext cx="3797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b="1" i="1" spc="-90" dirty="0">
                <a:solidFill>
                  <a:srgbClr val="EF5BA1"/>
                </a:solidFill>
                <a:latin typeface="Verdana"/>
                <a:cs typeface="Verdana"/>
              </a:rPr>
              <a:t>2.</a:t>
            </a:r>
            <a:r>
              <a:rPr sz="1100" b="1" i="1" spc="229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1350" i="1" spc="157" baseline="-21604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1350" baseline="-21604">
              <a:latin typeface="Arial"/>
              <a:cs typeface="Arial"/>
            </a:endParaRPr>
          </a:p>
        </p:txBody>
      </p:sp>
      <p:sp>
        <p:nvSpPr>
          <p:cNvPr id="2248" name="object 2248"/>
          <p:cNvSpPr txBox="1"/>
          <p:nvPr/>
        </p:nvSpPr>
        <p:spPr>
          <a:xfrm>
            <a:off x="1638341" y="4401010"/>
            <a:ext cx="1314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</p:txBody>
      </p:sp>
      <p:sp>
        <p:nvSpPr>
          <p:cNvPr id="2249" name="object 2249"/>
          <p:cNvSpPr/>
          <p:nvPr/>
        </p:nvSpPr>
        <p:spPr>
          <a:xfrm>
            <a:off x="868677" y="4466692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80" h="754379">
                <a:moveTo>
                  <a:pt x="0" y="0"/>
                </a:moveTo>
                <a:lnTo>
                  <a:pt x="754100" y="754100"/>
                </a:lnTo>
                <a:lnTo>
                  <a:pt x="754100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E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0" name="object 2250"/>
          <p:cNvSpPr txBox="1"/>
          <p:nvPr/>
        </p:nvSpPr>
        <p:spPr>
          <a:xfrm>
            <a:off x="1930982" y="4303291"/>
            <a:ext cx="177228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38900"/>
              </a:lnSpc>
              <a:spcBef>
                <a:spcPts val="100"/>
              </a:spcBef>
              <a:tabLst>
                <a:tab pos="343535" algn="l"/>
                <a:tab pos="1223645" algn="l"/>
              </a:tabLst>
            </a:pPr>
            <a:r>
              <a:rPr sz="900" b="1" i="1" spc="15" dirty="0">
                <a:solidFill>
                  <a:srgbClr val="231F20"/>
                </a:solidFill>
                <a:latin typeface="Verdana"/>
                <a:cs typeface="Verdana"/>
              </a:rPr>
              <a:t>KLM</a:t>
            </a:r>
            <a:r>
              <a:rPr sz="900" b="1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5" dirty="0">
                <a:solidFill>
                  <a:srgbClr val="231F20"/>
                </a:solidFill>
                <a:latin typeface="Verdana"/>
                <a:cs typeface="Verdana"/>
              </a:rPr>
              <a:t>dik</a:t>
            </a:r>
            <a:r>
              <a:rPr sz="900" b="1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25" dirty="0">
                <a:solidFill>
                  <a:srgbClr val="231F20"/>
                </a:solidFill>
                <a:latin typeface="Verdana"/>
                <a:cs typeface="Verdana"/>
              </a:rPr>
              <a:t>üçgeninde</a:t>
            </a:r>
            <a:r>
              <a:rPr sz="900" b="1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[KL]</a:t>
            </a:r>
            <a:r>
              <a:rPr sz="9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0" dirty="0">
                <a:solidFill>
                  <a:srgbClr val="231F20"/>
                </a:solidFill>
                <a:latin typeface="Verdana"/>
                <a:cs typeface="Verdana"/>
              </a:rPr>
              <a:t>ye </a:t>
            </a:r>
            <a:r>
              <a:rPr sz="900" b="1" i="1" spc="-2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85" dirty="0">
                <a:solidFill>
                  <a:srgbClr val="231F20"/>
                </a:solidFill>
                <a:latin typeface="Verdana"/>
                <a:cs typeface="Verdana"/>
              </a:rPr>
              <a:t>ait</a:t>
            </a:r>
            <a:r>
              <a:rPr sz="900" b="1" i="1" spc="-75" dirty="0">
                <a:solidFill>
                  <a:srgbClr val="231F20"/>
                </a:solidFill>
                <a:latin typeface="Verdana"/>
                <a:cs typeface="Verdana"/>
              </a:rPr>
              <a:t>t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	</a:t>
            </a:r>
            <a:r>
              <a:rPr sz="900" b="1" i="1" spc="-100" dirty="0">
                <a:solidFill>
                  <a:srgbClr val="231F20"/>
                </a:solidFill>
                <a:latin typeface="Verdana"/>
                <a:cs typeface="Verdana"/>
              </a:rPr>
              <a:t>k</a:t>
            </a:r>
            <a:r>
              <a:rPr sz="900" b="1" i="1" spc="-15" dirty="0">
                <a:solidFill>
                  <a:srgbClr val="231F20"/>
                </a:solidFill>
                <a:latin typeface="Verdana"/>
                <a:cs typeface="Verdana"/>
              </a:rPr>
              <a:t>enarortt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900" b="1" i="1" spc="-10" dirty="0">
                <a:solidFill>
                  <a:srgbClr val="231F20"/>
                </a:solidFill>
                <a:latin typeface="Verdana"/>
                <a:cs typeface="Verdana"/>
              </a:rPr>
              <a:t>y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	</a:t>
            </a:r>
            <a:r>
              <a:rPr sz="900" b="1" i="1" spc="-60" dirty="0">
                <a:solidFill>
                  <a:srgbClr val="231F20"/>
                </a:solidFill>
                <a:latin typeface="Verdana"/>
                <a:cs typeface="Verdana"/>
              </a:rPr>
              <a:t>uzunluğu</a:t>
            </a:r>
            <a:endParaRPr sz="900">
              <a:latin typeface="Verdana"/>
              <a:cs typeface="Verdana"/>
            </a:endParaRPr>
          </a:p>
          <a:p>
            <a:pPr marL="12700" marR="5715">
              <a:lnSpc>
                <a:spcPct val="138900"/>
              </a:lnSpc>
            </a:pPr>
            <a:r>
              <a:rPr sz="900" b="1" i="1" spc="-5" dirty="0">
                <a:solidFill>
                  <a:srgbClr val="231F20"/>
                </a:solidFill>
                <a:latin typeface="Verdana"/>
                <a:cs typeface="Verdana"/>
              </a:rPr>
              <a:t>8</a:t>
            </a:r>
            <a:r>
              <a:rPr sz="900" b="1" i="1" spc="1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25" dirty="0">
                <a:solidFill>
                  <a:srgbClr val="231F20"/>
                </a:solidFill>
                <a:latin typeface="Verdana"/>
                <a:cs typeface="Verdana"/>
              </a:rPr>
              <a:t>br</a:t>
            </a:r>
            <a:r>
              <a:rPr sz="9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900" b="1" i="1" spc="2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900" b="1" i="1" spc="1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25" dirty="0">
                <a:solidFill>
                  <a:srgbClr val="231F20"/>
                </a:solidFill>
                <a:latin typeface="Verdana"/>
                <a:cs typeface="Verdana"/>
              </a:rPr>
              <a:t>|KL| </a:t>
            </a:r>
            <a:r>
              <a:rPr sz="900" b="1" i="1" spc="-2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20" dirty="0">
                <a:solidFill>
                  <a:srgbClr val="231F20"/>
                </a:solidFill>
                <a:latin typeface="Verdana"/>
                <a:cs typeface="Verdana"/>
              </a:rPr>
              <a:t>birimdir?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251" name="object 2251"/>
          <p:cNvSpPr txBox="1"/>
          <p:nvPr/>
        </p:nvSpPr>
        <p:spPr>
          <a:xfrm>
            <a:off x="725346" y="5535903"/>
            <a:ext cx="2876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0" dirty="0">
                <a:solidFill>
                  <a:srgbClr val="00AEEF"/>
                </a:solidFill>
                <a:latin typeface="Arial"/>
                <a:cs typeface="Arial"/>
              </a:rPr>
              <a:t>A)</a:t>
            </a:r>
            <a:r>
              <a:rPr sz="900" i="1" spc="11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14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endParaRPr sz="900">
              <a:latin typeface="Arial"/>
              <a:cs typeface="Arial"/>
            </a:endParaRPr>
          </a:p>
        </p:txBody>
      </p:sp>
      <p:sp>
        <p:nvSpPr>
          <p:cNvPr id="2252" name="object 2252"/>
          <p:cNvSpPr txBox="1"/>
          <p:nvPr/>
        </p:nvSpPr>
        <p:spPr>
          <a:xfrm>
            <a:off x="1463381" y="5214598"/>
            <a:ext cx="35496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1115" algn="ctr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i="1" spc="65" dirty="0">
                <a:solidFill>
                  <a:srgbClr val="00AEEF"/>
                </a:solidFill>
                <a:latin typeface="Arial"/>
                <a:cs typeface="Arial"/>
              </a:rPr>
              <a:t>B)</a:t>
            </a:r>
            <a:r>
              <a:rPr sz="900" i="1" spc="114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  <p:sp>
        <p:nvSpPr>
          <p:cNvPr id="2253" name="object 2253"/>
          <p:cNvSpPr txBox="1"/>
          <p:nvPr/>
        </p:nvSpPr>
        <p:spPr>
          <a:xfrm>
            <a:off x="2327375" y="5535903"/>
            <a:ext cx="3524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70" dirty="0">
                <a:solidFill>
                  <a:srgbClr val="00AEEF"/>
                </a:solidFill>
                <a:latin typeface="Arial"/>
                <a:cs typeface="Arial"/>
              </a:rPr>
              <a:t>C)</a:t>
            </a:r>
            <a:r>
              <a:rPr sz="900" i="1" spc="114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Arial"/>
                <a:cs typeface="Arial"/>
              </a:rPr>
              <a:t>12</a:t>
            </a:r>
            <a:endParaRPr sz="900">
              <a:latin typeface="Arial"/>
              <a:cs typeface="Arial"/>
            </a:endParaRPr>
          </a:p>
        </p:txBody>
      </p:sp>
      <p:sp>
        <p:nvSpPr>
          <p:cNvPr id="2254" name="object 2254"/>
          <p:cNvSpPr txBox="1"/>
          <p:nvPr/>
        </p:nvSpPr>
        <p:spPr>
          <a:xfrm>
            <a:off x="3119359" y="5535903"/>
            <a:ext cx="355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FFFFFF"/>
                </a:solidFill>
                <a:latin typeface="Arial"/>
                <a:cs typeface="Arial"/>
              </a:rPr>
              <a:t>D)</a:t>
            </a:r>
            <a:r>
              <a:rPr sz="900" i="1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5" dirty="0">
                <a:solidFill>
                  <a:srgbClr val="231F20"/>
                </a:solidFill>
                <a:latin typeface="Arial"/>
                <a:cs typeface="Arial"/>
              </a:rPr>
              <a:t>16</a:t>
            </a:r>
            <a:endParaRPr sz="900">
              <a:latin typeface="Arial"/>
              <a:cs typeface="Arial"/>
            </a:endParaRPr>
          </a:p>
        </p:txBody>
      </p:sp>
      <p:sp>
        <p:nvSpPr>
          <p:cNvPr id="2255" name="object 2255"/>
          <p:cNvSpPr txBox="1"/>
          <p:nvPr/>
        </p:nvSpPr>
        <p:spPr>
          <a:xfrm>
            <a:off x="527300" y="6237092"/>
            <a:ext cx="3175000" cy="40703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10185" marR="5080" indent="-198120">
              <a:lnSpc>
                <a:spcPts val="1500"/>
              </a:lnSpc>
              <a:spcBef>
                <a:spcPts val="200"/>
              </a:spcBef>
            </a:pPr>
            <a:r>
              <a:rPr sz="1100" b="1" i="1" spc="-114" dirty="0">
                <a:solidFill>
                  <a:srgbClr val="EF5BA1"/>
                </a:solidFill>
                <a:latin typeface="Verdana"/>
                <a:cs typeface="Verdana"/>
              </a:rPr>
              <a:t>3.</a:t>
            </a:r>
            <a:r>
              <a:rPr sz="1100" b="1" i="1" spc="-40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900" b="1" i="1" spc="-25" dirty="0">
                <a:solidFill>
                  <a:srgbClr val="231F20"/>
                </a:solidFill>
                <a:latin typeface="Verdana"/>
                <a:cs typeface="Verdana"/>
              </a:rPr>
              <a:t>Aşağıdaki</a:t>
            </a:r>
            <a:r>
              <a:rPr sz="900" b="1" i="1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20" dirty="0">
                <a:solidFill>
                  <a:srgbClr val="231F20"/>
                </a:solidFill>
                <a:latin typeface="Verdana"/>
                <a:cs typeface="Verdana"/>
              </a:rPr>
              <a:t>verilen</a:t>
            </a:r>
            <a:r>
              <a:rPr sz="900" b="1" i="1" spc="-10" dirty="0">
                <a:solidFill>
                  <a:srgbClr val="231F20"/>
                </a:solidFill>
                <a:latin typeface="Verdana"/>
                <a:cs typeface="Verdana"/>
              </a:rPr>
              <a:t> üçgenlerden</a:t>
            </a:r>
            <a:r>
              <a:rPr sz="900" b="1" i="1" spc="27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hangisinde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900" b="1" i="1" spc="-2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5" dirty="0">
                <a:solidFill>
                  <a:srgbClr val="231F20"/>
                </a:solidFill>
                <a:latin typeface="Verdana"/>
                <a:cs typeface="Verdana"/>
              </a:rPr>
              <a:t>kenarına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85" dirty="0">
                <a:solidFill>
                  <a:srgbClr val="231F20"/>
                </a:solidFill>
                <a:latin typeface="Verdana"/>
                <a:cs typeface="Verdana"/>
              </a:rPr>
              <a:t>aitt</a:t>
            </a:r>
            <a:r>
              <a:rPr sz="900" b="1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25" dirty="0">
                <a:solidFill>
                  <a:srgbClr val="231F20"/>
                </a:solidFill>
                <a:latin typeface="Verdana"/>
                <a:cs typeface="Verdana"/>
              </a:rPr>
              <a:t>kenarorttay</a:t>
            </a:r>
            <a:r>
              <a:rPr sz="900" b="1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u="sng" spc="-2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Verdana"/>
                <a:cs typeface="Verdana"/>
              </a:rPr>
              <a:t>yanlış</a:t>
            </a:r>
            <a:r>
              <a:rPr sz="900" b="1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çizilmişttir?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2256" name="object 2256"/>
          <p:cNvGrpSpPr/>
          <p:nvPr/>
        </p:nvGrpSpPr>
        <p:grpSpPr>
          <a:xfrm>
            <a:off x="954397" y="6838301"/>
            <a:ext cx="1096010" cy="917575"/>
            <a:chOff x="954397" y="6838301"/>
            <a:chExt cx="1096010" cy="917575"/>
          </a:xfrm>
        </p:grpSpPr>
        <p:sp>
          <p:nvSpPr>
            <p:cNvPr id="2257" name="object 2257"/>
            <p:cNvSpPr/>
            <p:nvPr/>
          </p:nvSpPr>
          <p:spPr>
            <a:xfrm>
              <a:off x="957572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8" name="object 2258"/>
            <p:cNvSpPr/>
            <p:nvPr/>
          </p:nvSpPr>
          <p:spPr>
            <a:xfrm>
              <a:off x="957572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9" name="object 2259"/>
            <p:cNvSpPr/>
            <p:nvPr/>
          </p:nvSpPr>
          <p:spPr>
            <a:xfrm>
              <a:off x="1136159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0" name="object 2260"/>
            <p:cNvSpPr/>
            <p:nvPr/>
          </p:nvSpPr>
          <p:spPr>
            <a:xfrm>
              <a:off x="1136159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1" name="object 2261"/>
            <p:cNvSpPr/>
            <p:nvPr/>
          </p:nvSpPr>
          <p:spPr>
            <a:xfrm>
              <a:off x="1314748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2" name="object 2262"/>
            <p:cNvSpPr/>
            <p:nvPr/>
          </p:nvSpPr>
          <p:spPr>
            <a:xfrm>
              <a:off x="1314748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3" name="object 2263"/>
            <p:cNvSpPr/>
            <p:nvPr/>
          </p:nvSpPr>
          <p:spPr>
            <a:xfrm>
              <a:off x="1493337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4" name="object 2264"/>
            <p:cNvSpPr/>
            <p:nvPr/>
          </p:nvSpPr>
          <p:spPr>
            <a:xfrm>
              <a:off x="1493337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5" name="object 2265"/>
            <p:cNvSpPr/>
            <p:nvPr/>
          </p:nvSpPr>
          <p:spPr>
            <a:xfrm>
              <a:off x="1671924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6" name="object 2266"/>
            <p:cNvSpPr/>
            <p:nvPr/>
          </p:nvSpPr>
          <p:spPr>
            <a:xfrm>
              <a:off x="1671924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7" name="object 2267"/>
            <p:cNvSpPr/>
            <p:nvPr/>
          </p:nvSpPr>
          <p:spPr>
            <a:xfrm>
              <a:off x="1850514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8" name="object 2268"/>
            <p:cNvSpPr/>
            <p:nvPr/>
          </p:nvSpPr>
          <p:spPr>
            <a:xfrm>
              <a:off x="1850514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9" name="object 2269"/>
            <p:cNvSpPr/>
            <p:nvPr/>
          </p:nvSpPr>
          <p:spPr>
            <a:xfrm>
              <a:off x="2029101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0" name="object 2270"/>
            <p:cNvSpPr/>
            <p:nvPr/>
          </p:nvSpPr>
          <p:spPr>
            <a:xfrm>
              <a:off x="2029101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1" name="object 2271"/>
            <p:cNvSpPr/>
            <p:nvPr/>
          </p:nvSpPr>
          <p:spPr>
            <a:xfrm>
              <a:off x="957572" y="755592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2" name="object 2272"/>
            <p:cNvSpPr/>
            <p:nvPr/>
          </p:nvSpPr>
          <p:spPr>
            <a:xfrm>
              <a:off x="957572" y="755592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3" name="object 2273"/>
            <p:cNvSpPr/>
            <p:nvPr/>
          </p:nvSpPr>
          <p:spPr>
            <a:xfrm>
              <a:off x="957572" y="70200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4" name="object 2274"/>
            <p:cNvSpPr/>
            <p:nvPr/>
          </p:nvSpPr>
          <p:spPr>
            <a:xfrm>
              <a:off x="957572" y="70200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5" name="object 2275"/>
            <p:cNvSpPr/>
            <p:nvPr/>
          </p:nvSpPr>
          <p:spPr>
            <a:xfrm>
              <a:off x="957572" y="77345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6" name="object 2276"/>
            <p:cNvSpPr/>
            <p:nvPr/>
          </p:nvSpPr>
          <p:spPr>
            <a:xfrm>
              <a:off x="957572" y="77345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7" name="object 2277"/>
            <p:cNvSpPr/>
            <p:nvPr/>
          </p:nvSpPr>
          <p:spPr>
            <a:xfrm>
              <a:off x="957572" y="719870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8" name="object 2278"/>
            <p:cNvSpPr/>
            <p:nvPr/>
          </p:nvSpPr>
          <p:spPr>
            <a:xfrm>
              <a:off x="957572" y="719870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9" name="object 2279"/>
            <p:cNvSpPr/>
            <p:nvPr/>
          </p:nvSpPr>
          <p:spPr>
            <a:xfrm>
              <a:off x="957572" y="73773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0" name="object 2280"/>
            <p:cNvSpPr/>
            <p:nvPr/>
          </p:nvSpPr>
          <p:spPr>
            <a:xfrm>
              <a:off x="957572" y="73773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81" name="object 22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2984" y="7016906"/>
              <a:ext cx="916945" cy="738541"/>
            </a:xfrm>
            <a:prstGeom prst="rect">
              <a:avLst/>
            </a:prstGeom>
          </p:spPr>
        </p:pic>
      </p:grpSp>
      <p:sp>
        <p:nvSpPr>
          <p:cNvPr id="2282" name="object 2282"/>
          <p:cNvSpPr txBox="1"/>
          <p:nvPr/>
        </p:nvSpPr>
        <p:spPr>
          <a:xfrm>
            <a:off x="1974817" y="6884686"/>
            <a:ext cx="1212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20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endParaRPr sz="900">
              <a:latin typeface="Arial"/>
              <a:cs typeface="Arial"/>
            </a:endParaRPr>
          </a:p>
        </p:txBody>
      </p:sp>
      <p:sp>
        <p:nvSpPr>
          <p:cNvPr id="2283" name="object 2283"/>
          <p:cNvSpPr txBox="1"/>
          <p:nvPr/>
        </p:nvSpPr>
        <p:spPr>
          <a:xfrm>
            <a:off x="992408" y="7676670"/>
            <a:ext cx="1314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</p:txBody>
      </p:sp>
      <p:sp>
        <p:nvSpPr>
          <p:cNvPr id="2284" name="object 2284"/>
          <p:cNvSpPr txBox="1"/>
          <p:nvPr/>
        </p:nvSpPr>
        <p:spPr>
          <a:xfrm>
            <a:off x="1535904" y="7676670"/>
            <a:ext cx="115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</p:txBody>
      </p:sp>
      <p:sp>
        <p:nvSpPr>
          <p:cNvPr id="2285" name="object 2285"/>
          <p:cNvSpPr txBox="1"/>
          <p:nvPr/>
        </p:nvSpPr>
        <p:spPr>
          <a:xfrm>
            <a:off x="1523686" y="8189544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2286" name="object 2286"/>
          <p:cNvSpPr txBox="1"/>
          <p:nvPr/>
        </p:nvSpPr>
        <p:spPr>
          <a:xfrm>
            <a:off x="1449734" y="8824938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2287" name="object 2287"/>
          <p:cNvSpPr txBox="1"/>
          <p:nvPr/>
        </p:nvSpPr>
        <p:spPr>
          <a:xfrm>
            <a:off x="1033110" y="8386940"/>
            <a:ext cx="105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288" name="object 2288"/>
          <p:cNvGrpSpPr/>
          <p:nvPr/>
        </p:nvGrpSpPr>
        <p:grpSpPr>
          <a:xfrm>
            <a:off x="954397" y="6838301"/>
            <a:ext cx="2680970" cy="2165350"/>
            <a:chOff x="954397" y="6838301"/>
            <a:chExt cx="2680970" cy="2165350"/>
          </a:xfrm>
        </p:grpSpPr>
        <p:sp>
          <p:nvSpPr>
            <p:cNvPr id="2289" name="object 2289"/>
            <p:cNvSpPr/>
            <p:nvPr/>
          </p:nvSpPr>
          <p:spPr>
            <a:xfrm>
              <a:off x="957572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0" name="object 2290"/>
            <p:cNvSpPr/>
            <p:nvPr/>
          </p:nvSpPr>
          <p:spPr>
            <a:xfrm>
              <a:off x="957572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1" name="object 2291"/>
            <p:cNvSpPr/>
            <p:nvPr/>
          </p:nvSpPr>
          <p:spPr>
            <a:xfrm>
              <a:off x="1136159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2" name="object 2292"/>
            <p:cNvSpPr/>
            <p:nvPr/>
          </p:nvSpPr>
          <p:spPr>
            <a:xfrm>
              <a:off x="1136159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3" name="object 2293"/>
            <p:cNvSpPr/>
            <p:nvPr/>
          </p:nvSpPr>
          <p:spPr>
            <a:xfrm>
              <a:off x="1314748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4" name="object 2294"/>
            <p:cNvSpPr/>
            <p:nvPr/>
          </p:nvSpPr>
          <p:spPr>
            <a:xfrm>
              <a:off x="1314748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5" name="object 2295"/>
            <p:cNvSpPr/>
            <p:nvPr/>
          </p:nvSpPr>
          <p:spPr>
            <a:xfrm>
              <a:off x="1493337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6" name="object 2296"/>
            <p:cNvSpPr/>
            <p:nvPr/>
          </p:nvSpPr>
          <p:spPr>
            <a:xfrm>
              <a:off x="1493337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7" name="object 2297"/>
            <p:cNvSpPr/>
            <p:nvPr/>
          </p:nvSpPr>
          <p:spPr>
            <a:xfrm>
              <a:off x="1671924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8" name="object 2298"/>
            <p:cNvSpPr/>
            <p:nvPr/>
          </p:nvSpPr>
          <p:spPr>
            <a:xfrm>
              <a:off x="1671924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9" name="object 2299"/>
            <p:cNvSpPr/>
            <p:nvPr/>
          </p:nvSpPr>
          <p:spPr>
            <a:xfrm>
              <a:off x="1850514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0" name="object 2300"/>
            <p:cNvSpPr/>
            <p:nvPr/>
          </p:nvSpPr>
          <p:spPr>
            <a:xfrm>
              <a:off x="1850514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1" name="object 2301"/>
            <p:cNvSpPr/>
            <p:nvPr/>
          </p:nvSpPr>
          <p:spPr>
            <a:xfrm>
              <a:off x="2029101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2" name="object 2302"/>
            <p:cNvSpPr/>
            <p:nvPr/>
          </p:nvSpPr>
          <p:spPr>
            <a:xfrm>
              <a:off x="2029101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3" name="object 2303"/>
            <p:cNvSpPr/>
            <p:nvPr/>
          </p:nvSpPr>
          <p:spPr>
            <a:xfrm>
              <a:off x="957572" y="88040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4" name="object 2304"/>
            <p:cNvSpPr/>
            <p:nvPr/>
          </p:nvSpPr>
          <p:spPr>
            <a:xfrm>
              <a:off x="957572" y="88040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5" name="object 2305"/>
            <p:cNvSpPr/>
            <p:nvPr/>
          </p:nvSpPr>
          <p:spPr>
            <a:xfrm>
              <a:off x="1136159" y="88040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6" name="object 2306"/>
            <p:cNvSpPr/>
            <p:nvPr/>
          </p:nvSpPr>
          <p:spPr>
            <a:xfrm>
              <a:off x="1136159" y="88040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7" name="object 2307"/>
            <p:cNvSpPr/>
            <p:nvPr/>
          </p:nvSpPr>
          <p:spPr>
            <a:xfrm>
              <a:off x="1314748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8" name="object 2308"/>
            <p:cNvSpPr/>
            <p:nvPr/>
          </p:nvSpPr>
          <p:spPr>
            <a:xfrm>
              <a:off x="1314748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49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9" name="object 2309"/>
            <p:cNvSpPr/>
            <p:nvPr/>
          </p:nvSpPr>
          <p:spPr>
            <a:xfrm>
              <a:off x="1493337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0" name="object 2310"/>
            <p:cNvSpPr/>
            <p:nvPr/>
          </p:nvSpPr>
          <p:spPr>
            <a:xfrm>
              <a:off x="1493337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49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1" name="object 2311"/>
            <p:cNvSpPr/>
            <p:nvPr/>
          </p:nvSpPr>
          <p:spPr>
            <a:xfrm>
              <a:off x="1671924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2" name="object 2312"/>
            <p:cNvSpPr/>
            <p:nvPr/>
          </p:nvSpPr>
          <p:spPr>
            <a:xfrm>
              <a:off x="1671924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49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3" name="object 2313"/>
            <p:cNvSpPr/>
            <p:nvPr/>
          </p:nvSpPr>
          <p:spPr>
            <a:xfrm>
              <a:off x="1850514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4" name="object 2314"/>
            <p:cNvSpPr/>
            <p:nvPr/>
          </p:nvSpPr>
          <p:spPr>
            <a:xfrm>
              <a:off x="1850514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49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5" name="object 2315"/>
            <p:cNvSpPr/>
            <p:nvPr/>
          </p:nvSpPr>
          <p:spPr>
            <a:xfrm>
              <a:off x="2029101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6" name="object 2316"/>
            <p:cNvSpPr/>
            <p:nvPr/>
          </p:nvSpPr>
          <p:spPr>
            <a:xfrm>
              <a:off x="2029101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49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7" name="object 2317"/>
            <p:cNvSpPr/>
            <p:nvPr/>
          </p:nvSpPr>
          <p:spPr>
            <a:xfrm>
              <a:off x="957572" y="826817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8" name="object 2318"/>
            <p:cNvSpPr/>
            <p:nvPr/>
          </p:nvSpPr>
          <p:spPr>
            <a:xfrm>
              <a:off x="957572" y="826817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9" name="object 2319"/>
            <p:cNvSpPr/>
            <p:nvPr/>
          </p:nvSpPr>
          <p:spPr>
            <a:xfrm>
              <a:off x="1136159" y="826817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0" name="object 2320"/>
            <p:cNvSpPr/>
            <p:nvPr/>
          </p:nvSpPr>
          <p:spPr>
            <a:xfrm>
              <a:off x="1136159" y="826817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1" name="object 2321"/>
            <p:cNvSpPr/>
            <p:nvPr/>
          </p:nvSpPr>
          <p:spPr>
            <a:xfrm>
              <a:off x="1314748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2" name="object 2322"/>
            <p:cNvSpPr/>
            <p:nvPr/>
          </p:nvSpPr>
          <p:spPr>
            <a:xfrm>
              <a:off x="1314748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3" name="object 2323"/>
            <p:cNvSpPr/>
            <p:nvPr/>
          </p:nvSpPr>
          <p:spPr>
            <a:xfrm>
              <a:off x="1493337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4" name="object 2324"/>
            <p:cNvSpPr/>
            <p:nvPr/>
          </p:nvSpPr>
          <p:spPr>
            <a:xfrm>
              <a:off x="1493337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5" name="object 2325"/>
            <p:cNvSpPr/>
            <p:nvPr/>
          </p:nvSpPr>
          <p:spPr>
            <a:xfrm>
              <a:off x="1671924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6" name="object 2326"/>
            <p:cNvSpPr/>
            <p:nvPr/>
          </p:nvSpPr>
          <p:spPr>
            <a:xfrm>
              <a:off x="1671924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7" name="object 2327"/>
            <p:cNvSpPr/>
            <p:nvPr/>
          </p:nvSpPr>
          <p:spPr>
            <a:xfrm>
              <a:off x="1850514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8" name="object 2328"/>
            <p:cNvSpPr/>
            <p:nvPr/>
          </p:nvSpPr>
          <p:spPr>
            <a:xfrm>
              <a:off x="1850514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9" name="object 2329"/>
            <p:cNvSpPr/>
            <p:nvPr/>
          </p:nvSpPr>
          <p:spPr>
            <a:xfrm>
              <a:off x="2029101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0" name="object 2330"/>
            <p:cNvSpPr/>
            <p:nvPr/>
          </p:nvSpPr>
          <p:spPr>
            <a:xfrm>
              <a:off x="2029101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1" name="object 2331"/>
            <p:cNvSpPr/>
            <p:nvPr/>
          </p:nvSpPr>
          <p:spPr>
            <a:xfrm>
              <a:off x="957572" y="8982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2" name="object 2332"/>
            <p:cNvSpPr/>
            <p:nvPr/>
          </p:nvSpPr>
          <p:spPr>
            <a:xfrm>
              <a:off x="957572" y="8982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3" name="object 2333"/>
            <p:cNvSpPr/>
            <p:nvPr/>
          </p:nvSpPr>
          <p:spPr>
            <a:xfrm>
              <a:off x="1136159" y="8982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4" name="object 2334"/>
            <p:cNvSpPr/>
            <p:nvPr/>
          </p:nvSpPr>
          <p:spPr>
            <a:xfrm>
              <a:off x="1136159" y="8982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5" name="object 2335"/>
            <p:cNvSpPr/>
            <p:nvPr/>
          </p:nvSpPr>
          <p:spPr>
            <a:xfrm>
              <a:off x="1314748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6" name="object 2336"/>
            <p:cNvSpPr/>
            <p:nvPr/>
          </p:nvSpPr>
          <p:spPr>
            <a:xfrm>
              <a:off x="1314748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7" name="object 2337"/>
            <p:cNvSpPr/>
            <p:nvPr/>
          </p:nvSpPr>
          <p:spPr>
            <a:xfrm>
              <a:off x="1493337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8" name="object 2338"/>
            <p:cNvSpPr/>
            <p:nvPr/>
          </p:nvSpPr>
          <p:spPr>
            <a:xfrm>
              <a:off x="1493337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9" name="object 2339"/>
            <p:cNvSpPr/>
            <p:nvPr/>
          </p:nvSpPr>
          <p:spPr>
            <a:xfrm>
              <a:off x="1671924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0" name="object 2340"/>
            <p:cNvSpPr/>
            <p:nvPr/>
          </p:nvSpPr>
          <p:spPr>
            <a:xfrm>
              <a:off x="1671924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1" name="object 2341"/>
            <p:cNvSpPr/>
            <p:nvPr/>
          </p:nvSpPr>
          <p:spPr>
            <a:xfrm>
              <a:off x="1850514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2" name="object 2342"/>
            <p:cNvSpPr/>
            <p:nvPr/>
          </p:nvSpPr>
          <p:spPr>
            <a:xfrm>
              <a:off x="1850514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3" name="object 2343"/>
            <p:cNvSpPr/>
            <p:nvPr/>
          </p:nvSpPr>
          <p:spPr>
            <a:xfrm>
              <a:off x="2029101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4" name="object 2344"/>
            <p:cNvSpPr/>
            <p:nvPr/>
          </p:nvSpPr>
          <p:spPr>
            <a:xfrm>
              <a:off x="2029101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5" name="object 2345"/>
            <p:cNvSpPr/>
            <p:nvPr/>
          </p:nvSpPr>
          <p:spPr>
            <a:xfrm>
              <a:off x="957572" y="84467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6" name="object 2346"/>
            <p:cNvSpPr/>
            <p:nvPr/>
          </p:nvSpPr>
          <p:spPr>
            <a:xfrm>
              <a:off x="957572" y="84467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7" name="object 2347"/>
            <p:cNvSpPr/>
            <p:nvPr/>
          </p:nvSpPr>
          <p:spPr>
            <a:xfrm>
              <a:off x="1136159" y="84467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8" name="object 2348"/>
            <p:cNvSpPr/>
            <p:nvPr/>
          </p:nvSpPr>
          <p:spPr>
            <a:xfrm>
              <a:off x="1136159" y="84467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9" name="object 2349"/>
            <p:cNvSpPr/>
            <p:nvPr/>
          </p:nvSpPr>
          <p:spPr>
            <a:xfrm>
              <a:off x="1314748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0" name="object 2350"/>
            <p:cNvSpPr/>
            <p:nvPr/>
          </p:nvSpPr>
          <p:spPr>
            <a:xfrm>
              <a:off x="1314748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1" name="object 2351"/>
            <p:cNvSpPr/>
            <p:nvPr/>
          </p:nvSpPr>
          <p:spPr>
            <a:xfrm>
              <a:off x="1493337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2" name="object 2352"/>
            <p:cNvSpPr/>
            <p:nvPr/>
          </p:nvSpPr>
          <p:spPr>
            <a:xfrm>
              <a:off x="1493337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3" name="object 2353"/>
            <p:cNvSpPr/>
            <p:nvPr/>
          </p:nvSpPr>
          <p:spPr>
            <a:xfrm>
              <a:off x="1671924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4" name="object 2354"/>
            <p:cNvSpPr/>
            <p:nvPr/>
          </p:nvSpPr>
          <p:spPr>
            <a:xfrm>
              <a:off x="1671924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5" name="object 2355"/>
            <p:cNvSpPr/>
            <p:nvPr/>
          </p:nvSpPr>
          <p:spPr>
            <a:xfrm>
              <a:off x="1850514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6" name="object 2356"/>
            <p:cNvSpPr/>
            <p:nvPr/>
          </p:nvSpPr>
          <p:spPr>
            <a:xfrm>
              <a:off x="1850514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7" name="object 2357"/>
            <p:cNvSpPr/>
            <p:nvPr/>
          </p:nvSpPr>
          <p:spPr>
            <a:xfrm>
              <a:off x="2029101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8" name="object 2358"/>
            <p:cNvSpPr/>
            <p:nvPr/>
          </p:nvSpPr>
          <p:spPr>
            <a:xfrm>
              <a:off x="2029101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9" name="object 2359"/>
            <p:cNvSpPr/>
            <p:nvPr/>
          </p:nvSpPr>
          <p:spPr>
            <a:xfrm>
              <a:off x="957572" y="8625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0" name="object 2360"/>
            <p:cNvSpPr/>
            <p:nvPr/>
          </p:nvSpPr>
          <p:spPr>
            <a:xfrm>
              <a:off x="957572" y="8625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1" name="object 2361"/>
            <p:cNvSpPr/>
            <p:nvPr/>
          </p:nvSpPr>
          <p:spPr>
            <a:xfrm>
              <a:off x="1136159" y="8625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2" name="object 2362"/>
            <p:cNvSpPr/>
            <p:nvPr/>
          </p:nvSpPr>
          <p:spPr>
            <a:xfrm>
              <a:off x="1136159" y="8625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3" name="object 2363"/>
            <p:cNvSpPr/>
            <p:nvPr/>
          </p:nvSpPr>
          <p:spPr>
            <a:xfrm>
              <a:off x="1314748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4" name="object 2364"/>
            <p:cNvSpPr/>
            <p:nvPr/>
          </p:nvSpPr>
          <p:spPr>
            <a:xfrm>
              <a:off x="1314748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5" name="object 2365"/>
            <p:cNvSpPr/>
            <p:nvPr/>
          </p:nvSpPr>
          <p:spPr>
            <a:xfrm>
              <a:off x="1493337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6" name="object 2366"/>
            <p:cNvSpPr/>
            <p:nvPr/>
          </p:nvSpPr>
          <p:spPr>
            <a:xfrm>
              <a:off x="1493337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7" name="object 2367"/>
            <p:cNvSpPr/>
            <p:nvPr/>
          </p:nvSpPr>
          <p:spPr>
            <a:xfrm>
              <a:off x="1671924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8" name="object 2368"/>
            <p:cNvSpPr/>
            <p:nvPr/>
          </p:nvSpPr>
          <p:spPr>
            <a:xfrm>
              <a:off x="1671924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9" name="object 2369"/>
            <p:cNvSpPr/>
            <p:nvPr/>
          </p:nvSpPr>
          <p:spPr>
            <a:xfrm>
              <a:off x="1850514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0" name="object 2370"/>
            <p:cNvSpPr/>
            <p:nvPr/>
          </p:nvSpPr>
          <p:spPr>
            <a:xfrm>
              <a:off x="1850514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1" name="object 2371"/>
            <p:cNvSpPr/>
            <p:nvPr/>
          </p:nvSpPr>
          <p:spPr>
            <a:xfrm>
              <a:off x="2029101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2" name="object 2372"/>
            <p:cNvSpPr/>
            <p:nvPr/>
          </p:nvSpPr>
          <p:spPr>
            <a:xfrm>
              <a:off x="2029101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3" name="object 2373"/>
            <p:cNvSpPr/>
            <p:nvPr/>
          </p:nvSpPr>
          <p:spPr>
            <a:xfrm>
              <a:off x="1323826" y="8278805"/>
              <a:ext cx="175895" cy="358140"/>
            </a:xfrm>
            <a:custGeom>
              <a:avLst/>
              <a:gdLst/>
              <a:ahLst/>
              <a:cxnLst/>
              <a:rect l="l" t="t" r="r" b="b"/>
              <a:pathLst>
                <a:path w="175894" h="358140">
                  <a:moveTo>
                    <a:pt x="0" y="357555"/>
                  </a:moveTo>
                  <a:lnTo>
                    <a:pt x="175615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4" name="object 2374"/>
            <p:cNvSpPr/>
            <p:nvPr/>
          </p:nvSpPr>
          <p:spPr>
            <a:xfrm>
              <a:off x="1142030" y="8277339"/>
              <a:ext cx="360045" cy="537210"/>
            </a:xfrm>
            <a:custGeom>
              <a:avLst/>
              <a:gdLst/>
              <a:ahLst/>
              <a:cxnLst/>
              <a:rect l="l" t="t" r="r" b="b"/>
              <a:pathLst>
                <a:path w="360044" h="537209">
                  <a:moveTo>
                    <a:pt x="0" y="181317"/>
                  </a:moveTo>
                  <a:lnTo>
                    <a:pt x="359994" y="536702"/>
                  </a:lnTo>
                  <a:lnTo>
                    <a:pt x="359994" y="0"/>
                  </a:lnTo>
                  <a:lnTo>
                    <a:pt x="0" y="181317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5" name="object 2375"/>
            <p:cNvSpPr/>
            <p:nvPr/>
          </p:nvSpPr>
          <p:spPr>
            <a:xfrm>
              <a:off x="2542871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6" name="object 2376"/>
            <p:cNvSpPr/>
            <p:nvPr/>
          </p:nvSpPr>
          <p:spPr>
            <a:xfrm>
              <a:off x="2542871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7" name="object 2377"/>
            <p:cNvSpPr/>
            <p:nvPr/>
          </p:nvSpPr>
          <p:spPr>
            <a:xfrm>
              <a:off x="2721460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8" name="object 2378"/>
            <p:cNvSpPr/>
            <p:nvPr/>
          </p:nvSpPr>
          <p:spPr>
            <a:xfrm>
              <a:off x="2721460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9" name="object 2379"/>
            <p:cNvSpPr/>
            <p:nvPr/>
          </p:nvSpPr>
          <p:spPr>
            <a:xfrm>
              <a:off x="2900048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0" name="object 2380"/>
            <p:cNvSpPr/>
            <p:nvPr/>
          </p:nvSpPr>
          <p:spPr>
            <a:xfrm>
              <a:off x="2900048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1" name="object 2381"/>
            <p:cNvSpPr/>
            <p:nvPr/>
          </p:nvSpPr>
          <p:spPr>
            <a:xfrm>
              <a:off x="3078636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2" name="object 2382"/>
            <p:cNvSpPr/>
            <p:nvPr/>
          </p:nvSpPr>
          <p:spPr>
            <a:xfrm>
              <a:off x="3078636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3" name="object 2383"/>
            <p:cNvSpPr/>
            <p:nvPr/>
          </p:nvSpPr>
          <p:spPr>
            <a:xfrm>
              <a:off x="3257224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4" name="object 2384"/>
            <p:cNvSpPr/>
            <p:nvPr/>
          </p:nvSpPr>
          <p:spPr>
            <a:xfrm>
              <a:off x="3257224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5" name="object 2385"/>
            <p:cNvSpPr/>
            <p:nvPr/>
          </p:nvSpPr>
          <p:spPr>
            <a:xfrm>
              <a:off x="3435814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6" name="object 2386"/>
            <p:cNvSpPr/>
            <p:nvPr/>
          </p:nvSpPr>
          <p:spPr>
            <a:xfrm>
              <a:off x="3435814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7" name="object 2387"/>
            <p:cNvSpPr/>
            <p:nvPr/>
          </p:nvSpPr>
          <p:spPr>
            <a:xfrm>
              <a:off x="3614402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8" name="object 2388"/>
            <p:cNvSpPr/>
            <p:nvPr/>
          </p:nvSpPr>
          <p:spPr>
            <a:xfrm>
              <a:off x="3614402" y="684147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9" name="object 2389"/>
            <p:cNvSpPr/>
            <p:nvPr/>
          </p:nvSpPr>
          <p:spPr>
            <a:xfrm>
              <a:off x="2542871" y="755592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0" name="object 2390"/>
            <p:cNvSpPr/>
            <p:nvPr/>
          </p:nvSpPr>
          <p:spPr>
            <a:xfrm>
              <a:off x="2542871" y="755592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1" name="object 2391"/>
            <p:cNvSpPr/>
            <p:nvPr/>
          </p:nvSpPr>
          <p:spPr>
            <a:xfrm>
              <a:off x="2721460" y="755592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2" name="object 2392"/>
            <p:cNvSpPr/>
            <p:nvPr/>
          </p:nvSpPr>
          <p:spPr>
            <a:xfrm>
              <a:off x="2721460" y="755592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3" name="object 2393"/>
            <p:cNvSpPr/>
            <p:nvPr/>
          </p:nvSpPr>
          <p:spPr>
            <a:xfrm>
              <a:off x="2900048" y="75555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4" name="object 2394"/>
            <p:cNvSpPr/>
            <p:nvPr/>
          </p:nvSpPr>
          <p:spPr>
            <a:xfrm>
              <a:off x="2900048" y="75555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5" name="object 2395"/>
            <p:cNvSpPr/>
            <p:nvPr/>
          </p:nvSpPr>
          <p:spPr>
            <a:xfrm>
              <a:off x="3078636" y="75555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6" name="object 2396"/>
            <p:cNvSpPr/>
            <p:nvPr/>
          </p:nvSpPr>
          <p:spPr>
            <a:xfrm>
              <a:off x="3078636" y="75555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7" name="object 2397"/>
            <p:cNvSpPr/>
            <p:nvPr/>
          </p:nvSpPr>
          <p:spPr>
            <a:xfrm>
              <a:off x="3257224" y="75555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8" name="object 2398"/>
            <p:cNvSpPr/>
            <p:nvPr/>
          </p:nvSpPr>
          <p:spPr>
            <a:xfrm>
              <a:off x="3257224" y="75555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9" name="object 2399"/>
            <p:cNvSpPr/>
            <p:nvPr/>
          </p:nvSpPr>
          <p:spPr>
            <a:xfrm>
              <a:off x="3435814" y="75555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0" name="object 2400"/>
            <p:cNvSpPr/>
            <p:nvPr/>
          </p:nvSpPr>
          <p:spPr>
            <a:xfrm>
              <a:off x="3435814" y="75555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1" name="object 2401"/>
            <p:cNvSpPr/>
            <p:nvPr/>
          </p:nvSpPr>
          <p:spPr>
            <a:xfrm>
              <a:off x="3614402" y="75555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2" name="object 2402"/>
            <p:cNvSpPr/>
            <p:nvPr/>
          </p:nvSpPr>
          <p:spPr>
            <a:xfrm>
              <a:off x="3614402" y="75555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3" name="object 2403"/>
            <p:cNvSpPr/>
            <p:nvPr/>
          </p:nvSpPr>
          <p:spPr>
            <a:xfrm>
              <a:off x="2542871" y="70200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4" name="object 2404"/>
            <p:cNvSpPr/>
            <p:nvPr/>
          </p:nvSpPr>
          <p:spPr>
            <a:xfrm>
              <a:off x="2542871" y="70200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5" name="object 2405"/>
            <p:cNvSpPr/>
            <p:nvPr/>
          </p:nvSpPr>
          <p:spPr>
            <a:xfrm>
              <a:off x="2721460" y="70200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6" name="object 2406"/>
            <p:cNvSpPr/>
            <p:nvPr/>
          </p:nvSpPr>
          <p:spPr>
            <a:xfrm>
              <a:off x="2721460" y="70200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7" name="object 2407"/>
            <p:cNvSpPr/>
            <p:nvPr/>
          </p:nvSpPr>
          <p:spPr>
            <a:xfrm>
              <a:off x="2900048" y="702019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8" name="object 2408"/>
            <p:cNvSpPr/>
            <p:nvPr/>
          </p:nvSpPr>
          <p:spPr>
            <a:xfrm>
              <a:off x="2900048" y="702019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9" name="object 2409"/>
            <p:cNvSpPr/>
            <p:nvPr/>
          </p:nvSpPr>
          <p:spPr>
            <a:xfrm>
              <a:off x="3078636" y="702019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0" name="object 2410"/>
            <p:cNvSpPr/>
            <p:nvPr/>
          </p:nvSpPr>
          <p:spPr>
            <a:xfrm>
              <a:off x="3078636" y="702019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1" name="object 2411"/>
            <p:cNvSpPr/>
            <p:nvPr/>
          </p:nvSpPr>
          <p:spPr>
            <a:xfrm>
              <a:off x="3257224" y="702019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2" name="object 2412"/>
            <p:cNvSpPr/>
            <p:nvPr/>
          </p:nvSpPr>
          <p:spPr>
            <a:xfrm>
              <a:off x="3257224" y="702019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3" name="object 2413"/>
            <p:cNvSpPr/>
            <p:nvPr/>
          </p:nvSpPr>
          <p:spPr>
            <a:xfrm>
              <a:off x="3435814" y="702019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4" name="object 2414"/>
            <p:cNvSpPr/>
            <p:nvPr/>
          </p:nvSpPr>
          <p:spPr>
            <a:xfrm>
              <a:off x="3435814" y="702019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5" name="object 2415"/>
            <p:cNvSpPr/>
            <p:nvPr/>
          </p:nvSpPr>
          <p:spPr>
            <a:xfrm>
              <a:off x="3614402" y="702019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6" name="object 2416"/>
            <p:cNvSpPr/>
            <p:nvPr/>
          </p:nvSpPr>
          <p:spPr>
            <a:xfrm>
              <a:off x="3614402" y="702019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7" name="object 2417"/>
            <p:cNvSpPr/>
            <p:nvPr/>
          </p:nvSpPr>
          <p:spPr>
            <a:xfrm>
              <a:off x="2542871" y="77345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8" name="object 2418"/>
            <p:cNvSpPr/>
            <p:nvPr/>
          </p:nvSpPr>
          <p:spPr>
            <a:xfrm>
              <a:off x="2542871" y="77345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9" name="object 2419"/>
            <p:cNvSpPr/>
            <p:nvPr/>
          </p:nvSpPr>
          <p:spPr>
            <a:xfrm>
              <a:off x="2721460" y="77345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0" name="object 2420"/>
            <p:cNvSpPr/>
            <p:nvPr/>
          </p:nvSpPr>
          <p:spPr>
            <a:xfrm>
              <a:off x="2721460" y="773454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1" name="object 2421"/>
            <p:cNvSpPr/>
            <p:nvPr/>
          </p:nvSpPr>
          <p:spPr>
            <a:xfrm>
              <a:off x="2900048" y="77342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2" name="object 2422"/>
            <p:cNvSpPr/>
            <p:nvPr/>
          </p:nvSpPr>
          <p:spPr>
            <a:xfrm>
              <a:off x="2900048" y="77342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3" name="object 2423"/>
            <p:cNvSpPr/>
            <p:nvPr/>
          </p:nvSpPr>
          <p:spPr>
            <a:xfrm>
              <a:off x="3078636" y="77342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4" name="object 2424"/>
            <p:cNvSpPr/>
            <p:nvPr/>
          </p:nvSpPr>
          <p:spPr>
            <a:xfrm>
              <a:off x="3078636" y="77342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5" name="object 2425"/>
            <p:cNvSpPr/>
            <p:nvPr/>
          </p:nvSpPr>
          <p:spPr>
            <a:xfrm>
              <a:off x="3257224" y="77342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6" name="object 2426"/>
            <p:cNvSpPr/>
            <p:nvPr/>
          </p:nvSpPr>
          <p:spPr>
            <a:xfrm>
              <a:off x="3257224" y="77342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7" name="object 2427"/>
            <p:cNvSpPr/>
            <p:nvPr/>
          </p:nvSpPr>
          <p:spPr>
            <a:xfrm>
              <a:off x="3435814" y="77342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8" name="object 2428"/>
            <p:cNvSpPr/>
            <p:nvPr/>
          </p:nvSpPr>
          <p:spPr>
            <a:xfrm>
              <a:off x="3435814" y="77342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9" name="object 2429"/>
            <p:cNvSpPr/>
            <p:nvPr/>
          </p:nvSpPr>
          <p:spPr>
            <a:xfrm>
              <a:off x="3614402" y="77342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0" name="object 2430"/>
            <p:cNvSpPr/>
            <p:nvPr/>
          </p:nvSpPr>
          <p:spPr>
            <a:xfrm>
              <a:off x="3614402" y="77342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1" name="object 2431"/>
            <p:cNvSpPr/>
            <p:nvPr/>
          </p:nvSpPr>
          <p:spPr>
            <a:xfrm>
              <a:off x="2542871" y="719870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2" name="object 2432"/>
            <p:cNvSpPr/>
            <p:nvPr/>
          </p:nvSpPr>
          <p:spPr>
            <a:xfrm>
              <a:off x="2542871" y="719870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3" name="object 2433"/>
            <p:cNvSpPr/>
            <p:nvPr/>
          </p:nvSpPr>
          <p:spPr>
            <a:xfrm>
              <a:off x="2721460" y="719870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4" name="object 2434"/>
            <p:cNvSpPr/>
            <p:nvPr/>
          </p:nvSpPr>
          <p:spPr>
            <a:xfrm>
              <a:off x="2721460" y="719870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5" name="object 2435"/>
            <p:cNvSpPr/>
            <p:nvPr/>
          </p:nvSpPr>
          <p:spPr>
            <a:xfrm>
              <a:off x="2900048" y="71989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6" name="object 2436"/>
            <p:cNvSpPr/>
            <p:nvPr/>
          </p:nvSpPr>
          <p:spPr>
            <a:xfrm>
              <a:off x="2900048" y="71989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7" name="object 2437"/>
            <p:cNvSpPr/>
            <p:nvPr/>
          </p:nvSpPr>
          <p:spPr>
            <a:xfrm>
              <a:off x="3078636" y="71989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8" name="object 2438"/>
            <p:cNvSpPr/>
            <p:nvPr/>
          </p:nvSpPr>
          <p:spPr>
            <a:xfrm>
              <a:off x="3078636" y="71989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9" name="object 2439"/>
            <p:cNvSpPr/>
            <p:nvPr/>
          </p:nvSpPr>
          <p:spPr>
            <a:xfrm>
              <a:off x="3257224" y="71989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0" name="object 2440"/>
            <p:cNvSpPr/>
            <p:nvPr/>
          </p:nvSpPr>
          <p:spPr>
            <a:xfrm>
              <a:off x="3257224" y="71989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1" name="object 2441"/>
            <p:cNvSpPr/>
            <p:nvPr/>
          </p:nvSpPr>
          <p:spPr>
            <a:xfrm>
              <a:off x="3435814" y="71989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2" name="object 2442"/>
            <p:cNvSpPr/>
            <p:nvPr/>
          </p:nvSpPr>
          <p:spPr>
            <a:xfrm>
              <a:off x="3435814" y="71989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3" name="object 2443"/>
            <p:cNvSpPr/>
            <p:nvPr/>
          </p:nvSpPr>
          <p:spPr>
            <a:xfrm>
              <a:off x="3614402" y="71989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4" name="object 2444"/>
            <p:cNvSpPr/>
            <p:nvPr/>
          </p:nvSpPr>
          <p:spPr>
            <a:xfrm>
              <a:off x="3614402" y="71989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5" name="object 2445"/>
            <p:cNvSpPr/>
            <p:nvPr/>
          </p:nvSpPr>
          <p:spPr>
            <a:xfrm>
              <a:off x="2542871" y="73773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6" name="object 2446"/>
            <p:cNvSpPr/>
            <p:nvPr/>
          </p:nvSpPr>
          <p:spPr>
            <a:xfrm>
              <a:off x="2542871" y="73773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7" name="object 2447"/>
            <p:cNvSpPr/>
            <p:nvPr/>
          </p:nvSpPr>
          <p:spPr>
            <a:xfrm>
              <a:off x="2721460" y="73773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8" name="object 2448"/>
            <p:cNvSpPr/>
            <p:nvPr/>
          </p:nvSpPr>
          <p:spPr>
            <a:xfrm>
              <a:off x="2721460" y="73773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9" name="object 2449"/>
            <p:cNvSpPr/>
            <p:nvPr/>
          </p:nvSpPr>
          <p:spPr>
            <a:xfrm>
              <a:off x="2900048" y="7377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0" name="object 2450"/>
            <p:cNvSpPr/>
            <p:nvPr/>
          </p:nvSpPr>
          <p:spPr>
            <a:xfrm>
              <a:off x="2900048" y="7377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1" name="object 2451"/>
            <p:cNvSpPr/>
            <p:nvPr/>
          </p:nvSpPr>
          <p:spPr>
            <a:xfrm>
              <a:off x="3078636" y="7377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2" name="object 2452"/>
            <p:cNvSpPr/>
            <p:nvPr/>
          </p:nvSpPr>
          <p:spPr>
            <a:xfrm>
              <a:off x="3078636" y="7377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3" name="object 2453"/>
            <p:cNvSpPr/>
            <p:nvPr/>
          </p:nvSpPr>
          <p:spPr>
            <a:xfrm>
              <a:off x="3257224" y="7377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4" name="object 2454"/>
            <p:cNvSpPr/>
            <p:nvPr/>
          </p:nvSpPr>
          <p:spPr>
            <a:xfrm>
              <a:off x="3257224" y="7377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5" name="object 2455"/>
            <p:cNvSpPr/>
            <p:nvPr/>
          </p:nvSpPr>
          <p:spPr>
            <a:xfrm>
              <a:off x="3435814" y="7377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6" name="object 2456"/>
            <p:cNvSpPr/>
            <p:nvPr/>
          </p:nvSpPr>
          <p:spPr>
            <a:xfrm>
              <a:off x="3435814" y="7377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7" name="object 2457"/>
            <p:cNvSpPr/>
            <p:nvPr/>
          </p:nvSpPr>
          <p:spPr>
            <a:xfrm>
              <a:off x="3614402" y="7377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8" name="object 2458"/>
            <p:cNvSpPr/>
            <p:nvPr/>
          </p:nvSpPr>
          <p:spPr>
            <a:xfrm>
              <a:off x="3614402" y="7377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59" name="object 2459"/>
          <p:cNvSpPr txBox="1"/>
          <p:nvPr/>
        </p:nvSpPr>
        <p:spPr>
          <a:xfrm>
            <a:off x="725300" y="8074286"/>
            <a:ext cx="1638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00AEEF"/>
                </a:solidFill>
                <a:latin typeface="Arial"/>
                <a:cs typeface="Arial"/>
              </a:rPr>
              <a:t>C)</a:t>
            </a:r>
            <a:endParaRPr sz="900">
              <a:latin typeface="Arial"/>
              <a:cs typeface="Arial"/>
            </a:endParaRPr>
          </a:p>
        </p:txBody>
      </p:sp>
      <p:sp>
        <p:nvSpPr>
          <p:cNvPr id="2460" name="object 2460"/>
          <p:cNvSpPr txBox="1"/>
          <p:nvPr/>
        </p:nvSpPr>
        <p:spPr>
          <a:xfrm>
            <a:off x="2664045" y="7314886"/>
            <a:ext cx="553720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900" i="1" spc="114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sp>
        <p:nvSpPr>
          <p:cNvPr id="2461" name="object 2461"/>
          <p:cNvSpPr txBox="1"/>
          <p:nvPr/>
        </p:nvSpPr>
        <p:spPr>
          <a:xfrm>
            <a:off x="2660845" y="6893690"/>
            <a:ext cx="11366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62" name="object 2462"/>
          <p:cNvGrpSpPr/>
          <p:nvPr/>
        </p:nvGrpSpPr>
        <p:grpSpPr>
          <a:xfrm>
            <a:off x="2352499" y="6819887"/>
            <a:ext cx="744855" cy="751205"/>
            <a:chOff x="2352499" y="6819887"/>
            <a:chExt cx="744855" cy="751205"/>
          </a:xfrm>
        </p:grpSpPr>
        <p:sp>
          <p:nvSpPr>
            <p:cNvPr id="2463" name="object 2463"/>
            <p:cNvSpPr/>
            <p:nvPr/>
          </p:nvSpPr>
          <p:spPr>
            <a:xfrm>
              <a:off x="2730075" y="7027958"/>
              <a:ext cx="364490" cy="539750"/>
            </a:xfrm>
            <a:custGeom>
              <a:avLst/>
              <a:gdLst/>
              <a:ahLst/>
              <a:cxnLst/>
              <a:rect l="l" t="t" r="r" b="b"/>
              <a:pathLst>
                <a:path w="364489" h="539750">
                  <a:moveTo>
                    <a:pt x="0" y="539343"/>
                  </a:moveTo>
                  <a:lnTo>
                    <a:pt x="364020" y="359346"/>
                  </a:lnTo>
                  <a:lnTo>
                    <a:pt x="0" y="0"/>
                  </a:lnTo>
                  <a:lnTo>
                    <a:pt x="0" y="539343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4" name="object 2464"/>
            <p:cNvSpPr/>
            <p:nvPr/>
          </p:nvSpPr>
          <p:spPr>
            <a:xfrm>
              <a:off x="2730500" y="7119511"/>
              <a:ext cx="97790" cy="447040"/>
            </a:xfrm>
            <a:custGeom>
              <a:avLst/>
              <a:gdLst/>
              <a:ahLst/>
              <a:cxnLst/>
              <a:rect l="l" t="t" r="r" b="b"/>
              <a:pathLst>
                <a:path w="97789" h="447040">
                  <a:moveTo>
                    <a:pt x="0" y="446900"/>
                  </a:moveTo>
                  <a:lnTo>
                    <a:pt x="97294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5" name="object 2465"/>
            <p:cNvSpPr/>
            <p:nvPr/>
          </p:nvSpPr>
          <p:spPr>
            <a:xfrm>
              <a:off x="2352499" y="6819887"/>
              <a:ext cx="131445" cy="152400"/>
            </a:xfrm>
            <a:custGeom>
              <a:avLst/>
              <a:gdLst/>
              <a:ahLst/>
              <a:cxnLst/>
              <a:rect l="l" t="t" r="r" b="b"/>
              <a:pathLst>
                <a:path w="131444" h="152400">
                  <a:moveTo>
                    <a:pt x="0" y="152400"/>
                  </a:moveTo>
                  <a:lnTo>
                    <a:pt x="131216" y="152400"/>
                  </a:lnTo>
                  <a:lnTo>
                    <a:pt x="131216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66" name="object 2466"/>
          <p:cNvSpPr txBox="1"/>
          <p:nvPr/>
        </p:nvSpPr>
        <p:spPr>
          <a:xfrm>
            <a:off x="725300" y="6819887"/>
            <a:ext cx="177101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6870" algn="l"/>
              </a:tabLst>
            </a:pPr>
            <a:r>
              <a:rPr sz="900" i="1" spc="65" dirty="0">
                <a:solidFill>
                  <a:srgbClr val="00AEEF"/>
                </a:solidFill>
                <a:latin typeface="Arial"/>
                <a:cs typeface="Arial"/>
              </a:rPr>
              <a:t>A</a:t>
            </a:r>
            <a:r>
              <a:rPr sz="900" i="1" spc="35" dirty="0">
                <a:solidFill>
                  <a:srgbClr val="00AEEF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00AEEF"/>
                </a:solidFill>
                <a:latin typeface="Arial"/>
                <a:cs typeface="Arial"/>
              </a:rPr>
              <a:t>	</a:t>
            </a:r>
            <a:r>
              <a:rPr sz="900" i="1" spc="60" dirty="0">
                <a:solidFill>
                  <a:srgbClr val="FFFFFF"/>
                </a:solidFill>
                <a:latin typeface="Arial"/>
                <a:cs typeface="Arial"/>
              </a:rPr>
              <a:t>B)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67" name="object 2467"/>
          <p:cNvGrpSpPr/>
          <p:nvPr/>
        </p:nvGrpSpPr>
        <p:grpSpPr>
          <a:xfrm>
            <a:off x="2539696" y="8086397"/>
            <a:ext cx="1096010" cy="917575"/>
            <a:chOff x="2539696" y="8086397"/>
            <a:chExt cx="1096010" cy="917575"/>
          </a:xfrm>
        </p:grpSpPr>
        <p:sp>
          <p:nvSpPr>
            <p:cNvPr id="2468" name="object 2468"/>
            <p:cNvSpPr/>
            <p:nvPr/>
          </p:nvSpPr>
          <p:spPr>
            <a:xfrm>
              <a:off x="2542871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9" name="object 2469"/>
            <p:cNvSpPr/>
            <p:nvPr/>
          </p:nvSpPr>
          <p:spPr>
            <a:xfrm>
              <a:off x="2542871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0" name="object 2470"/>
            <p:cNvSpPr/>
            <p:nvPr/>
          </p:nvSpPr>
          <p:spPr>
            <a:xfrm>
              <a:off x="2721460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1" name="object 2471"/>
            <p:cNvSpPr/>
            <p:nvPr/>
          </p:nvSpPr>
          <p:spPr>
            <a:xfrm>
              <a:off x="2721460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2" name="object 2472"/>
            <p:cNvSpPr/>
            <p:nvPr/>
          </p:nvSpPr>
          <p:spPr>
            <a:xfrm>
              <a:off x="2900048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3" name="object 2473"/>
            <p:cNvSpPr/>
            <p:nvPr/>
          </p:nvSpPr>
          <p:spPr>
            <a:xfrm>
              <a:off x="2900048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4" name="object 2474"/>
            <p:cNvSpPr/>
            <p:nvPr/>
          </p:nvSpPr>
          <p:spPr>
            <a:xfrm>
              <a:off x="3078636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5" name="object 2475"/>
            <p:cNvSpPr/>
            <p:nvPr/>
          </p:nvSpPr>
          <p:spPr>
            <a:xfrm>
              <a:off x="3078636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6" name="object 2476"/>
            <p:cNvSpPr/>
            <p:nvPr/>
          </p:nvSpPr>
          <p:spPr>
            <a:xfrm>
              <a:off x="3257224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7" name="object 2477"/>
            <p:cNvSpPr/>
            <p:nvPr/>
          </p:nvSpPr>
          <p:spPr>
            <a:xfrm>
              <a:off x="3257224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8" name="object 2478"/>
            <p:cNvSpPr/>
            <p:nvPr/>
          </p:nvSpPr>
          <p:spPr>
            <a:xfrm>
              <a:off x="3435814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9" name="object 2479"/>
            <p:cNvSpPr/>
            <p:nvPr/>
          </p:nvSpPr>
          <p:spPr>
            <a:xfrm>
              <a:off x="3435814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0" name="object 2480"/>
            <p:cNvSpPr/>
            <p:nvPr/>
          </p:nvSpPr>
          <p:spPr>
            <a:xfrm>
              <a:off x="3614402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1" name="object 2481"/>
            <p:cNvSpPr/>
            <p:nvPr/>
          </p:nvSpPr>
          <p:spPr>
            <a:xfrm>
              <a:off x="3614402" y="808957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2" name="object 2482"/>
            <p:cNvSpPr/>
            <p:nvPr/>
          </p:nvSpPr>
          <p:spPr>
            <a:xfrm>
              <a:off x="2542871" y="88040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3" name="object 2483"/>
            <p:cNvSpPr/>
            <p:nvPr/>
          </p:nvSpPr>
          <p:spPr>
            <a:xfrm>
              <a:off x="2542871" y="88040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4" name="object 2484"/>
            <p:cNvSpPr/>
            <p:nvPr/>
          </p:nvSpPr>
          <p:spPr>
            <a:xfrm>
              <a:off x="2721460" y="88040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5" name="object 2485"/>
            <p:cNvSpPr/>
            <p:nvPr/>
          </p:nvSpPr>
          <p:spPr>
            <a:xfrm>
              <a:off x="2721460" y="88040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6" name="object 2486"/>
            <p:cNvSpPr/>
            <p:nvPr/>
          </p:nvSpPr>
          <p:spPr>
            <a:xfrm>
              <a:off x="2900048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7" name="object 2487"/>
            <p:cNvSpPr/>
            <p:nvPr/>
          </p:nvSpPr>
          <p:spPr>
            <a:xfrm>
              <a:off x="2900048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49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8" name="object 2488"/>
            <p:cNvSpPr/>
            <p:nvPr/>
          </p:nvSpPr>
          <p:spPr>
            <a:xfrm>
              <a:off x="3078636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9" name="object 2489"/>
            <p:cNvSpPr/>
            <p:nvPr/>
          </p:nvSpPr>
          <p:spPr>
            <a:xfrm>
              <a:off x="3078636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49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0" name="object 2490"/>
            <p:cNvSpPr/>
            <p:nvPr/>
          </p:nvSpPr>
          <p:spPr>
            <a:xfrm>
              <a:off x="3257224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1" name="object 2491"/>
            <p:cNvSpPr/>
            <p:nvPr/>
          </p:nvSpPr>
          <p:spPr>
            <a:xfrm>
              <a:off x="3257224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49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2" name="object 2492"/>
            <p:cNvSpPr/>
            <p:nvPr/>
          </p:nvSpPr>
          <p:spPr>
            <a:xfrm>
              <a:off x="3435814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3" name="object 2493"/>
            <p:cNvSpPr/>
            <p:nvPr/>
          </p:nvSpPr>
          <p:spPr>
            <a:xfrm>
              <a:off x="3435814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49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4" name="object 2494"/>
            <p:cNvSpPr/>
            <p:nvPr/>
          </p:nvSpPr>
          <p:spPr>
            <a:xfrm>
              <a:off x="3614402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5" name="object 2495"/>
            <p:cNvSpPr/>
            <p:nvPr/>
          </p:nvSpPr>
          <p:spPr>
            <a:xfrm>
              <a:off x="3614402" y="880361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49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6" name="object 2496"/>
            <p:cNvSpPr/>
            <p:nvPr/>
          </p:nvSpPr>
          <p:spPr>
            <a:xfrm>
              <a:off x="2542871" y="826817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7" name="object 2497"/>
            <p:cNvSpPr/>
            <p:nvPr/>
          </p:nvSpPr>
          <p:spPr>
            <a:xfrm>
              <a:off x="2542871" y="826817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8" name="object 2498"/>
            <p:cNvSpPr/>
            <p:nvPr/>
          </p:nvSpPr>
          <p:spPr>
            <a:xfrm>
              <a:off x="2721460" y="826817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9" name="object 2499"/>
            <p:cNvSpPr/>
            <p:nvPr/>
          </p:nvSpPr>
          <p:spPr>
            <a:xfrm>
              <a:off x="2721460" y="826817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0" name="object 2500"/>
            <p:cNvSpPr/>
            <p:nvPr/>
          </p:nvSpPr>
          <p:spPr>
            <a:xfrm>
              <a:off x="2900048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1" name="object 2501"/>
            <p:cNvSpPr/>
            <p:nvPr/>
          </p:nvSpPr>
          <p:spPr>
            <a:xfrm>
              <a:off x="2900048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2" name="object 2502"/>
            <p:cNvSpPr/>
            <p:nvPr/>
          </p:nvSpPr>
          <p:spPr>
            <a:xfrm>
              <a:off x="3078636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3" name="object 2503"/>
            <p:cNvSpPr/>
            <p:nvPr/>
          </p:nvSpPr>
          <p:spPr>
            <a:xfrm>
              <a:off x="3078636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4" name="object 2504"/>
            <p:cNvSpPr/>
            <p:nvPr/>
          </p:nvSpPr>
          <p:spPr>
            <a:xfrm>
              <a:off x="3257224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5" name="object 2505"/>
            <p:cNvSpPr/>
            <p:nvPr/>
          </p:nvSpPr>
          <p:spPr>
            <a:xfrm>
              <a:off x="3257224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6" name="object 2506"/>
            <p:cNvSpPr/>
            <p:nvPr/>
          </p:nvSpPr>
          <p:spPr>
            <a:xfrm>
              <a:off x="3435814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7" name="object 2507"/>
            <p:cNvSpPr/>
            <p:nvPr/>
          </p:nvSpPr>
          <p:spPr>
            <a:xfrm>
              <a:off x="3435814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8" name="object 2508"/>
            <p:cNvSpPr/>
            <p:nvPr/>
          </p:nvSpPr>
          <p:spPr>
            <a:xfrm>
              <a:off x="3614402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9" name="object 2509"/>
            <p:cNvSpPr/>
            <p:nvPr/>
          </p:nvSpPr>
          <p:spPr>
            <a:xfrm>
              <a:off x="3614402" y="82682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0" name="object 2510"/>
            <p:cNvSpPr/>
            <p:nvPr/>
          </p:nvSpPr>
          <p:spPr>
            <a:xfrm>
              <a:off x="2542871" y="8982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1" name="object 2511"/>
            <p:cNvSpPr/>
            <p:nvPr/>
          </p:nvSpPr>
          <p:spPr>
            <a:xfrm>
              <a:off x="2542871" y="8982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2" name="object 2512"/>
            <p:cNvSpPr/>
            <p:nvPr/>
          </p:nvSpPr>
          <p:spPr>
            <a:xfrm>
              <a:off x="2721460" y="8982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3" name="object 2513"/>
            <p:cNvSpPr/>
            <p:nvPr/>
          </p:nvSpPr>
          <p:spPr>
            <a:xfrm>
              <a:off x="2721460" y="898264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4" name="object 2514"/>
            <p:cNvSpPr/>
            <p:nvPr/>
          </p:nvSpPr>
          <p:spPr>
            <a:xfrm>
              <a:off x="2900048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5" name="object 2515"/>
            <p:cNvSpPr/>
            <p:nvPr/>
          </p:nvSpPr>
          <p:spPr>
            <a:xfrm>
              <a:off x="2900048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6" name="object 2516"/>
            <p:cNvSpPr/>
            <p:nvPr/>
          </p:nvSpPr>
          <p:spPr>
            <a:xfrm>
              <a:off x="3078636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7" name="object 2517"/>
            <p:cNvSpPr/>
            <p:nvPr/>
          </p:nvSpPr>
          <p:spPr>
            <a:xfrm>
              <a:off x="3078636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8" name="object 2518"/>
            <p:cNvSpPr/>
            <p:nvPr/>
          </p:nvSpPr>
          <p:spPr>
            <a:xfrm>
              <a:off x="3257224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9" name="object 2519"/>
            <p:cNvSpPr/>
            <p:nvPr/>
          </p:nvSpPr>
          <p:spPr>
            <a:xfrm>
              <a:off x="3257224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0" name="object 2520"/>
            <p:cNvSpPr/>
            <p:nvPr/>
          </p:nvSpPr>
          <p:spPr>
            <a:xfrm>
              <a:off x="3435814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1" name="object 2521"/>
            <p:cNvSpPr/>
            <p:nvPr/>
          </p:nvSpPr>
          <p:spPr>
            <a:xfrm>
              <a:off x="3435814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2" name="object 2522"/>
            <p:cNvSpPr/>
            <p:nvPr/>
          </p:nvSpPr>
          <p:spPr>
            <a:xfrm>
              <a:off x="3614402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3" name="object 2523"/>
            <p:cNvSpPr/>
            <p:nvPr/>
          </p:nvSpPr>
          <p:spPr>
            <a:xfrm>
              <a:off x="3614402" y="898233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4" name="object 2524"/>
            <p:cNvSpPr/>
            <p:nvPr/>
          </p:nvSpPr>
          <p:spPr>
            <a:xfrm>
              <a:off x="2542871" y="844679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5" name="object 2525"/>
            <p:cNvSpPr/>
            <p:nvPr/>
          </p:nvSpPr>
          <p:spPr>
            <a:xfrm>
              <a:off x="2542871" y="844679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6" name="object 2526"/>
            <p:cNvSpPr/>
            <p:nvPr/>
          </p:nvSpPr>
          <p:spPr>
            <a:xfrm>
              <a:off x="2721460" y="844679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7" name="object 2527"/>
            <p:cNvSpPr/>
            <p:nvPr/>
          </p:nvSpPr>
          <p:spPr>
            <a:xfrm>
              <a:off x="2721460" y="844679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8" name="object 2528"/>
            <p:cNvSpPr/>
            <p:nvPr/>
          </p:nvSpPr>
          <p:spPr>
            <a:xfrm>
              <a:off x="2900048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9" name="object 2529"/>
            <p:cNvSpPr/>
            <p:nvPr/>
          </p:nvSpPr>
          <p:spPr>
            <a:xfrm>
              <a:off x="2900048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0" name="object 2530"/>
            <p:cNvSpPr/>
            <p:nvPr/>
          </p:nvSpPr>
          <p:spPr>
            <a:xfrm>
              <a:off x="3078636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1" name="object 2531"/>
            <p:cNvSpPr/>
            <p:nvPr/>
          </p:nvSpPr>
          <p:spPr>
            <a:xfrm>
              <a:off x="3078636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2" name="object 2532"/>
            <p:cNvSpPr/>
            <p:nvPr/>
          </p:nvSpPr>
          <p:spPr>
            <a:xfrm>
              <a:off x="3257224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3" name="object 2533"/>
            <p:cNvSpPr/>
            <p:nvPr/>
          </p:nvSpPr>
          <p:spPr>
            <a:xfrm>
              <a:off x="3257224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4" name="object 2534"/>
            <p:cNvSpPr/>
            <p:nvPr/>
          </p:nvSpPr>
          <p:spPr>
            <a:xfrm>
              <a:off x="3435814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5" name="object 2535"/>
            <p:cNvSpPr/>
            <p:nvPr/>
          </p:nvSpPr>
          <p:spPr>
            <a:xfrm>
              <a:off x="3435814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6" name="object 2536"/>
            <p:cNvSpPr/>
            <p:nvPr/>
          </p:nvSpPr>
          <p:spPr>
            <a:xfrm>
              <a:off x="3614402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7" name="object 2537"/>
            <p:cNvSpPr/>
            <p:nvPr/>
          </p:nvSpPr>
          <p:spPr>
            <a:xfrm>
              <a:off x="3614402" y="84470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8" name="object 2538"/>
            <p:cNvSpPr/>
            <p:nvPr/>
          </p:nvSpPr>
          <p:spPr>
            <a:xfrm>
              <a:off x="2542871" y="8625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9" name="object 2539"/>
            <p:cNvSpPr/>
            <p:nvPr/>
          </p:nvSpPr>
          <p:spPr>
            <a:xfrm>
              <a:off x="2542871" y="8625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0" name="object 2540"/>
            <p:cNvSpPr/>
            <p:nvPr/>
          </p:nvSpPr>
          <p:spPr>
            <a:xfrm>
              <a:off x="2721460" y="8625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1" name="object 2541"/>
            <p:cNvSpPr/>
            <p:nvPr/>
          </p:nvSpPr>
          <p:spPr>
            <a:xfrm>
              <a:off x="2721460" y="8625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2" name="object 2542"/>
            <p:cNvSpPr/>
            <p:nvPr/>
          </p:nvSpPr>
          <p:spPr>
            <a:xfrm>
              <a:off x="2900048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3" name="object 2543"/>
            <p:cNvSpPr/>
            <p:nvPr/>
          </p:nvSpPr>
          <p:spPr>
            <a:xfrm>
              <a:off x="2900048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4" name="object 2544"/>
            <p:cNvSpPr/>
            <p:nvPr/>
          </p:nvSpPr>
          <p:spPr>
            <a:xfrm>
              <a:off x="3078636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5" name="object 2545"/>
            <p:cNvSpPr/>
            <p:nvPr/>
          </p:nvSpPr>
          <p:spPr>
            <a:xfrm>
              <a:off x="3078636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6" name="object 2546"/>
            <p:cNvSpPr/>
            <p:nvPr/>
          </p:nvSpPr>
          <p:spPr>
            <a:xfrm>
              <a:off x="3257224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7" name="object 2547"/>
            <p:cNvSpPr/>
            <p:nvPr/>
          </p:nvSpPr>
          <p:spPr>
            <a:xfrm>
              <a:off x="3257224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8" name="object 2548"/>
            <p:cNvSpPr/>
            <p:nvPr/>
          </p:nvSpPr>
          <p:spPr>
            <a:xfrm>
              <a:off x="3435814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9" name="object 2549"/>
            <p:cNvSpPr/>
            <p:nvPr/>
          </p:nvSpPr>
          <p:spPr>
            <a:xfrm>
              <a:off x="3435814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0" name="object 2550"/>
            <p:cNvSpPr/>
            <p:nvPr/>
          </p:nvSpPr>
          <p:spPr>
            <a:xfrm>
              <a:off x="3614402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1" name="object 2551"/>
            <p:cNvSpPr/>
            <p:nvPr/>
          </p:nvSpPr>
          <p:spPr>
            <a:xfrm>
              <a:off x="3614402" y="862573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52" name="object 2552"/>
          <p:cNvSpPr txBox="1"/>
          <p:nvPr/>
        </p:nvSpPr>
        <p:spPr>
          <a:xfrm>
            <a:off x="2861800" y="8124686"/>
            <a:ext cx="115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900">
              <a:latin typeface="Arial"/>
              <a:cs typeface="Arial"/>
            </a:endParaRPr>
          </a:p>
        </p:txBody>
      </p:sp>
      <p:sp>
        <p:nvSpPr>
          <p:cNvPr id="2553" name="object 2553"/>
          <p:cNvSpPr txBox="1"/>
          <p:nvPr/>
        </p:nvSpPr>
        <p:spPr>
          <a:xfrm>
            <a:off x="2659832" y="8809343"/>
            <a:ext cx="1314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</p:txBody>
      </p:sp>
      <p:sp>
        <p:nvSpPr>
          <p:cNvPr id="2554" name="object 2554"/>
          <p:cNvSpPr txBox="1"/>
          <p:nvPr/>
        </p:nvSpPr>
        <p:spPr>
          <a:xfrm>
            <a:off x="3567031" y="8128229"/>
            <a:ext cx="101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555" name="object 2555"/>
          <p:cNvGrpSpPr/>
          <p:nvPr/>
        </p:nvGrpSpPr>
        <p:grpSpPr>
          <a:xfrm>
            <a:off x="2726900" y="7253993"/>
            <a:ext cx="2367280" cy="1564640"/>
            <a:chOff x="2726900" y="7253993"/>
            <a:chExt cx="2367280" cy="1564640"/>
          </a:xfrm>
        </p:grpSpPr>
        <p:sp>
          <p:nvSpPr>
            <p:cNvPr id="2556" name="object 2556"/>
            <p:cNvSpPr/>
            <p:nvPr/>
          </p:nvSpPr>
          <p:spPr>
            <a:xfrm>
              <a:off x="2730075" y="8279906"/>
              <a:ext cx="889635" cy="535940"/>
            </a:xfrm>
            <a:custGeom>
              <a:avLst/>
              <a:gdLst/>
              <a:ahLst/>
              <a:cxnLst/>
              <a:rect l="l" t="t" r="r" b="b"/>
              <a:pathLst>
                <a:path w="889635" h="535940">
                  <a:moveTo>
                    <a:pt x="0" y="535495"/>
                  </a:moveTo>
                  <a:lnTo>
                    <a:pt x="889622" y="0"/>
                  </a:lnTo>
                  <a:lnTo>
                    <a:pt x="180416" y="0"/>
                  </a:lnTo>
                  <a:lnTo>
                    <a:pt x="0" y="535495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7" name="object 2557"/>
            <p:cNvSpPr/>
            <p:nvPr/>
          </p:nvSpPr>
          <p:spPr>
            <a:xfrm>
              <a:off x="2736009" y="8278553"/>
              <a:ext cx="532765" cy="530860"/>
            </a:xfrm>
            <a:custGeom>
              <a:avLst/>
              <a:gdLst/>
              <a:ahLst/>
              <a:cxnLst/>
              <a:rect l="l" t="t" r="r" b="b"/>
              <a:pathLst>
                <a:path w="532764" h="530859">
                  <a:moveTo>
                    <a:pt x="0" y="530745"/>
                  </a:moveTo>
                  <a:lnTo>
                    <a:pt x="532244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8" name="object 2558"/>
            <p:cNvSpPr/>
            <p:nvPr/>
          </p:nvSpPr>
          <p:spPr>
            <a:xfrm>
              <a:off x="4733257" y="7433593"/>
              <a:ext cx="175260" cy="361950"/>
            </a:xfrm>
            <a:custGeom>
              <a:avLst/>
              <a:gdLst/>
              <a:ahLst/>
              <a:cxnLst/>
              <a:rect l="l" t="t" r="r" b="b"/>
              <a:pathLst>
                <a:path w="175260" h="361950">
                  <a:moveTo>
                    <a:pt x="0" y="361467"/>
                  </a:moveTo>
                  <a:lnTo>
                    <a:pt x="175183" y="0"/>
                  </a:lnTo>
                </a:path>
              </a:pathLst>
            </a:custGeom>
            <a:ln w="6349">
              <a:solidFill>
                <a:srgbClr val="EC008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9" name="object 2559"/>
            <p:cNvSpPr/>
            <p:nvPr/>
          </p:nvSpPr>
          <p:spPr>
            <a:xfrm>
              <a:off x="4731119" y="7257168"/>
              <a:ext cx="359410" cy="537210"/>
            </a:xfrm>
            <a:custGeom>
              <a:avLst/>
              <a:gdLst/>
              <a:ahLst/>
              <a:cxnLst/>
              <a:rect l="l" t="t" r="r" b="b"/>
              <a:pathLst>
                <a:path w="359410" h="537209">
                  <a:moveTo>
                    <a:pt x="1079" y="536829"/>
                  </a:moveTo>
                  <a:lnTo>
                    <a:pt x="359282" y="355028"/>
                  </a:lnTo>
                  <a:lnTo>
                    <a:pt x="0" y="0"/>
                  </a:lnTo>
                  <a:lnTo>
                    <a:pt x="1079" y="536829"/>
                  </a:lnTo>
                  <a:close/>
                </a:path>
              </a:pathLst>
            </a:custGeom>
            <a:ln w="6349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60" name="object 2560"/>
          <p:cNvSpPr txBox="1"/>
          <p:nvPr/>
        </p:nvSpPr>
        <p:spPr>
          <a:xfrm>
            <a:off x="2339799" y="8074286"/>
            <a:ext cx="170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0" dirty="0">
                <a:solidFill>
                  <a:srgbClr val="00AEEF"/>
                </a:solidFill>
                <a:latin typeface="Arial"/>
                <a:cs typeface="Arial"/>
              </a:rPr>
              <a:t>D)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61" name="object 2561"/>
          <p:cNvSpPr txBox="1"/>
          <p:nvPr/>
        </p:nvSpPr>
        <p:spPr>
          <a:xfrm>
            <a:off x="3788087" y="9374982"/>
            <a:ext cx="16383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20" dirty="0">
                <a:solidFill>
                  <a:srgbClr val="FFFFFF"/>
                </a:solidFill>
                <a:latin typeface="Arial"/>
                <a:cs typeface="Arial"/>
              </a:rPr>
              <a:t>4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30442" y="66221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05714" y="66221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39017" y="75683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72936" y="75683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60756" y="59817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05433" y="59817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99398" y="5765825"/>
            <a:ext cx="2958465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 </a:t>
            </a:r>
            <a:r>
              <a:rPr sz="1000" i="1" spc="-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tiç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enini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u="dash" spc="30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114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[CD</a:t>
            </a:r>
            <a:r>
              <a:rPr sz="1000" i="1" u="dash" spc="15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]</a:t>
            </a:r>
            <a:r>
              <a:rPr sz="1000" i="1" u="dash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-13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8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b</a:t>
            </a:r>
            <a:r>
              <a:rPr sz="1000" i="1" u="dash" spc="7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o</a:t>
            </a:r>
            <a:r>
              <a:rPr sz="1000" i="1" u="dash" spc="9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yunc</a:t>
            </a:r>
            <a:r>
              <a:rPr sz="1000" i="1" u="dash" spc="12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a</a:t>
            </a:r>
            <a:r>
              <a:rPr sz="1000" i="1" u="dash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 </a:t>
            </a:r>
            <a:r>
              <a:rPr sz="1000" i="1" u="dash" spc="-13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tl</a:t>
            </a:r>
            <a:r>
              <a:rPr sz="1000" i="1" spc="23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y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arak,  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kat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izi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oluşturalım.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24466" y="59817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64050" y="59817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59711" y="5765825"/>
            <a:ext cx="2958465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 </a:t>
            </a:r>
            <a:r>
              <a:rPr sz="1000" i="1" spc="-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tiç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enini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1000" i="1" spc="-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u="dash" spc="33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13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[BF</a:t>
            </a:r>
            <a:r>
              <a:rPr sz="1000" i="1" u="dash" spc="15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]</a:t>
            </a:r>
            <a:r>
              <a:rPr sz="1000" i="1" u="dash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-12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8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b</a:t>
            </a:r>
            <a:r>
              <a:rPr sz="1000" i="1" u="dash" spc="7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o</a:t>
            </a:r>
            <a:r>
              <a:rPr sz="1000" i="1" u="dash" spc="9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yunc</a:t>
            </a:r>
            <a:r>
              <a:rPr sz="1000" i="1" u="dash" spc="12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a</a:t>
            </a:r>
            <a:r>
              <a:rPr sz="1000" i="1" u="dash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 </a:t>
            </a:r>
            <a:r>
              <a:rPr sz="1000" i="1" u="dash" spc="-11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3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tl</a:t>
            </a:r>
            <a:r>
              <a:rPr sz="1000" i="1" spc="23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y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arak,  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kat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izi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oluşturalım.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7093" y="4613475"/>
            <a:ext cx="1800423" cy="104040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422556" y="4453390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28257" y="518647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56466" y="5022395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0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8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15000" y="5429474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58887" y="5533646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010" y="4617124"/>
            <a:ext cx="1873821" cy="1008018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5725890" y="4547290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61861" y="4957285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8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24608" y="5038679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0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8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94682" y="5539890"/>
            <a:ext cx="11715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6960" algn="l"/>
              </a:tabLst>
            </a:pPr>
            <a:r>
              <a:rPr sz="1275" i="1" spc="75" baseline="3267" dirty="0">
                <a:solidFill>
                  <a:srgbClr val="231F20"/>
                </a:solidFill>
                <a:latin typeface="Arial"/>
                <a:cs typeface="Arial"/>
              </a:rPr>
              <a:t>B	</a:t>
            </a:r>
            <a:r>
              <a:rPr sz="850" i="1" spc="7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73189" y="545622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99398" y="4452437"/>
            <a:ext cx="5734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95" dirty="0">
                <a:solidFill>
                  <a:srgbClr val="EC008C"/>
                </a:solidFill>
                <a:latin typeface="Verdana"/>
                <a:cs typeface="Verdana"/>
              </a:rPr>
              <a:t>3.</a:t>
            </a:r>
            <a:r>
              <a:rPr sz="1000" b="1" i="1" spc="9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59666" y="4452437"/>
            <a:ext cx="5765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4.</a:t>
            </a:r>
            <a:r>
              <a:rPr sz="1000" b="1" i="1" spc="8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31676" y="2010250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33957" y="2464719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0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8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71032" y="2415170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8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58869" y="2896627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578926" y="2160181"/>
            <a:ext cx="1791335" cy="850265"/>
            <a:chOff x="1578926" y="2160181"/>
            <a:chExt cx="1791335" cy="850265"/>
          </a:xfrm>
        </p:grpSpPr>
        <p:sp>
          <p:nvSpPr>
            <p:cNvPr id="39" name="object 39"/>
            <p:cNvSpPr/>
            <p:nvPr/>
          </p:nvSpPr>
          <p:spPr>
            <a:xfrm>
              <a:off x="1584958" y="2163127"/>
              <a:ext cx="1779905" cy="822960"/>
            </a:xfrm>
            <a:custGeom>
              <a:avLst/>
              <a:gdLst/>
              <a:ahLst/>
              <a:cxnLst/>
              <a:rect l="l" t="t" r="r" b="b"/>
              <a:pathLst>
                <a:path w="1779904" h="822960">
                  <a:moveTo>
                    <a:pt x="1000175" y="0"/>
                  </a:moveTo>
                  <a:lnTo>
                    <a:pt x="0" y="822706"/>
                  </a:lnTo>
                  <a:lnTo>
                    <a:pt x="1779765" y="822706"/>
                  </a:lnTo>
                  <a:lnTo>
                    <a:pt x="1000175" y="0"/>
                  </a:lnTo>
                  <a:close/>
                </a:path>
              </a:pathLst>
            </a:custGeom>
            <a:solidFill>
              <a:srgbClr val="D4E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78926" y="2160181"/>
              <a:ext cx="1791335" cy="828040"/>
            </a:xfrm>
            <a:custGeom>
              <a:avLst/>
              <a:gdLst/>
              <a:ahLst/>
              <a:cxnLst/>
              <a:rect l="l" t="t" r="r" b="b"/>
              <a:pathLst>
                <a:path w="1791335" h="828039">
                  <a:moveTo>
                    <a:pt x="1004836" y="1269"/>
                  </a:moveTo>
                  <a:lnTo>
                    <a:pt x="0" y="827811"/>
                  </a:lnTo>
                  <a:lnTo>
                    <a:pt x="1790814" y="827811"/>
                  </a:lnTo>
                  <a:lnTo>
                    <a:pt x="1786710" y="823480"/>
                  </a:lnTo>
                  <a:lnTo>
                    <a:pt x="12052" y="823480"/>
                  </a:lnTo>
                  <a:lnTo>
                    <a:pt x="1006025" y="5901"/>
                  </a:lnTo>
                  <a:lnTo>
                    <a:pt x="1004633" y="4432"/>
                  </a:lnTo>
                  <a:lnTo>
                    <a:pt x="1006208" y="2946"/>
                  </a:lnTo>
                  <a:lnTo>
                    <a:pt x="1004836" y="1269"/>
                  </a:lnTo>
                  <a:close/>
                </a:path>
                <a:path w="1791335" h="828039">
                  <a:moveTo>
                    <a:pt x="1006398" y="0"/>
                  </a:moveTo>
                  <a:lnTo>
                    <a:pt x="1004836" y="1269"/>
                  </a:lnTo>
                  <a:lnTo>
                    <a:pt x="1007579" y="4622"/>
                  </a:lnTo>
                  <a:lnTo>
                    <a:pt x="1006025" y="5901"/>
                  </a:lnTo>
                  <a:lnTo>
                    <a:pt x="1780768" y="823480"/>
                  </a:lnTo>
                  <a:lnTo>
                    <a:pt x="1786710" y="823480"/>
                  </a:lnTo>
                  <a:lnTo>
                    <a:pt x="1006398" y="0"/>
                  </a:lnTo>
                  <a:close/>
                </a:path>
                <a:path w="1791335" h="828039">
                  <a:moveTo>
                    <a:pt x="1006208" y="2946"/>
                  </a:moveTo>
                  <a:lnTo>
                    <a:pt x="1004633" y="4432"/>
                  </a:lnTo>
                  <a:lnTo>
                    <a:pt x="1006025" y="5901"/>
                  </a:lnTo>
                  <a:lnTo>
                    <a:pt x="1007579" y="4622"/>
                  </a:lnTo>
                  <a:lnTo>
                    <a:pt x="1006208" y="294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88747" y="2959887"/>
              <a:ext cx="34290" cy="50800"/>
            </a:xfrm>
            <a:custGeom>
              <a:avLst/>
              <a:gdLst/>
              <a:ahLst/>
              <a:cxnLst/>
              <a:rect l="l" t="t" r="r" b="b"/>
              <a:pathLst>
                <a:path w="34289" h="50800">
                  <a:moveTo>
                    <a:pt x="9512" y="50"/>
                  </a:moveTo>
                  <a:lnTo>
                    <a:pt x="393" y="0"/>
                  </a:lnTo>
                  <a:lnTo>
                    <a:pt x="0" y="50177"/>
                  </a:lnTo>
                  <a:lnTo>
                    <a:pt x="9118" y="50253"/>
                  </a:lnTo>
                  <a:lnTo>
                    <a:pt x="9512" y="50"/>
                  </a:lnTo>
                  <a:close/>
                </a:path>
                <a:path w="34289" h="50800">
                  <a:moveTo>
                    <a:pt x="33782" y="254"/>
                  </a:moveTo>
                  <a:lnTo>
                    <a:pt x="24663" y="190"/>
                  </a:lnTo>
                  <a:lnTo>
                    <a:pt x="24282" y="50342"/>
                  </a:lnTo>
                  <a:lnTo>
                    <a:pt x="33388" y="50419"/>
                  </a:lnTo>
                  <a:lnTo>
                    <a:pt x="33782" y="254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877863" y="2339809"/>
              <a:ext cx="481965" cy="415290"/>
            </a:xfrm>
            <a:custGeom>
              <a:avLst/>
              <a:gdLst/>
              <a:ahLst/>
              <a:cxnLst/>
              <a:rect l="l" t="t" r="r" b="b"/>
              <a:pathLst>
                <a:path w="481964" h="415289">
                  <a:moveTo>
                    <a:pt x="39865" y="408711"/>
                  </a:moveTo>
                  <a:lnTo>
                    <a:pt x="6870" y="370852"/>
                  </a:lnTo>
                  <a:lnTo>
                    <a:pt x="0" y="376872"/>
                  </a:lnTo>
                  <a:lnTo>
                    <a:pt x="32981" y="414693"/>
                  </a:lnTo>
                  <a:lnTo>
                    <a:pt x="39865" y="408711"/>
                  </a:lnTo>
                  <a:close/>
                </a:path>
                <a:path w="481964" h="415289">
                  <a:moveTo>
                    <a:pt x="481380" y="37858"/>
                  </a:moveTo>
                  <a:lnTo>
                    <a:pt x="448386" y="0"/>
                  </a:lnTo>
                  <a:lnTo>
                    <a:pt x="441515" y="6019"/>
                  </a:lnTo>
                  <a:lnTo>
                    <a:pt x="474497" y="43840"/>
                  </a:lnTo>
                  <a:lnTo>
                    <a:pt x="481380" y="37858"/>
                  </a:lnTo>
                  <a:close/>
                </a:path>
              </a:pathLst>
            </a:custGeom>
            <a:solidFill>
              <a:srgbClr val="2E3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28523" y="2959887"/>
              <a:ext cx="527050" cy="50800"/>
            </a:xfrm>
            <a:custGeom>
              <a:avLst/>
              <a:gdLst/>
              <a:ahLst/>
              <a:cxnLst/>
              <a:rect l="l" t="t" r="r" b="b"/>
              <a:pathLst>
                <a:path w="527050" h="50800">
                  <a:moveTo>
                    <a:pt x="28448" y="19100"/>
                  </a:moveTo>
                  <a:lnTo>
                    <a:pt x="22085" y="12725"/>
                  </a:lnTo>
                  <a:lnTo>
                    <a:pt x="6362" y="12725"/>
                  </a:lnTo>
                  <a:lnTo>
                    <a:pt x="0" y="19100"/>
                  </a:lnTo>
                  <a:lnTo>
                    <a:pt x="0" y="34823"/>
                  </a:lnTo>
                  <a:lnTo>
                    <a:pt x="6362" y="41173"/>
                  </a:lnTo>
                  <a:lnTo>
                    <a:pt x="22085" y="41173"/>
                  </a:lnTo>
                  <a:lnTo>
                    <a:pt x="28448" y="34823"/>
                  </a:lnTo>
                  <a:lnTo>
                    <a:pt x="28448" y="26949"/>
                  </a:lnTo>
                  <a:lnTo>
                    <a:pt x="28448" y="19100"/>
                  </a:lnTo>
                  <a:close/>
                </a:path>
                <a:path w="527050" h="50800">
                  <a:moveTo>
                    <a:pt x="502589" y="50"/>
                  </a:moveTo>
                  <a:lnTo>
                    <a:pt x="493471" y="0"/>
                  </a:lnTo>
                  <a:lnTo>
                    <a:pt x="493077" y="50177"/>
                  </a:lnTo>
                  <a:lnTo>
                    <a:pt x="502196" y="50253"/>
                  </a:lnTo>
                  <a:lnTo>
                    <a:pt x="502589" y="50"/>
                  </a:lnTo>
                  <a:close/>
                </a:path>
                <a:path w="527050" h="50800">
                  <a:moveTo>
                    <a:pt x="526872" y="254"/>
                  </a:moveTo>
                  <a:lnTo>
                    <a:pt x="517753" y="190"/>
                  </a:lnTo>
                  <a:lnTo>
                    <a:pt x="517359" y="50342"/>
                  </a:lnTo>
                  <a:lnTo>
                    <a:pt x="526465" y="50419"/>
                  </a:lnTo>
                  <a:lnTo>
                    <a:pt x="526872" y="254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075069" y="2556179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085" y="0"/>
                  </a:moveTo>
                  <a:lnTo>
                    <a:pt x="6362" y="0"/>
                  </a:lnTo>
                  <a:lnTo>
                    <a:pt x="0" y="6375"/>
                  </a:lnTo>
                  <a:lnTo>
                    <a:pt x="0" y="22098"/>
                  </a:lnTo>
                  <a:lnTo>
                    <a:pt x="6362" y="28448"/>
                  </a:lnTo>
                  <a:lnTo>
                    <a:pt x="22085" y="28448"/>
                  </a:lnTo>
                  <a:lnTo>
                    <a:pt x="28448" y="22098"/>
                  </a:lnTo>
                  <a:lnTo>
                    <a:pt x="28448" y="14224"/>
                  </a:lnTo>
                  <a:lnTo>
                    <a:pt x="28448" y="6375"/>
                  </a:lnTo>
                  <a:lnTo>
                    <a:pt x="22085" y="0"/>
                  </a:lnTo>
                  <a:close/>
                </a:path>
              </a:pathLst>
            </a:custGeom>
            <a:solidFill>
              <a:srgbClr val="2E3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17983" y="2514814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085" y="0"/>
                  </a:moveTo>
                  <a:lnTo>
                    <a:pt x="6362" y="0"/>
                  </a:lnTo>
                  <a:lnTo>
                    <a:pt x="0" y="6362"/>
                  </a:lnTo>
                  <a:lnTo>
                    <a:pt x="0" y="22085"/>
                  </a:lnTo>
                  <a:lnTo>
                    <a:pt x="6362" y="28435"/>
                  </a:lnTo>
                  <a:lnTo>
                    <a:pt x="22085" y="28435"/>
                  </a:lnTo>
                  <a:lnTo>
                    <a:pt x="28448" y="22085"/>
                  </a:lnTo>
                  <a:lnTo>
                    <a:pt x="28448" y="14211"/>
                  </a:lnTo>
                  <a:lnTo>
                    <a:pt x="28448" y="6362"/>
                  </a:lnTo>
                  <a:lnTo>
                    <a:pt x="22085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9697" y="2306293"/>
              <a:ext cx="67275" cy="8061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90418" y="2695849"/>
              <a:ext cx="67275" cy="80619"/>
            </a:xfrm>
            <a:prstGeom prst="rect">
              <a:avLst/>
            </a:prstGeom>
          </p:spPr>
        </p:pic>
      </p:grpSp>
      <p:sp>
        <p:nvSpPr>
          <p:cNvPr id="48" name="object 48"/>
          <p:cNvSpPr/>
          <p:nvPr/>
        </p:nvSpPr>
        <p:spPr>
          <a:xfrm>
            <a:off x="1016861" y="38001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535400" y="38001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999398" y="2935051"/>
            <a:ext cx="1906270" cy="45910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R="422909" algn="r">
              <a:lnSpc>
                <a:spcPct val="100000"/>
              </a:lnSpc>
              <a:spcBef>
                <a:spcPts val="645"/>
              </a:spcBef>
            </a:pPr>
            <a:r>
              <a:rPr sz="850" i="1" spc="7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447675" algn="l"/>
                <a:tab pos="1238250" algn="l"/>
              </a:tabLst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	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tiç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eninin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öşelerini</a:t>
            </a:r>
            <a:endParaRPr sz="1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33367" y="2937108"/>
            <a:ext cx="924560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1440" algn="ctr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538480" algn="l"/>
              </a:tabLst>
            </a:pP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ikişer	ikişer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99398" y="3368311"/>
            <a:ext cx="2958465" cy="8890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çakıştırıp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katlama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yaparak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kenarlarının</a:t>
            </a:r>
            <a:endParaRPr sz="1000">
              <a:latin typeface="Arial"/>
              <a:cs typeface="Arial"/>
            </a:endParaRPr>
          </a:p>
          <a:p>
            <a:pPr marL="12700" marR="5080" indent="33020" algn="just">
              <a:lnSpc>
                <a:spcPct val="141700"/>
              </a:lnSpc>
            </a:pPr>
            <a:r>
              <a:rPr sz="1000" i="1" u="dash" spc="22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  </a:t>
            </a:r>
            <a:r>
              <a:rPr sz="1000" i="1" u="dash" spc="-9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18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orta </a:t>
            </a:r>
            <a:r>
              <a:rPr sz="1000" i="1" u="dash" spc="10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noktalarını</a:t>
            </a:r>
            <a:r>
              <a:rPr sz="1000" i="1" spc="10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bulalım. 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Kenarların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85" dirty="0">
                <a:solidFill>
                  <a:srgbClr val="231F20"/>
                </a:solidFill>
                <a:latin typeface="Arial"/>
                <a:cs typeface="Arial"/>
              </a:rPr>
              <a:t>orta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noktalarını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yukarıdaki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şekilde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olduğu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gibi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D,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E,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adlandıralım.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99398" y="1952261"/>
            <a:ext cx="5486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240" dirty="0">
                <a:solidFill>
                  <a:srgbClr val="EC008C"/>
                </a:solidFill>
                <a:latin typeface="Verdana"/>
                <a:cs typeface="Verdana"/>
              </a:rPr>
              <a:t>1</a:t>
            </a:r>
            <a:r>
              <a:rPr sz="1000" b="1" i="1" spc="-145" dirty="0">
                <a:solidFill>
                  <a:srgbClr val="EC008C"/>
                </a:solidFill>
                <a:latin typeface="Verdana"/>
                <a:cs typeface="Verdana"/>
              </a:rPr>
              <a:t>.</a:t>
            </a:r>
            <a:r>
              <a:rPr sz="1000" b="1" i="1" spc="15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127197" y="33683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262678" y="33683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159711" y="3152411"/>
            <a:ext cx="2958465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 </a:t>
            </a:r>
            <a:r>
              <a:rPr sz="1000" i="1" spc="-1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tiç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enini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1000" i="1" spc="-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u="dash" spc="22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-14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8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[AE</a:t>
            </a:r>
            <a:r>
              <a:rPr sz="1000" i="1" u="dash" spc="15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]</a:t>
            </a:r>
            <a:r>
              <a:rPr sz="1000" i="1" u="dash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-11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8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b</a:t>
            </a:r>
            <a:r>
              <a:rPr sz="1000" i="1" u="dash" spc="7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o</a:t>
            </a:r>
            <a:r>
              <a:rPr sz="1000" i="1" u="dash" spc="9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yunc</a:t>
            </a:r>
            <a:r>
              <a:rPr sz="1000" i="1" u="dash" spc="12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a</a:t>
            </a:r>
            <a:r>
              <a:rPr sz="1000" i="1" u="dash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 </a:t>
            </a:r>
            <a:r>
              <a:rPr sz="1000" i="1" u="dash" spc="-8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tl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y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arak,  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kat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izi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oluşturalım.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159711" y="1976646"/>
            <a:ext cx="5772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2.</a:t>
            </a:r>
            <a:r>
              <a:rPr sz="1000" b="1" i="1" spc="9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612250" y="2941747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614684" y="2986763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pic>
        <p:nvPicPr>
          <p:cNvPr id="60" name="object 6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9144" y="2137862"/>
            <a:ext cx="1795640" cy="985056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6555036" y="273924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617274" y="1992234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95335" y="6469748"/>
            <a:ext cx="47764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5.</a:t>
            </a:r>
            <a:r>
              <a:rPr sz="1000" b="1" i="1" spc="16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r>
              <a:rPr sz="1000" b="1" i="1" spc="17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Kat</a:t>
            </a:r>
            <a:r>
              <a:rPr sz="1000" i="1" spc="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izlerinin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kesim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noktası,</a:t>
            </a:r>
            <a:r>
              <a:rPr sz="1000" i="1" spc="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tiçgeninin </a:t>
            </a:r>
            <a:r>
              <a:rPr sz="1000" i="1" u="dash" spc="40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10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kenarortay</a:t>
            </a:r>
            <a:r>
              <a:rPr sz="1000" i="1" spc="105" dirty="0">
                <a:solidFill>
                  <a:srgbClr val="EC008C"/>
                </a:solidFill>
                <a:latin typeface="Arial"/>
                <a:cs typeface="Arial"/>
              </a:rPr>
              <a:t>ı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’dır.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44886" y="7120293"/>
            <a:ext cx="6648450" cy="473709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262890" marR="5080" indent="-250825">
              <a:lnSpc>
                <a:spcPct val="136400"/>
              </a:lnSpc>
              <a:spcBef>
                <a:spcPts val="145"/>
              </a:spcBef>
            </a:pPr>
            <a:r>
              <a:rPr sz="1100" b="1" i="1" spc="-90" dirty="0">
                <a:solidFill>
                  <a:srgbClr val="EF5BA1"/>
                </a:solidFill>
                <a:latin typeface="Verdana"/>
                <a:cs typeface="Verdana"/>
              </a:rPr>
              <a:t>2.</a:t>
            </a:r>
            <a:r>
              <a:rPr sz="1100" b="1" i="1" spc="35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çeşittkenar</a:t>
            </a:r>
            <a:r>
              <a:rPr sz="1000" b="1" i="1" spc="1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üçgende,</a:t>
            </a:r>
            <a:r>
              <a:rPr sz="1000" b="1" i="1" spc="1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köşeden</a:t>
            </a:r>
            <a:r>
              <a:rPr sz="1000" b="1" i="1" spc="1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karşı</a:t>
            </a:r>
            <a:r>
              <a:rPr sz="1000" b="1" i="1" spc="1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kenarın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ortta</a:t>
            </a:r>
            <a:r>
              <a:rPr sz="1000" b="1" i="1" spc="1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0" dirty="0">
                <a:solidFill>
                  <a:srgbClr val="231F20"/>
                </a:solidFill>
                <a:latin typeface="Verdana"/>
                <a:cs typeface="Verdana"/>
              </a:rPr>
              <a:t>nokttasına</a:t>
            </a:r>
            <a:r>
              <a:rPr sz="1000" b="1" i="1" spc="1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çizilen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" dirty="0">
                <a:solidFill>
                  <a:srgbClr val="231F20"/>
                </a:solidFill>
                <a:latin typeface="Verdana"/>
                <a:cs typeface="Verdana"/>
              </a:rPr>
              <a:t>doğru</a:t>
            </a:r>
            <a:r>
              <a:rPr sz="1000" b="1" i="1" spc="1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5" dirty="0">
                <a:solidFill>
                  <a:srgbClr val="231F20"/>
                </a:solidFill>
                <a:latin typeface="Verdana"/>
                <a:cs typeface="Verdana"/>
              </a:rPr>
              <a:t>parça- </a:t>
            </a:r>
            <a:r>
              <a:rPr sz="1000" b="1" i="1" spc="-3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larının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0" dirty="0">
                <a:solidFill>
                  <a:srgbClr val="231F20"/>
                </a:solidFill>
                <a:latin typeface="Verdana"/>
                <a:cs typeface="Verdana"/>
              </a:rPr>
              <a:t>kesişttiği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0" dirty="0">
                <a:solidFill>
                  <a:srgbClr val="231F20"/>
                </a:solidFill>
                <a:latin typeface="Verdana"/>
                <a:cs typeface="Verdana"/>
              </a:rPr>
              <a:t>nokttayı,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o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0" dirty="0">
                <a:solidFill>
                  <a:srgbClr val="231F20"/>
                </a:solidFill>
                <a:latin typeface="Verdana"/>
                <a:cs typeface="Verdana"/>
              </a:rPr>
              <a:t>üçgenin</a:t>
            </a:r>
            <a:r>
              <a:rPr sz="1000" b="1" i="1" spc="3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u="dash" spc="-2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Verdana"/>
                <a:cs typeface="Verdana"/>
              </a:rPr>
              <a:t>ağırlık</a:t>
            </a:r>
            <a:r>
              <a:rPr sz="1000" b="1" i="1" u="dash" spc="15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Verdana"/>
                <a:cs typeface="Verdana"/>
              </a:rPr>
              <a:t> </a:t>
            </a:r>
            <a:r>
              <a:rPr sz="1000" b="1" i="1" u="dash" spc="-2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Verdana"/>
                <a:cs typeface="Verdana"/>
              </a:rPr>
              <a:t>merkezi</a:t>
            </a:r>
            <a:r>
              <a:rPr sz="1000" b="1" i="1" spc="19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denir.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51060" y="8154748"/>
            <a:ext cx="142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135" dirty="0">
                <a:solidFill>
                  <a:srgbClr val="EF5BA1"/>
                </a:solidFill>
                <a:latin typeface="Verdana"/>
                <a:cs typeface="Verdana"/>
              </a:rPr>
              <a:t>3.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004821" y="8212889"/>
            <a:ext cx="24130" cy="24130"/>
            <a:chOff x="1004821" y="8212889"/>
            <a:chExt cx="24130" cy="24130"/>
          </a:xfrm>
        </p:grpSpPr>
        <p:sp>
          <p:nvSpPr>
            <p:cNvPr id="67" name="object 67"/>
            <p:cNvSpPr/>
            <p:nvPr/>
          </p:nvSpPr>
          <p:spPr>
            <a:xfrm>
              <a:off x="1007996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07996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1183408" y="8212889"/>
            <a:ext cx="24130" cy="24130"/>
            <a:chOff x="1183408" y="8212889"/>
            <a:chExt cx="24130" cy="24130"/>
          </a:xfrm>
        </p:grpSpPr>
        <p:sp>
          <p:nvSpPr>
            <p:cNvPr id="70" name="object 70"/>
            <p:cNvSpPr/>
            <p:nvPr/>
          </p:nvSpPr>
          <p:spPr>
            <a:xfrm>
              <a:off x="1186583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186583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1361998" y="8212889"/>
            <a:ext cx="24130" cy="24130"/>
            <a:chOff x="1361998" y="8212889"/>
            <a:chExt cx="24130" cy="24130"/>
          </a:xfrm>
        </p:grpSpPr>
        <p:sp>
          <p:nvSpPr>
            <p:cNvPr id="73" name="object 73"/>
            <p:cNvSpPr/>
            <p:nvPr/>
          </p:nvSpPr>
          <p:spPr>
            <a:xfrm>
              <a:off x="1365173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365173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1540586" y="8212889"/>
            <a:ext cx="24130" cy="24130"/>
            <a:chOff x="1540586" y="8212889"/>
            <a:chExt cx="24130" cy="24130"/>
          </a:xfrm>
        </p:grpSpPr>
        <p:sp>
          <p:nvSpPr>
            <p:cNvPr id="76" name="object 76"/>
            <p:cNvSpPr/>
            <p:nvPr/>
          </p:nvSpPr>
          <p:spPr>
            <a:xfrm>
              <a:off x="1543761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543761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1719174" y="8212889"/>
            <a:ext cx="24130" cy="24130"/>
            <a:chOff x="1719174" y="8212889"/>
            <a:chExt cx="24130" cy="24130"/>
          </a:xfrm>
        </p:grpSpPr>
        <p:sp>
          <p:nvSpPr>
            <p:cNvPr id="79" name="object 79"/>
            <p:cNvSpPr/>
            <p:nvPr/>
          </p:nvSpPr>
          <p:spPr>
            <a:xfrm>
              <a:off x="1722349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722349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" name="object 81"/>
          <p:cNvGrpSpPr/>
          <p:nvPr/>
        </p:nvGrpSpPr>
        <p:grpSpPr>
          <a:xfrm>
            <a:off x="1897763" y="8212889"/>
            <a:ext cx="24130" cy="24130"/>
            <a:chOff x="1897763" y="8212889"/>
            <a:chExt cx="24130" cy="24130"/>
          </a:xfrm>
        </p:grpSpPr>
        <p:sp>
          <p:nvSpPr>
            <p:cNvPr id="82" name="object 82"/>
            <p:cNvSpPr/>
            <p:nvPr/>
          </p:nvSpPr>
          <p:spPr>
            <a:xfrm>
              <a:off x="1900938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900938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2076352" y="8212889"/>
            <a:ext cx="24130" cy="24130"/>
            <a:chOff x="2076352" y="8212889"/>
            <a:chExt cx="24130" cy="24130"/>
          </a:xfrm>
        </p:grpSpPr>
        <p:sp>
          <p:nvSpPr>
            <p:cNvPr id="85" name="object 85"/>
            <p:cNvSpPr/>
            <p:nvPr/>
          </p:nvSpPr>
          <p:spPr>
            <a:xfrm>
              <a:off x="2079527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079527" y="82160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1004821" y="8927350"/>
            <a:ext cx="24130" cy="24130"/>
            <a:chOff x="1004821" y="8927350"/>
            <a:chExt cx="24130" cy="24130"/>
          </a:xfrm>
        </p:grpSpPr>
        <p:sp>
          <p:nvSpPr>
            <p:cNvPr id="88" name="object 88"/>
            <p:cNvSpPr/>
            <p:nvPr/>
          </p:nvSpPr>
          <p:spPr>
            <a:xfrm>
              <a:off x="1007996" y="89305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007996" y="89305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2076352" y="8926930"/>
            <a:ext cx="24130" cy="24130"/>
            <a:chOff x="2076352" y="8926930"/>
            <a:chExt cx="24130" cy="24130"/>
          </a:xfrm>
        </p:grpSpPr>
        <p:sp>
          <p:nvSpPr>
            <p:cNvPr id="91" name="object 91"/>
            <p:cNvSpPr/>
            <p:nvPr/>
          </p:nvSpPr>
          <p:spPr>
            <a:xfrm>
              <a:off x="2079527" y="893010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079527" y="893010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3" name="object 93"/>
          <p:cNvGrpSpPr/>
          <p:nvPr/>
        </p:nvGrpSpPr>
        <p:grpSpPr>
          <a:xfrm>
            <a:off x="1004821" y="8391508"/>
            <a:ext cx="24130" cy="24130"/>
            <a:chOff x="1004821" y="8391508"/>
            <a:chExt cx="24130" cy="24130"/>
          </a:xfrm>
        </p:grpSpPr>
        <p:sp>
          <p:nvSpPr>
            <p:cNvPr id="94" name="object 94"/>
            <p:cNvSpPr/>
            <p:nvPr/>
          </p:nvSpPr>
          <p:spPr>
            <a:xfrm>
              <a:off x="1007996" y="839468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007996" y="839468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6" name="object 96"/>
          <p:cNvGrpSpPr/>
          <p:nvPr/>
        </p:nvGrpSpPr>
        <p:grpSpPr>
          <a:xfrm>
            <a:off x="2076352" y="8391607"/>
            <a:ext cx="24130" cy="24130"/>
            <a:chOff x="2076352" y="8391607"/>
            <a:chExt cx="24130" cy="24130"/>
          </a:xfrm>
        </p:grpSpPr>
        <p:sp>
          <p:nvSpPr>
            <p:cNvPr id="97" name="object 97"/>
            <p:cNvSpPr/>
            <p:nvPr/>
          </p:nvSpPr>
          <p:spPr>
            <a:xfrm>
              <a:off x="2079527" y="83947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079527" y="83947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9" name="object 99"/>
          <p:cNvGrpSpPr/>
          <p:nvPr/>
        </p:nvGrpSpPr>
        <p:grpSpPr>
          <a:xfrm>
            <a:off x="1004821" y="9105957"/>
            <a:ext cx="24130" cy="24130"/>
            <a:chOff x="1004821" y="9105957"/>
            <a:chExt cx="24130" cy="24130"/>
          </a:xfrm>
        </p:grpSpPr>
        <p:sp>
          <p:nvSpPr>
            <p:cNvPr id="100" name="object 100"/>
            <p:cNvSpPr/>
            <p:nvPr/>
          </p:nvSpPr>
          <p:spPr>
            <a:xfrm>
              <a:off x="1007996" y="91091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007996" y="910913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2076352" y="9105647"/>
            <a:ext cx="24130" cy="24130"/>
            <a:chOff x="2076352" y="9105647"/>
            <a:chExt cx="24130" cy="24130"/>
          </a:xfrm>
        </p:grpSpPr>
        <p:sp>
          <p:nvSpPr>
            <p:cNvPr id="103" name="object 103"/>
            <p:cNvSpPr/>
            <p:nvPr/>
          </p:nvSpPr>
          <p:spPr>
            <a:xfrm>
              <a:off x="2079527" y="91088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079527" y="910882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1004821" y="8570113"/>
            <a:ext cx="24130" cy="24130"/>
            <a:chOff x="1004821" y="8570113"/>
            <a:chExt cx="24130" cy="24130"/>
          </a:xfrm>
        </p:grpSpPr>
        <p:sp>
          <p:nvSpPr>
            <p:cNvPr id="106" name="object 106"/>
            <p:cNvSpPr/>
            <p:nvPr/>
          </p:nvSpPr>
          <p:spPr>
            <a:xfrm>
              <a:off x="1007996" y="857328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007996" y="857328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8" name="object 108"/>
          <p:cNvGrpSpPr/>
          <p:nvPr/>
        </p:nvGrpSpPr>
        <p:grpSpPr>
          <a:xfrm>
            <a:off x="2076352" y="8570337"/>
            <a:ext cx="24130" cy="24130"/>
            <a:chOff x="2076352" y="8570337"/>
            <a:chExt cx="24130" cy="24130"/>
          </a:xfrm>
        </p:grpSpPr>
        <p:sp>
          <p:nvSpPr>
            <p:cNvPr id="109" name="object 109"/>
            <p:cNvSpPr/>
            <p:nvPr/>
          </p:nvSpPr>
          <p:spPr>
            <a:xfrm>
              <a:off x="2079527" y="857351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079527" y="857351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1" name="object 111"/>
          <p:cNvGrpSpPr/>
          <p:nvPr/>
        </p:nvGrpSpPr>
        <p:grpSpPr>
          <a:xfrm>
            <a:off x="1004821" y="9284589"/>
            <a:ext cx="24130" cy="24130"/>
            <a:chOff x="1004821" y="9284589"/>
            <a:chExt cx="24130" cy="24130"/>
          </a:xfrm>
        </p:grpSpPr>
        <p:sp>
          <p:nvSpPr>
            <p:cNvPr id="112" name="object 112"/>
            <p:cNvSpPr/>
            <p:nvPr/>
          </p:nvSpPr>
          <p:spPr>
            <a:xfrm>
              <a:off x="1007996" y="92877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007996" y="92877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4" name="object 114"/>
          <p:cNvGrpSpPr/>
          <p:nvPr/>
        </p:nvGrpSpPr>
        <p:grpSpPr>
          <a:xfrm>
            <a:off x="1183408" y="9284589"/>
            <a:ext cx="24130" cy="24130"/>
            <a:chOff x="1183408" y="9284589"/>
            <a:chExt cx="24130" cy="24130"/>
          </a:xfrm>
        </p:grpSpPr>
        <p:sp>
          <p:nvSpPr>
            <p:cNvPr id="115" name="object 115"/>
            <p:cNvSpPr/>
            <p:nvPr/>
          </p:nvSpPr>
          <p:spPr>
            <a:xfrm>
              <a:off x="1186583" y="92877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186583" y="928776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7" name="object 117"/>
          <p:cNvGrpSpPr/>
          <p:nvPr/>
        </p:nvGrpSpPr>
        <p:grpSpPr>
          <a:xfrm>
            <a:off x="1361998" y="9284365"/>
            <a:ext cx="24130" cy="24130"/>
            <a:chOff x="1361998" y="9284365"/>
            <a:chExt cx="24130" cy="24130"/>
          </a:xfrm>
        </p:grpSpPr>
        <p:sp>
          <p:nvSpPr>
            <p:cNvPr id="118" name="object 118"/>
            <p:cNvSpPr/>
            <p:nvPr/>
          </p:nvSpPr>
          <p:spPr>
            <a:xfrm>
              <a:off x="1365173" y="928754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365173" y="928754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0" name="object 120"/>
          <p:cNvGrpSpPr/>
          <p:nvPr/>
        </p:nvGrpSpPr>
        <p:grpSpPr>
          <a:xfrm>
            <a:off x="1540586" y="9284365"/>
            <a:ext cx="24130" cy="24130"/>
            <a:chOff x="1540586" y="9284365"/>
            <a:chExt cx="24130" cy="24130"/>
          </a:xfrm>
        </p:grpSpPr>
        <p:sp>
          <p:nvSpPr>
            <p:cNvPr id="121" name="object 121"/>
            <p:cNvSpPr/>
            <p:nvPr/>
          </p:nvSpPr>
          <p:spPr>
            <a:xfrm>
              <a:off x="1543761" y="928754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543761" y="928754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3" name="object 123"/>
          <p:cNvGrpSpPr/>
          <p:nvPr/>
        </p:nvGrpSpPr>
        <p:grpSpPr>
          <a:xfrm>
            <a:off x="1719174" y="9284365"/>
            <a:ext cx="24130" cy="24130"/>
            <a:chOff x="1719174" y="9284365"/>
            <a:chExt cx="24130" cy="24130"/>
          </a:xfrm>
        </p:grpSpPr>
        <p:sp>
          <p:nvSpPr>
            <p:cNvPr id="124" name="object 124"/>
            <p:cNvSpPr/>
            <p:nvPr/>
          </p:nvSpPr>
          <p:spPr>
            <a:xfrm>
              <a:off x="1722349" y="928754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722349" y="928754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6" name="object 126"/>
          <p:cNvGrpSpPr/>
          <p:nvPr/>
        </p:nvGrpSpPr>
        <p:grpSpPr>
          <a:xfrm>
            <a:off x="1897763" y="9284365"/>
            <a:ext cx="24130" cy="24130"/>
            <a:chOff x="1897763" y="9284365"/>
            <a:chExt cx="24130" cy="24130"/>
          </a:xfrm>
        </p:grpSpPr>
        <p:sp>
          <p:nvSpPr>
            <p:cNvPr id="127" name="object 127"/>
            <p:cNvSpPr/>
            <p:nvPr/>
          </p:nvSpPr>
          <p:spPr>
            <a:xfrm>
              <a:off x="1900938" y="928754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900938" y="928754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9" name="object 129"/>
          <p:cNvGrpSpPr/>
          <p:nvPr/>
        </p:nvGrpSpPr>
        <p:grpSpPr>
          <a:xfrm>
            <a:off x="2076352" y="9284365"/>
            <a:ext cx="24130" cy="24130"/>
            <a:chOff x="2076352" y="9284365"/>
            <a:chExt cx="24130" cy="24130"/>
          </a:xfrm>
        </p:grpSpPr>
        <p:sp>
          <p:nvSpPr>
            <p:cNvPr id="130" name="object 130"/>
            <p:cNvSpPr/>
            <p:nvPr/>
          </p:nvSpPr>
          <p:spPr>
            <a:xfrm>
              <a:off x="2079527" y="928754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079527" y="928754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2" name="object 132"/>
          <p:cNvGrpSpPr/>
          <p:nvPr/>
        </p:nvGrpSpPr>
        <p:grpSpPr>
          <a:xfrm>
            <a:off x="1004821" y="8748732"/>
            <a:ext cx="24130" cy="24130"/>
            <a:chOff x="1004821" y="8748732"/>
            <a:chExt cx="24130" cy="24130"/>
          </a:xfrm>
        </p:grpSpPr>
        <p:sp>
          <p:nvSpPr>
            <p:cNvPr id="133" name="object 133"/>
            <p:cNvSpPr/>
            <p:nvPr/>
          </p:nvSpPr>
          <p:spPr>
            <a:xfrm>
              <a:off x="1007996" y="875190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007996" y="875190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5" name="object 135"/>
          <p:cNvGrpSpPr/>
          <p:nvPr/>
        </p:nvGrpSpPr>
        <p:grpSpPr>
          <a:xfrm>
            <a:off x="2076352" y="8749055"/>
            <a:ext cx="24130" cy="24130"/>
            <a:chOff x="2076352" y="8749055"/>
            <a:chExt cx="24130" cy="24130"/>
          </a:xfrm>
        </p:grpSpPr>
        <p:sp>
          <p:nvSpPr>
            <p:cNvPr id="136" name="object 136"/>
            <p:cNvSpPr/>
            <p:nvPr/>
          </p:nvSpPr>
          <p:spPr>
            <a:xfrm>
              <a:off x="2079527" y="875223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079527" y="875223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8" name="object 1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7005" y="8355165"/>
            <a:ext cx="810005" cy="809993"/>
          </a:xfrm>
          <a:prstGeom prst="rect">
            <a:avLst/>
          </a:prstGeom>
        </p:spPr>
      </p:pic>
      <p:sp>
        <p:nvSpPr>
          <p:cNvPr id="139" name="object 139"/>
          <p:cNvSpPr txBox="1"/>
          <p:nvPr/>
        </p:nvSpPr>
        <p:spPr>
          <a:xfrm>
            <a:off x="1493809" y="8605284"/>
            <a:ext cx="1219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95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endParaRPr sz="85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1081440" y="8484704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1065248" y="8871705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1920212" y="8888006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2372476" y="8167448"/>
            <a:ext cx="45808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Noktalı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kağıtta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merkezli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çember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dik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verilmiştir.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2372476" y="8427798"/>
            <a:ext cx="5020945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z="1000" b="1" i="1" spc="-5" dirty="0">
                <a:solidFill>
                  <a:srgbClr val="231F20"/>
                </a:solidFill>
                <a:latin typeface="Verdana"/>
                <a:cs typeface="Verdana"/>
              </a:rPr>
              <a:t>Çemberin</a:t>
            </a:r>
            <a:r>
              <a:rPr sz="10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yarıçapı</a:t>
            </a:r>
            <a:r>
              <a:rPr sz="10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3</a:t>
            </a:r>
            <a:r>
              <a:rPr sz="10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30" dirty="0">
                <a:solidFill>
                  <a:srgbClr val="231F20"/>
                </a:solidFill>
                <a:latin typeface="Verdana"/>
                <a:cs typeface="Verdana"/>
              </a:rPr>
              <a:t>br</a:t>
            </a:r>
            <a:r>
              <a:rPr sz="10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ise,</a:t>
            </a:r>
            <a:r>
              <a:rPr sz="10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10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üçgeninin</a:t>
            </a:r>
            <a:r>
              <a:rPr sz="10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0" dirty="0">
                <a:solidFill>
                  <a:srgbClr val="231F20"/>
                </a:solidFill>
                <a:latin typeface="Verdana"/>
                <a:cs typeface="Verdana"/>
              </a:rPr>
              <a:t>hipottenüsüne</a:t>
            </a:r>
            <a:r>
              <a:rPr sz="10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90" dirty="0">
                <a:solidFill>
                  <a:srgbClr val="231F20"/>
                </a:solidFill>
                <a:latin typeface="Verdana"/>
                <a:cs typeface="Verdana"/>
              </a:rPr>
              <a:t>aitt</a:t>
            </a:r>
            <a:r>
              <a:rPr sz="10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25" dirty="0">
                <a:solidFill>
                  <a:srgbClr val="231F20"/>
                </a:solidFill>
                <a:latin typeface="Verdana"/>
                <a:cs typeface="Verdana"/>
              </a:rPr>
              <a:t>kenaror- </a:t>
            </a:r>
            <a:r>
              <a:rPr sz="1000" b="1" i="1" spc="-3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ttayının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uzunluğu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birim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0" dirty="0">
                <a:solidFill>
                  <a:srgbClr val="231F20"/>
                </a:solidFill>
                <a:latin typeface="Verdana"/>
                <a:cs typeface="Verdana"/>
              </a:rPr>
              <a:t>bulunuz.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000" i="1" spc="110" dirty="0">
                <a:solidFill>
                  <a:srgbClr val="EC008C"/>
                </a:solidFill>
                <a:latin typeface="Arial"/>
                <a:cs typeface="Arial"/>
              </a:rPr>
              <a:t>3</a:t>
            </a:r>
            <a:r>
              <a:rPr sz="1000" i="1" spc="16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EC008C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609848" y="906345"/>
            <a:ext cx="4609465" cy="347980"/>
            <a:chOff x="609848" y="906345"/>
            <a:chExt cx="4609465" cy="347980"/>
          </a:xfrm>
        </p:grpSpPr>
        <p:sp>
          <p:nvSpPr>
            <p:cNvPr id="146" name="object 146"/>
            <p:cNvSpPr/>
            <p:nvPr/>
          </p:nvSpPr>
          <p:spPr>
            <a:xfrm>
              <a:off x="726347" y="1080108"/>
              <a:ext cx="4486910" cy="0"/>
            </a:xfrm>
            <a:custGeom>
              <a:avLst/>
              <a:gdLst/>
              <a:ahLst/>
              <a:cxnLst/>
              <a:rect l="l" t="t" r="r" b="b"/>
              <a:pathLst>
                <a:path w="4486910">
                  <a:moveTo>
                    <a:pt x="448645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C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09848" y="906345"/>
              <a:ext cx="1725295" cy="347980"/>
            </a:xfrm>
            <a:custGeom>
              <a:avLst/>
              <a:gdLst/>
              <a:ahLst/>
              <a:cxnLst/>
              <a:rect l="l" t="t" r="r" b="b"/>
              <a:pathLst>
                <a:path w="1725295" h="347980">
                  <a:moveTo>
                    <a:pt x="1666367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666367" y="347522"/>
                  </a:lnTo>
                  <a:lnTo>
                    <a:pt x="1704798" y="335778"/>
                  </a:lnTo>
                  <a:lnTo>
                    <a:pt x="1714866" y="293596"/>
                  </a:lnTo>
                  <a:lnTo>
                    <a:pt x="1723486" y="218002"/>
                  </a:lnTo>
                  <a:lnTo>
                    <a:pt x="1724901" y="173761"/>
                  </a:lnTo>
                  <a:lnTo>
                    <a:pt x="1723486" y="129526"/>
                  </a:lnTo>
                  <a:lnTo>
                    <a:pt x="1719841" y="88703"/>
                  </a:lnTo>
                  <a:lnTo>
                    <a:pt x="1709458" y="27838"/>
                  </a:lnTo>
                  <a:lnTo>
                    <a:pt x="1666367" y="0"/>
                  </a:lnTo>
                  <a:close/>
                </a:path>
              </a:pathLst>
            </a:custGeom>
            <a:solidFill>
              <a:srgbClr val="FFC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775493" y="956192"/>
            <a:ext cx="6617334" cy="858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100"/>
              </a:spcBef>
            </a:pPr>
            <a:r>
              <a:rPr sz="1400" b="1" i="1" spc="-114" dirty="0">
                <a:solidFill>
                  <a:srgbClr val="231F20"/>
                </a:solidFill>
                <a:latin typeface="Times New Roman"/>
                <a:cs typeface="Times New Roman"/>
              </a:rPr>
              <a:t>SIRA</a:t>
            </a:r>
            <a:r>
              <a:rPr sz="1400" b="1" i="1" spc="-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400" b="1" i="1" spc="-145" dirty="0">
                <a:solidFill>
                  <a:srgbClr val="231F20"/>
                </a:solidFill>
                <a:latin typeface="Times New Roman"/>
                <a:cs typeface="Times New Roman"/>
              </a:rPr>
              <a:t>SEN</a:t>
            </a:r>
            <a:r>
              <a:rPr sz="1400" b="1" i="1" spc="-175" dirty="0">
                <a:solidFill>
                  <a:srgbClr val="231F20"/>
                </a:solidFill>
                <a:latin typeface="Times New Roman"/>
                <a:cs typeface="Times New Roman"/>
              </a:rPr>
              <a:t>D</a:t>
            </a:r>
            <a:r>
              <a:rPr sz="1400" b="1" i="1" spc="-220" dirty="0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232410" marR="5080" indent="-220345">
              <a:lnSpc>
                <a:spcPct val="136400"/>
              </a:lnSpc>
              <a:spcBef>
                <a:spcPts val="5"/>
              </a:spcBef>
            </a:pPr>
            <a:r>
              <a:rPr sz="1100" b="1" i="1" spc="-210" dirty="0">
                <a:solidFill>
                  <a:srgbClr val="EF5BA1"/>
                </a:solidFill>
                <a:latin typeface="Verdana"/>
                <a:cs typeface="Verdana"/>
              </a:rPr>
              <a:t>1.</a:t>
            </a:r>
            <a:r>
              <a:rPr sz="1100" b="1" i="1" spc="-60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Katlama</a:t>
            </a:r>
            <a:r>
              <a:rPr sz="1000" i="1" spc="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yaparak</a:t>
            </a:r>
            <a:r>
              <a:rPr sz="1000" i="1" spc="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herhangi</a:t>
            </a:r>
            <a:r>
              <a:rPr sz="1000" i="1" spc="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4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tiçgenin</a:t>
            </a:r>
            <a:r>
              <a:rPr sz="1000" i="1" spc="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ağırlık</a:t>
            </a:r>
            <a:r>
              <a:rPr sz="1000" i="1" spc="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merkezini</a:t>
            </a:r>
            <a:r>
              <a:rPr sz="1000" i="1" spc="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bulalım.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Önti</a:t>
            </a:r>
            <a:r>
              <a:rPr sz="1000" i="1" spc="4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mavi,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arkası</a:t>
            </a:r>
            <a:r>
              <a:rPr sz="1000" i="1" spc="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beyaz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renkte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alarak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aşağıda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verilmiş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adımları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gerçekleştirelim.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603498" y="719995"/>
            <a:ext cx="6776720" cy="540385"/>
            <a:chOff x="603498" y="719995"/>
            <a:chExt cx="6776720" cy="540385"/>
          </a:xfrm>
        </p:grpSpPr>
        <p:sp>
          <p:nvSpPr>
            <p:cNvPr id="150" name="object 150"/>
            <p:cNvSpPr/>
            <p:nvPr/>
          </p:nvSpPr>
          <p:spPr>
            <a:xfrm>
              <a:off x="609848" y="906345"/>
              <a:ext cx="1725295" cy="347980"/>
            </a:xfrm>
            <a:custGeom>
              <a:avLst/>
              <a:gdLst/>
              <a:ahLst/>
              <a:cxnLst/>
              <a:rect l="l" t="t" r="r" b="b"/>
              <a:pathLst>
                <a:path w="1725295" h="347980">
                  <a:moveTo>
                    <a:pt x="22529" y="347522"/>
                  </a:moveTo>
                  <a:lnTo>
                    <a:pt x="13024" y="305340"/>
                  </a:lnTo>
                  <a:lnTo>
                    <a:pt x="5945" y="262304"/>
                  </a:lnTo>
                  <a:lnTo>
                    <a:pt x="1525" y="218437"/>
                  </a:lnTo>
                  <a:lnTo>
                    <a:pt x="0" y="173761"/>
                  </a:lnTo>
                  <a:lnTo>
                    <a:pt x="1525" y="129091"/>
                  </a:lnTo>
                  <a:lnTo>
                    <a:pt x="5945" y="85223"/>
                  </a:lnTo>
                  <a:lnTo>
                    <a:pt x="13024" y="42184"/>
                  </a:lnTo>
                  <a:lnTo>
                    <a:pt x="22529" y="0"/>
                  </a:lnTo>
                  <a:lnTo>
                    <a:pt x="1666367" y="0"/>
                  </a:lnTo>
                  <a:lnTo>
                    <a:pt x="1704798" y="11744"/>
                  </a:lnTo>
                  <a:lnTo>
                    <a:pt x="1714866" y="53928"/>
                  </a:lnTo>
                  <a:lnTo>
                    <a:pt x="1723486" y="129526"/>
                  </a:lnTo>
                  <a:lnTo>
                    <a:pt x="1724901" y="173761"/>
                  </a:lnTo>
                  <a:lnTo>
                    <a:pt x="1723486" y="218002"/>
                  </a:lnTo>
                  <a:lnTo>
                    <a:pt x="1719841" y="258824"/>
                  </a:lnTo>
                  <a:lnTo>
                    <a:pt x="1709458" y="319684"/>
                  </a:lnTo>
                  <a:lnTo>
                    <a:pt x="1666367" y="347522"/>
                  </a:lnTo>
                  <a:lnTo>
                    <a:pt x="22529" y="34752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5203004" y="1070627"/>
              <a:ext cx="2177415" cy="101600"/>
            </a:xfrm>
            <a:custGeom>
              <a:avLst/>
              <a:gdLst/>
              <a:ahLst/>
              <a:cxnLst/>
              <a:rect l="l" t="t" r="r" b="b"/>
              <a:pathLst>
                <a:path w="2177415" h="101600">
                  <a:moveTo>
                    <a:pt x="148793" y="0"/>
                  </a:moveTo>
                  <a:lnTo>
                    <a:pt x="2514" y="0"/>
                  </a:lnTo>
                  <a:lnTo>
                    <a:pt x="0" y="2514"/>
                  </a:lnTo>
                  <a:lnTo>
                    <a:pt x="0" y="8724"/>
                  </a:lnTo>
                  <a:lnTo>
                    <a:pt x="2514" y="11239"/>
                  </a:lnTo>
                  <a:lnTo>
                    <a:pt x="148793" y="11239"/>
                  </a:lnTo>
                  <a:lnTo>
                    <a:pt x="157544" y="13010"/>
                  </a:lnTo>
                  <a:lnTo>
                    <a:pt x="164698" y="17838"/>
                  </a:lnTo>
                  <a:lnTo>
                    <a:pt x="169526" y="24993"/>
                  </a:lnTo>
                  <a:lnTo>
                    <a:pt x="171297" y="33743"/>
                  </a:lnTo>
                  <a:lnTo>
                    <a:pt x="169526" y="42494"/>
                  </a:lnTo>
                  <a:lnTo>
                    <a:pt x="164698" y="49649"/>
                  </a:lnTo>
                  <a:lnTo>
                    <a:pt x="157544" y="54476"/>
                  </a:lnTo>
                  <a:lnTo>
                    <a:pt x="148793" y="56248"/>
                  </a:lnTo>
                  <a:lnTo>
                    <a:pt x="115049" y="56248"/>
                  </a:lnTo>
                  <a:lnTo>
                    <a:pt x="106298" y="58017"/>
                  </a:lnTo>
                  <a:lnTo>
                    <a:pt x="99144" y="62841"/>
                  </a:lnTo>
                  <a:lnTo>
                    <a:pt x="94316" y="69991"/>
                  </a:lnTo>
                  <a:lnTo>
                    <a:pt x="92544" y="78739"/>
                  </a:lnTo>
                  <a:lnTo>
                    <a:pt x="94316" y="87490"/>
                  </a:lnTo>
                  <a:lnTo>
                    <a:pt x="99144" y="94645"/>
                  </a:lnTo>
                  <a:lnTo>
                    <a:pt x="106298" y="99472"/>
                  </a:lnTo>
                  <a:lnTo>
                    <a:pt x="115049" y="101244"/>
                  </a:lnTo>
                  <a:lnTo>
                    <a:pt x="2171369" y="101244"/>
                  </a:lnTo>
                  <a:lnTo>
                    <a:pt x="2174481" y="101244"/>
                  </a:lnTo>
                  <a:lnTo>
                    <a:pt x="2176995" y="98729"/>
                  </a:lnTo>
                  <a:lnTo>
                    <a:pt x="2176995" y="92506"/>
                  </a:lnTo>
                  <a:lnTo>
                    <a:pt x="2174481" y="89992"/>
                  </a:lnTo>
                  <a:lnTo>
                    <a:pt x="108838" y="89992"/>
                  </a:lnTo>
                  <a:lnTo>
                    <a:pt x="103797" y="84950"/>
                  </a:lnTo>
                  <a:lnTo>
                    <a:pt x="103797" y="72542"/>
                  </a:lnTo>
                  <a:lnTo>
                    <a:pt x="108838" y="67500"/>
                  </a:lnTo>
                  <a:lnTo>
                    <a:pt x="148793" y="67500"/>
                  </a:lnTo>
                  <a:lnTo>
                    <a:pt x="161922" y="64842"/>
                  </a:lnTo>
                  <a:lnTo>
                    <a:pt x="172653" y="57599"/>
                  </a:lnTo>
                  <a:lnTo>
                    <a:pt x="179893" y="46867"/>
                  </a:lnTo>
                  <a:lnTo>
                    <a:pt x="182549" y="33743"/>
                  </a:lnTo>
                  <a:lnTo>
                    <a:pt x="179893" y="20622"/>
                  </a:lnTo>
                  <a:lnTo>
                    <a:pt x="172653" y="9894"/>
                  </a:lnTo>
                  <a:lnTo>
                    <a:pt x="161922" y="2656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FFDD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5243390" y="76773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4">
                  <a:moveTo>
                    <a:pt x="184353" y="0"/>
                  </a:moveTo>
                  <a:lnTo>
                    <a:pt x="181330" y="0"/>
                  </a:lnTo>
                  <a:lnTo>
                    <a:pt x="0" y="181330"/>
                  </a:lnTo>
                  <a:lnTo>
                    <a:pt x="0" y="184353"/>
                  </a:lnTo>
                  <a:lnTo>
                    <a:pt x="84645" y="268998"/>
                  </a:lnTo>
                  <a:lnTo>
                    <a:pt x="86512" y="270865"/>
                  </a:lnTo>
                  <a:lnTo>
                    <a:pt x="89547" y="270865"/>
                  </a:lnTo>
                  <a:lnTo>
                    <a:pt x="270865" y="89547"/>
                  </a:lnTo>
                  <a:lnTo>
                    <a:pt x="270865" y="86512"/>
                  </a:lnTo>
                  <a:lnTo>
                    <a:pt x="184353" y="0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3" name="object 1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37527" y="719995"/>
              <a:ext cx="124469" cy="124466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01333" y="963820"/>
              <a:ext cx="116839" cy="116852"/>
            </a:xfrm>
            <a:prstGeom prst="rect">
              <a:avLst/>
            </a:prstGeom>
          </p:spPr>
        </p:pic>
      </p:grpSp>
      <p:sp>
        <p:nvSpPr>
          <p:cNvPr id="155" name="object 155"/>
          <p:cNvSpPr txBox="1"/>
          <p:nvPr/>
        </p:nvSpPr>
        <p:spPr>
          <a:xfrm>
            <a:off x="3788087" y="9374982"/>
            <a:ext cx="16383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20" dirty="0">
                <a:solidFill>
                  <a:srgbClr val="FFFFFF"/>
                </a:solidFill>
                <a:latin typeface="Arial"/>
                <a:cs typeface="Arial"/>
              </a:rPr>
              <a:t>5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7316" y="662668"/>
            <a:ext cx="4645660" cy="1351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00"/>
              </a:spcBef>
            </a:pPr>
            <a:r>
              <a:rPr sz="1400" b="1" i="1" spc="5" dirty="0">
                <a:solidFill>
                  <a:srgbClr val="649DD4"/>
                </a:solidFill>
                <a:latin typeface="Times New Roman"/>
                <a:cs typeface="Times New Roman"/>
              </a:rPr>
              <a:t>2</a:t>
            </a:r>
            <a:r>
              <a:rPr sz="1400" b="1" i="1" spc="10" dirty="0">
                <a:solidFill>
                  <a:srgbClr val="649DD4"/>
                </a:solidFill>
                <a:latin typeface="Times New Roman"/>
                <a:cs typeface="Times New Roman"/>
              </a:rPr>
              <a:t>.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65" dirty="0">
                <a:solidFill>
                  <a:srgbClr val="649DD4"/>
                </a:solidFill>
                <a:latin typeface="Times New Roman"/>
                <a:cs typeface="Times New Roman"/>
              </a:rPr>
              <a:t>Açıo</a:t>
            </a:r>
            <a:r>
              <a:rPr sz="1400" b="1" i="1" spc="-40" dirty="0">
                <a:solidFill>
                  <a:srgbClr val="649DD4"/>
                </a:solidFill>
                <a:latin typeface="Times New Roman"/>
                <a:cs typeface="Times New Roman"/>
              </a:rPr>
              <a:t>r</a:t>
            </a:r>
            <a:r>
              <a:rPr sz="1400" b="1" i="1" spc="40" dirty="0">
                <a:solidFill>
                  <a:srgbClr val="649DD4"/>
                </a:solidFill>
                <a:latin typeface="Times New Roman"/>
                <a:cs typeface="Times New Roman"/>
              </a:rPr>
              <a:t>t</a:t>
            </a:r>
            <a:r>
              <a:rPr sz="1400" b="1" i="1" spc="65" dirty="0">
                <a:solidFill>
                  <a:srgbClr val="649DD4"/>
                </a:solidFill>
                <a:latin typeface="Times New Roman"/>
                <a:cs typeface="Times New Roman"/>
              </a:rPr>
              <a:t>a</a:t>
            </a:r>
            <a:r>
              <a:rPr sz="1400" b="1" i="1" spc="60" dirty="0">
                <a:solidFill>
                  <a:srgbClr val="649DD4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marL="192405" marR="5080" indent="-180340" algn="just">
              <a:lnSpc>
                <a:spcPts val="2210"/>
              </a:lnSpc>
              <a:spcBef>
                <a:spcPts val="2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34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Üçgende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köşeden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kenara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inen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ve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çıktığı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köşedeki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açıyı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iki</a:t>
            </a:r>
            <a:r>
              <a:rPr sz="1000" i="1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eş </a:t>
            </a:r>
            <a:r>
              <a:rPr sz="1000" i="1" spc="7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açıya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ayıran doğru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parçasına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iç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açıortay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denir. </a:t>
            </a:r>
            <a:r>
              <a:rPr sz="1000" i="1" spc="-50" dirty="0">
                <a:solidFill>
                  <a:srgbClr val="231F20"/>
                </a:solidFill>
                <a:latin typeface="Verdana"/>
                <a:cs typeface="Verdana"/>
              </a:rPr>
              <a:t>“n“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sembolti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ile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gösterilir.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tiçgende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tiç </a:t>
            </a:r>
            <a:r>
              <a:rPr sz="1000" i="1" spc="85" dirty="0">
                <a:solidFill>
                  <a:srgbClr val="231F20"/>
                </a:solidFill>
                <a:latin typeface="Verdana"/>
                <a:cs typeface="Verdana"/>
              </a:rPr>
              <a:t>tane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iç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açıortay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vardır.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Ťç 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açıortay- </a:t>
            </a:r>
            <a:r>
              <a:rPr sz="1000" i="1" spc="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lar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daima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tiçgenin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iç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bölgesinden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kesişirler.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7299" y="2116818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10" dirty="0">
                <a:solidFill>
                  <a:srgbClr val="358CCB"/>
                </a:solidFill>
                <a:latin typeface="Lucida Sans Unicode"/>
                <a:cs typeface="Lucida Sans Unicode"/>
              </a:rPr>
              <a:t>À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05299" y="2280077"/>
            <a:ext cx="663575" cy="735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EC008C"/>
                </a:solidFill>
                <a:latin typeface="Arial"/>
                <a:cs typeface="Arial"/>
              </a:rPr>
              <a:t>n</a:t>
            </a:r>
            <a:r>
              <a:rPr sz="1200" i="1" spc="75" baseline="-20833" dirty="0">
                <a:solidFill>
                  <a:srgbClr val="EC008C"/>
                </a:solidFill>
                <a:latin typeface="Arial"/>
                <a:cs typeface="Arial"/>
              </a:rPr>
              <a:t>A</a:t>
            </a:r>
            <a:r>
              <a:rPr sz="1200" i="1" spc="240" baseline="-20833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r>
              <a:rPr sz="850" i="1" spc="15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850" i="1" spc="80" dirty="0">
                <a:solidFill>
                  <a:srgbClr val="EC008C"/>
                </a:solidFill>
                <a:latin typeface="Arial"/>
                <a:cs typeface="Arial"/>
              </a:rPr>
              <a:t>[AE]</a:t>
            </a:r>
            <a:endParaRPr sz="850">
              <a:latin typeface="Arial"/>
              <a:cs typeface="Arial"/>
            </a:endParaRPr>
          </a:p>
          <a:p>
            <a:pPr marL="38100" marR="30480">
              <a:lnSpc>
                <a:spcPts val="2330"/>
              </a:lnSpc>
              <a:spcBef>
                <a:spcPts val="5"/>
              </a:spcBef>
            </a:pPr>
            <a:r>
              <a:rPr sz="850" i="1" spc="60" dirty="0">
                <a:solidFill>
                  <a:srgbClr val="38B54A"/>
                </a:solidFill>
                <a:latin typeface="Arial"/>
                <a:cs typeface="Arial"/>
              </a:rPr>
              <a:t>n</a:t>
            </a:r>
            <a:r>
              <a:rPr sz="1200" i="1" spc="89" baseline="-20833" dirty="0">
                <a:solidFill>
                  <a:srgbClr val="38B54A"/>
                </a:solidFill>
                <a:latin typeface="Arial"/>
                <a:cs typeface="Arial"/>
              </a:rPr>
              <a:t>B</a:t>
            </a:r>
            <a:r>
              <a:rPr sz="1200" i="1" spc="240" baseline="-20833" dirty="0">
                <a:solidFill>
                  <a:srgbClr val="38B54A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38B54A"/>
                </a:solidFill>
                <a:latin typeface="Arial"/>
                <a:cs typeface="Arial"/>
              </a:rPr>
              <a:t>=</a:t>
            </a:r>
            <a:r>
              <a:rPr sz="850" i="1" spc="150" dirty="0">
                <a:solidFill>
                  <a:srgbClr val="38B54A"/>
                </a:solidFill>
                <a:latin typeface="Arial"/>
                <a:cs typeface="Arial"/>
              </a:rPr>
              <a:t> </a:t>
            </a:r>
            <a:r>
              <a:rPr sz="850" i="1" spc="110" dirty="0">
                <a:solidFill>
                  <a:srgbClr val="38B54A"/>
                </a:solidFill>
                <a:latin typeface="Arial"/>
                <a:cs typeface="Arial"/>
              </a:rPr>
              <a:t>[BF] </a:t>
            </a:r>
            <a:r>
              <a:rPr sz="850" i="1" spc="-225" dirty="0">
                <a:solidFill>
                  <a:srgbClr val="38B54A"/>
                </a:solidFill>
                <a:latin typeface="Arial"/>
                <a:cs typeface="Arial"/>
              </a:rPr>
              <a:t> </a:t>
            </a:r>
            <a:r>
              <a:rPr sz="850" i="1" spc="65" dirty="0">
                <a:solidFill>
                  <a:srgbClr val="00AEEF"/>
                </a:solidFill>
                <a:latin typeface="Arial"/>
                <a:cs typeface="Arial"/>
              </a:rPr>
              <a:t>n</a:t>
            </a:r>
            <a:r>
              <a:rPr sz="1200" i="1" spc="97" baseline="-20833" dirty="0">
                <a:solidFill>
                  <a:srgbClr val="00AEEF"/>
                </a:solidFill>
                <a:latin typeface="Arial"/>
                <a:cs typeface="Arial"/>
              </a:rPr>
              <a:t>C</a:t>
            </a:r>
            <a:r>
              <a:rPr sz="1200" i="1" spc="225" baseline="-20833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00AEEF"/>
                </a:solidFill>
                <a:latin typeface="Arial"/>
                <a:cs typeface="Arial"/>
              </a:rPr>
              <a:t>=</a:t>
            </a:r>
            <a:r>
              <a:rPr sz="850" i="1" spc="14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850" i="1" spc="100" dirty="0">
                <a:solidFill>
                  <a:srgbClr val="00AEEF"/>
                </a:solidFill>
                <a:latin typeface="Arial"/>
                <a:cs typeface="Arial"/>
              </a:rPr>
              <a:t>[CD]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8477" y="2124067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EC008C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1308" y="3290467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38B54A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26940" y="3290467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00AEEF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4519" y="2678498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05" dirty="0">
                <a:solidFill>
                  <a:srgbClr val="00AEEF"/>
                </a:solidFill>
                <a:latin typeface="Arial"/>
                <a:cs typeface="Arial"/>
              </a:rPr>
              <a:t>D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78568" y="3290467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5" dirty="0">
                <a:solidFill>
                  <a:srgbClr val="EC008C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13321" y="2521863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38B54A"/>
                </a:solidFill>
                <a:latin typeface="Arial"/>
                <a:cs typeface="Arial"/>
              </a:rPr>
              <a:t>F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17486" y="2257778"/>
            <a:ext cx="1875155" cy="1038860"/>
            <a:chOff x="917486" y="2257778"/>
            <a:chExt cx="1875155" cy="1038860"/>
          </a:xfrm>
        </p:grpSpPr>
        <p:sp>
          <p:nvSpPr>
            <p:cNvPr id="21" name="object 21"/>
            <p:cNvSpPr/>
            <p:nvPr/>
          </p:nvSpPr>
          <p:spPr>
            <a:xfrm>
              <a:off x="920661" y="2644462"/>
              <a:ext cx="984250" cy="648335"/>
            </a:xfrm>
            <a:custGeom>
              <a:avLst/>
              <a:gdLst/>
              <a:ahLst/>
              <a:cxnLst/>
              <a:rect l="l" t="t" r="r" b="b"/>
              <a:pathLst>
                <a:path w="984250" h="648335">
                  <a:moveTo>
                    <a:pt x="0" y="648322"/>
                  </a:moveTo>
                  <a:lnTo>
                    <a:pt x="984059" y="0"/>
                  </a:lnTo>
                </a:path>
              </a:pathLst>
            </a:custGeom>
            <a:ln w="6349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0903" y="2260953"/>
              <a:ext cx="462280" cy="1032510"/>
            </a:xfrm>
            <a:custGeom>
              <a:avLst/>
              <a:gdLst/>
              <a:ahLst/>
              <a:cxnLst/>
              <a:rect l="l" t="t" r="r" b="b"/>
              <a:pathLst>
                <a:path w="462280" h="1032510">
                  <a:moveTo>
                    <a:pt x="461810" y="0"/>
                  </a:moveTo>
                  <a:lnTo>
                    <a:pt x="0" y="1032116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83671" y="2261221"/>
              <a:ext cx="1405255" cy="1031875"/>
            </a:xfrm>
            <a:custGeom>
              <a:avLst/>
              <a:gdLst/>
              <a:ahLst/>
              <a:cxnLst/>
              <a:rect l="l" t="t" r="r" b="b"/>
              <a:pathLst>
                <a:path w="1405255" h="1031875">
                  <a:moveTo>
                    <a:pt x="1405102" y="1031582"/>
                  </a:moveTo>
                  <a:lnTo>
                    <a:pt x="1333" y="92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20305" y="3292679"/>
              <a:ext cx="1869439" cy="0"/>
            </a:xfrm>
            <a:custGeom>
              <a:avLst/>
              <a:gdLst/>
              <a:ahLst/>
              <a:cxnLst/>
              <a:rect l="l" t="t" r="r" b="b"/>
              <a:pathLst>
                <a:path w="1869439">
                  <a:moveTo>
                    <a:pt x="0" y="0"/>
                  </a:moveTo>
                  <a:lnTo>
                    <a:pt x="1868855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55956" y="2768795"/>
              <a:ext cx="1633220" cy="524510"/>
            </a:xfrm>
            <a:custGeom>
              <a:avLst/>
              <a:gdLst/>
              <a:ahLst/>
              <a:cxnLst/>
              <a:rect l="l" t="t" r="r" b="b"/>
              <a:pathLst>
                <a:path w="1633220" h="524510">
                  <a:moveTo>
                    <a:pt x="1633004" y="523913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84824" y="2261777"/>
              <a:ext cx="265430" cy="1031875"/>
            </a:xfrm>
            <a:custGeom>
              <a:avLst/>
              <a:gdLst/>
              <a:ahLst/>
              <a:cxnLst/>
              <a:rect l="l" t="t" r="r" b="b"/>
              <a:pathLst>
                <a:path w="265430" h="1031875">
                  <a:moveTo>
                    <a:pt x="0" y="0"/>
                  </a:moveTo>
                  <a:lnTo>
                    <a:pt x="264922" y="1031392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7811" y="2343857"/>
              <a:ext cx="231279" cy="11920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507580" y="3151388"/>
              <a:ext cx="87630" cy="142240"/>
            </a:xfrm>
            <a:custGeom>
              <a:avLst/>
              <a:gdLst/>
              <a:ahLst/>
              <a:cxnLst/>
              <a:rect l="l" t="t" r="r" b="b"/>
              <a:pathLst>
                <a:path w="87630" h="142239">
                  <a:moveTo>
                    <a:pt x="14941" y="141681"/>
                  </a:moveTo>
                  <a:lnTo>
                    <a:pt x="2393" y="111608"/>
                  </a:lnTo>
                  <a:lnTo>
                    <a:pt x="0" y="93267"/>
                  </a:lnTo>
                  <a:lnTo>
                    <a:pt x="9369" y="79171"/>
                  </a:lnTo>
                  <a:lnTo>
                    <a:pt x="32111" y="61836"/>
                  </a:lnTo>
                </a:path>
                <a:path w="87630" h="142239">
                  <a:moveTo>
                    <a:pt x="56864" y="69837"/>
                  </a:moveTo>
                  <a:lnTo>
                    <a:pt x="48952" y="38863"/>
                  </a:lnTo>
                  <a:lnTo>
                    <a:pt x="49483" y="21264"/>
                  </a:lnTo>
                  <a:lnTo>
                    <a:pt x="61309" y="10492"/>
                  </a:lnTo>
                  <a:lnTo>
                    <a:pt x="87280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22589" y="2865476"/>
              <a:ext cx="42545" cy="42545"/>
            </a:xfrm>
            <a:custGeom>
              <a:avLst/>
              <a:gdLst/>
              <a:ahLst/>
              <a:cxnLst/>
              <a:rect l="l" t="t" r="r" b="b"/>
              <a:pathLst>
                <a:path w="42544" h="42544">
                  <a:moveTo>
                    <a:pt x="21183" y="0"/>
                  </a:moveTo>
                  <a:lnTo>
                    <a:pt x="12933" y="1663"/>
                  </a:lnTo>
                  <a:lnTo>
                    <a:pt x="6200" y="6200"/>
                  </a:lnTo>
                  <a:lnTo>
                    <a:pt x="1663" y="12933"/>
                  </a:lnTo>
                  <a:lnTo>
                    <a:pt x="0" y="21183"/>
                  </a:lnTo>
                  <a:lnTo>
                    <a:pt x="1663" y="29433"/>
                  </a:lnTo>
                  <a:lnTo>
                    <a:pt x="6200" y="36166"/>
                  </a:lnTo>
                  <a:lnTo>
                    <a:pt x="12933" y="40703"/>
                  </a:lnTo>
                  <a:lnTo>
                    <a:pt x="21183" y="42367"/>
                  </a:lnTo>
                  <a:lnTo>
                    <a:pt x="29428" y="40703"/>
                  </a:lnTo>
                  <a:lnTo>
                    <a:pt x="36161" y="36166"/>
                  </a:lnTo>
                  <a:lnTo>
                    <a:pt x="40702" y="29433"/>
                  </a:lnTo>
                  <a:lnTo>
                    <a:pt x="42367" y="21183"/>
                  </a:lnTo>
                  <a:lnTo>
                    <a:pt x="40702" y="12933"/>
                  </a:lnTo>
                  <a:lnTo>
                    <a:pt x="36161" y="6200"/>
                  </a:lnTo>
                  <a:lnTo>
                    <a:pt x="29428" y="1663"/>
                  </a:lnTo>
                  <a:lnTo>
                    <a:pt x="2118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80694" y="3200336"/>
              <a:ext cx="55244" cy="72390"/>
            </a:xfrm>
            <a:custGeom>
              <a:avLst/>
              <a:gdLst/>
              <a:ahLst/>
              <a:cxnLst/>
              <a:rect l="l" t="t" r="r" b="b"/>
              <a:pathLst>
                <a:path w="55244" h="72389">
                  <a:moveTo>
                    <a:pt x="16344" y="59626"/>
                  </a:moveTo>
                  <a:lnTo>
                    <a:pt x="12687" y="55968"/>
                  </a:lnTo>
                  <a:lnTo>
                    <a:pt x="3657" y="55968"/>
                  </a:lnTo>
                  <a:lnTo>
                    <a:pt x="0" y="59626"/>
                  </a:lnTo>
                  <a:lnTo>
                    <a:pt x="0" y="68643"/>
                  </a:lnTo>
                  <a:lnTo>
                    <a:pt x="3657" y="72301"/>
                  </a:lnTo>
                  <a:lnTo>
                    <a:pt x="12687" y="72301"/>
                  </a:lnTo>
                  <a:lnTo>
                    <a:pt x="16344" y="68643"/>
                  </a:lnTo>
                  <a:lnTo>
                    <a:pt x="16344" y="64135"/>
                  </a:lnTo>
                  <a:lnTo>
                    <a:pt x="16344" y="59626"/>
                  </a:lnTo>
                  <a:close/>
                </a:path>
                <a:path w="55244" h="72389">
                  <a:moveTo>
                    <a:pt x="54838" y="3657"/>
                  </a:moveTo>
                  <a:lnTo>
                    <a:pt x="51181" y="0"/>
                  </a:lnTo>
                  <a:lnTo>
                    <a:pt x="42151" y="0"/>
                  </a:lnTo>
                  <a:lnTo>
                    <a:pt x="38493" y="3657"/>
                  </a:lnTo>
                  <a:lnTo>
                    <a:pt x="38493" y="12674"/>
                  </a:lnTo>
                  <a:lnTo>
                    <a:pt x="42151" y="16332"/>
                  </a:lnTo>
                  <a:lnTo>
                    <a:pt x="51181" y="16332"/>
                  </a:lnTo>
                  <a:lnTo>
                    <a:pt x="54838" y="12674"/>
                  </a:lnTo>
                  <a:lnTo>
                    <a:pt x="54838" y="8166"/>
                  </a:lnTo>
                  <a:lnTo>
                    <a:pt x="54838" y="3657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0440" y="3144944"/>
              <a:ext cx="124463" cy="14997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27316" y="3794488"/>
            <a:ext cx="1123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endParaRPr sz="1000">
              <a:latin typeface="MS UI Gothic"/>
              <a:cs typeface="MS UI Gothic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34095" y="3789438"/>
            <a:ext cx="1310005" cy="767715"/>
            <a:chOff x="834095" y="3789438"/>
            <a:chExt cx="1310005" cy="767715"/>
          </a:xfrm>
        </p:grpSpPr>
        <p:sp>
          <p:nvSpPr>
            <p:cNvPr id="34" name="object 34"/>
            <p:cNvSpPr/>
            <p:nvPr/>
          </p:nvSpPr>
          <p:spPr>
            <a:xfrm>
              <a:off x="837270" y="3826211"/>
              <a:ext cx="1247140" cy="701675"/>
            </a:xfrm>
            <a:custGeom>
              <a:avLst/>
              <a:gdLst/>
              <a:ahLst/>
              <a:cxnLst/>
              <a:rect l="l" t="t" r="r" b="b"/>
              <a:pathLst>
                <a:path w="1247139" h="701675">
                  <a:moveTo>
                    <a:pt x="1246695" y="701141"/>
                  </a:moveTo>
                  <a:lnTo>
                    <a:pt x="0" y="701141"/>
                  </a:lnTo>
                  <a:lnTo>
                    <a:pt x="906399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09766" y="3789438"/>
              <a:ext cx="434340" cy="767715"/>
            </a:xfrm>
            <a:custGeom>
              <a:avLst/>
              <a:gdLst/>
              <a:ahLst/>
              <a:cxnLst/>
              <a:rect l="l" t="t" r="r" b="b"/>
              <a:pathLst>
                <a:path w="434339" h="767714">
                  <a:moveTo>
                    <a:pt x="81419" y="0"/>
                  </a:moveTo>
                  <a:lnTo>
                    <a:pt x="0" y="26035"/>
                  </a:lnTo>
                  <a:lnTo>
                    <a:pt x="33896" y="36779"/>
                  </a:lnTo>
                  <a:lnTo>
                    <a:pt x="35763" y="72275"/>
                  </a:lnTo>
                  <a:lnTo>
                    <a:pt x="81419" y="0"/>
                  </a:lnTo>
                  <a:close/>
                </a:path>
                <a:path w="434339" h="767714">
                  <a:moveTo>
                    <a:pt x="434276" y="737920"/>
                  </a:moveTo>
                  <a:lnTo>
                    <a:pt x="353949" y="708685"/>
                  </a:lnTo>
                  <a:lnTo>
                    <a:pt x="374192" y="737920"/>
                  </a:lnTo>
                  <a:lnTo>
                    <a:pt x="353949" y="767156"/>
                  </a:lnTo>
                  <a:lnTo>
                    <a:pt x="434276" y="73792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46192" y="4109770"/>
              <a:ext cx="1203325" cy="415290"/>
            </a:xfrm>
            <a:custGeom>
              <a:avLst/>
              <a:gdLst/>
              <a:ahLst/>
              <a:cxnLst/>
              <a:rect l="l" t="t" r="r" b="b"/>
              <a:pathLst>
                <a:path w="1203325" h="415289">
                  <a:moveTo>
                    <a:pt x="0" y="414667"/>
                  </a:moveTo>
                  <a:lnTo>
                    <a:pt x="1203198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020722" y="4088721"/>
              <a:ext cx="85725" cy="55880"/>
            </a:xfrm>
            <a:custGeom>
              <a:avLst/>
              <a:gdLst/>
              <a:ahLst/>
              <a:cxnLst/>
              <a:rect l="l" t="t" r="r" b="b"/>
              <a:pathLst>
                <a:path w="85725" h="55879">
                  <a:moveTo>
                    <a:pt x="0" y="0"/>
                  </a:moveTo>
                  <a:lnTo>
                    <a:pt x="28663" y="21043"/>
                  </a:lnTo>
                  <a:lnTo>
                    <a:pt x="19049" y="55270"/>
                  </a:lnTo>
                  <a:lnTo>
                    <a:pt x="85470" y="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64780" y="4431260"/>
              <a:ext cx="49530" cy="96520"/>
            </a:xfrm>
            <a:custGeom>
              <a:avLst/>
              <a:gdLst/>
              <a:ahLst/>
              <a:cxnLst/>
              <a:rect l="l" t="t" r="r" b="b"/>
              <a:pathLst>
                <a:path w="49530" h="96520">
                  <a:moveTo>
                    <a:pt x="0" y="0"/>
                  </a:moveTo>
                  <a:lnTo>
                    <a:pt x="34977" y="18179"/>
                  </a:lnTo>
                  <a:lnTo>
                    <a:pt x="49504" y="34275"/>
                  </a:lnTo>
                  <a:lnTo>
                    <a:pt x="46162" y="57323"/>
                  </a:lnTo>
                  <a:lnTo>
                    <a:pt x="27533" y="96354"/>
                  </a:lnTo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64556" y="3968070"/>
              <a:ext cx="183515" cy="561340"/>
            </a:xfrm>
            <a:custGeom>
              <a:avLst/>
              <a:gdLst/>
              <a:ahLst/>
              <a:cxnLst/>
              <a:rect l="l" t="t" r="r" b="b"/>
              <a:pathLst>
                <a:path w="183514" h="561339">
                  <a:moveTo>
                    <a:pt x="183273" y="560870"/>
                  </a:moveTo>
                  <a:lnTo>
                    <a:pt x="183273" y="248246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50433" y="4471188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5" h="57785">
                  <a:moveTo>
                    <a:pt x="57175" y="57175"/>
                  </a:moveTo>
                  <a:lnTo>
                    <a:pt x="57175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70962" y="449025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576" y="0"/>
                  </a:moveTo>
                  <a:lnTo>
                    <a:pt x="3924" y="0"/>
                  </a:lnTo>
                  <a:lnTo>
                    <a:pt x="0" y="3911"/>
                  </a:lnTo>
                  <a:lnTo>
                    <a:pt x="0" y="13576"/>
                  </a:lnTo>
                  <a:lnTo>
                    <a:pt x="3924" y="17487"/>
                  </a:lnTo>
                  <a:lnTo>
                    <a:pt x="8750" y="17487"/>
                  </a:lnTo>
                  <a:lnTo>
                    <a:pt x="13576" y="17487"/>
                  </a:lnTo>
                  <a:lnTo>
                    <a:pt x="17500" y="13576"/>
                  </a:lnTo>
                  <a:lnTo>
                    <a:pt x="17500" y="3911"/>
                  </a:lnTo>
                  <a:lnTo>
                    <a:pt x="1357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17716" y="4003224"/>
              <a:ext cx="80645" cy="44450"/>
            </a:xfrm>
            <a:custGeom>
              <a:avLst/>
              <a:gdLst/>
              <a:ahLst/>
              <a:cxnLst/>
              <a:rect l="l" t="t" r="r" b="b"/>
              <a:pathLst>
                <a:path w="80644" h="44450">
                  <a:moveTo>
                    <a:pt x="0" y="0"/>
                  </a:moveTo>
                  <a:lnTo>
                    <a:pt x="36182" y="44272"/>
                  </a:lnTo>
                  <a:lnTo>
                    <a:pt x="80454" y="810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48071" y="3998480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5">
                  <a:moveTo>
                    <a:pt x="8026" y="0"/>
                  </a:moveTo>
                  <a:lnTo>
                    <a:pt x="4292" y="3060"/>
                  </a:lnTo>
                  <a:lnTo>
                    <a:pt x="546" y="6121"/>
                  </a:lnTo>
                  <a:lnTo>
                    <a:pt x="0" y="11620"/>
                  </a:lnTo>
                  <a:lnTo>
                    <a:pt x="6108" y="19100"/>
                  </a:lnTo>
                  <a:lnTo>
                    <a:pt x="11620" y="19659"/>
                  </a:lnTo>
                  <a:lnTo>
                    <a:pt x="19100" y="13550"/>
                  </a:lnTo>
                  <a:lnTo>
                    <a:pt x="19659" y="8039"/>
                  </a:lnTo>
                  <a:lnTo>
                    <a:pt x="13538" y="558"/>
                  </a:lnTo>
                  <a:lnTo>
                    <a:pt x="802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642819" y="4075498"/>
              <a:ext cx="13970" cy="28575"/>
            </a:xfrm>
            <a:custGeom>
              <a:avLst/>
              <a:gdLst/>
              <a:ahLst/>
              <a:cxnLst/>
              <a:rect l="l" t="t" r="r" b="b"/>
              <a:pathLst>
                <a:path w="13969" h="28575">
                  <a:moveTo>
                    <a:pt x="13373" y="0"/>
                  </a:moveTo>
                  <a:lnTo>
                    <a:pt x="0" y="28333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650533" y="4083461"/>
              <a:ext cx="13970" cy="28575"/>
            </a:xfrm>
            <a:custGeom>
              <a:avLst/>
              <a:gdLst/>
              <a:ahLst/>
              <a:cxnLst/>
              <a:rect l="l" t="t" r="r" b="b"/>
              <a:pathLst>
                <a:path w="13969" h="28575">
                  <a:moveTo>
                    <a:pt x="13373" y="0"/>
                  </a:moveTo>
                  <a:lnTo>
                    <a:pt x="0" y="28333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735077" y="4347823"/>
              <a:ext cx="24765" cy="19685"/>
            </a:xfrm>
            <a:custGeom>
              <a:avLst/>
              <a:gdLst/>
              <a:ahLst/>
              <a:cxnLst/>
              <a:rect l="l" t="t" r="r" b="b"/>
              <a:pathLst>
                <a:path w="24764" h="19685">
                  <a:moveTo>
                    <a:pt x="24434" y="0"/>
                  </a:moveTo>
                  <a:lnTo>
                    <a:pt x="0" y="19608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738519" y="4358364"/>
              <a:ext cx="24765" cy="19685"/>
            </a:xfrm>
            <a:custGeom>
              <a:avLst/>
              <a:gdLst/>
              <a:ahLst/>
              <a:cxnLst/>
              <a:rect l="l" t="t" r="r" b="b"/>
              <a:pathLst>
                <a:path w="24764" h="19685">
                  <a:moveTo>
                    <a:pt x="24434" y="0"/>
                  </a:moveTo>
                  <a:lnTo>
                    <a:pt x="0" y="19596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89683" y="4494090"/>
              <a:ext cx="26670" cy="1905"/>
            </a:xfrm>
            <a:custGeom>
              <a:avLst/>
              <a:gdLst/>
              <a:ahLst/>
              <a:cxnLst/>
              <a:rect l="l" t="t" r="r" b="b"/>
              <a:pathLst>
                <a:path w="26669" h="1904">
                  <a:moveTo>
                    <a:pt x="-3175" y="774"/>
                  </a:moveTo>
                  <a:lnTo>
                    <a:pt x="29400" y="774"/>
                  </a:lnTo>
                </a:path>
              </a:pathLst>
            </a:custGeom>
            <a:ln w="78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77962" y="4436121"/>
              <a:ext cx="17145" cy="20320"/>
            </a:xfrm>
            <a:custGeom>
              <a:avLst/>
              <a:gdLst/>
              <a:ahLst/>
              <a:cxnLst/>
              <a:rect l="l" t="t" r="r" b="b"/>
              <a:pathLst>
                <a:path w="17144" h="20320">
                  <a:moveTo>
                    <a:pt x="17106" y="0"/>
                  </a:moveTo>
                  <a:lnTo>
                    <a:pt x="0" y="19951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18574" y="4516307"/>
              <a:ext cx="27940" cy="25400"/>
            </a:xfrm>
            <a:custGeom>
              <a:avLst/>
              <a:gdLst/>
              <a:ahLst/>
              <a:cxnLst/>
              <a:rect l="l" t="t" r="r" b="b"/>
              <a:pathLst>
                <a:path w="27940" h="25400">
                  <a:moveTo>
                    <a:pt x="27566" y="11312"/>
                  </a:moveTo>
                  <a:lnTo>
                    <a:pt x="22975" y="5312"/>
                  </a:lnTo>
                  <a:lnTo>
                    <a:pt x="17379" y="1434"/>
                  </a:lnTo>
                  <a:lnTo>
                    <a:pt x="11477" y="0"/>
                  </a:lnTo>
                  <a:lnTo>
                    <a:pt x="5964" y="1329"/>
                  </a:lnTo>
                  <a:lnTo>
                    <a:pt x="1913" y="5304"/>
                  </a:lnTo>
                  <a:lnTo>
                    <a:pt x="0" y="11067"/>
                  </a:lnTo>
                  <a:lnTo>
                    <a:pt x="322" y="17864"/>
                  </a:lnTo>
                  <a:lnTo>
                    <a:pt x="2979" y="24939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45881" y="4514123"/>
              <a:ext cx="27940" cy="25400"/>
            </a:xfrm>
            <a:custGeom>
              <a:avLst/>
              <a:gdLst/>
              <a:ahLst/>
              <a:cxnLst/>
              <a:rect l="l" t="t" r="r" b="b"/>
              <a:pathLst>
                <a:path w="27940" h="25400">
                  <a:moveTo>
                    <a:pt x="0" y="13627"/>
                  </a:moveTo>
                  <a:lnTo>
                    <a:pt x="4584" y="19621"/>
                  </a:lnTo>
                  <a:lnTo>
                    <a:pt x="10175" y="23498"/>
                  </a:lnTo>
                  <a:lnTo>
                    <a:pt x="16077" y="24932"/>
                  </a:lnTo>
                  <a:lnTo>
                    <a:pt x="21590" y="23596"/>
                  </a:lnTo>
                  <a:lnTo>
                    <a:pt x="25646" y="19627"/>
                  </a:lnTo>
                  <a:lnTo>
                    <a:pt x="27560" y="13865"/>
                  </a:lnTo>
                  <a:lnTo>
                    <a:pt x="27238" y="7069"/>
                  </a:lnTo>
                  <a:lnTo>
                    <a:pt x="24587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218436" y="4211034"/>
              <a:ext cx="25400" cy="27940"/>
            </a:xfrm>
            <a:custGeom>
              <a:avLst/>
              <a:gdLst/>
              <a:ahLst/>
              <a:cxnLst/>
              <a:rect l="l" t="t" r="r" b="b"/>
              <a:pathLst>
                <a:path w="25400" h="27939">
                  <a:moveTo>
                    <a:pt x="24939" y="2979"/>
                  </a:moveTo>
                  <a:lnTo>
                    <a:pt x="17869" y="322"/>
                  </a:lnTo>
                  <a:lnTo>
                    <a:pt x="11072" y="0"/>
                  </a:lnTo>
                  <a:lnTo>
                    <a:pt x="5306" y="1913"/>
                  </a:lnTo>
                  <a:lnTo>
                    <a:pt x="1329" y="5964"/>
                  </a:lnTo>
                  <a:lnTo>
                    <a:pt x="0" y="11482"/>
                  </a:lnTo>
                  <a:lnTo>
                    <a:pt x="1434" y="17384"/>
                  </a:lnTo>
                  <a:lnTo>
                    <a:pt x="5312" y="22977"/>
                  </a:lnTo>
                  <a:lnTo>
                    <a:pt x="11312" y="27566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243239" y="4189686"/>
              <a:ext cx="25400" cy="27940"/>
            </a:xfrm>
            <a:custGeom>
              <a:avLst/>
              <a:gdLst/>
              <a:ahLst/>
              <a:cxnLst/>
              <a:rect l="l" t="t" r="r" b="b"/>
              <a:pathLst>
                <a:path w="25400" h="27939">
                  <a:moveTo>
                    <a:pt x="0" y="24587"/>
                  </a:moveTo>
                  <a:lnTo>
                    <a:pt x="7062" y="27238"/>
                  </a:lnTo>
                  <a:lnTo>
                    <a:pt x="13854" y="27560"/>
                  </a:lnTo>
                  <a:lnTo>
                    <a:pt x="19614" y="25646"/>
                  </a:lnTo>
                  <a:lnTo>
                    <a:pt x="23583" y="21589"/>
                  </a:lnTo>
                  <a:lnTo>
                    <a:pt x="24921" y="16077"/>
                  </a:lnTo>
                  <a:lnTo>
                    <a:pt x="23491" y="10175"/>
                  </a:lnTo>
                  <a:lnTo>
                    <a:pt x="19619" y="4584"/>
                  </a:lnTo>
                  <a:lnTo>
                    <a:pt x="13627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07299" y="4449340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697525" y="4526633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743080" y="4197385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0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8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469426" y="3851837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8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275349" y="3794003"/>
            <a:ext cx="28975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3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açıda</a:t>
            </a:r>
            <a:r>
              <a:rPr sz="1000" i="1" spc="3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çizilen</a:t>
            </a:r>
            <a:r>
              <a:rPr sz="1000" i="1" spc="3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açıortay</a:t>
            </a:r>
            <a:r>
              <a:rPr sz="1000" i="1" spc="3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doğrusu</a:t>
            </a:r>
            <a:r>
              <a:rPr sz="1000" i="1" spc="3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tize-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275349" y="4074671"/>
            <a:ext cx="2897505" cy="680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rindeki</a:t>
            </a:r>
            <a:r>
              <a:rPr sz="10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noktadan</a:t>
            </a:r>
            <a:r>
              <a:rPr sz="10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açının</a:t>
            </a:r>
            <a:r>
              <a:rPr sz="10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kollarına</a:t>
            </a:r>
            <a:r>
              <a:rPr sz="10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inen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dikmelerin</a:t>
            </a:r>
            <a:r>
              <a:rPr sz="10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uzunlukları</a:t>
            </a:r>
            <a:r>
              <a:rPr sz="10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birbirine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eşittir.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spc="-735" dirty="0">
                <a:solidFill>
                  <a:srgbClr val="231F20"/>
                </a:solidFill>
                <a:latin typeface="Lucida Sans Unicode"/>
                <a:cs typeface="Lucida Sans Unicode"/>
              </a:rPr>
              <a:t>†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AF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55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spc="-735" dirty="0">
                <a:solidFill>
                  <a:srgbClr val="231F20"/>
                </a:solidFill>
                <a:latin typeface="Lucida Sans Unicode"/>
                <a:cs typeface="Lucida Sans Unicode"/>
              </a:rPr>
              <a:t>†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DF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1000" i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v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1000" i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spc="-735" dirty="0">
                <a:solidFill>
                  <a:srgbClr val="231F20"/>
                </a:solidFill>
                <a:latin typeface="Lucida Sans Unicode"/>
                <a:cs typeface="Lucida Sans Unicode"/>
              </a:rPr>
              <a:t>†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AE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55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spc="-735" dirty="0">
                <a:solidFill>
                  <a:srgbClr val="231F20"/>
                </a:solidFill>
                <a:latin typeface="Lucida Sans Unicode"/>
                <a:cs typeface="Lucida Sans Unicode"/>
              </a:rPr>
              <a:t>†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DE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1000" i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ise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1000" i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|FD|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|DE|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95494" y="5602246"/>
            <a:ext cx="1231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65" dirty="0">
                <a:solidFill>
                  <a:srgbClr val="EF5BA1"/>
                </a:solidFill>
                <a:latin typeface="Verdana"/>
                <a:cs typeface="Verdana"/>
              </a:rPr>
              <a:t>1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513700" y="5627927"/>
            <a:ext cx="105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15327" y="6905915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762885" y="6913688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621713" y="6913688"/>
            <a:ext cx="118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75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9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618856" y="6251319"/>
            <a:ext cx="127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875193" y="5756725"/>
            <a:ext cx="1957705" cy="1153160"/>
            <a:chOff x="875193" y="5756725"/>
            <a:chExt cx="1957705" cy="1153160"/>
          </a:xfrm>
        </p:grpSpPr>
        <p:sp>
          <p:nvSpPr>
            <p:cNvPr id="67" name="object 67"/>
            <p:cNvSpPr/>
            <p:nvPr/>
          </p:nvSpPr>
          <p:spPr>
            <a:xfrm>
              <a:off x="878432" y="6411771"/>
              <a:ext cx="1943100" cy="497205"/>
            </a:xfrm>
            <a:custGeom>
              <a:avLst/>
              <a:gdLst/>
              <a:ahLst/>
              <a:cxnLst/>
              <a:rect l="l" t="t" r="r" b="b"/>
              <a:pathLst>
                <a:path w="1943100" h="497204">
                  <a:moveTo>
                    <a:pt x="812673" y="0"/>
                  </a:moveTo>
                  <a:lnTo>
                    <a:pt x="0" y="492734"/>
                  </a:lnTo>
                  <a:lnTo>
                    <a:pt x="2654" y="497116"/>
                  </a:lnTo>
                  <a:lnTo>
                    <a:pt x="813079" y="5740"/>
                  </a:lnTo>
                  <a:lnTo>
                    <a:pt x="1940991" y="492366"/>
                  </a:lnTo>
                  <a:lnTo>
                    <a:pt x="1943023" y="487667"/>
                  </a:lnTo>
                  <a:lnTo>
                    <a:pt x="812673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75193" y="5756725"/>
              <a:ext cx="1957705" cy="1153160"/>
            </a:xfrm>
            <a:custGeom>
              <a:avLst/>
              <a:gdLst/>
              <a:ahLst/>
              <a:cxnLst/>
              <a:rect l="l" t="t" r="r" b="b"/>
              <a:pathLst>
                <a:path w="1957705" h="1153159">
                  <a:moveTo>
                    <a:pt x="704951" y="1739"/>
                  </a:moveTo>
                  <a:lnTo>
                    <a:pt x="675824" y="46985"/>
                  </a:lnTo>
                  <a:lnTo>
                    <a:pt x="650143" y="88311"/>
                  </a:lnTo>
                  <a:lnTo>
                    <a:pt x="579983" y="202171"/>
                  </a:lnTo>
                  <a:lnTo>
                    <a:pt x="0" y="1152537"/>
                  </a:lnTo>
                  <a:lnTo>
                    <a:pt x="1957133" y="1152537"/>
                  </a:lnTo>
                  <a:lnTo>
                    <a:pt x="1955796" y="1151305"/>
                  </a:lnTo>
                  <a:lnTo>
                    <a:pt x="6756" y="1151305"/>
                  </a:lnTo>
                  <a:lnTo>
                    <a:pt x="4559" y="1149972"/>
                  </a:lnTo>
                  <a:lnTo>
                    <a:pt x="4559" y="1147406"/>
                  </a:lnTo>
                  <a:lnTo>
                    <a:pt x="9129" y="1147406"/>
                  </a:lnTo>
                  <a:lnTo>
                    <a:pt x="557821" y="248060"/>
                  </a:lnTo>
                  <a:lnTo>
                    <a:pt x="646893" y="103312"/>
                  </a:lnTo>
                  <a:lnTo>
                    <a:pt x="678764" y="51968"/>
                  </a:lnTo>
                  <a:lnTo>
                    <a:pt x="702538" y="14287"/>
                  </a:lnTo>
                  <a:lnTo>
                    <a:pt x="707121" y="7364"/>
                  </a:lnTo>
                  <a:lnTo>
                    <a:pt x="705027" y="5435"/>
                  </a:lnTo>
                  <a:lnTo>
                    <a:pt x="706767" y="3555"/>
                  </a:lnTo>
                  <a:lnTo>
                    <a:pt x="704951" y="1739"/>
                  </a:lnTo>
                  <a:close/>
                </a:path>
                <a:path w="1957705" h="1153159">
                  <a:moveTo>
                    <a:pt x="9129" y="1147406"/>
                  </a:moveTo>
                  <a:lnTo>
                    <a:pt x="4559" y="1147406"/>
                  </a:lnTo>
                  <a:lnTo>
                    <a:pt x="4559" y="1149972"/>
                  </a:lnTo>
                  <a:lnTo>
                    <a:pt x="6756" y="1151305"/>
                  </a:lnTo>
                  <a:lnTo>
                    <a:pt x="9129" y="1147406"/>
                  </a:lnTo>
                  <a:close/>
                </a:path>
                <a:path w="1957705" h="1153159">
                  <a:moveTo>
                    <a:pt x="706691" y="0"/>
                  </a:moveTo>
                  <a:lnTo>
                    <a:pt x="704951" y="1739"/>
                  </a:lnTo>
                  <a:lnTo>
                    <a:pt x="708583" y="5359"/>
                  </a:lnTo>
                  <a:lnTo>
                    <a:pt x="707402" y="6946"/>
                  </a:lnTo>
                  <a:lnTo>
                    <a:pt x="707121" y="7364"/>
                  </a:lnTo>
                  <a:lnTo>
                    <a:pt x="1944001" y="1147406"/>
                  </a:lnTo>
                  <a:lnTo>
                    <a:pt x="9129" y="1147406"/>
                  </a:lnTo>
                  <a:lnTo>
                    <a:pt x="6756" y="1151305"/>
                  </a:lnTo>
                  <a:lnTo>
                    <a:pt x="1955796" y="1151305"/>
                  </a:lnTo>
                  <a:lnTo>
                    <a:pt x="706691" y="0"/>
                  </a:lnTo>
                  <a:close/>
                </a:path>
                <a:path w="1957705" h="1153159">
                  <a:moveTo>
                    <a:pt x="706767" y="3555"/>
                  </a:moveTo>
                  <a:lnTo>
                    <a:pt x="705027" y="5435"/>
                  </a:lnTo>
                  <a:lnTo>
                    <a:pt x="707121" y="7364"/>
                  </a:lnTo>
                  <a:lnTo>
                    <a:pt x="707402" y="6946"/>
                  </a:lnTo>
                  <a:lnTo>
                    <a:pt x="708571" y="5359"/>
                  </a:lnTo>
                  <a:lnTo>
                    <a:pt x="706767" y="355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679224" y="6402783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19049" y="0"/>
                  </a:moveTo>
                  <a:lnTo>
                    <a:pt x="5499" y="0"/>
                  </a:lnTo>
                  <a:lnTo>
                    <a:pt x="0" y="5486"/>
                  </a:lnTo>
                  <a:lnTo>
                    <a:pt x="0" y="19050"/>
                  </a:lnTo>
                  <a:lnTo>
                    <a:pt x="5499" y="24536"/>
                  </a:lnTo>
                  <a:lnTo>
                    <a:pt x="19049" y="24536"/>
                  </a:lnTo>
                  <a:lnTo>
                    <a:pt x="24549" y="19050"/>
                  </a:lnTo>
                  <a:lnTo>
                    <a:pt x="24549" y="12268"/>
                  </a:lnTo>
                  <a:lnTo>
                    <a:pt x="24549" y="5486"/>
                  </a:lnTo>
                  <a:lnTo>
                    <a:pt x="19049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3112499" y="5551446"/>
            <a:ext cx="4100195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Şekildeki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tiçgeninin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iç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açıortaylarının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kesiş- </a:t>
            </a:r>
            <a:r>
              <a:rPr sz="1000" i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tiği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noktadır.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087099" y="6118755"/>
            <a:ext cx="10756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8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500" spc="-810" baseline="38888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100°</a:t>
            </a:r>
            <a:endParaRPr sz="10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431050" y="6350961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112451" y="6442597"/>
            <a:ext cx="38138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b="1" i="1" spc="-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35" dirty="0">
                <a:solidFill>
                  <a:srgbClr val="231F20"/>
                </a:solidFill>
                <a:latin typeface="Verdana"/>
                <a:cs typeface="Verdana"/>
              </a:rPr>
              <a:t>BOC)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35" dirty="0">
                <a:solidFill>
                  <a:srgbClr val="231F20"/>
                </a:solidFill>
                <a:latin typeface="Verdana"/>
                <a:cs typeface="Verdana"/>
              </a:rPr>
              <a:t>derece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bulalım.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19426" y="8657335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766984" y="8665106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622955" y="8002738"/>
            <a:ext cx="127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872900" y="7498558"/>
            <a:ext cx="1957705" cy="1153160"/>
            <a:chOff x="872900" y="7498558"/>
            <a:chExt cx="1957705" cy="1153160"/>
          </a:xfrm>
        </p:grpSpPr>
        <p:pic>
          <p:nvPicPr>
            <p:cNvPr id="78" name="object 7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17042" y="8517351"/>
              <a:ext cx="103586" cy="132791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5814" y="8493255"/>
              <a:ext cx="126992" cy="155709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876118" y="8153591"/>
              <a:ext cx="1943100" cy="497840"/>
            </a:xfrm>
            <a:custGeom>
              <a:avLst/>
              <a:gdLst/>
              <a:ahLst/>
              <a:cxnLst/>
              <a:rect l="l" t="t" r="r" b="b"/>
              <a:pathLst>
                <a:path w="1943100" h="497840">
                  <a:moveTo>
                    <a:pt x="812698" y="0"/>
                  </a:moveTo>
                  <a:lnTo>
                    <a:pt x="0" y="492747"/>
                  </a:lnTo>
                  <a:lnTo>
                    <a:pt x="2666" y="497128"/>
                  </a:lnTo>
                  <a:lnTo>
                    <a:pt x="813079" y="5765"/>
                  </a:lnTo>
                  <a:lnTo>
                    <a:pt x="1940991" y="497293"/>
                  </a:lnTo>
                  <a:lnTo>
                    <a:pt x="1943036" y="492582"/>
                  </a:lnTo>
                  <a:lnTo>
                    <a:pt x="812698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72900" y="7498558"/>
              <a:ext cx="1957705" cy="1153160"/>
            </a:xfrm>
            <a:custGeom>
              <a:avLst/>
              <a:gdLst/>
              <a:ahLst/>
              <a:cxnLst/>
              <a:rect l="l" t="t" r="r" b="b"/>
              <a:pathLst>
                <a:path w="1957705" h="1153159">
                  <a:moveTo>
                    <a:pt x="704938" y="1739"/>
                  </a:moveTo>
                  <a:lnTo>
                    <a:pt x="675809" y="46985"/>
                  </a:lnTo>
                  <a:lnTo>
                    <a:pt x="650129" y="88311"/>
                  </a:lnTo>
                  <a:lnTo>
                    <a:pt x="579970" y="202171"/>
                  </a:lnTo>
                  <a:lnTo>
                    <a:pt x="0" y="1152537"/>
                  </a:lnTo>
                  <a:lnTo>
                    <a:pt x="1957108" y="1152537"/>
                  </a:lnTo>
                  <a:lnTo>
                    <a:pt x="1955771" y="1151305"/>
                  </a:lnTo>
                  <a:lnTo>
                    <a:pt x="6743" y="1151305"/>
                  </a:lnTo>
                  <a:lnTo>
                    <a:pt x="4546" y="1149972"/>
                  </a:lnTo>
                  <a:lnTo>
                    <a:pt x="4546" y="1147406"/>
                  </a:lnTo>
                  <a:lnTo>
                    <a:pt x="9116" y="1147406"/>
                  </a:lnTo>
                  <a:lnTo>
                    <a:pt x="557808" y="248060"/>
                  </a:lnTo>
                  <a:lnTo>
                    <a:pt x="646879" y="103312"/>
                  </a:lnTo>
                  <a:lnTo>
                    <a:pt x="678738" y="51968"/>
                  </a:lnTo>
                  <a:lnTo>
                    <a:pt x="702525" y="14287"/>
                  </a:lnTo>
                  <a:lnTo>
                    <a:pt x="707108" y="7364"/>
                  </a:lnTo>
                  <a:lnTo>
                    <a:pt x="705015" y="5435"/>
                  </a:lnTo>
                  <a:lnTo>
                    <a:pt x="706755" y="3555"/>
                  </a:lnTo>
                  <a:lnTo>
                    <a:pt x="704938" y="1739"/>
                  </a:lnTo>
                  <a:close/>
                </a:path>
                <a:path w="1957705" h="1153159">
                  <a:moveTo>
                    <a:pt x="9116" y="1147406"/>
                  </a:moveTo>
                  <a:lnTo>
                    <a:pt x="4546" y="1147406"/>
                  </a:lnTo>
                  <a:lnTo>
                    <a:pt x="4546" y="1149972"/>
                  </a:lnTo>
                  <a:lnTo>
                    <a:pt x="6743" y="1151305"/>
                  </a:lnTo>
                  <a:lnTo>
                    <a:pt x="9116" y="1147406"/>
                  </a:lnTo>
                  <a:close/>
                </a:path>
                <a:path w="1957705" h="1153159">
                  <a:moveTo>
                    <a:pt x="706691" y="0"/>
                  </a:moveTo>
                  <a:lnTo>
                    <a:pt x="704938" y="1739"/>
                  </a:lnTo>
                  <a:lnTo>
                    <a:pt x="708571" y="5359"/>
                  </a:lnTo>
                  <a:lnTo>
                    <a:pt x="707390" y="6946"/>
                  </a:lnTo>
                  <a:lnTo>
                    <a:pt x="707108" y="7364"/>
                  </a:lnTo>
                  <a:lnTo>
                    <a:pt x="1943989" y="1147406"/>
                  </a:lnTo>
                  <a:lnTo>
                    <a:pt x="9116" y="1147406"/>
                  </a:lnTo>
                  <a:lnTo>
                    <a:pt x="6743" y="1151305"/>
                  </a:lnTo>
                  <a:lnTo>
                    <a:pt x="1955771" y="1151305"/>
                  </a:lnTo>
                  <a:lnTo>
                    <a:pt x="706691" y="0"/>
                  </a:lnTo>
                  <a:close/>
                </a:path>
                <a:path w="1957705" h="1153159">
                  <a:moveTo>
                    <a:pt x="706755" y="3555"/>
                  </a:moveTo>
                  <a:lnTo>
                    <a:pt x="705015" y="5435"/>
                  </a:lnTo>
                  <a:lnTo>
                    <a:pt x="707108" y="7364"/>
                  </a:lnTo>
                  <a:lnTo>
                    <a:pt x="707390" y="6946"/>
                  </a:lnTo>
                  <a:lnTo>
                    <a:pt x="708558" y="5359"/>
                  </a:lnTo>
                  <a:lnTo>
                    <a:pt x="706755" y="355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676919" y="8144616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>
                  <a:moveTo>
                    <a:pt x="19049" y="0"/>
                  </a:moveTo>
                  <a:lnTo>
                    <a:pt x="5499" y="0"/>
                  </a:lnTo>
                  <a:lnTo>
                    <a:pt x="0" y="5486"/>
                  </a:lnTo>
                  <a:lnTo>
                    <a:pt x="0" y="19050"/>
                  </a:lnTo>
                  <a:lnTo>
                    <a:pt x="5499" y="24536"/>
                  </a:lnTo>
                  <a:lnTo>
                    <a:pt x="19049" y="24536"/>
                  </a:lnTo>
                  <a:lnTo>
                    <a:pt x="24549" y="19050"/>
                  </a:lnTo>
                  <a:lnTo>
                    <a:pt x="24549" y="12268"/>
                  </a:lnTo>
                  <a:lnTo>
                    <a:pt x="24549" y="5486"/>
                  </a:lnTo>
                  <a:lnTo>
                    <a:pt x="19049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532004" y="7561503"/>
              <a:ext cx="114935" cy="33655"/>
            </a:xfrm>
            <a:custGeom>
              <a:avLst/>
              <a:gdLst/>
              <a:ahLst/>
              <a:cxnLst/>
              <a:rect l="l" t="t" r="r" b="b"/>
              <a:pathLst>
                <a:path w="114935" h="33654">
                  <a:moveTo>
                    <a:pt x="110642" y="0"/>
                  </a:moveTo>
                  <a:lnTo>
                    <a:pt x="94960" y="13669"/>
                  </a:lnTo>
                  <a:lnTo>
                    <a:pt x="79824" y="22421"/>
                  </a:lnTo>
                  <a:lnTo>
                    <a:pt x="65438" y="27078"/>
                  </a:lnTo>
                  <a:lnTo>
                    <a:pt x="52006" y="28460"/>
                  </a:lnTo>
                  <a:lnTo>
                    <a:pt x="41767" y="27676"/>
                  </a:lnTo>
                  <a:lnTo>
                    <a:pt x="3441" y="10223"/>
                  </a:lnTo>
                  <a:lnTo>
                    <a:pt x="0" y="14020"/>
                  </a:lnTo>
                  <a:lnTo>
                    <a:pt x="3911" y="17139"/>
                  </a:lnTo>
                  <a:lnTo>
                    <a:pt x="14601" y="23842"/>
                  </a:lnTo>
                  <a:lnTo>
                    <a:pt x="30993" y="30524"/>
                  </a:lnTo>
                  <a:lnTo>
                    <a:pt x="52006" y="33578"/>
                  </a:lnTo>
                  <a:lnTo>
                    <a:pt x="66489" y="32095"/>
                  </a:lnTo>
                  <a:lnTo>
                    <a:pt x="81903" y="27103"/>
                  </a:lnTo>
                  <a:lnTo>
                    <a:pt x="97949" y="17846"/>
                  </a:lnTo>
                  <a:lnTo>
                    <a:pt x="114325" y="3568"/>
                  </a:lnTo>
                  <a:lnTo>
                    <a:pt x="11064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1013800" y="8368180"/>
            <a:ext cx="946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95" dirty="0">
                <a:solidFill>
                  <a:srgbClr val="00AEEF"/>
                </a:solidFill>
                <a:latin typeface="Arial"/>
                <a:cs typeface="Arial"/>
              </a:rPr>
              <a:t>a</a:t>
            </a:r>
            <a:endParaRPr sz="8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084005" y="8492335"/>
            <a:ext cx="946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95" dirty="0">
                <a:solidFill>
                  <a:srgbClr val="00AEEF"/>
                </a:solidFill>
                <a:latin typeface="Arial"/>
                <a:cs typeface="Arial"/>
              </a:rPr>
              <a:t>a</a:t>
            </a:r>
            <a:endParaRPr sz="8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486187" y="8365844"/>
            <a:ext cx="9461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75">
              <a:lnSpc>
                <a:spcPct val="109300"/>
              </a:lnSpc>
              <a:spcBef>
                <a:spcPts val="100"/>
              </a:spcBef>
            </a:pPr>
            <a:r>
              <a:rPr sz="800" i="1" spc="50" dirty="0">
                <a:solidFill>
                  <a:srgbClr val="00AEEF"/>
                </a:solidFill>
                <a:latin typeface="Arial"/>
                <a:cs typeface="Arial"/>
              </a:rPr>
              <a:t>b  b</a:t>
            </a:r>
            <a:endParaRPr sz="8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484575" y="7379346"/>
            <a:ext cx="234950" cy="35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700" i="1" spc="45" dirty="0">
                <a:solidFill>
                  <a:srgbClr val="231F20"/>
                </a:solidFill>
                <a:latin typeface="Arial"/>
                <a:cs typeface="Arial"/>
              </a:rPr>
              <a:t>100°</a:t>
            </a:r>
            <a:endParaRPr sz="7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078057" y="7242847"/>
            <a:ext cx="4160520" cy="124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41700"/>
              </a:lnSpc>
              <a:spcBef>
                <a:spcPts val="100"/>
              </a:spcBef>
            </a:pP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Şekilde</a:t>
            </a:r>
            <a:r>
              <a:rPr sz="1000" i="1" spc="2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1000" i="1" spc="2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1000" i="1" spc="2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iç</a:t>
            </a:r>
            <a:r>
              <a:rPr sz="1000" i="1" spc="2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açıortayların</a:t>
            </a:r>
            <a:r>
              <a:rPr sz="1000" i="1" spc="2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kesim</a:t>
            </a:r>
            <a:r>
              <a:rPr sz="1000" i="1" spc="2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1000" i="1" spc="2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olduğuna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göre,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65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8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500" spc="-892" baseline="38888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405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1500" spc="-690" baseline="38888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v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29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500" spc="-937" baseline="38888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409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1500" spc="-690" baseline="38888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  <a:p>
            <a:pPr marL="38100" marR="30480">
              <a:lnSpc>
                <a:spcPct val="141700"/>
              </a:lnSpc>
              <a:spcBef>
                <a:spcPts val="565"/>
              </a:spcBef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tiçgeninde,</a:t>
            </a:r>
            <a:r>
              <a:rPr sz="1000" i="1" spc="2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2a</a:t>
            </a:r>
            <a:r>
              <a:rPr sz="1000" i="1" spc="2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2b</a:t>
            </a:r>
            <a:r>
              <a:rPr sz="1000" i="1" spc="2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100°</a:t>
            </a:r>
            <a:r>
              <a:rPr sz="1000" i="1" spc="2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180°</a:t>
            </a:r>
            <a:r>
              <a:rPr sz="1000" i="1" spc="2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2a</a:t>
            </a:r>
            <a:r>
              <a:rPr sz="1000" i="1" spc="2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2b</a:t>
            </a:r>
            <a:r>
              <a:rPr sz="1000" i="1" spc="2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80°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ise</a:t>
            </a:r>
            <a:r>
              <a:rPr sz="1000" i="1" spc="3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40°</a:t>
            </a:r>
            <a:endParaRPr sz="10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179304" y="8682970"/>
            <a:ext cx="33020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1600" dirty="0">
                <a:solidFill>
                  <a:srgbClr val="EC008C"/>
                </a:solidFill>
                <a:latin typeface="Lucida Sans Unicode"/>
                <a:cs typeface="Lucida Sans Unicode"/>
              </a:rPr>
              <a:t>=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078057" y="8601864"/>
            <a:ext cx="26879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OBC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tiç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enind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-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Sitka Text"/>
                <a:cs typeface="Sitka Text"/>
              </a:rPr>
              <a:t>+</a:t>
            </a:r>
            <a:r>
              <a:rPr sz="1000" spc="-100" dirty="0">
                <a:solidFill>
                  <a:srgbClr val="231F20"/>
                </a:solidFill>
                <a:latin typeface="Sitka Text"/>
                <a:cs typeface="Sitka Text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29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500" spc="-937" baseline="38888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180°</a:t>
            </a:r>
            <a:endParaRPr sz="10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874939" y="8802492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221120" y="8889755"/>
            <a:ext cx="1809750" cy="46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0°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180°</a:t>
            </a:r>
            <a:endParaRPr sz="1000">
              <a:latin typeface="Arial"/>
              <a:cs typeface="Arial"/>
            </a:endParaRPr>
          </a:p>
          <a:p>
            <a:pPr marL="482600">
              <a:lnSpc>
                <a:spcPct val="100000"/>
              </a:lnSpc>
              <a:spcBef>
                <a:spcPts val="1065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29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500" spc="-937" baseline="38888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0°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5357397" y="1504365"/>
            <a:ext cx="1842770" cy="2787015"/>
          </a:xfrm>
          <a:custGeom>
            <a:avLst/>
            <a:gdLst/>
            <a:ahLst/>
            <a:cxnLst/>
            <a:rect l="l" t="t" r="r" b="b"/>
            <a:pathLst>
              <a:path w="1842770" h="2787015">
                <a:moveTo>
                  <a:pt x="1842604" y="0"/>
                </a:moveTo>
                <a:lnTo>
                  <a:pt x="0" y="0"/>
                </a:lnTo>
                <a:lnTo>
                  <a:pt x="0" y="2786583"/>
                </a:lnTo>
                <a:lnTo>
                  <a:pt x="1842604" y="2786583"/>
                </a:lnTo>
                <a:lnTo>
                  <a:pt x="1842604" y="0"/>
                </a:lnTo>
                <a:close/>
              </a:path>
            </a:pathLst>
          </a:custGeom>
          <a:solidFill>
            <a:srgbClr val="FEE9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5416699" y="1701516"/>
            <a:ext cx="990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165" dirty="0">
                <a:solidFill>
                  <a:srgbClr val="EC008C"/>
                </a:solidFill>
                <a:latin typeface="Verdana"/>
                <a:cs typeface="Verdana"/>
              </a:rPr>
              <a:t>1.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5663521" y="1907184"/>
            <a:ext cx="1337310" cy="1318895"/>
            <a:chOff x="5663521" y="1907184"/>
            <a:chExt cx="1337310" cy="1318895"/>
          </a:xfrm>
        </p:grpSpPr>
        <p:sp>
          <p:nvSpPr>
            <p:cNvPr id="96" name="object 96"/>
            <p:cNvSpPr/>
            <p:nvPr/>
          </p:nvSpPr>
          <p:spPr>
            <a:xfrm>
              <a:off x="5725065" y="3113254"/>
              <a:ext cx="76200" cy="109220"/>
            </a:xfrm>
            <a:custGeom>
              <a:avLst/>
              <a:gdLst/>
              <a:ahLst/>
              <a:cxnLst/>
              <a:rect l="l" t="t" r="r" b="b"/>
              <a:pathLst>
                <a:path w="76200" h="109219">
                  <a:moveTo>
                    <a:pt x="71802" y="108633"/>
                  </a:moveTo>
                  <a:lnTo>
                    <a:pt x="76005" y="87809"/>
                  </a:lnTo>
                  <a:lnTo>
                    <a:pt x="68872" y="52465"/>
                  </a:lnTo>
                  <a:lnTo>
                    <a:pt x="49418" y="23606"/>
                  </a:lnTo>
                  <a:lnTo>
                    <a:pt x="20563" y="4151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24139" y="3081895"/>
              <a:ext cx="104588" cy="143168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6261405" y="1911437"/>
              <a:ext cx="144780" cy="180975"/>
            </a:xfrm>
            <a:custGeom>
              <a:avLst/>
              <a:gdLst/>
              <a:ahLst/>
              <a:cxnLst/>
              <a:rect l="l" t="t" r="r" b="b"/>
              <a:pathLst>
                <a:path w="144779" h="180975">
                  <a:moveTo>
                    <a:pt x="74566" y="180888"/>
                  </a:moveTo>
                  <a:lnTo>
                    <a:pt x="109903" y="173755"/>
                  </a:lnTo>
                  <a:lnTo>
                    <a:pt x="138758" y="154301"/>
                  </a:lnTo>
                  <a:lnTo>
                    <a:pt x="144640" y="145577"/>
                  </a:lnTo>
                </a:path>
                <a:path w="144779" h="180975">
                  <a:moveTo>
                    <a:pt x="71183" y="0"/>
                  </a:moveTo>
                  <a:lnTo>
                    <a:pt x="69972" y="244"/>
                  </a:lnTo>
                </a:path>
                <a:path w="144779" h="180975">
                  <a:moveTo>
                    <a:pt x="0" y="138913"/>
                  </a:moveTo>
                  <a:lnTo>
                    <a:pt x="10374" y="154301"/>
                  </a:lnTo>
                  <a:lnTo>
                    <a:pt x="39229" y="173755"/>
                  </a:lnTo>
                  <a:lnTo>
                    <a:pt x="74566" y="180888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670245" y="1910359"/>
              <a:ext cx="1323975" cy="1311910"/>
            </a:xfrm>
            <a:custGeom>
              <a:avLst/>
              <a:gdLst/>
              <a:ahLst/>
              <a:cxnLst/>
              <a:rect l="l" t="t" r="r" b="b"/>
              <a:pathLst>
                <a:path w="1323975" h="1311910">
                  <a:moveTo>
                    <a:pt x="661797" y="0"/>
                  </a:moveTo>
                  <a:lnTo>
                    <a:pt x="0" y="1311529"/>
                  </a:lnTo>
                  <a:lnTo>
                    <a:pt x="1323594" y="1311529"/>
                  </a:lnTo>
                  <a:lnTo>
                    <a:pt x="661797" y="0"/>
                  </a:lnTo>
                  <a:close/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666696" y="2626660"/>
              <a:ext cx="1032510" cy="596265"/>
            </a:xfrm>
            <a:custGeom>
              <a:avLst/>
              <a:gdLst/>
              <a:ahLst/>
              <a:cxnLst/>
              <a:rect l="l" t="t" r="r" b="b"/>
              <a:pathLst>
                <a:path w="1032509" h="596264">
                  <a:moveTo>
                    <a:pt x="0" y="595642"/>
                  </a:moveTo>
                  <a:lnTo>
                    <a:pt x="1032040" y="0"/>
                  </a:lnTo>
                </a:path>
              </a:pathLst>
            </a:custGeom>
            <a:ln w="6349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967493" y="2627880"/>
              <a:ext cx="1029969" cy="594995"/>
            </a:xfrm>
            <a:custGeom>
              <a:avLst/>
              <a:gdLst/>
              <a:ahLst/>
              <a:cxnLst/>
              <a:rect l="l" t="t" r="r" b="b"/>
              <a:pathLst>
                <a:path w="1029970" h="594994">
                  <a:moveTo>
                    <a:pt x="1029893" y="594436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332042" y="1913521"/>
              <a:ext cx="0" cy="1310005"/>
            </a:xfrm>
            <a:custGeom>
              <a:avLst/>
              <a:gdLst/>
              <a:ahLst/>
              <a:cxnLst/>
              <a:rect l="l" t="t" r="r" b="b"/>
              <a:pathLst>
                <a:path h="1310005">
                  <a:moveTo>
                    <a:pt x="0" y="0"/>
                  </a:moveTo>
                  <a:lnTo>
                    <a:pt x="0" y="1309382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5828633" y="3100118"/>
            <a:ext cx="205104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114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800" i="1" spc="130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r>
              <a:rPr sz="800" i="1" spc="-5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8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289185" y="1779420"/>
            <a:ext cx="965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611717" y="3212487"/>
            <a:ext cx="14319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800" i="1" spc="45" dirty="0">
                <a:solidFill>
                  <a:srgbClr val="231F20"/>
                </a:solidFill>
                <a:latin typeface="Arial"/>
                <a:cs typeface="Arial"/>
              </a:rPr>
              <a:t>B	</a:t>
            </a:r>
            <a:r>
              <a:rPr sz="800" i="1" spc="5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6615220" y="3096257"/>
            <a:ext cx="205104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114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800" i="1" spc="130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r>
              <a:rPr sz="800" i="1" spc="-5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8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 rot="4320000">
            <a:off x="6293113" y="2145006"/>
            <a:ext cx="206437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0"/>
              </a:lnSpc>
            </a:pPr>
            <a:r>
              <a:rPr sz="800" i="1" spc="114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800" i="1" spc="130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r>
              <a:rPr sz="800" i="1" spc="-5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80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 rot="17340000">
            <a:off x="6171143" y="2154298"/>
            <a:ext cx="206437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0"/>
              </a:lnSpc>
            </a:pPr>
            <a:r>
              <a:rPr sz="800" i="1" spc="114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800" i="1" spc="130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r>
              <a:rPr sz="800" i="1" spc="-5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8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 rot="19920000">
            <a:off x="5742893" y="3007887"/>
            <a:ext cx="206437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0"/>
              </a:lnSpc>
            </a:pPr>
            <a:r>
              <a:rPr sz="800" i="1" spc="114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800" i="1" spc="130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r>
              <a:rPr sz="800" i="1" spc="-5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8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 rot="1920000">
            <a:off x="6692942" y="2997832"/>
            <a:ext cx="206437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0"/>
              </a:lnSpc>
            </a:pPr>
            <a:r>
              <a:rPr sz="800" i="1" spc="114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800" i="1" spc="130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r>
              <a:rPr sz="800" i="1" spc="-5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80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391298" y="3450116"/>
            <a:ext cx="1775460" cy="768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100"/>
              </a:spcBef>
            </a:pP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1200" i="1" spc="15" baseline="-20833" dirty="0">
                <a:solidFill>
                  <a:srgbClr val="231F20"/>
                </a:solidFill>
                <a:latin typeface="Verdana"/>
                <a:cs typeface="Verdana"/>
              </a:rPr>
              <a:t>A </a:t>
            </a:r>
            <a:r>
              <a:rPr sz="1200" i="1" spc="-172" baseline="-208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1200" i="1" spc="44" baseline="-20833" dirty="0">
                <a:solidFill>
                  <a:srgbClr val="231F20"/>
                </a:solidFill>
                <a:latin typeface="Verdana"/>
                <a:cs typeface="Verdana"/>
              </a:rPr>
              <a:t>B</a:t>
            </a:r>
            <a:r>
              <a:rPr sz="1200" i="1" baseline="-208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200" i="1" spc="-172" baseline="-208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1200" i="1" spc="112" baseline="-20833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endParaRPr sz="1200" baseline="-20833">
              <a:latin typeface="Verdana"/>
              <a:cs typeface="Verdana"/>
            </a:endParaRPr>
          </a:p>
          <a:p>
            <a:pPr marL="38100" marR="30480" algn="just">
              <a:lnSpc>
                <a:spcPct val="129600"/>
              </a:lnSpc>
              <a:spcBef>
                <a:spcPts val="570"/>
              </a:spcBef>
            </a:pPr>
            <a:r>
              <a:rPr sz="900" i="1" spc="60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900" i="1" spc="65" dirty="0">
                <a:solidFill>
                  <a:srgbClr val="231F20"/>
                </a:solidFill>
                <a:latin typeface="Verdana"/>
                <a:cs typeface="Verdana"/>
              </a:rPr>
              <a:t>eşkenar </a:t>
            </a:r>
            <a:r>
              <a:rPr sz="900" i="1" spc="40" dirty="0">
                <a:solidFill>
                  <a:srgbClr val="231F20"/>
                </a:solidFill>
                <a:latin typeface="Verdana"/>
                <a:cs typeface="Verdana"/>
              </a:rPr>
              <a:t>tiçgende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ttim 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Verdana"/>
                <a:cs typeface="Verdana"/>
              </a:rPr>
              <a:t>açılardan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çizilen </a:t>
            </a:r>
            <a:r>
              <a:rPr sz="900" i="1" spc="70" dirty="0">
                <a:solidFill>
                  <a:srgbClr val="231F20"/>
                </a:solidFill>
                <a:latin typeface="Verdana"/>
                <a:cs typeface="Verdana"/>
              </a:rPr>
              <a:t>açıortay- </a:t>
            </a:r>
            <a:r>
              <a:rPr sz="900" i="1" spc="-3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65" dirty="0">
                <a:solidFill>
                  <a:srgbClr val="231F20"/>
                </a:solidFill>
                <a:latin typeface="Verdana"/>
                <a:cs typeface="Verdana"/>
              </a:rPr>
              <a:t>lar</a:t>
            </a:r>
            <a:r>
              <a:rPr sz="9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65" dirty="0">
                <a:solidFill>
                  <a:srgbClr val="231F20"/>
                </a:solidFill>
                <a:latin typeface="Verdana"/>
                <a:cs typeface="Verdana"/>
              </a:rPr>
              <a:t>eşit</a:t>
            </a:r>
            <a:r>
              <a:rPr sz="9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uzunluktadır.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5243997" y="1376688"/>
            <a:ext cx="665480" cy="248285"/>
          </a:xfrm>
          <a:custGeom>
            <a:avLst/>
            <a:gdLst/>
            <a:ahLst/>
            <a:cxnLst/>
            <a:rect l="l" t="t" r="r" b="b"/>
            <a:pathLst>
              <a:path w="665479" h="248284">
                <a:moveTo>
                  <a:pt x="648906" y="0"/>
                </a:moveTo>
                <a:lnTo>
                  <a:pt x="16205" y="0"/>
                </a:lnTo>
                <a:lnTo>
                  <a:pt x="9370" y="30074"/>
                </a:lnTo>
                <a:lnTo>
                  <a:pt x="4278" y="60756"/>
                </a:lnTo>
                <a:lnTo>
                  <a:pt x="1097" y="92029"/>
                </a:lnTo>
                <a:lnTo>
                  <a:pt x="0" y="123875"/>
                </a:lnTo>
                <a:lnTo>
                  <a:pt x="1097" y="155720"/>
                </a:lnTo>
                <a:lnTo>
                  <a:pt x="4278" y="186988"/>
                </a:lnTo>
                <a:lnTo>
                  <a:pt x="9370" y="217666"/>
                </a:lnTo>
                <a:lnTo>
                  <a:pt x="16205" y="247738"/>
                </a:lnTo>
                <a:lnTo>
                  <a:pt x="648906" y="247738"/>
                </a:lnTo>
                <a:lnTo>
                  <a:pt x="655738" y="217666"/>
                </a:lnTo>
                <a:lnTo>
                  <a:pt x="660827" y="186988"/>
                </a:lnTo>
                <a:lnTo>
                  <a:pt x="664003" y="155720"/>
                </a:lnTo>
                <a:lnTo>
                  <a:pt x="665099" y="123875"/>
                </a:lnTo>
                <a:lnTo>
                  <a:pt x="664003" y="92029"/>
                </a:lnTo>
                <a:lnTo>
                  <a:pt x="660827" y="60756"/>
                </a:lnTo>
                <a:lnTo>
                  <a:pt x="655738" y="30074"/>
                </a:lnTo>
                <a:lnTo>
                  <a:pt x="648906" y="0"/>
                </a:lnTo>
                <a:close/>
              </a:path>
            </a:pathLst>
          </a:custGeom>
          <a:solidFill>
            <a:srgbClr val="EF41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5323180" y="1392533"/>
            <a:ext cx="497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20" dirty="0">
                <a:solidFill>
                  <a:srgbClr val="FFFFFF"/>
                </a:solidFill>
                <a:latin typeface="Times New Roman"/>
                <a:cs typeface="Times New Roman"/>
              </a:rPr>
              <a:t>DİKK</a:t>
            </a:r>
            <a:r>
              <a:rPr sz="1200" b="1" i="1" spc="-1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200" b="1" i="1" spc="-13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444173" y="5168896"/>
            <a:ext cx="6756400" cy="347980"/>
            <a:chOff x="444173" y="5168896"/>
            <a:chExt cx="6756400" cy="347980"/>
          </a:xfrm>
        </p:grpSpPr>
        <p:sp>
          <p:nvSpPr>
            <p:cNvPr id="115" name="object 115"/>
            <p:cNvSpPr/>
            <p:nvPr/>
          </p:nvSpPr>
          <p:spPr>
            <a:xfrm>
              <a:off x="564821" y="5342656"/>
              <a:ext cx="6635750" cy="0"/>
            </a:xfrm>
            <a:custGeom>
              <a:avLst/>
              <a:gdLst/>
              <a:ahLst/>
              <a:cxnLst/>
              <a:rect l="l" t="t" r="r" b="b"/>
              <a:pathLst>
                <a:path w="6635750">
                  <a:moveTo>
                    <a:pt x="663517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44173" y="5168896"/>
              <a:ext cx="1445895" cy="347980"/>
            </a:xfrm>
            <a:custGeom>
              <a:avLst/>
              <a:gdLst/>
              <a:ahLst/>
              <a:cxnLst/>
              <a:rect l="l" t="t" r="r" b="b"/>
              <a:pathLst>
                <a:path w="1445895" h="347979">
                  <a:moveTo>
                    <a:pt x="14229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422971" y="347522"/>
                  </a:lnTo>
                  <a:lnTo>
                    <a:pt x="1432476" y="305340"/>
                  </a:lnTo>
                  <a:lnTo>
                    <a:pt x="1439556" y="262304"/>
                  </a:lnTo>
                  <a:lnTo>
                    <a:pt x="1443975" y="218437"/>
                  </a:lnTo>
                  <a:lnTo>
                    <a:pt x="1445501" y="173761"/>
                  </a:lnTo>
                  <a:lnTo>
                    <a:pt x="1443975" y="129091"/>
                  </a:lnTo>
                  <a:lnTo>
                    <a:pt x="1439556" y="85223"/>
                  </a:lnTo>
                  <a:lnTo>
                    <a:pt x="1432476" y="42184"/>
                  </a:lnTo>
                  <a:lnTo>
                    <a:pt x="1422971" y="0"/>
                  </a:lnTo>
                  <a:close/>
                </a:path>
              </a:pathLst>
            </a:custGeom>
            <a:solidFill>
              <a:srgbClr val="006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893796" y="5218743"/>
            <a:ext cx="535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165" dirty="0">
                <a:solidFill>
                  <a:srgbClr val="FFFFFF"/>
                </a:solidFill>
                <a:latin typeface="Times New Roman"/>
                <a:cs typeface="Times New Roman"/>
              </a:rPr>
              <a:t>ÖRNEK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787477" y="9374982"/>
            <a:ext cx="16510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30" dirty="0">
                <a:solidFill>
                  <a:srgbClr val="FFFFFF"/>
                </a:solidFill>
                <a:latin typeface="Arial"/>
                <a:cs typeface="Arial"/>
              </a:rPr>
              <a:t>6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11185" y="864146"/>
            <a:ext cx="1513840" cy="1085850"/>
            <a:chOff x="5811185" y="864146"/>
            <a:chExt cx="1513840" cy="108585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8956" y="1870965"/>
              <a:ext cx="75349" cy="753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811181" y="864145"/>
              <a:ext cx="1513840" cy="1085850"/>
            </a:xfrm>
            <a:custGeom>
              <a:avLst/>
              <a:gdLst/>
              <a:ahLst/>
              <a:cxnLst/>
              <a:rect l="l" t="t" r="r" b="b"/>
              <a:pathLst>
                <a:path w="1513840" h="1085850">
                  <a:moveTo>
                    <a:pt x="1513801" y="1085342"/>
                  </a:moveTo>
                  <a:lnTo>
                    <a:pt x="1509153" y="1078992"/>
                  </a:lnTo>
                  <a:lnTo>
                    <a:pt x="1501267" y="1068235"/>
                  </a:lnTo>
                  <a:lnTo>
                    <a:pt x="1501267" y="1078992"/>
                  </a:lnTo>
                  <a:lnTo>
                    <a:pt x="720953" y="1078992"/>
                  </a:lnTo>
                  <a:lnTo>
                    <a:pt x="720953" y="664146"/>
                  </a:lnTo>
                  <a:lnTo>
                    <a:pt x="1058875" y="475246"/>
                  </a:lnTo>
                  <a:lnTo>
                    <a:pt x="1501267" y="1078992"/>
                  </a:lnTo>
                  <a:lnTo>
                    <a:pt x="1501267" y="1068235"/>
                  </a:lnTo>
                  <a:lnTo>
                    <a:pt x="1055103" y="459333"/>
                  </a:lnTo>
                  <a:lnTo>
                    <a:pt x="1055103" y="470090"/>
                  </a:lnTo>
                  <a:lnTo>
                    <a:pt x="718108" y="658469"/>
                  </a:lnTo>
                  <a:lnTo>
                    <a:pt x="714603" y="655599"/>
                  </a:lnTo>
                  <a:lnTo>
                    <a:pt x="714603" y="663803"/>
                  </a:lnTo>
                  <a:lnTo>
                    <a:pt x="714603" y="1078992"/>
                  </a:lnTo>
                  <a:lnTo>
                    <a:pt x="11836" y="1078992"/>
                  </a:lnTo>
                  <a:lnTo>
                    <a:pt x="437680" y="436448"/>
                  </a:lnTo>
                  <a:lnTo>
                    <a:pt x="714603" y="663803"/>
                  </a:lnTo>
                  <a:lnTo>
                    <a:pt x="714603" y="655599"/>
                  </a:lnTo>
                  <a:lnTo>
                    <a:pt x="441210" y="431126"/>
                  </a:lnTo>
                  <a:lnTo>
                    <a:pt x="719213" y="11671"/>
                  </a:lnTo>
                  <a:lnTo>
                    <a:pt x="719886" y="10617"/>
                  </a:lnTo>
                  <a:lnTo>
                    <a:pt x="719213" y="11671"/>
                  </a:lnTo>
                  <a:lnTo>
                    <a:pt x="1055103" y="470090"/>
                  </a:lnTo>
                  <a:lnTo>
                    <a:pt x="1055103" y="459333"/>
                  </a:lnTo>
                  <a:lnTo>
                    <a:pt x="722833" y="5867"/>
                  </a:lnTo>
                  <a:lnTo>
                    <a:pt x="721499" y="4051"/>
                  </a:lnTo>
                  <a:lnTo>
                    <a:pt x="721499" y="7315"/>
                  </a:lnTo>
                  <a:lnTo>
                    <a:pt x="718908" y="5867"/>
                  </a:lnTo>
                  <a:lnTo>
                    <a:pt x="721499" y="7315"/>
                  </a:lnTo>
                  <a:lnTo>
                    <a:pt x="721499" y="4051"/>
                  </a:lnTo>
                  <a:lnTo>
                    <a:pt x="718540" y="0"/>
                  </a:lnTo>
                  <a:lnTo>
                    <a:pt x="714387" y="7454"/>
                  </a:lnTo>
                  <a:lnTo>
                    <a:pt x="717118" y="9067"/>
                  </a:lnTo>
                  <a:lnTo>
                    <a:pt x="717448" y="9258"/>
                  </a:lnTo>
                  <a:lnTo>
                    <a:pt x="714349" y="7518"/>
                  </a:lnTo>
                  <a:lnTo>
                    <a:pt x="0" y="1085342"/>
                  </a:lnTo>
                  <a:lnTo>
                    <a:pt x="1513801" y="1085342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88879" y="1281937"/>
              <a:ext cx="542925" cy="636270"/>
            </a:xfrm>
            <a:custGeom>
              <a:avLst/>
              <a:gdLst/>
              <a:ahLst/>
              <a:cxnLst/>
              <a:rect l="l" t="t" r="r" b="b"/>
              <a:pathLst>
                <a:path w="542925" h="636269">
                  <a:moveTo>
                    <a:pt x="15303" y="3429"/>
                  </a:moveTo>
                  <a:lnTo>
                    <a:pt x="11874" y="0"/>
                  </a:lnTo>
                  <a:lnTo>
                    <a:pt x="3429" y="0"/>
                  </a:lnTo>
                  <a:lnTo>
                    <a:pt x="0" y="3429"/>
                  </a:lnTo>
                  <a:lnTo>
                    <a:pt x="0" y="11887"/>
                  </a:lnTo>
                  <a:lnTo>
                    <a:pt x="3429" y="15303"/>
                  </a:lnTo>
                  <a:lnTo>
                    <a:pt x="11874" y="15303"/>
                  </a:lnTo>
                  <a:lnTo>
                    <a:pt x="15303" y="11887"/>
                  </a:lnTo>
                  <a:lnTo>
                    <a:pt x="15303" y="7658"/>
                  </a:lnTo>
                  <a:lnTo>
                    <a:pt x="15303" y="3429"/>
                  </a:lnTo>
                  <a:close/>
                </a:path>
                <a:path w="542925" h="636269">
                  <a:moveTo>
                    <a:pt x="282117" y="624332"/>
                  </a:moveTo>
                  <a:lnTo>
                    <a:pt x="278701" y="620890"/>
                  </a:lnTo>
                  <a:lnTo>
                    <a:pt x="270243" y="620890"/>
                  </a:lnTo>
                  <a:lnTo>
                    <a:pt x="266814" y="624332"/>
                  </a:lnTo>
                  <a:lnTo>
                    <a:pt x="266814" y="632790"/>
                  </a:lnTo>
                  <a:lnTo>
                    <a:pt x="270243" y="636206"/>
                  </a:lnTo>
                  <a:lnTo>
                    <a:pt x="278701" y="636206"/>
                  </a:lnTo>
                  <a:lnTo>
                    <a:pt x="282117" y="632790"/>
                  </a:lnTo>
                  <a:lnTo>
                    <a:pt x="282117" y="628561"/>
                  </a:lnTo>
                  <a:lnTo>
                    <a:pt x="282117" y="624332"/>
                  </a:lnTo>
                  <a:close/>
                </a:path>
                <a:path w="542925" h="636269">
                  <a:moveTo>
                    <a:pt x="542340" y="37045"/>
                  </a:moveTo>
                  <a:lnTo>
                    <a:pt x="538924" y="33604"/>
                  </a:lnTo>
                  <a:lnTo>
                    <a:pt x="530466" y="33604"/>
                  </a:lnTo>
                  <a:lnTo>
                    <a:pt x="527037" y="37045"/>
                  </a:lnTo>
                  <a:lnTo>
                    <a:pt x="527037" y="45504"/>
                  </a:lnTo>
                  <a:lnTo>
                    <a:pt x="530466" y="48920"/>
                  </a:lnTo>
                  <a:lnTo>
                    <a:pt x="538924" y="48920"/>
                  </a:lnTo>
                  <a:lnTo>
                    <a:pt x="542340" y="45504"/>
                  </a:lnTo>
                  <a:lnTo>
                    <a:pt x="542340" y="41275"/>
                  </a:lnTo>
                  <a:lnTo>
                    <a:pt x="542340" y="3704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10125" y="1507712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18173" y="0"/>
                  </a:moveTo>
                  <a:lnTo>
                    <a:pt x="11101" y="1428"/>
                  </a:lnTo>
                  <a:lnTo>
                    <a:pt x="5324" y="5326"/>
                  </a:lnTo>
                  <a:lnTo>
                    <a:pt x="1428" y="11106"/>
                  </a:lnTo>
                  <a:lnTo>
                    <a:pt x="0" y="18186"/>
                  </a:lnTo>
                  <a:lnTo>
                    <a:pt x="1428" y="25260"/>
                  </a:lnTo>
                  <a:lnTo>
                    <a:pt x="5324" y="31041"/>
                  </a:lnTo>
                  <a:lnTo>
                    <a:pt x="11101" y="34942"/>
                  </a:lnTo>
                  <a:lnTo>
                    <a:pt x="18173" y="36372"/>
                  </a:lnTo>
                  <a:lnTo>
                    <a:pt x="25247" y="34942"/>
                  </a:lnTo>
                  <a:lnTo>
                    <a:pt x="31029" y="31041"/>
                  </a:lnTo>
                  <a:lnTo>
                    <a:pt x="34929" y="25260"/>
                  </a:lnTo>
                  <a:lnTo>
                    <a:pt x="36360" y="18186"/>
                  </a:lnTo>
                  <a:lnTo>
                    <a:pt x="34929" y="11106"/>
                  </a:lnTo>
                  <a:lnTo>
                    <a:pt x="31029" y="5326"/>
                  </a:lnTo>
                  <a:lnTo>
                    <a:pt x="25247" y="1428"/>
                  </a:lnTo>
                  <a:lnTo>
                    <a:pt x="18173" y="0"/>
                  </a:lnTo>
                  <a:close/>
                </a:path>
              </a:pathLst>
            </a:custGeom>
            <a:solidFill>
              <a:srgbClr val="E11C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80814" y="1237373"/>
              <a:ext cx="551180" cy="135255"/>
            </a:xfrm>
            <a:custGeom>
              <a:avLst/>
              <a:gdLst/>
              <a:ahLst/>
              <a:cxnLst/>
              <a:rect l="l" t="t" r="r" b="b"/>
              <a:pathLst>
                <a:path w="551179" h="135255">
                  <a:moveTo>
                    <a:pt x="59245" y="43573"/>
                  </a:moveTo>
                  <a:lnTo>
                    <a:pt x="58407" y="42989"/>
                  </a:lnTo>
                  <a:lnTo>
                    <a:pt x="58508" y="42862"/>
                  </a:lnTo>
                  <a:lnTo>
                    <a:pt x="3924" y="0"/>
                  </a:lnTo>
                  <a:lnTo>
                    <a:pt x="0" y="4991"/>
                  </a:lnTo>
                  <a:lnTo>
                    <a:pt x="50596" y="44729"/>
                  </a:lnTo>
                  <a:lnTo>
                    <a:pt x="13144" y="97205"/>
                  </a:lnTo>
                  <a:lnTo>
                    <a:pt x="18313" y="100901"/>
                  </a:lnTo>
                  <a:lnTo>
                    <a:pt x="59245" y="43573"/>
                  </a:lnTo>
                  <a:close/>
                </a:path>
                <a:path w="551179" h="135255">
                  <a:moveTo>
                    <a:pt x="550938" y="46647"/>
                  </a:moveTo>
                  <a:lnTo>
                    <a:pt x="547535" y="41287"/>
                  </a:lnTo>
                  <a:lnTo>
                    <a:pt x="489267" y="78117"/>
                  </a:lnTo>
                  <a:lnTo>
                    <a:pt x="489661" y="78740"/>
                  </a:lnTo>
                  <a:lnTo>
                    <a:pt x="488810" y="79362"/>
                  </a:lnTo>
                  <a:lnTo>
                    <a:pt x="529310" y="135001"/>
                  </a:lnTo>
                  <a:lnTo>
                    <a:pt x="534454" y="131254"/>
                  </a:lnTo>
                  <a:lnTo>
                    <a:pt x="497459" y="80454"/>
                  </a:lnTo>
                  <a:lnTo>
                    <a:pt x="550938" y="4664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489118" y="725678"/>
            <a:ext cx="105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14900" y="1218883"/>
            <a:ext cx="1123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85853" y="1247687"/>
            <a:ext cx="118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75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63515" y="1942517"/>
            <a:ext cx="134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55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41924" y="1503262"/>
            <a:ext cx="1225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1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41939" y="1942517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68072" y="1942517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4886" y="688246"/>
            <a:ext cx="5090795" cy="1274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90" dirty="0">
                <a:solidFill>
                  <a:srgbClr val="EF5BA1"/>
                </a:solidFill>
                <a:latin typeface="Verdana"/>
                <a:cs typeface="Verdana"/>
              </a:rPr>
              <a:t>2.</a:t>
            </a:r>
            <a:r>
              <a:rPr sz="1100" b="1" i="1" spc="595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Şekildeki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iç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açıortayların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kesim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noktasıdır.</a:t>
            </a:r>
            <a:endParaRPr sz="10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944"/>
              </a:spcBef>
            </a:pP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[ED]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[AB],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[FD]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[AC],</a:t>
            </a:r>
            <a:endParaRPr sz="1000">
              <a:latin typeface="Arial"/>
              <a:cs typeface="Arial"/>
            </a:endParaRPr>
          </a:p>
          <a:p>
            <a:pPr marL="266700" marR="2251075" indent="-635">
              <a:lnSpc>
                <a:spcPts val="2270"/>
              </a:lnSpc>
              <a:spcBef>
                <a:spcPts val="229"/>
              </a:spcBef>
            </a:pPr>
            <a:r>
              <a:rPr sz="1000" i="1" spc="150" dirty="0">
                <a:solidFill>
                  <a:srgbClr val="231F20"/>
                </a:solidFill>
                <a:latin typeface="Arial"/>
                <a:cs typeface="Arial"/>
              </a:rPr>
              <a:t>[GD]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[BC],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|AE|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br,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|BG|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 </a:t>
            </a:r>
            <a:r>
              <a:rPr sz="1000" i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|CF|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  <a:p>
            <a:pPr marL="1598930">
              <a:lnSpc>
                <a:spcPct val="100000"/>
              </a:lnSpc>
              <a:spcBef>
                <a:spcPts val="275"/>
              </a:spcBef>
            </a:pPr>
            <a:r>
              <a:rPr sz="1000" spc="994" dirty="0">
                <a:solidFill>
                  <a:srgbClr val="231F20"/>
                </a:solidFill>
                <a:latin typeface="Tahoma"/>
                <a:cs typeface="Tahoma"/>
              </a:rPr>
              <a:t>&amp;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9458" y="1888504"/>
            <a:ext cx="346582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Ç(</a:t>
            </a:r>
            <a:r>
              <a:rPr sz="1000" b="1" i="1" spc="-229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ABC)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30" dirty="0">
                <a:solidFill>
                  <a:srgbClr val="231F20"/>
                </a:solidFill>
                <a:latin typeface="Verdana"/>
                <a:cs typeface="Verdana"/>
              </a:rPr>
              <a:t>br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bulalım.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76506" y="2591896"/>
            <a:ext cx="1513840" cy="1085850"/>
            <a:chOff x="1076506" y="2591896"/>
            <a:chExt cx="1513840" cy="108585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2431" y="3560558"/>
              <a:ext cx="98887" cy="11522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9513" y="3548736"/>
              <a:ext cx="75171" cy="12675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080811" y="2600959"/>
              <a:ext cx="1504950" cy="1076325"/>
            </a:xfrm>
            <a:custGeom>
              <a:avLst/>
              <a:gdLst/>
              <a:ahLst/>
              <a:cxnLst/>
              <a:rect l="l" t="t" r="r" b="b"/>
              <a:pathLst>
                <a:path w="1504950" h="1076325">
                  <a:moveTo>
                    <a:pt x="778713" y="82677"/>
                  </a:moveTo>
                  <a:lnTo>
                    <a:pt x="773582" y="78930"/>
                  </a:lnTo>
                  <a:lnTo>
                    <a:pt x="773036" y="79641"/>
                  </a:lnTo>
                  <a:lnTo>
                    <a:pt x="769251" y="83794"/>
                  </a:lnTo>
                  <a:lnTo>
                    <a:pt x="762304" y="89573"/>
                  </a:lnTo>
                  <a:lnTo>
                    <a:pt x="752767" y="94678"/>
                  </a:lnTo>
                  <a:lnTo>
                    <a:pt x="751738" y="94869"/>
                  </a:lnTo>
                  <a:lnTo>
                    <a:pt x="749541" y="81445"/>
                  </a:lnTo>
                  <a:lnTo>
                    <a:pt x="744029" y="82359"/>
                  </a:lnTo>
                  <a:lnTo>
                    <a:pt x="746239" y="95885"/>
                  </a:lnTo>
                  <a:lnTo>
                    <a:pt x="741235" y="96812"/>
                  </a:lnTo>
                  <a:lnTo>
                    <a:pt x="734682" y="96799"/>
                  </a:lnTo>
                  <a:lnTo>
                    <a:pt x="727379" y="94830"/>
                  </a:lnTo>
                  <a:lnTo>
                    <a:pt x="722972" y="91744"/>
                  </a:lnTo>
                  <a:lnTo>
                    <a:pt x="718159" y="88366"/>
                  </a:lnTo>
                  <a:lnTo>
                    <a:pt x="718159" y="0"/>
                  </a:lnTo>
                  <a:lnTo>
                    <a:pt x="711822" y="0"/>
                  </a:lnTo>
                  <a:lnTo>
                    <a:pt x="711822" y="92748"/>
                  </a:lnTo>
                  <a:lnTo>
                    <a:pt x="702970" y="100304"/>
                  </a:lnTo>
                  <a:lnTo>
                    <a:pt x="692543" y="100190"/>
                  </a:lnTo>
                  <a:lnTo>
                    <a:pt x="688136" y="99479"/>
                  </a:lnTo>
                  <a:lnTo>
                    <a:pt x="691946" y="85128"/>
                  </a:lnTo>
                  <a:lnTo>
                    <a:pt x="686536" y="83718"/>
                  </a:lnTo>
                  <a:lnTo>
                    <a:pt x="682904" y="97421"/>
                  </a:lnTo>
                  <a:lnTo>
                    <a:pt x="679030" y="95275"/>
                  </a:lnTo>
                  <a:lnTo>
                    <a:pt x="671944" y="87680"/>
                  </a:lnTo>
                  <a:lnTo>
                    <a:pt x="664933" y="75298"/>
                  </a:lnTo>
                  <a:lnTo>
                    <a:pt x="659155" y="77901"/>
                  </a:lnTo>
                  <a:lnTo>
                    <a:pt x="666775" y="91401"/>
                  </a:lnTo>
                  <a:lnTo>
                    <a:pt x="675132" y="100241"/>
                  </a:lnTo>
                  <a:lnTo>
                    <a:pt x="681253" y="103657"/>
                  </a:lnTo>
                  <a:lnTo>
                    <a:pt x="675652" y="124790"/>
                  </a:lnTo>
                  <a:lnTo>
                    <a:pt x="681062" y="126212"/>
                  </a:lnTo>
                  <a:lnTo>
                    <a:pt x="686536" y="105549"/>
                  </a:lnTo>
                  <a:lnTo>
                    <a:pt x="692543" y="106540"/>
                  </a:lnTo>
                  <a:lnTo>
                    <a:pt x="703313" y="104533"/>
                  </a:lnTo>
                  <a:lnTo>
                    <a:pt x="711733" y="100304"/>
                  </a:lnTo>
                  <a:lnTo>
                    <a:pt x="711822" y="645045"/>
                  </a:lnTo>
                  <a:lnTo>
                    <a:pt x="718159" y="645045"/>
                  </a:lnTo>
                  <a:lnTo>
                    <a:pt x="718159" y="95885"/>
                  </a:lnTo>
                  <a:lnTo>
                    <a:pt x="722312" y="98399"/>
                  </a:lnTo>
                  <a:lnTo>
                    <a:pt x="728827" y="101130"/>
                  </a:lnTo>
                  <a:lnTo>
                    <a:pt x="735139" y="102679"/>
                  </a:lnTo>
                  <a:lnTo>
                    <a:pt x="741184" y="103162"/>
                  </a:lnTo>
                  <a:lnTo>
                    <a:pt x="747331" y="102501"/>
                  </a:lnTo>
                  <a:lnTo>
                    <a:pt x="750912" y="124294"/>
                  </a:lnTo>
                  <a:lnTo>
                    <a:pt x="756437" y="123380"/>
                  </a:lnTo>
                  <a:lnTo>
                    <a:pt x="752779" y="101193"/>
                  </a:lnTo>
                  <a:lnTo>
                    <a:pt x="756742" y="99923"/>
                  </a:lnTo>
                  <a:lnTo>
                    <a:pt x="762774" y="96812"/>
                  </a:lnTo>
                  <a:lnTo>
                    <a:pt x="763130" y="96634"/>
                  </a:lnTo>
                  <a:lnTo>
                    <a:pt x="768515" y="92900"/>
                  </a:lnTo>
                  <a:lnTo>
                    <a:pt x="774954" y="87820"/>
                  </a:lnTo>
                  <a:lnTo>
                    <a:pt x="778713" y="82677"/>
                  </a:lnTo>
                  <a:close/>
                </a:path>
                <a:path w="1504950" h="1076325">
                  <a:moveTo>
                    <a:pt x="1504721" y="1070317"/>
                  </a:moveTo>
                  <a:lnTo>
                    <a:pt x="712724" y="649071"/>
                  </a:lnTo>
                  <a:lnTo>
                    <a:pt x="0" y="1070381"/>
                  </a:lnTo>
                  <a:lnTo>
                    <a:pt x="3225" y="1075842"/>
                  </a:lnTo>
                  <a:lnTo>
                    <a:pt x="712901" y="656336"/>
                  </a:lnTo>
                  <a:lnTo>
                    <a:pt x="1501736" y="1075918"/>
                  </a:lnTo>
                  <a:lnTo>
                    <a:pt x="1504721" y="1070317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76506" y="2591904"/>
              <a:ext cx="1513840" cy="1085850"/>
            </a:xfrm>
            <a:custGeom>
              <a:avLst/>
              <a:gdLst/>
              <a:ahLst/>
              <a:cxnLst/>
              <a:rect l="l" t="t" r="r" b="b"/>
              <a:pathLst>
                <a:path w="1513839" h="1085850">
                  <a:moveTo>
                    <a:pt x="1513789" y="1085342"/>
                  </a:moveTo>
                  <a:lnTo>
                    <a:pt x="1509128" y="1078992"/>
                  </a:lnTo>
                  <a:lnTo>
                    <a:pt x="1501267" y="1068273"/>
                  </a:lnTo>
                  <a:lnTo>
                    <a:pt x="1501267" y="1078992"/>
                  </a:lnTo>
                  <a:lnTo>
                    <a:pt x="720940" y="1078992"/>
                  </a:lnTo>
                  <a:lnTo>
                    <a:pt x="720940" y="664133"/>
                  </a:lnTo>
                  <a:lnTo>
                    <a:pt x="1058862" y="475234"/>
                  </a:lnTo>
                  <a:lnTo>
                    <a:pt x="1501267" y="1078992"/>
                  </a:lnTo>
                  <a:lnTo>
                    <a:pt x="1501267" y="1068273"/>
                  </a:lnTo>
                  <a:lnTo>
                    <a:pt x="1055090" y="459333"/>
                  </a:lnTo>
                  <a:lnTo>
                    <a:pt x="1055090" y="470077"/>
                  </a:lnTo>
                  <a:lnTo>
                    <a:pt x="718096" y="658456"/>
                  </a:lnTo>
                  <a:lnTo>
                    <a:pt x="714590" y="655586"/>
                  </a:lnTo>
                  <a:lnTo>
                    <a:pt x="714590" y="663778"/>
                  </a:lnTo>
                  <a:lnTo>
                    <a:pt x="714590" y="1078992"/>
                  </a:lnTo>
                  <a:lnTo>
                    <a:pt x="11836" y="1078992"/>
                  </a:lnTo>
                  <a:lnTo>
                    <a:pt x="437680" y="436435"/>
                  </a:lnTo>
                  <a:lnTo>
                    <a:pt x="714590" y="663778"/>
                  </a:lnTo>
                  <a:lnTo>
                    <a:pt x="714590" y="655586"/>
                  </a:lnTo>
                  <a:lnTo>
                    <a:pt x="441210" y="431114"/>
                  </a:lnTo>
                  <a:lnTo>
                    <a:pt x="719201" y="11658"/>
                  </a:lnTo>
                  <a:lnTo>
                    <a:pt x="1055090" y="470077"/>
                  </a:lnTo>
                  <a:lnTo>
                    <a:pt x="1055090" y="459333"/>
                  </a:lnTo>
                  <a:lnTo>
                    <a:pt x="722833" y="5867"/>
                  </a:lnTo>
                  <a:lnTo>
                    <a:pt x="718540" y="0"/>
                  </a:lnTo>
                  <a:lnTo>
                    <a:pt x="714336" y="7518"/>
                  </a:lnTo>
                  <a:lnTo>
                    <a:pt x="717118" y="9067"/>
                  </a:lnTo>
                  <a:lnTo>
                    <a:pt x="717435" y="9245"/>
                  </a:lnTo>
                  <a:lnTo>
                    <a:pt x="714336" y="7518"/>
                  </a:lnTo>
                  <a:lnTo>
                    <a:pt x="0" y="1085342"/>
                  </a:lnTo>
                  <a:lnTo>
                    <a:pt x="1513789" y="1085342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94272" y="3598722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42049" y="35306"/>
                  </a:moveTo>
                  <a:lnTo>
                    <a:pt x="38620" y="31864"/>
                  </a:lnTo>
                  <a:lnTo>
                    <a:pt x="30162" y="31864"/>
                  </a:lnTo>
                  <a:lnTo>
                    <a:pt x="26746" y="35306"/>
                  </a:lnTo>
                  <a:lnTo>
                    <a:pt x="26746" y="43764"/>
                  </a:lnTo>
                  <a:lnTo>
                    <a:pt x="30162" y="47180"/>
                  </a:lnTo>
                  <a:lnTo>
                    <a:pt x="38620" y="47180"/>
                  </a:lnTo>
                  <a:lnTo>
                    <a:pt x="42049" y="43764"/>
                  </a:lnTo>
                  <a:lnTo>
                    <a:pt x="42049" y="39535"/>
                  </a:lnTo>
                  <a:lnTo>
                    <a:pt x="42049" y="35306"/>
                  </a:lnTo>
                  <a:close/>
                </a:path>
                <a:path w="75564" h="75564">
                  <a:moveTo>
                    <a:pt x="7534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68999" y="6350"/>
                  </a:lnTo>
                  <a:lnTo>
                    <a:pt x="68999" y="75349"/>
                  </a:lnTo>
                  <a:lnTo>
                    <a:pt x="75349" y="75349"/>
                  </a:lnTo>
                  <a:lnTo>
                    <a:pt x="7534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463930" y="3594099"/>
              <a:ext cx="43180" cy="64769"/>
            </a:xfrm>
            <a:custGeom>
              <a:avLst/>
              <a:gdLst/>
              <a:ahLst/>
              <a:cxnLst/>
              <a:rect l="l" t="t" r="r" b="b"/>
              <a:pathLst>
                <a:path w="43180" h="64770">
                  <a:moveTo>
                    <a:pt x="15303" y="52387"/>
                  </a:moveTo>
                  <a:lnTo>
                    <a:pt x="11874" y="48958"/>
                  </a:lnTo>
                  <a:lnTo>
                    <a:pt x="3416" y="48958"/>
                  </a:lnTo>
                  <a:lnTo>
                    <a:pt x="0" y="52387"/>
                  </a:lnTo>
                  <a:lnTo>
                    <a:pt x="0" y="60845"/>
                  </a:lnTo>
                  <a:lnTo>
                    <a:pt x="3416" y="64262"/>
                  </a:lnTo>
                  <a:lnTo>
                    <a:pt x="11874" y="64262"/>
                  </a:lnTo>
                  <a:lnTo>
                    <a:pt x="15303" y="60845"/>
                  </a:lnTo>
                  <a:lnTo>
                    <a:pt x="15303" y="56616"/>
                  </a:lnTo>
                  <a:lnTo>
                    <a:pt x="15303" y="52387"/>
                  </a:lnTo>
                  <a:close/>
                </a:path>
                <a:path w="43180" h="64770">
                  <a:moveTo>
                    <a:pt x="42722" y="3441"/>
                  </a:moveTo>
                  <a:lnTo>
                    <a:pt x="39293" y="0"/>
                  </a:lnTo>
                  <a:lnTo>
                    <a:pt x="30835" y="0"/>
                  </a:lnTo>
                  <a:lnTo>
                    <a:pt x="27419" y="3441"/>
                  </a:lnTo>
                  <a:lnTo>
                    <a:pt x="27419" y="11899"/>
                  </a:lnTo>
                  <a:lnTo>
                    <a:pt x="30835" y="15316"/>
                  </a:lnTo>
                  <a:lnTo>
                    <a:pt x="39293" y="15316"/>
                  </a:lnTo>
                  <a:lnTo>
                    <a:pt x="42722" y="11899"/>
                  </a:lnTo>
                  <a:lnTo>
                    <a:pt x="42722" y="7670"/>
                  </a:lnTo>
                  <a:lnTo>
                    <a:pt x="42722" y="3441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46127" y="2965119"/>
              <a:ext cx="551180" cy="307340"/>
            </a:xfrm>
            <a:custGeom>
              <a:avLst/>
              <a:gdLst/>
              <a:ahLst/>
              <a:cxnLst/>
              <a:rect l="l" t="t" r="r" b="b"/>
              <a:pathLst>
                <a:path w="551180" h="307339">
                  <a:moveTo>
                    <a:pt x="23380" y="48006"/>
                  </a:moveTo>
                  <a:lnTo>
                    <a:pt x="19951" y="44577"/>
                  </a:lnTo>
                  <a:lnTo>
                    <a:pt x="11493" y="44577"/>
                  </a:lnTo>
                  <a:lnTo>
                    <a:pt x="8077" y="48006"/>
                  </a:lnTo>
                  <a:lnTo>
                    <a:pt x="8077" y="56464"/>
                  </a:lnTo>
                  <a:lnTo>
                    <a:pt x="11493" y="59880"/>
                  </a:lnTo>
                  <a:lnTo>
                    <a:pt x="19951" y="59880"/>
                  </a:lnTo>
                  <a:lnTo>
                    <a:pt x="23380" y="56464"/>
                  </a:lnTo>
                  <a:lnTo>
                    <a:pt x="23380" y="52235"/>
                  </a:lnTo>
                  <a:lnTo>
                    <a:pt x="23380" y="48006"/>
                  </a:lnTo>
                  <a:close/>
                </a:path>
                <a:path w="551180" h="307339">
                  <a:moveTo>
                    <a:pt x="59245" y="43586"/>
                  </a:moveTo>
                  <a:lnTo>
                    <a:pt x="58407" y="42989"/>
                  </a:lnTo>
                  <a:lnTo>
                    <a:pt x="58508" y="42862"/>
                  </a:lnTo>
                  <a:lnTo>
                    <a:pt x="3924" y="0"/>
                  </a:lnTo>
                  <a:lnTo>
                    <a:pt x="0" y="4991"/>
                  </a:lnTo>
                  <a:lnTo>
                    <a:pt x="50609" y="44742"/>
                  </a:lnTo>
                  <a:lnTo>
                    <a:pt x="13157" y="97218"/>
                  </a:lnTo>
                  <a:lnTo>
                    <a:pt x="18313" y="100914"/>
                  </a:lnTo>
                  <a:lnTo>
                    <a:pt x="59245" y="43586"/>
                  </a:lnTo>
                  <a:close/>
                </a:path>
                <a:path w="551180" h="307339">
                  <a:moveTo>
                    <a:pt x="265671" y="288531"/>
                  </a:moveTo>
                  <a:lnTo>
                    <a:pt x="264236" y="281457"/>
                  </a:lnTo>
                  <a:lnTo>
                    <a:pt x="260337" y="275678"/>
                  </a:lnTo>
                  <a:lnTo>
                    <a:pt x="254558" y="271780"/>
                  </a:lnTo>
                  <a:lnTo>
                    <a:pt x="247484" y="270344"/>
                  </a:lnTo>
                  <a:lnTo>
                    <a:pt x="240411" y="271780"/>
                  </a:lnTo>
                  <a:lnTo>
                    <a:pt x="234632" y="275678"/>
                  </a:lnTo>
                  <a:lnTo>
                    <a:pt x="230746" y="281457"/>
                  </a:lnTo>
                  <a:lnTo>
                    <a:pt x="229311" y="288531"/>
                  </a:lnTo>
                  <a:lnTo>
                    <a:pt x="230746" y="295605"/>
                  </a:lnTo>
                  <a:lnTo>
                    <a:pt x="234632" y="301396"/>
                  </a:lnTo>
                  <a:lnTo>
                    <a:pt x="240411" y="305295"/>
                  </a:lnTo>
                  <a:lnTo>
                    <a:pt x="247484" y="306717"/>
                  </a:lnTo>
                  <a:lnTo>
                    <a:pt x="254558" y="305295"/>
                  </a:lnTo>
                  <a:lnTo>
                    <a:pt x="260337" y="301396"/>
                  </a:lnTo>
                  <a:lnTo>
                    <a:pt x="264236" y="295605"/>
                  </a:lnTo>
                  <a:lnTo>
                    <a:pt x="265671" y="288531"/>
                  </a:lnTo>
                  <a:close/>
                </a:path>
                <a:path w="551180" h="307339">
                  <a:moveTo>
                    <a:pt x="550418" y="81610"/>
                  </a:moveTo>
                  <a:lnTo>
                    <a:pt x="546989" y="78168"/>
                  </a:lnTo>
                  <a:lnTo>
                    <a:pt x="538543" y="78168"/>
                  </a:lnTo>
                  <a:lnTo>
                    <a:pt x="535114" y="81610"/>
                  </a:lnTo>
                  <a:lnTo>
                    <a:pt x="535114" y="90068"/>
                  </a:lnTo>
                  <a:lnTo>
                    <a:pt x="538543" y="93484"/>
                  </a:lnTo>
                  <a:lnTo>
                    <a:pt x="546989" y="93484"/>
                  </a:lnTo>
                  <a:lnTo>
                    <a:pt x="550418" y="90068"/>
                  </a:lnTo>
                  <a:lnTo>
                    <a:pt x="550418" y="85839"/>
                  </a:lnTo>
                  <a:lnTo>
                    <a:pt x="550418" y="81610"/>
                  </a:lnTo>
                  <a:close/>
                </a:path>
                <a:path w="551180" h="307339">
                  <a:moveTo>
                    <a:pt x="550938" y="46659"/>
                  </a:moveTo>
                  <a:lnTo>
                    <a:pt x="547535" y="41300"/>
                  </a:lnTo>
                  <a:lnTo>
                    <a:pt x="489267" y="78130"/>
                  </a:lnTo>
                  <a:lnTo>
                    <a:pt x="489648" y="78752"/>
                  </a:lnTo>
                  <a:lnTo>
                    <a:pt x="488823" y="79362"/>
                  </a:lnTo>
                  <a:lnTo>
                    <a:pt x="529323" y="135001"/>
                  </a:lnTo>
                  <a:lnTo>
                    <a:pt x="534466" y="131254"/>
                  </a:lnTo>
                  <a:lnTo>
                    <a:pt x="497471" y="80454"/>
                  </a:lnTo>
                  <a:lnTo>
                    <a:pt x="550938" y="4665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758429" y="2458631"/>
            <a:ext cx="105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84211" y="2905200"/>
            <a:ext cx="1123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55164" y="2948406"/>
            <a:ext cx="118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75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32826" y="3675354"/>
            <a:ext cx="134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55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46263" y="3675354"/>
            <a:ext cx="102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69898" y="3221926"/>
            <a:ext cx="102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19199" y="2714320"/>
            <a:ext cx="102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69198" y="2707119"/>
            <a:ext cx="102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08873" y="3675354"/>
            <a:ext cx="102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04910" y="3275990"/>
            <a:ext cx="102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11350" y="3236214"/>
            <a:ext cx="1225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1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11364" y="3675468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37498" y="3675468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22642" y="2365537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994" dirty="0">
                <a:solidFill>
                  <a:srgbClr val="231F20"/>
                </a:solidFill>
                <a:latin typeface="Tahoma"/>
                <a:cs typeface="Tahoma"/>
              </a:rPr>
              <a:t>&amp;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00439" y="2653830"/>
            <a:ext cx="22574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0725" algn="l"/>
                <a:tab pos="1323340" algn="l"/>
                <a:tab pos="2032000" algn="l"/>
              </a:tabLst>
            </a:pPr>
            <a:r>
              <a:rPr sz="1000" spc="994" dirty="0">
                <a:solidFill>
                  <a:srgbClr val="231F20"/>
                </a:solidFill>
                <a:latin typeface="Tahoma"/>
                <a:cs typeface="Tahoma"/>
              </a:rPr>
              <a:t>&amp;	&amp;	&amp;	&amp;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005252" y="2941337"/>
            <a:ext cx="9512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5170" algn="l"/>
              </a:tabLst>
            </a:pPr>
            <a:r>
              <a:rPr sz="1000" spc="994" dirty="0">
                <a:solidFill>
                  <a:srgbClr val="231F20"/>
                </a:solidFill>
                <a:latin typeface="Tahoma"/>
                <a:cs typeface="Tahoma"/>
              </a:rPr>
              <a:t>&amp;	&amp;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815341" y="2464345"/>
            <a:ext cx="4578350" cy="1257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Şekildeki</a:t>
            </a:r>
            <a:r>
              <a:rPr sz="1000" i="1" spc="3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RBC</a:t>
            </a:r>
            <a:r>
              <a:rPr sz="1000" i="1" spc="3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nde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iç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açıortayların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kesim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ise</a:t>
            </a:r>
            <a:endParaRPr sz="1000">
              <a:latin typeface="Arial"/>
              <a:cs typeface="Arial"/>
            </a:endParaRPr>
          </a:p>
          <a:p>
            <a:pPr marL="13970" marR="1997075" indent="-635">
              <a:lnSpc>
                <a:spcPct val="188900"/>
              </a:lnSpc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),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RB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DB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), 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BCD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DCR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13335" marR="5080">
              <a:lnSpc>
                <a:spcPct val="141700"/>
              </a:lnSpc>
              <a:spcBef>
                <a:spcPts val="565"/>
              </a:spcBef>
            </a:pP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açı</a:t>
            </a:r>
            <a:r>
              <a:rPr sz="1000" i="1" spc="2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da</a:t>
            </a:r>
            <a:r>
              <a:rPr sz="1000" i="1" spc="2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çizilen</a:t>
            </a:r>
            <a:r>
              <a:rPr sz="1000" i="1" spc="2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açıortay</a:t>
            </a:r>
            <a:r>
              <a:rPr sz="1000" i="1" spc="2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doğrusu</a:t>
            </a:r>
            <a:r>
              <a:rPr sz="1000" i="1" spc="2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tizerindeki</a:t>
            </a:r>
            <a:r>
              <a:rPr sz="1000" i="1" spc="2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noktadan</a:t>
            </a:r>
            <a:r>
              <a:rPr sz="1000" i="1" spc="2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açı-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nın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kollarına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inen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dikmelerin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uzunlukları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birbirine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eşittir.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60145" y="4194399"/>
            <a:ext cx="1245235" cy="881380"/>
            <a:chOff x="1060145" y="4194399"/>
            <a:chExt cx="1245235" cy="881380"/>
          </a:xfrm>
        </p:grpSpPr>
        <p:sp>
          <p:nvSpPr>
            <p:cNvPr id="51" name="object 51"/>
            <p:cNvSpPr/>
            <p:nvPr/>
          </p:nvSpPr>
          <p:spPr>
            <a:xfrm>
              <a:off x="1154912" y="4955631"/>
              <a:ext cx="46355" cy="92075"/>
            </a:xfrm>
            <a:custGeom>
              <a:avLst/>
              <a:gdLst/>
              <a:ahLst/>
              <a:cxnLst/>
              <a:rect l="l" t="t" r="r" b="b"/>
              <a:pathLst>
                <a:path w="46355" h="92075">
                  <a:moveTo>
                    <a:pt x="0" y="0"/>
                  </a:moveTo>
                  <a:lnTo>
                    <a:pt x="28299" y="15522"/>
                  </a:lnTo>
                  <a:lnTo>
                    <a:pt x="42229" y="30262"/>
                  </a:lnTo>
                  <a:lnTo>
                    <a:pt x="45836" y="52829"/>
                  </a:lnTo>
                  <a:lnTo>
                    <a:pt x="43167" y="91833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842874" y="4993054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69" h="52070">
                  <a:moveTo>
                    <a:pt x="51600" y="51612"/>
                  </a:moveTo>
                  <a:lnTo>
                    <a:pt x="51600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862373" y="5012918"/>
              <a:ext cx="13335" cy="13335"/>
            </a:xfrm>
            <a:custGeom>
              <a:avLst/>
              <a:gdLst/>
              <a:ahLst/>
              <a:cxnLst/>
              <a:rect l="l" t="t" r="r" b="b"/>
              <a:pathLst>
                <a:path w="13335" h="13335">
                  <a:moveTo>
                    <a:pt x="10020" y="0"/>
                  </a:moveTo>
                  <a:lnTo>
                    <a:pt x="2882" y="0"/>
                  </a:lnTo>
                  <a:lnTo>
                    <a:pt x="0" y="2895"/>
                  </a:lnTo>
                  <a:lnTo>
                    <a:pt x="0" y="10020"/>
                  </a:lnTo>
                  <a:lnTo>
                    <a:pt x="2882" y="12903"/>
                  </a:lnTo>
                  <a:lnTo>
                    <a:pt x="6451" y="12903"/>
                  </a:lnTo>
                  <a:lnTo>
                    <a:pt x="10020" y="12903"/>
                  </a:lnTo>
                  <a:lnTo>
                    <a:pt x="12903" y="10020"/>
                  </a:lnTo>
                  <a:lnTo>
                    <a:pt x="12903" y="2895"/>
                  </a:lnTo>
                  <a:lnTo>
                    <a:pt x="1002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663158" y="4452165"/>
              <a:ext cx="37465" cy="73025"/>
            </a:xfrm>
            <a:custGeom>
              <a:avLst/>
              <a:gdLst/>
              <a:ahLst/>
              <a:cxnLst/>
              <a:rect l="l" t="t" r="r" b="b"/>
              <a:pathLst>
                <a:path w="37464" h="73025">
                  <a:moveTo>
                    <a:pt x="1282" y="72974"/>
                  </a:moveTo>
                  <a:lnTo>
                    <a:pt x="37134" y="3585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656436" y="4482001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5" h="14604">
                  <a:moveTo>
                    <a:pt x="9029" y="0"/>
                  </a:moveTo>
                  <a:lnTo>
                    <a:pt x="4952" y="76"/>
                  </a:lnTo>
                  <a:lnTo>
                    <a:pt x="0" y="5206"/>
                  </a:lnTo>
                  <a:lnTo>
                    <a:pt x="76" y="9283"/>
                  </a:lnTo>
                  <a:lnTo>
                    <a:pt x="2641" y="11760"/>
                  </a:lnTo>
                  <a:lnTo>
                    <a:pt x="5206" y="14236"/>
                  </a:lnTo>
                  <a:lnTo>
                    <a:pt x="9283" y="14160"/>
                  </a:lnTo>
                  <a:lnTo>
                    <a:pt x="14236" y="9042"/>
                  </a:lnTo>
                  <a:lnTo>
                    <a:pt x="14160" y="4952"/>
                  </a:lnTo>
                  <a:lnTo>
                    <a:pt x="902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063320" y="4236716"/>
              <a:ext cx="1181735" cy="809625"/>
            </a:xfrm>
            <a:custGeom>
              <a:avLst/>
              <a:gdLst/>
              <a:ahLst/>
              <a:cxnLst/>
              <a:rect l="l" t="t" r="r" b="b"/>
              <a:pathLst>
                <a:path w="1181735" h="809625">
                  <a:moveTo>
                    <a:pt x="815911" y="0"/>
                  </a:moveTo>
                  <a:lnTo>
                    <a:pt x="0" y="809498"/>
                  </a:lnTo>
                  <a:lnTo>
                    <a:pt x="1181404" y="809498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844272" y="4194403"/>
              <a:ext cx="461009" cy="881380"/>
            </a:xfrm>
            <a:custGeom>
              <a:avLst/>
              <a:gdLst/>
              <a:ahLst/>
              <a:cxnLst/>
              <a:rect l="l" t="t" r="r" b="b"/>
              <a:pathLst>
                <a:path w="461010" h="881379">
                  <a:moveTo>
                    <a:pt x="77609" y="0"/>
                  </a:moveTo>
                  <a:lnTo>
                    <a:pt x="0" y="35826"/>
                  </a:lnTo>
                  <a:lnTo>
                    <a:pt x="34950" y="42316"/>
                  </a:lnTo>
                  <a:lnTo>
                    <a:pt x="41173" y="77330"/>
                  </a:lnTo>
                  <a:lnTo>
                    <a:pt x="77609" y="0"/>
                  </a:lnTo>
                  <a:close/>
                </a:path>
                <a:path w="461010" h="881379">
                  <a:moveTo>
                    <a:pt x="460527" y="851814"/>
                  </a:moveTo>
                  <a:lnTo>
                    <a:pt x="380199" y="822579"/>
                  </a:lnTo>
                  <a:lnTo>
                    <a:pt x="400443" y="851814"/>
                  </a:lnTo>
                  <a:lnTo>
                    <a:pt x="380199" y="881049"/>
                  </a:lnTo>
                  <a:lnTo>
                    <a:pt x="460527" y="851814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64050" y="4543972"/>
              <a:ext cx="1116965" cy="501650"/>
            </a:xfrm>
            <a:custGeom>
              <a:avLst/>
              <a:gdLst/>
              <a:ahLst/>
              <a:cxnLst/>
              <a:rect l="l" t="t" r="r" b="b"/>
              <a:pathLst>
                <a:path w="1116964" h="501650">
                  <a:moveTo>
                    <a:pt x="0" y="501383"/>
                  </a:moveTo>
                  <a:lnTo>
                    <a:pt x="1116711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150315" y="4519366"/>
              <a:ext cx="85725" cy="59690"/>
            </a:xfrm>
            <a:custGeom>
              <a:avLst/>
              <a:gdLst/>
              <a:ahLst/>
              <a:cxnLst/>
              <a:rect l="l" t="t" r="r" b="b"/>
              <a:pathLst>
                <a:path w="85725" h="59689">
                  <a:moveTo>
                    <a:pt x="85255" y="0"/>
                  </a:moveTo>
                  <a:lnTo>
                    <a:pt x="0" y="6235"/>
                  </a:lnTo>
                  <a:lnTo>
                    <a:pt x="30441" y="24599"/>
                  </a:lnTo>
                  <a:lnTo>
                    <a:pt x="23939" y="59562"/>
                  </a:lnTo>
                  <a:lnTo>
                    <a:pt x="85255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626882" y="4488261"/>
              <a:ext cx="215900" cy="557530"/>
            </a:xfrm>
            <a:custGeom>
              <a:avLst/>
              <a:gdLst/>
              <a:ahLst/>
              <a:cxnLst/>
              <a:rect l="l" t="t" r="r" b="b"/>
              <a:pathLst>
                <a:path w="215900" h="557529">
                  <a:moveTo>
                    <a:pt x="0" y="0"/>
                  </a:moveTo>
                  <a:lnTo>
                    <a:pt x="215379" y="216649"/>
                  </a:lnTo>
                  <a:lnTo>
                    <a:pt x="215379" y="557479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733337" y="4608005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46151" y="0"/>
                  </a:moveTo>
                  <a:lnTo>
                    <a:pt x="0" y="34899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746923" y="4620519"/>
              <a:ext cx="46355" cy="34925"/>
            </a:xfrm>
            <a:custGeom>
              <a:avLst/>
              <a:gdLst/>
              <a:ahLst/>
              <a:cxnLst/>
              <a:rect l="l" t="t" r="r" b="b"/>
              <a:pathLst>
                <a:path w="46355" h="34925">
                  <a:moveTo>
                    <a:pt x="46151" y="0"/>
                  </a:moveTo>
                  <a:lnTo>
                    <a:pt x="0" y="3491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148634" y="4956963"/>
              <a:ext cx="50165" cy="30480"/>
            </a:xfrm>
            <a:custGeom>
              <a:avLst/>
              <a:gdLst/>
              <a:ahLst/>
              <a:cxnLst/>
              <a:rect l="l" t="t" r="r" b="b"/>
              <a:pathLst>
                <a:path w="50165" h="30479">
                  <a:moveTo>
                    <a:pt x="49542" y="0"/>
                  </a:moveTo>
                  <a:lnTo>
                    <a:pt x="0" y="29895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169452" y="5006567"/>
              <a:ext cx="56515" cy="15875"/>
            </a:xfrm>
            <a:custGeom>
              <a:avLst/>
              <a:gdLst/>
              <a:ahLst/>
              <a:cxnLst/>
              <a:rect l="l" t="t" r="r" b="b"/>
              <a:pathLst>
                <a:path w="56515" h="15875">
                  <a:moveTo>
                    <a:pt x="56070" y="0"/>
                  </a:moveTo>
                  <a:lnTo>
                    <a:pt x="0" y="15544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807808" y="4852437"/>
              <a:ext cx="56515" cy="16510"/>
            </a:xfrm>
            <a:custGeom>
              <a:avLst/>
              <a:gdLst/>
              <a:ahLst/>
              <a:cxnLst/>
              <a:rect l="l" t="t" r="r" b="b"/>
              <a:pathLst>
                <a:path w="56514" h="16510">
                  <a:moveTo>
                    <a:pt x="56413" y="0"/>
                  </a:moveTo>
                  <a:lnTo>
                    <a:pt x="0" y="16256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16298" y="4868839"/>
              <a:ext cx="56515" cy="16510"/>
            </a:xfrm>
            <a:custGeom>
              <a:avLst/>
              <a:gdLst/>
              <a:ahLst/>
              <a:cxnLst/>
              <a:rect l="l" t="t" r="r" b="b"/>
              <a:pathLst>
                <a:path w="56514" h="16510">
                  <a:moveTo>
                    <a:pt x="56413" y="0"/>
                  </a:moveTo>
                  <a:lnTo>
                    <a:pt x="0" y="16256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314999" y="4735740"/>
              <a:ext cx="219075" cy="336550"/>
            </a:xfrm>
            <a:custGeom>
              <a:avLst/>
              <a:gdLst/>
              <a:ahLst/>
              <a:cxnLst/>
              <a:rect l="l" t="t" r="r" b="b"/>
              <a:pathLst>
                <a:path w="219075" h="336550">
                  <a:moveTo>
                    <a:pt x="67576" y="22644"/>
                  </a:moveTo>
                  <a:lnTo>
                    <a:pt x="42964" y="0"/>
                  </a:lnTo>
                  <a:lnTo>
                    <a:pt x="35801" y="1231"/>
                  </a:lnTo>
                  <a:lnTo>
                    <a:pt x="29806" y="5283"/>
                  </a:lnTo>
                  <a:lnTo>
                    <a:pt x="26035" y="10502"/>
                  </a:lnTo>
                  <a:lnTo>
                    <a:pt x="24638" y="16281"/>
                  </a:lnTo>
                  <a:lnTo>
                    <a:pt x="25374" y="22809"/>
                  </a:lnTo>
                  <a:lnTo>
                    <a:pt x="28041" y="30289"/>
                  </a:lnTo>
                  <a:lnTo>
                    <a:pt x="31902" y="39014"/>
                  </a:lnTo>
                  <a:lnTo>
                    <a:pt x="32575" y="43878"/>
                  </a:lnTo>
                  <a:lnTo>
                    <a:pt x="25209" y="51244"/>
                  </a:lnTo>
                  <a:lnTo>
                    <a:pt x="19126" y="52590"/>
                  </a:lnTo>
                  <a:lnTo>
                    <a:pt x="8775" y="42252"/>
                  </a:lnTo>
                  <a:lnTo>
                    <a:pt x="7086" y="37858"/>
                  </a:lnTo>
                  <a:lnTo>
                    <a:pt x="6413" y="35560"/>
                  </a:lnTo>
                  <a:lnTo>
                    <a:pt x="0" y="38735"/>
                  </a:lnTo>
                  <a:lnTo>
                    <a:pt x="22034" y="58191"/>
                  </a:lnTo>
                  <a:lnTo>
                    <a:pt x="28943" y="57264"/>
                  </a:lnTo>
                  <a:lnTo>
                    <a:pt x="34925" y="53403"/>
                  </a:lnTo>
                  <a:lnTo>
                    <a:pt x="38442" y="48209"/>
                  </a:lnTo>
                  <a:lnTo>
                    <a:pt x="39573" y="42291"/>
                  </a:lnTo>
                  <a:lnTo>
                    <a:pt x="38595" y="35699"/>
                  </a:lnTo>
                  <a:lnTo>
                    <a:pt x="35814" y="28460"/>
                  </a:lnTo>
                  <a:lnTo>
                    <a:pt x="32029" y="19939"/>
                  </a:lnTo>
                  <a:lnTo>
                    <a:pt x="32029" y="15074"/>
                  </a:lnTo>
                  <a:lnTo>
                    <a:pt x="40881" y="6223"/>
                  </a:lnTo>
                  <a:lnTo>
                    <a:pt x="47574" y="6553"/>
                  </a:lnTo>
                  <a:lnTo>
                    <a:pt x="57658" y="16637"/>
                  </a:lnTo>
                  <a:lnTo>
                    <a:pt x="60147" y="21831"/>
                  </a:lnTo>
                  <a:lnTo>
                    <a:pt x="61163" y="26085"/>
                  </a:lnTo>
                  <a:lnTo>
                    <a:pt x="67576" y="22644"/>
                  </a:lnTo>
                  <a:close/>
                </a:path>
                <a:path w="219075" h="336550">
                  <a:moveTo>
                    <a:pt x="218973" y="319532"/>
                  </a:moveTo>
                  <a:lnTo>
                    <a:pt x="217462" y="309600"/>
                  </a:lnTo>
                  <a:lnTo>
                    <a:pt x="213385" y="302552"/>
                  </a:lnTo>
                  <a:lnTo>
                    <a:pt x="207454" y="298361"/>
                  </a:lnTo>
                  <a:lnTo>
                    <a:pt x="200342" y="296976"/>
                  </a:lnTo>
                  <a:lnTo>
                    <a:pt x="190881" y="296976"/>
                  </a:lnTo>
                  <a:lnTo>
                    <a:pt x="185610" y="302514"/>
                  </a:lnTo>
                  <a:lnTo>
                    <a:pt x="177965" y="322313"/>
                  </a:lnTo>
                  <a:lnTo>
                    <a:pt x="175006" y="326224"/>
                  </a:lnTo>
                  <a:lnTo>
                    <a:pt x="164579" y="326224"/>
                  </a:lnTo>
                  <a:lnTo>
                    <a:pt x="159321" y="322884"/>
                  </a:lnTo>
                  <a:lnTo>
                    <a:pt x="159321" y="308254"/>
                  </a:lnTo>
                  <a:lnTo>
                    <a:pt x="161239" y="303949"/>
                  </a:lnTo>
                  <a:lnTo>
                    <a:pt x="162382" y="301853"/>
                  </a:lnTo>
                  <a:lnTo>
                    <a:pt x="155613" y="299554"/>
                  </a:lnTo>
                  <a:lnTo>
                    <a:pt x="153987" y="302425"/>
                  </a:lnTo>
                  <a:lnTo>
                    <a:pt x="152450" y="307200"/>
                  </a:lnTo>
                  <a:lnTo>
                    <a:pt x="152450" y="313791"/>
                  </a:lnTo>
                  <a:lnTo>
                    <a:pt x="153771" y="322338"/>
                  </a:lnTo>
                  <a:lnTo>
                    <a:pt x="157429" y="328917"/>
                  </a:lnTo>
                  <a:lnTo>
                    <a:pt x="162979" y="333146"/>
                  </a:lnTo>
                  <a:lnTo>
                    <a:pt x="169938" y="334632"/>
                  </a:lnTo>
                  <a:lnTo>
                    <a:pt x="179019" y="334632"/>
                  </a:lnTo>
                  <a:lnTo>
                    <a:pt x="184467" y="328142"/>
                  </a:lnTo>
                  <a:lnTo>
                    <a:pt x="188201" y="317627"/>
                  </a:lnTo>
                  <a:lnTo>
                    <a:pt x="191541" y="308914"/>
                  </a:lnTo>
                  <a:lnTo>
                    <a:pt x="194983" y="305473"/>
                  </a:lnTo>
                  <a:lnTo>
                    <a:pt x="207505" y="305473"/>
                  </a:lnTo>
                  <a:lnTo>
                    <a:pt x="212001" y="310451"/>
                  </a:lnTo>
                  <a:lnTo>
                    <a:pt x="212001" y="324700"/>
                  </a:lnTo>
                  <a:lnTo>
                    <a:pt x="210096" y="330136"/>
                  </a:lnTo>
                  <a:lnTo>
                    <a:pt x="207797" y="333870"/>
                  </a:lnTo>
                  <a:lnTo>
                    <a:pt x="214769" y="335965"/>
                  </a:lnTo>
                  <a:lnTo>
                    <a:pt x="217055" y="332524"/>
                  </a:lnTo>
                  <a:lnTo>
                    <a:pt x="218973" y="325755"/>
                  </a:lnTo>
                  <a:lnTo>
                    <a:pt x="218973" y="31953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999399" y="5016682"/>
            <a:ext cx="10731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85" dirty="0">
                <a:solidFill>
                  <a:srgbClr val="231F20"/>
                </a:solidFill>
                <a:latin typeface="Lucida Sans Unicode"/>
                <a:cs typeface="Lucida Sans Unicode"/>
              </a:rPr>
              <a:t>A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788431" y="5015882"/>
            <a:ext cx="914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5" dirty="0">
                <a:solidFill>
                  <a:srgbClr val="231F20"/>
                </a:solidFill>
                <a:latin typeface="Lucida Sans Unicode"/>
                <a:cs typeface="Lucida Sans Unicode"/>
              </a:rPr>
              <a:t>E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531066" y="4353533"/>
            <a:ext cx="908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5" dirty="0">
                <a:solidFill>
                  <a:srgbClr val="231F20"/>
                </a:solidFill>
                <a:latin typeface="Lucida Sans Unicode"/>
                <a:cs typeface="Lucida Sans Unicode"/>
              </a:rPr>
              <a:t>F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832107" y="4191745"/>
            <a:ext cx="2533015" cy="46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|AE|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Arial"/>
                <a:cs typeface="Arial"/>
              </a:rPr>
              <a:t>|AF|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br,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|BE|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|BG|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|CF|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|CG|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038275" y="4776736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994" dirty="0">
                <a:solidFill>
                  <a:srgbClr val="231F20"/>
                </a:solidFill>
                <a:latin typeface="Tahoma"/>
                <a:cs typeface="Tahoma"/>
              </a:rPr>
              <a:t>&amp;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832107" y="4875513"/>
            <a:ext cx="24644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Ç(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RB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90" dirty="0">
                <a:solidFill>
                  <a:srgbClr val="231F20"/>
                </a:solidFill>
                <a:latin typeface="Arial"/>
                <a:cs typeface="Arial"/>
              </a:rPr>
              <a:t>11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10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13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34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34394" y="6148666"/>
            <a:ext cx="6645909" cy="2580005"/>
          </a:xfrm>
          <a:custGeom>
            <a:avLst/>
            <a:gdLst/>
            <a:ahLst/>
            <a:cxnLst/>
            <a:rect l="l" t="t" r="r" b="b"/>
            <a:pathLst>
              <a:path w="6645909" h="2580004">
                <a:moveTo>
                  <a:pt x="6645605" y="0"/>
                </a:moveTo>
                <a:lnTo>
                  <a:pt x="0" y="0"/>
                </a:lnTo>
                <a:lnTo>
                  <a:pt x="0" y="2579941"/>
                </a:lnTo>
                <a:lnTo>
                  <a:pt x="6645605" y="2579941"/>
                </a:lnTo>
                <a:lnTo>
                  <a:pt x="6645605" y="0"/>
                </a:lnTo>
                <a:close/>
              </a:path>
            </a:pathLst>
          </a:custGeom>
          <a:solidFill>
            <a:srgbClr val="FEE9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93699" y="6345823"/>
            <a:ext cx="1250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65" dirty="0">
                <a:solidFill>
                  <a:srgbClr val="EC008C"/>
                </a:solidFill>
                <a:latin typeface="Verdana"/>
                <a:cs typeface="Verdana"/>
              </a:rPr>
              <a:t>2.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091948" y="6502885"/>
            <a:ext cx="1193165" cy="1711325"/>
            <a:chOff x="1091948" y="6502885"/>
            <a:chExt cx="1193165" cy="1711325"/>
          </a:xfrm>
        </p:grpSpPr>
        <p:pic>
          <p:nvPicPr>
            <p:cNvPr id="77" name="object 7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6578" y="8068705"/>
              <a:ext cx="111497" cy="14388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0835" y="8063297"/>
              <a:ext cx="112741" cy="149297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1609817" y="6731859"/>
              <a:ext cx="157480" cy="20955"/>
            </a:xfrm>
            <a:custGeom>
              <a:avLst/>
              <a:gdLst/>
              <a:ahLst/>
              <a:cxnLst/>
              <a:rect l="l" t="t" r="r" b="b"/>
              <a:pathLst>
                <a:path w="157480" h="20954">
                  <a:moveTo>
                    <a:pt x="78815" y="20387"/>
                  </a:moveTo>
                  <a:lnTo>
                    <a:pt x="123574" y="14372"/>
                  </a:lnTo>
                  <a:lnTo>
                    <a:pt x="157343" y="121"/>
                  </a:lnTo>
                </a:path>
                <a:path w="157480" h="20954">
                  <a:moveTo>
                    <a:pt x="0" y="0"/>
                  </a:moveTo>
                  <a:lnTo>
                    <a:pt x="34055" y="14372"/>
                  </a:lnTo>
                  <a:lnTo>
                    <a:pt x="78815" y="20387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095123" y="6506060"/>
              <a:ext cx="1186815" cy="1703705"/>
            </a:xfrm>
            <a:custGeom>
              <a:avLst/>
              <a:gdLst/>
              <a:ahLst/>
              <a:cxnLst/>
              <a:rect l="l" t="t" r="r" b="b"/>
              <a:pathLst>
                <a:path w="1186814" h="1703704">
                  <a:moveTo>
                    <a:pt x="593344" y="0"/>
                  </a:moveTo>
                  <a:lnTo>
                    <a:pt x="0" y="1703362"/>
                  </a:lnTo>
                  <a:lnTo>
                    <a:pt x="1186688" y="1703362"/>
                  </a:lnTo>
                  <a:lnTo>
                    <a:pt x="593344" y="0"/>
                  </a:lnTo>
                  <a:close/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688467" y="6508032"/>
              <a:ext cx="0" cy="1703070"/>
            </a:xfrm>
            <a:custGeom>
              <a:avLst/>
              <a:gdLst/>
              <a:ahLst/>
              <a:cxnLst/>
              <a:rect l="l" t="t" r="r" b="b"/>
              <a:pathLst>
                <a:path h="1703070">
                  <a:moveTo>
                    <a:pt x="0" y="0"/>
                  </a:moveTo>
                  <a:lnTo>
                    <a:pt x="0" y="1702523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1036574" y="8200321"/>
            <a:ext cx="996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4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632254" y="6364307"/>
            <a:ext cx="965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239111" y="8200321"/>
            <a:ext cx="1066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5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1093816" y="6717904"/>
            <a:ext cx="4305935" cy="1494155"/>
            <a:chOff x="1093816" y="6717904"/>
            <a:chExt cx="4305935" cy="1494155"/>
          </a:xfrm>
        </p:grpSpPr>
        <p:sp>
          <p:nvSpPr>
            <p:cNvPr id="86" name="object 86"/>
            <p:cNvSpPr/>
            <p:nvPr/>
          </p:nvSpPr>
          <p:spPr>
            <a:xfrm>
              <a:off x="1096991" y="7540680"/>
              <a:ext cx="953769" cy="668020"/>
            </a:xfrm>
            <a:custGeom>
              <a:avLst/>
              <a:gdLst/>
              <a:ahLst/>
              <a:cxnLst/>
              <a:rect l="l" t="t" r="r" b="b"/>
              <a:pathLst>
                <a:path w="953769" h="668020">
                  <a:moveTo>
                    <a:pt x="0" y="667613"/>
                  </a:moveTo>
                  <a:lnTo>
                    <a:pt x="953465" y="0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328619" y="7539016"/>
              <a:ext cx="956310" cy="669290"/>
            </a:xfrm>
            <a:custGeom>
              <a:avLst/>
              <a:gdLst/>
              <a:ahLst/>
              <a:cxnLst/>
              <a:rect l="l" t="t" r="r" b="b"/>
              <a:pathLst>
                <a:path w="956310" h="669290">
                  <a:moveTo>
                    <a:pt x="955840" y="66927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158167" y="8095716"/>
              <a:ext cx="1054735" cy="93980"/>
            </a:xfrm>
            <a:custGeom>
              <a:avLst/>
              <a:gdLst/>
              <a:ahLst/>
              <a:cxnLst/>
              <a:rect l="l" t="t" r="r" b="b"/>
              <a:pathLst>
                <a:path w="1054735" h="93979">
                  <a:moveTo>
                    <a:pt x="26924" y="6019"/>
                  </a:moveTo>
                  <a:lnTo>
                    <a:pt x="20891" y="0"/>
                  </a:lnTo>
                  <a:lnTo>
                    <a:pt x="6032" y="0"/>
                  </a:lnTo>
                  <a:lnTo>
                    <a:pt x="0" y="6019"/>
                  </a:lnTo>
                  <a:lnTo>
                    <a:pt x="0" y="20878"/>
                  </a:lnTo>
                  <a:lnTo>
                    <a:pt x="6032" y="26898"/>
                  </a:lnTo>
                  <a:lnTo>
                    <a:pt x="13462" y="26898"/>
                  </a:lnTo>
                  <a:lnTo>
                    <a:pt x="20891" y="26898"/>
                  </a:lnTo>
                  <a:lnTo>
                    <a:pt x="26924" y="20878"/>
                  </a:lnTo>
                  <a:lnTo>
                    <a:pt x="26924" y="6019"/>
                  </a:lnTo>
                  <a:close/>
                </a:path>
                <a:path w="1054735" h="93979">
                  <a:moveTo>
                    <a:pt x="64719" y="72618"/>
                  </a:moveTo>
                  <a:lnTo>
                    <a:pt x="58686" y="66598"/>
                  </a:lnTo>
                  <a:lnTo>
                    <a:pt x="43827" y="66598"/>
                  </a:lnTo>
                  <a:lnTo>
                    <a:pt x="37795" y="72618"/>
                  </a:lnTo>
                  <a:lnTo>
                    <a:pt x="37795" y="87477"/>
                  </a:lnTo>
                  <a:lnTo>
                    <a:pt x="43827" y="93497"/>
                  </a:lnTo>
                  <a:lnTo>
                    <a:pt x="51257" y="93497"/>
                  </a:lnTo>
                  <a:lnTo>
                    <a:pt x="58686" y="93497"/>
                  </a:lnTo>
                  <a:lnTo>
                    <a:pt x="64719" y="87477"/>
                  </a:lnTo>
                  <a:lnTo>
                    <a:pt x="64719" y="72618"/>
                  </a:lnTo>
                  <a:close/>
                </a:path>
                <a:path w="1054735" h="93979">
                  <a:moveTo>
                    <a:pt x="1029525" y="72618"/>
                  </a:moveTo>
                  <a:lnTo>
                    <a:pt x="1023493" y="66598"/>
                  </a:lnTo>
                  <a:lnTo>
                    <a:pt x="1008634" y="66598"/>
                  </a:lnTo>
                  <a:lnTo>
                    <a:pt x="1002601" y="72618"/>
                  </a:lnTo>
                  <a:lnTo>
                    <a:pt x="1002601" y="87477"/>
                  </a:lnTo>
                  <a:lnTo>
                    <a:pt x="1008634" y="93497"/>
                  </a:lnTo>
                  <a:lnTo>
                    <a:pt x="1016063" y="93497"/>
                  </a:lnTo>
                  <a:lnTo>
                    <a:pt x="1023493" y="93497"/>
                  </a:lnTo>
                  <a:lnTo>
                    <a:pt x="1029525" y="87477"/>
                  </a:lnTo>
                  <a:lnTo>
                    <a:pt x="1029525" y="72618"/>
                  </a:lnTo>
                  <a:close/>
                </a:path>
                <a:path w="1054735" h="93979">
                  <a:moveTo>
                    <a:pt x="1054722" y="6019"/>
                  </a:moveTo>
                  <a:lnTo>
                    <a:pt x="1048689" y="0"/>
                  </a:lnTo>
                  <a:lnTo>
                    <a:pt x="1033830" y="0"/>
                  </a:lnTo>
                  <a:lnTo>
                    <a:pt x="1027798" y="6019"/>
                  </a:lnTo>
                  <a:lnTo>
                    <a:pt x="1027798" y="20878"/>
                  </a:lnTo>
                  <a:lnTo>
                    <a:pt x="1033830" y="26898"/>
                  </a:lnTo>
                  <a:lnTo>
                    <a:pt x="1041260" y="26898"/>
                  </a:lnTo>
                  <a:lnTo>
                    <a:pt x="1048689" y="26898"/>
                  </a:lnTo>
                  <a:lnTo>
                    <a:pt x="1054722" y="20878"/>
                  </a:lnTo>
                  <a:lnTo>
                    <a:pt x="1054722" y="601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719642" y="6721079"/>
              <a:ext cx="11430" cy="51435"/>
            </a:xfrm>
            <a:custGeom>
              <a:avLst/>
              <a:gdLst/>
              <a:ahLst/>
              <a:cxnLst/>
              <a:rect l="l" t="t" r="r" b="b"/>
              <a:pathLst>
                <a:path w="11430" h="51434">
                  <a:moveTo>
                    <a:pt x="0" y="0"/>
                  </a:moveTo>
                  <a:lnTo>
                    <a:pt x="10934" y="51409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644394" y="6721166"/>
              <a:ext cx="11430" cy="51435"/>
            </a:xfrm>
            <a:custGeom>
              <a:avLst/>
              <a:gdLst/>
              <a:ahLst/>
              <a:cxnLst/>
              <a:rect l="l" t="t" r="r" b="b"/>
              <a:pathLst>
                <a:path w="11430" h="51434">
                  <a:moveTo>
                    <a:pt x="10934" y="0"/>
                  </a:moveTo>
                  <a:lnTo>
                    <a:pt x="0" y="51409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965028" y="6824663"/>
              <a:ext cx="429259" cy="429259"/>
            </a:xfrm>
            <a:custGeom>
              <a:avLst/>
              <a:gdLst/>
              <a:ahLst/>
              <a:cxnLst/>
              <a:rect l="l" t="t" r="r" b="b"/>
              <a:pathLst>
                <a:path w="429260" h="429259">
                  <a:moveTo>
                    <a:pt x="0" y="0"/>
                  </a:moveTo>
                  <a:lnTo>
                    <a:pt x="428815" y="428815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313071" y="7172685"/>
              <a:ext cx="83185" cy="83185"/>
            </a:xfrm>
            <a:custGeom>
              <a:avLst/>
              <a:gdLst/>
              <a:ahLst/>
              <a:cxnLst/>
              <a:rect l="l" t="t" r="r" b="b"/>
              <a:pathLst>
                <a:path w="83185" h="83184">
                  <a:moveTo>
                    <a:pt x="83019" y="0"/>
                  </a:moveTo>
                  <a:lnTo>
                    <a:pt x="0" y="0"/>
                  </a:lnTo>
                  <a:lnTo>
                    <a:pt x="0" y="8303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2490141" y="6305656"/>
            <a:ext cx="1461770" cy="1842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29600"/>
              </a:lnSpc>
              <a:spcBef>
                <a:spcPts val="100"/>
              </a:spcBef>
            </a:pPr>
            <a:r>
              <a:rPr sz="900" i="1" spc="50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ikizkenar tiçgende </a:t>
            </a:r>
            <a:r>
              <a:rPr sz="900" i="1" spc="-3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Verdana"/>
                <a:cs typeface="Verdana"/>
              </a:rPr>
              <a:t>tepe </a:t>
            </a:r>
            <a:r>
              <a:rPr sz="900" i="1" spc="35" dirty="0">
                <a:solidFill>
                  <a:srgbClr val="231F20"/>
                </a:solidFill>
                <a:latin typeface="Verdana"/>
                <a:cs typeface="Verdana"/>
              </a:rPr>
              <a:t>açısından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çizilen </a:t>
            </a:r>
            <a:r>
              <a:rPr sz="900" i="1" spc="-3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00" dirty="0">
                <a:solidFill>
                  <a:srgbClr val="231F20"/>
                </a:solidFill>
                <a:latin typeface="Verdana"/>
                <a:cs typeface="Verdana"/>
              </a:rPr>
              <a:t>açıortayın</a:t>
            </a:r>
            <a:r>
              <a:rPr sz="900" i="1" spc="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45" dirty="0">
                <a:solidFill>
                  <a:srgbClr val="231F20"/>
                </a:solidFill>
                <a:latin typeface="Verdana"/>
                <a:cs typeface="Verdana"/>
              </a:rPr>
              <a:t>uzunluğu </a:t>
            </a:r>
            <a:r>
              <a:rPr sz="900" i="1" spc="-3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Verdana"/>
                <a:cs typeface="Verdana"/>
              </a:rPr>
              <a:t>taban</a:t>
            </a:r>
            <a:r>
              <a:rPr sz="900" i="1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5" dirty="0">
                <a:solidFill>
                  <a:srgbClr val="231F20"/>
                </a:solidFill>
                <a:latin typeface="Verdana"/>
                <a:cs typeface="Verdana"/>
              </a:rPr>
              <a:t>açılarından</a:t>
            </a:r>
            <a:r>
              <a:rPr sz="900" i="1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40" dirty="0">
                <a:solidFill>
                  <a:srgbClr val="231F20"/>
                </a:solidFill>
                <a:latin typeface="Verdana"/>
                <a:cs typeface="Verdana"/>
              </a:rPr>
              <a:t>çizi- </a:t>
            </a:r>
            <a:r>
              <a:rPr sz="900" i="1" spc="-3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len </a:t>
            </a:r>
            <a:r>
              <a:rPr sz="900" i="1" spc="70" dirty="0">
                <a:solidFill>
                  <a:srgbClr val="231F20"/>
                </a:solidFill>
                <a:latin typeface="Verdana"/>
                <a:cs typeface="Verdana"/>
              </a:rPr>
              <a:t>açıortay </a:t>
            </a:r>
            <a:r>
              <a:rPr sz="900" i="1" spc="10" dirty="0">
                <a:solidFill>
                  <a:srgbClr val="231F20"/>
                </a:solidFill>
                <a:latin typeface="Verdana"/>
                <a:cs typeface="Verdana"/>
              </a:rPr>
              <a:t>uzunluk- 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40" dirty="0">
                <a:solidFill>
                  <a:srgbClr val="231F20"/>
                </a:solidFill>
                <a:latin typeface="Verdana"/>
                <a:cs typeface="Verdana"/>
              </a:rPr>
              <a:t>larından</a:t>
            </a:r>
            <a:r>
              <a:rPr sz="9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farklıdır.</a:t>
            </a:r>
            <a:endParaRPr sz="900">
              <a:latin typeface="Verdana"/>
              <a:cs typeface="Verdana"/>
            </a:endParaRPr>
          </a:p>
          <a:p>
            <a:pPr marL="38100" marR="929640" algn="just">
              <a:lnSpc>
                <a:spcPct val="182100"/>
              </a:lnSpc>
            </a:pP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1200" i="1" spc="15" baseline="-20833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1200" i="1" baseline="-208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200" i="1" spc="-172" baseline="-208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≠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1200" i="1" spc="30" baseline="-20833" dirty="0">
                <a:solidFill>
                  <a:srgbClr val="231F20"/>
                </a:solidFill>
                <a:latin typeface="Verdana"/>
                <a:cs typeface="Verdana"/>
              </a:rPr>
              <a:t>B 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1200" i="1" spc="15" baseline="-20833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1200" i="1" baseline="-208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200" i="1" spc="-172" baseline="-208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≠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1200" i="1" spc="75" baseline="-20833" dirty="0">
                <a:solidFill>
                  <a:srgbClr val="231F20"/>
                </a:solidFill>
                <a:latin typeface="Verdana"/>
                <a:cs typeface="Verdana"/>
              </a:rPr>
              <a:t>C 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1200" i="1" spc="44" baseline="-20833" dirty="0">
                <a:solidFill>
                  <a:srgbClr val="231F20"/>
                </a:solidFill>
                <a:latin typeface="Verdana"/>
                <a:cs typeface="Verdana"/>
              </a:rPr>
              <a:t>B</a:t>
            </a:r>
            <a:r>
              <a:rPr sz="1200" i="1" baseline="-208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200" i="1" spc="-172" baseline="-208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1200" i="1" spc="112" baseline="-20833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endParaRPr sz="1200" baseline="-20833">
              <a:latin typeface="Verdana"/>
              <a:cs typeface="Verdan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188499" y="6345823"/>
            <a:ext cx="1219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75" dirty="0">
                <a:solidFill>
                  <a:srgbClr val="EC008C"/>
                </a:solidFill>
                <a:latin typeface="Verdana"/>
                <a:cs typeface="Verdana"/>
              </a:rPr>
              <a:t>3.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296071" y="7246070"/>
            <a:ext cx="965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324161" y="6389278"/>
            <a:ext cx="1066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5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100438" y="7129028"/>
            <a:ext cx="1981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800" i="1" spc="10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800" i="1" spc="-5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8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 rot="3780000">
            <a:off x="5196445" y="7024585"/>
            <a:ext cx="200386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0"/>
              </a:lnSpc>
            </a:pP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800" i="1" spc="10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800" i="1" spc="-5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4348932" y="6517264"/>
            <a:ext cx="1937385" cy="1863725"/>
            <a:chOff x="4348932" y="6517264"/>
            <a:chExt cx="1937385" cy="1863725"/>
          </a:xfrm>
        </p:grpSpPr>
        <p:sp>
          <p:nvSpPr>
            <p:cNvPr id="100" name="object 100"/>
            <p:cNvSpPr/>
            <p:nvPr/>
          </p:nvSpPr>
          <p:spPr>
            <a:xfrm>
              <a:off x="5341157" y="7201499"/>
              <a:ext cx="26670" cy="26670"/>
            </a:xfrm>
            <a:custGeom>
              <a:avLst/>
              <a:gdLst/>
              <a:ahLst/>
              <a:cxnLst/>
              <a:rect l="l" t="t" r="r" b="b"/>
              <a:pathLst>
                <a:path w="26670" h="26670">
                  <a:moveTo>
                    <a:pt x="20459" y="0"/>
                  </a:moveTo>
                  <a:lnTo>
                    <a:pt x="5905" y="0"/>
                  </a:lnTo>
                  <a:lnTo>
                    <a:pt x="0" y="5892"/>
                  </a:lnTo>
                  <a:lnTo>
                    <a:pt x="0" y="20434"/>
                  </a:lnTo>
                  <a:lnTo>
                    <a:pt x="5905" y="26339"/>
                  </a:lnTo>
                  <a:lnTo>
                    <a:pt x="13182" y="26339"/>
                  </a:lnTo>
                  <a:lnTo>
                    <a:pt x="20459" y="26339"/>
                  </a:lnTo>
                  <a:lnTo>
                    <a:pt x="26365" y="20434"/>
                  </a:lnTo>
                  <a:lnTo>
                    <a:pt x="26365" y="5892"/>
                  </a:lnTo>
                  <a:lnTo>
                    <a:pt x="2045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69589" y="6605657"/>
              <a:ext cx="123317" cy="86512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03296" y="7139117"/>
              <a:ext cx="91414" cy="113433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4352107" y="6520439"/>
              <a:ext cx="1041400" cy="732155"/>
            </a:xfrm>
            <a:custGeom>
              <a:avLst/>
              <a:gdLst/>
              <a:ahLst/>
              <a:cxnLst/>
              <a:rect l="l" t="t" r="r" b="b"/>
              <a:pathLst>
                <a:path w="1041400" h="732154">
                  <a:moveTo>
                    <a:pt x="10033" y="732104"/>
                  </a:moveTo>
                  <a:lnTo>
                    <a:pt x="1037628" y="732104"/>
                  </a:lnTo>
                  <a:lnTo>
                    <a:pt x="1040803" y="732104"/>
                  </a:lnTo>
                  <a:lnTo>
                    <a:pt x="1040803" y="728929"/>
                  </a:lnTo>
                  <a:lnTo>
                    <a:pt x="1040803" y="6121"/>
                  </a:lnTo>
                  <a:lnTo>
                    <a:pt x="1040803" y="0"/>
                  </a:lnTo>
                  <a:lnTo>
                    <a:pt x="1035812" y="3530"/>
                  </a:lnTo>
                  <a:lnTo>
                    <a:pt x="8204" y="726338"/>
                  </a:lnTo>
                  <a:lnTo>
                    <a:pt x="0" y="732104"/>
                  </a:lnTo>
                  <a:lnTo>
                    <a:pt x="10033" y="732104"/>
                  </a:lnTo>
                  <a:close/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013614" y="6529131"/>
              <a:ext cx="376555" cy="723265"/>
            </a:xfrm>
            <a:custGeom>
              <a:avLst/>
              <a:gdLst/>
              <a:ahLst/>
              <a:cxnLst/>
              <a:rect l="l" t="t" r="r" b="b"/>
              <a:pathLst>
                <a:path w="376554" h="723265">
                  <a:moveTo>
                    <a:pt x="0" y="722668"/>
                  </a:moveTo>
                  <a:lnTo>
                    <a:pt x="376212" y="0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358444" y="6925980"/>
              <a:ext cx="1033780" cy="326390"/>
            </a:xfrm>
            <a:custGeom>
              <a:avLst/>
              <a:gdLst/>
              <a:ahLst/>
              <a:cxnLst/>
              <a:rect l="l" t="t" r="r" b="b"/>
              <a:pathLst>
                <a:path w="1033779" h="326390">
                  <a:moveTo>
                    <a:pt x="0" y="325907"/>
                  </a:moveTo>
                  <a:lnTo>
                    <a:pt x="1033653" y="0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851659" y="7946765"/>
              <a:ext cx="429259" cy="429259"/>
            </a:xfrm>
            <a:custGeom>
              <a:avLst/>
              <a:gdLst/>
              <a:ahLst/>
              <a:cxnLst/>
              <a:rect l="l" t="t" r="r" b="b"/>
              <a:pathLst>
                <a:path w="429260" h="429259">
                  <a:moveTo>
                    <a:pt x="0" y="0"/>
                  </a:moveTo>
                  <a:lnTo>
                    <a:pt x="428815" y="428815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199695" y="8294787"/>
              <a:ext cx="83185" cy="83185"/>
            </a:xfrm>
            <a:custGeom>
              <a:avLst/>
              <a:gdLst/>
              <a:ahLst/>
              <a:cxnLst/>
              <a:rect l="l" t="t" r="r" b="b"/>
              <a:pathLst>
                <a:path w="83185" h="83184">
                  <a:moveTo>
                    <a:pt x="83019" y="0"/>
                  </a:moveTo>
                  <a:lnTo>
                    <a:pt x="0" y="0"/>
                  </a:lnTo>
                  <a:lnTo>
                    <a:pt x="0" y="8303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6228666" y="8368178"/>
            <a:ext cx="996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4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182694" y="8368178"/>
            <a:ext cx="965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342042" y="6305707"/>
            <a:ext cx="1979295" cy="135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320" marR="5080" algn="just">
              <a:lnSpc>
                <a:spcPct val="129600"/>
              </a:lnSpc>
              <a:spcBef>
                <a:spcPts val="100"/>
              </a:spcBef>
            </a:pPr>
            <a:r>
              <a:rPr sz="900" i="1" spc="50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900" i="1" spc="60" dirty="0">
                <a:solidFill>
                  <a:srgbClr val="231F20"/>
                </a:solidFill>
                <a:latin typeface="Verdana"/>
                <a:cs typeface="Verdana"/>
              </a:rPr>
              <a:t>çeşitkenar 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dik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tiçgende </a:t>
            </a:r>
            <a:r>
              <a:rPr sz="900" i="1" spc="-3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Verdana"/>
                <a:cs typeface="Verdana"/>
              </a:rPr>
              <a:t>açıortay 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uzunlukları </a:t>
            </a:r>
            <a:r>
              <a:rPr sz="900" i="1" spc="50" dirty="0">
                <a:solidFill>
                  <a:srgbClr val="231F20"/>
                </a:solidFill>
                <a:latin typeface="Verdana"/>
                <a:cs typeface="Verdana"/>
              </a:rPr>
              <a:t>farklı </a:t>
            </a:r>
            <a:r>
              <a:rPr sz="900" i="1" spc="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uzunluktadır. </a:t>
            </a:r>
            <a:r>
              <a:rPr sz="900" i="1" spc="70" dirty="0">
                <a:solidFill>
                  <a:srgbClr val="231F20"/>
                </a:solidFill>
                <a:latin typeface="Verdana"/>
                <a:cs typeface="Verdana"/>
              </a:rPr>
              <a:t>Fakat 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ikizke-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70" dirty="0">
                <a:solidFill>
                  <a:srgbClr val="231F20"/>
                </a:solidFill>
                <a:latin typeface="Verdana"/>
                <a:cs typeface="Verdana"/>
              </a:rPr>
              <a:t>nar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0" dirty="0">
                <a:solidFill>
                  <a:srgbClr val="231F20"/>
                </a:solidFill>
                <a:latin typeface="Verdana"/>
                <a:cs typeface="Verdana"/>
              </a:rPr>
              <a:t>dik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tiçgende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60" dirty="0">
                <a:solidFill>
                  <a:srgbClr val="231F20"/>
                </a:solidFill>
                <a:latin typeface="Verdana"/>
                <a:cs typeface="Verdana"/>
              </a:rPr>
              <a:t>taban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Verdana"/>
                <a:cs typeface="Verdana"/>
              </a:rPr>
              <a:t>açı- </a:t>
            </a:r>
            <a:r>
              <a:rPr sz="900" i="1" spc="-3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40" dirty="0">
                <a:solidFill>
                  <a:srgbClr val="231F20"/>
                </a:solidFill>
                <a:latin typeface="Verdana"/>
                <a:cs typeface="Verdana"/>
              </a:rPr>
              <a:t>larından</a:t>
            </a:r>
            <a:r>
              <a:rPr sz="900" i="1" spc="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çizilen</a:t>
            </a:r>
            <a:r>
              <a:rPr sz="900" i="1" spc="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65" dirty="0">
                <a:solidFill>
                  <a:srgbClr val="231F20"/>
                </a:solidFill>
                <a:latin typeface="Verdana"/>
                <a:cs typeface="Verdana"/>
              </a:rPr>
              <a:t>açıortaylar</a:t>
            </a:r>
            <a:endParaRPr sz="9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320"/>
              </a:spcBef>
            </a:pPr>
            <a:r>
              <a:rPr sz="800" i="1" spc="45" dirty="0">
                <a:solidFill>
                  <a:srgbClr val="231F20"/>
                </a:solidFill>
                <a:latin typeface="Arial"/>
                <a:cs typeface="Arial"/>
              </a:rPr>
              <a:t>B    </a:t>
            </a:r>
            <a:r>
              <a:rPr sz="8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5" dirty="0">
                <a:solidFill>
                  <a:srgbClr val="231F20"/>
                </a:solidFill>
                <a:latin typeface="Verdana"/>
                <a:cs typeface="Verdana"/>
              </a:rPr>
              <a:t>eşit</a:t>
            </a:r>
            <a:r>
              <a:rPr sz="9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uzunluktadır.</a:t>
            </a:r>
            <a:endParaRPr sz="900">
              <a:latin typeface="Verdana"/>
              <a:cs typeface="Verdana"/>
            </a:endParaRPr>
          </a:p>
          <a:p>
            <a:pPr marR="127000" algn="ctr">
              <a:lnSpc>
                <a:spcPct val="100000"/>
              </a:lnSpc>
              <a:spcBef>
                <a:spcPts val="1090"/>
              </a:spcBef>
            </a:pPr>
            <a:r>
              <a:rPr sz="800" i="1" spc="5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0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 rot="3780000">
            <a:off x="6083070" y="8146692"/>
            <a:ext cx="200386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0"/>
              </a:lnSpc>
            </a:pP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800" i="1" spc="10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800" i="1" spc="-5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5235557" y="7639367"/>
            <a:ext cx="1047750" cy="738505"/>
            <a:chOff x="5235557" y="7639367"/>
            <a:chExt cx="1047750" cy="738505"/>
          </a:xfrm>
        </p:grpSpPr>
        <p:sp>
          <p:nvSpPr>
            <p:cNvPr id="113" name="object 113"/>
            <p:cNvSpPr/>
            <p:nvPr/>
          </p:nvSpPr>
          <p:spPr>
            <a:xfrm>
              <a:off x="6227782" y="8323614"/>
              <a:ext cx="26670" cy="26670"/>
            </a:xfrm>
            <a:custGeom>
              <a:avLst/>
              <a:gdLst/>
              <a:ahLst/>
              <a:cxnLst/>
              <a:rect l="l" t="t" r="r" b="b"/>
              <a:pathLst>
                <a:path w="26670" h="26670">
                  <a:moveTo>
                    <a:pt x="20459" y="0"/>
                  </a:moveTo>
                  <a:lnTo>
                    <a:pt x="5905" y="0"/>
                  </a:lnTo>
                  <a:lnTo>
                    <a:pt x="0" y="5892"/>
                  </a:lnTo>
                  <a:lnTo>
                    <a:pt x="0" y="20434"/>
                  </a:lnTo>
                  <a:lnTo>
                    <a:pt x="5905" y="26339"/>
                  </a:lnTo>
                  <a:lnTo>
                    <a:pt x="13182" y="26339"/>
                  </a:lnTo>
                  <a:lnTo>
                    <a:pt x="20459" y="26339"/>
                  </a:lnTo>
                  <a:lnTo>
                    <a:pt x="26365" y="20434"/>
                  </a:lnTo>
                  <a:lnTo>
                    <a:pt x="26365" y="5892"/>
                  </a:lnTo>
                  <a:lnTo>
                    <a:pt x="2045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56214" y="7727764"/>
              <a:ext cx="123316" cy="86507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5401003" y="8264393"/>
              <a:ext cx="43815" cy="107314"/>
            </a:xfrm>
            <a:custGeom>
              <a:avLst/>
              <a:gdLst/>
              <a:ahLst/>
              <a:cxnLst/>
              <a:rect l="l" t="t" r="r" b="b"/>
              <a:pathLst>
                <a:path w="43814" h="107315">
                  <a:moveTo>
                    <a:pt x="38759" y="107078"/>
                  </a:moveTo>
                  <a:lnTo>
                    <a:pt x="43212" y="85024"/>
                  </a:lnTo>
                  <a:lnTo>
                    <a:pt x="34592" y="42335"/>
                  </a:lnTo>
                  <a:lnTo>
                    <a:pt x="11084" y="747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238732" y="7642542"/>
              <a:ext cx="1041400" cy="732155"/>
            </a:xfrm>
            <a:custGeom>
              <a:avLst/>
              <a:gdLst/>
              <a:ahLst/>
              <a:cxnLst/>
              <a:rect l="l" t="t" r="r" b="b"/>
              <a:pathLst>
                <a:path w="1041400" h="732154">
                  <a:moveTo>
                    <a:pt x="10033" y="732104"/>
                  </a:moveTo>
                  <a:lnTo>
                    <a:pt x="1037628" y="732104"/>
                  </a:lnTo>
                  <a:lnTo>
                    <a:pt x="1040803" y="732104"/>
                  </a:lnTo>
                  <a:lnTo>
                    <a:pt x="1040803" y="728929"/>
                  </a:lnTo>
                  <a:lnTo>
                    <a:pt x="1040803" y="6121"/>
                  </a:lnTo>
                  <a:lnTo>
                    <a:pt x="1040803" y="0"/>
                  </a:lnTo>
                  <a:lnTo>
                    <a:pt x="1035812" y="3530"/>
                  </a:lnTo>
                  <a:lnTo>
                    <a:pt x="8204" y="726338"/>
                  </a:lnTo>
                  <a:lnTo>
                    <a:pt x="0" y="732104"/>
                  </a:lnTo>
                  <a:lnTo>
                    <a:pt x="10033" y="732104"/>
                  </a:lnTo>
                  <a:close/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900233" y="7651234"/>
              <a:ext cx="376555" cy="723265"/>
            </a:xfrm>
            <a:custGeom>
              <a:avLst/>
              <a:gdLst/>
              <a:ahLst/>
              <a:cxnLst/>
              <a:rect l="l" t="t" r="r" b="b"/>
              <a:pathLst>
                <a:path w="376554" h="723265">
                  <a:moveTo>
                    <a:pt x="0" y="722668"/>
                  </a:moveTo>
                  <a:lnTo>
                    <a:pt x="376212" y="0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245066" y="8048094"/>
              <a:ext cx="1033780" cy="326390"/>
            </a:xfrm>
            <a:custGeom>
              <a:avLst/>
              <a:gdLst/>
              <a:ahLst/>
              <a:cxnLst/>
              <a:rect l="l" t="t" r="r" b="b"/>
              <a:pathLst>
                <a:path w="1033779" h="326390">
                  <a:moveTo>
                    <a:pt x="0" y="325907"/>
                  </a:moveTo>
                  <a:lnTo>
                    <a:pt x="1033653" y="0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5382073" y="8290496"/>
              <a:ext cx="38100" cy="68580"/>
            </a:xfrm>
            <a:custGeom>
              <a:avLst/>
              <a:gdLst/>
              <a:ahLst/>
              <a:cxnLst/>
              <a:rect l="l" t="t" r="r" b="b"/>
              <a:pathLst>
                <a:path w="38100" h="68579">
                  <a:moveTo>
                    <a:pt x="19710" y="4419"/>
                  </a:moveTo>
                  <a:lnTo>
                    <a:pt x="15303" y="0"/>
                  </a:lnTo>
                  <a:lnTo>
                    <a:pt x="4406" y="0"/>
                  </a:lnTo>
                  <a:lnTo>
                    <a:pt x="0" y="4419"/>
                  </a:lnTo>
                  <a:lnTo>
                    <a:pt x="0" y="15290"/>
                  </a:lnTo>
                  <a:lnTo>
                    <a:pt x="4406" y="19710"/>
                  </a:lnTo>
                  <a:lnTo>
                    <a:pt x="9855" y="19710"/>
                  </a:lnTo>
                  <a:lnTo>
                    <a:pt x="15303" y="19710"/>
                  </a:lnTo>
                  <a:lnTo>
                    <a:pt x="19710" y="15290"/>
                  </a:lnTo>
                  <a:lnTo>
                    <a:pt x="19710" y="4419"/>
                  </a:lnTo>
                  <a:close/>
                </a:path>
                <a:path w="38100" h="68579">
                  <a:moveTo>
                    <a:pt x="37706" y="53009"/>
                  </a:moveTo>
                  <a:lnTo>
                    <a:pt x="33299" y="48590"/>
                  </a:lnTo>
                  <a:lnTo>
                    <a:pt x="22402" y="48590"/>
                  </a:lnTo>
                  <a:lnTo>
                    <a:pt x="17995" y="53009"/>
                  </a:lnTo>
                  <a:lnTo>
                    <a:pt x="17995" y="63881"/>
                  </a:lnTo>
                  <a:lnTo>
                    <a:pt x="22402" y="68300"/>
                  </a:lnTo>
                  <a:lnTo>
                    <a:pt x="27851" y="68300"/>
                  </a:lnTo>
                  <a:lnTo>
                    <a:pt x="33299" y="68300"/>
                  </a:lnTo>
                  <a:lnTo>
                    <a:pt x="37706" y="63881"/>
                  </a:lnTo>
                  <a:lnTo>
                    <a:pt x="37706" y="5300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5310902" y="8251135"/>
            <a:ext cx="899160" cy="396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0"/>
              </a:spcBef>
            </a:pPr>
            <a:r>
              <a:rPr sz="800" i="1" spc="45" dirty="0">
                <a:solidFill>
                  <a:srgbClr val="231F20"/>
                </a:solidFill>
                <a:latin typeface="Arial"/>
                <a:cs typeface="Arial"/>
              </a:rPr>
              <a:t>45°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875"/>
              </a:spcBef>
            </a:pP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1200" i="1" spc="112" baseline="-20833" dirty="0">
                <a:solidFill>
                  <a:srgbClr val="231F20"/>
                </a:solidFill>
                <a:latin typeface="Verdana"/>
                <a:cs typeface="Verdana"/>
              </a:rPr>
              <a:t>C </a:t>
            </a:r>
            <a:r>
              <a:rPr sz="1200" i="1" spc="-172" baseline="-208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1200" i="1" spc="15" baseline="-20833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1200" i="1" baseline="-208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200" i="1" spc="-172" baseline="-208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≠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1200" i="1" spc="44" baseline="-20833" dirty="0">
                <a:solidFill>
                  <a:srgbClr val="231F20"/>
                </a:solidFill>
                <a:latin typeface="Verdana"/>
                <a:cs typeface="Verdana"/>
              </a:rPr>
              <a:t>B</a:t>
            </a:r>
            <a:endParaRPr sz="1200" baseline="-20833">
              <a:latin typeface="Verdana"/>
              <a:cs typeface="Verdana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620996" y="6020993"/>
            <a:ext cx="665480" cy="248285"/>
          </a:xfrm>
          <a:custGeom>
            <a:avLst/>
            <a:gdLst/>
            <a:ahLst/>
            <a:cxnLst/>
            <a:rect l="l" t="t" r="r" b="b"/>
            <a:pathLst>
              <a:path w="665480" h="248285">
                <a:moveTo>
                  <a:pt x="648906" y="0"/>
                </a:moveTo>
                <a:lnTo>
                  <a:pt x="16205" y="0"/>
                </a:lnTo>
                <a:lnTo>
                  <a:pt x="9370" y="30074"/>
                </a:lnTo>
                <a:lnTo>
                  <a:pt x="4278" y="60756"/>
                </a:lnTo>
                <a:lnTo>
                  <a:pt x="1097" y="92029"/>
                </a:lnTo>
                <a:lnTo>
                  <a:pt x="0" y="123875"/>
                </a:lnTo>
                <a:lnTo>
                  <a:pt x="1097" y="155720"/>
                </a:lnTo>
                <a:lnTo>
                  <a:pt x="4278" y="186988"/>
                </a:lnTo>
                <a:lnTo>
                  <a:pt x="9370" y="217666"/>
                </a:lnTo>
                <a:lnTo>
                  <a:pt x="16205" y="247738"/>
                </a:lnTo>
                <a:lnTo>
                  <a:pt x="648906" y="247738"/>
                </a:lnTo>
                <a:lnTo>
                  <a:pt x="655738" y="217666"/>
                </a:lnTo>
                <a:lnTo>
                  <a:pt x="660827" y="186988"/>
                </a:lnTo>
                <a:lnTo>
                  <a:pt x="664003" y="155720"/>
                </a:lnTo>
                <a:lnTo>
                  <a:pt x="665099" y="123875"/>
                </a:lnTo>
                <a:lnTo>
                  <a:pt x="664003" y="92029"/>
                </a:lnTo>
                <a:lnTo>
                  <a:pt x="660827" y="60756"/>
                </a:lnTo>
                <a:lnTo>
                  <a:pt x="655738" y="30074"/>
                </a:lnTo>
                <a:lnTo>
                  <a:pt x="648906" y="0"/>
                </a:lnTo>
                <a:close/>
              </a:path>
            </a:pathLst>
          </a:custGeom>
          <a:solidFill>
            <a:srgbClr val="EF41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700181" y="6036838"/>
            <a:ext cx="497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20" dirty="0">
                <a:solidFill>
                  <a:srgbClr val="FFFFFF"/>
                </a:solidFill>
                <a:latin typeface="Times New Roman"/>
                <a:cs typeface="Times New Roman"/>
              </a:rPr>
              <a:t>DİKK</a:t>
            </a:r>
            <a:r>
              <a:rPr sz="1200" b="1" i="1" spc="-1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200" b="1" i="1" spc="-13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3787477" y="9374982"/>
            <a:ext cx="16510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30" dirty="0">
                <a:solidFill>
                  <a:srgbClr val="FFFFFF"/>
                </a:solidFill>
                <a:latin typeface="Arial"/>
                <a:cs typeface="Arial"/>
              </a:rPr>
              <a:t>7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494" y="1203677"/>
            <a:ext cx="61468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10" dirty="0">
                <a:solidFill>
                  <a:srgbClr val="EF5BA1"/>
                </a:solidFill>
                <a:latin typeface="Verdana"/>
                <a:cs typeface="Verdana"/>
              </a:rPr>
              <a:t>1.</a:t>
            </a:r>
            <a:r>
              <a:rPr sz="1100" b="1" i="1" spc="110" dirty="0">
                <a:solidFill>
                  <a:srgbClr val="EF5BA1"/>
                </a:solidFill>
                <a:latin typeface="Verdana"/>
                <a:cs typeface="Verdana"/>
              </a:rPr>
              <a:t> 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Pergel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cetvel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kullanarak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tiçgeninin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köşesine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0" dirty="0">
                <a:solidFill>
                  <a:srgbClr val="231F20"/>
                </a:solidFill>
                <a:latin typeface="Arial"/>
                <a:cs typeface="Arial"/>
              </a:rPr>
              <a:t>ait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iç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açıortayını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5018" y="1594456"/>
            <a:ext cx="2279015" cy="46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190" dirty="0">
                <a:solidFill>
                  <a:srgbClr val="EC008C"/>
                </a:solidFill>
                <a:latin typeface="Verdana"/>
                <a:cs typeface="Verdana"/>
              </a:rPr>
              <a:t>1.</a:t>
            </a:r>
            <a:r>
              <a:rPr sz="1000" b="1" i="1" spc="-4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Herhangi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13988" y="2291852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5036" y="3468506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78560" y="3468506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15657" y="2446115"/>
            <a:ext cx="2156460" cy="1022985"/>
            <a:chOff x="915657" y="2446115"/>
            <a:chExt cx="2156460" cy="1022985"/>
          </a:xfrm>
        </p:grpSpPr>
        <p:sp>
          <p:nvSpPr>
            <p:cNvPr id="17" name="object 17"/>
            <p:cNvSpPr/>
            <p:nvPr/>
          </p:nvSpPr>
          <p:spPr>
            <a:xfrm>
              <a:off x="918832" y="2449290"/>
              <a:ext cx="2150110" cy="1016635"/>
            </a:xfrm>
            <a:custGeom>
              <a:avLst/>
              <a:gdLst/>
              <a:ahLst/>
              <a:cxnLst/>
              <a:rect l="l" t="t" r="r" b="b"/>
              <a:pathLst>
                <a:path w="2150110" h="1016635">
                  <a:moveTo>
                    <a:pt x="1254848" y="0"/>
                  </a:moveTo>
                  <a:lnTo>
                    <a:pt x="0" y="1016368"/>
                  </a:lnTo>
                  <a:lnTo>
                    <a:pt x="2149690" y="1016368"/>
                  </a:lnTo>
                  <a:lnTo>
                    <a:pt x="1254848" y="0"/>
                  </a:lnTo>
                  <a:close/>
                </a:path>
              </a:pathLst>
            </a:custGeom>
            <a:solidFill>
              <a:srgbClr val="EAD9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8832" y="2449290"/>
              <a:ext cx="2150110" cy="1016635"/>
            </a:xfrm>
            <a:custGeom>
              <a:avLst/>
              <a:gdLst/>
              <a:ahLst/>
              <a:cxnLst/>
              <a:rect l="l" t="t" r="r" b="b"/>
              <a:pathLst>
                <a:path w="2150110" h="1016635">
                  <a:moveTo>
                    <a:pt x="1254848" y="0"/>
                  </a:moveTo>
                  <a:lnTo>
                    <a:pt x="0" y="1016368"/>
                  </a:lnTo>
                  <a:lnTo>
                    <a:pt x="2149690" y="1016368"/>
                  </a:lnTo>
                  <a:lnTo>
                    <a:pt x="1254848" y="0"/>
                  </a:lnTo>
                  <a:close/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4115186" y="22506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234094" y="22506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014682" y="1594452"/>
            <a:ext cx="2915920" cy="1113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2.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1065"/>
              </a:spcBef>
            </a:pP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sz="1000" i="1" spc="3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merkezli </a:t>
            </a:r>
            <a:r>
              <a:rPr sz="1000" i="1" spc="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 </a:t>
            </a:r>
            <a:r>
              <a:rPr sz="1000" i="1" spc="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yarıçapı 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AB </a:t>
            </a:r>
            <a:r>
              <a:rPr sz="1000" i="1" spc="2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kenarından</a:t>
            </a:r>
            <a:endParaRPr sz="1000">
              <a:latin typeface="Arial"/>
              <a:cs typeface="Arial"/>
            </a:endParaRPr>
          </a:p>
          <a:p>
            <a:pPr marL="12700" marR="5080" indent="116205" algn="just">
              <a:lnSpc>
                <a:spcPct val="141700"/>
              </a:lnSpc>
            </a:pPr>
            <a:r>
              <a:rPr sz="1000" i="1" u="dash" spc="22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 </a:t>
            </a:r>
            <a:r>
              <a:rPr sz="1000" i="1" u="dash" spc="-1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9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daha </a:t>
            </a:r>
            <a:r>
              <a:rPr sz="1000" i="1" u="dash" spc="7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ktiçtik</a:t>
            </a:r>
            <a:r>
              <a:rPr sz="1000" i="1" spc="7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olacak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şekilde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yay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 Yayın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AB 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AC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kenarlarını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kesti- 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ği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noktaları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adlandıralım.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83300" y="2939553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14672" y="4109407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62337" y="4109407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066739" y="3087726"/>
            <a:ext cx="2163445" cy="1022350"/>
            <a:chOff x="4066739" y="3087726"/>
            <a:chExt cx="2163445" cy="1022350"/>
          </a:xfrm>
        </p:grpSpPr>
        <p:sp>
          <p:nvSpPr>
            <p:cNvPr id="26" name="object 26"/>
            <p:cNvSpPr/>
            <p:nvPr/>
          </p:nvSpPr>
          <p:spPr>
            <a:xfrm>
              <a:off x="4069914" y="3090901"/>
              <a:ext cx="2157095" cy="1016000"/>
            </a:xfrm>
            <a:custGeom>
              <a:avLst/>
              <a:gdLst/>
              <a:ahLst/>
              <a:cxnLst/>
              <a:rect l="l" t="t" r="r" b="b"/>
              <a:pathLst>
                <a:path w="2157095" h="1016000">
                  <a:moveTo>
                    <a:pt x="1258887" y="0"/>
                  </a:moveTo>
                  <a:lnTo>
                    <a:pt x="0" y="1015758"/>
                  </a:lnTo>
                  <a:lnTo>
                    <a:pt x="2156612" y="1015758"/>
                  </a:lnTo>
                  <a:lnTo>
                    <a:pt x="1258887" y="0"/>
                  </a:lnTo>
                  <a:close/>
                </a:path>
              </a:pathLst>
            </a:custGeom>
            <a:solidFill>
              <a:srgbClr val="EAD9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9914" y="3090901"/>
              <a:ext cx="2157095" cy="1016000"/>
            </a:xfrm>
            <a:custGeom>
              <a:avLst/>
              <a:gdLst/>
              <a:ahLst/>
              <a:cxnLst/>
              <a:rect l="l" t="t" r="r" b="b"/>
              <a:pathLst>
                <a:path w="2157095" h="1016000">
                  <a:moveTo>
                    <a:pt x="1258887" y="0"/>
                  </a:moveTo>
                  <a:lnTo>
                    <a:pt x="0" y="1015758"/>
                  </a:lnTo>
                  <a:lnTo>
                    <a:pt x="2156612" y="1015758"/>
                  </a:lnTo>
                  <a:lnTo>
                    <a:pt x="1258887" y="0"/>
                  </a:lnTo>
                  <a:close/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0003" y="3160422"/>
              <a:ext cx="1500505" cy="680085"/>
            </a:xfrm>
            <a:custGeom>
              <a:avLst/>
              <a:gdLst/>
              <a:ahLst/>
              <a:cxnLst/>
              <a:rect l="l" t="t" r="r" b="b"/>
              <a:pathLst>
                <a:path w="1500504" h="680085">
                  <a:moveTo>
                    <a:pt x="0" y="0"/>
                  </a:moveTo>
                  <a:lnTo>
                    <a:pt x="6114" y="47243"/>
                  </a:lnTo>
                  <a:lnTo>
                    <a:pt x="15098" y="93525"/>
                  </a:lnTo>
                  <a:lnTo>
                    <a:pt x="26860" y="138752"/>
                  </a:lnTo>
                  <a:lnTo>
                    <a:pt x="41304" y="182831"/>
                  </a:lnTo>
                  <a:lnTo>
                    <a:pt x="58340" y="225669"/>
                  </a:lnTo>
                  <a:lnTo>
                    <a:pt x="77872" y="267172"/>
                  </a:lnTo>
                  <a:lnTo>
                    <a:pt x="99808" y="307247"/>
                  </a:lnTo>
                  <a:lnTo>
                    <a:pt x="124055" y="345802"/>
                  </a:lnTo>
                  <a:lnTo>
                    <a:pt x="150519" y="382742"/>
                  </a:lnTo>
                  <a:lnTo>
                    <a:pt x="179108" y="417974"/>
                  </a:lnTo>
                  <a:lnTo>
                    <a:pt x="209727" y="451406"/>
                  </a:lnTo>
                  <a:lnTo>
                    <a:pt x="242284" y="482944"/>
                  </a:lnTo>
                  <a:lnTo>
                    <a:pt x="276685" y="512495"/>
                  </a:lnTo>
                  <a:lnTo>
                    <a:pt x="312838" y="539965"/>
                  </a:lnTo>
                  <a:lnTo>
                    <a:pt x="350648" y="565261"/>
                  </a:lnTo>
                  <a:lnTo>
                    <a:pt x="390023" y="588291"/>
                  </a:lnTo>
                  <a:lnTo>
                    <a:pt x="430870" y="608960"/>
                  </a:lnTo>
                  <a:lnTo>
                    <a:pt x="473094" y="627176"/>
                  </a:lnTo>
                  <a:lnTo>
                    <a:pt x="516604" y="642845"/>
                  </a:lnTo>
                  <a:lnTo>
                    <a:pt x="561305" y="655875"/>
                  </a:lnTo>
                  <a:lnTo>
                    <a:pt x="607105" y="666171"/>
                  </a:lnTo>
                  <a:lnTo>
                    <a:pt x="653910" y="673641"/>
                  </a:lnTo>
                  <a:lnTo>
                    <a:pt x="701627" y="678191"/>
                  </a:lnTo>
                  <a:lnTo>
                    <a:pt x="750163" y="679729"/>
                  </a:lnTo>
                  <a:lnTo>
                    <a:pt x="798697" y="678191"/>
                  </a:lnTo>
                  <a:lnTo>
                    <a:pt x="846413" y="673641"/>
                  </a:lnTo>
                  <a:lnTo>
                    <a:pt x="893217" y="666172"/>
                  </a:lnTo>
                  <a:lnTo>
                    <a:pt x="939016" y="655876"/>
                  </a:lnTo>
                  <a:lnTo>
                    <a:pt x="983716" y="642847"/>
                  </a:lnTo>
                  <a:lnTo>
                    <a:pt x="1027225" y="627178"/>
                  </a:lnTo>
                  <a:lnTo>
                    <a:pt x="1069449" y="608963"/>
                  </a:lnTo>
                  <a:lnTo>
                    <a:pt x="1110295" y="588295"/>
                  </a:lnTo>
                  <a:lnTo>
                    <a:pt x="1149669" y="565266"/>
                  </a:lnTo>
                  <a:lnTo>
                    <a:pt x="1187479" y="539970"/>
                  </a:lnTo>
                  <a:lnTo>
                    <a:pt x="1223632" y="512501"/>
                  </a:lnTo>
                  <a:lnTo>
                    <a:pt x="1258033" y="482952"/>
                  </a:lnTo>
                  <a:lnTo>
                    <a:pt x="1290590" y="451415"/>
                  </a:lnTo>
                  <a:lnTo>
                    <a:pt x="1321209" y="417985"/>
                  </a:lnTo>
                  <a:lnTo>
                    <a:pt x="1349798" y="382754"/>
                  </a:lnTo>
                  <a:lnTo>
                    <a:pt x="1376263" y="345815"/>
                  </a:lnTo>
                  <a:lnTo>
                    <a:pt x="1400510" y="307262"/>
                  </a:lnTo>
                  <a:lnTo>
                    <a:pt x="1422447" y="267188"/>
                  </a:lnTo>
                  <a:lnTo>
                    <a:pt x="1441980" y="225686"/>
                  </a:lnTo>
                  <a:lnTo>
                    <a:pt x="1459017" y="182850"/>
                  </a:lnTo>
                  <a:lnTo>
                    <a:pt x="1473463" y="138773"/>
                  </a:lnTo>
                  <a:lnTo>
                    <a:pt x="1485225" y="93547"/>
                  </a:lnTo>
                  <a:lnTo>
                    <a:pt x="1494211" y="47267"/>
                  </a:lnTo>
                  <a:lnTo>
                    <a:pt x="1500327" y="25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57900" y="3474249"/>
            <a:ext cx="1257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5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8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55675" y="3578745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688638" y="3006151"/>
            <a:ext cx="641350" cy="816610"/>
            <a:chOff x="4688638" y="3006151"/>
            <a:chExt cx="641350" cy="81661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88638" y="3006151"/>
              <a:ext cx="125107" cy="13153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782618" y="3111141"/>
              <a:ext cx="346710" cy="708660"/>
            </a:xfrm>
            <a:custGeom>
              <a:avLst/>
              <a:gdLst/>
              <a:ahLst/>
              <a:cxnLst/>
              <a:rect l="l" t="t" r="r" b="b"/>
              <a:pathLst>
                <a:path w="346710" h="708660">
                  <a:moveTo>
                    <a:pt x="35229" y="0"/>
                  </a:moveTo>
                  <a:lnTo>
                    <a:pt x="0" y="0"/>
                  </a:lnTo>
                  <a:lnTo>
                    <a:pt x="346303" y="708202"/>
                  </a:lnTo>
                  <a:lnTo>
                    <a:pt x="352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82618" y="3111141"/>
              <a:ext cx="346710" cy="708660"/>
            </a:xfrm>
            <a:custGeom>
              <a:avLst/>
              <a:gdLst/>
              <a:ahLst/>
              <a:cxnLst/>
              <a:rect l="l" t="t" r="r" b="b"/>
              <a:pathLst>
                <a:path w="346710" h="708660">
                  <a:moveTo>
                    <a:pt x="346303" y="708202"/>
                  </a:moveTo>
                  <a:lnTo>
                    <a:pt x="0" y="0"/>
                  </a:lnTo>
                  <a:lnTo>
                    <a:pt x="35229" y="0"/>
                  </a:lnTo>
                  <a:lnTo>
                    <a:pt x="346303" y="708202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70416" y="3091844"/>
              <a:ext cx="556895" cy="41275"/>
            </a:xfrm>
            <a:custGeom>
              <a:avLst/>
              <a:gdLst/>
              <a:ahLst/>
              <a:cxnLst/>
              <a:rect l="l" t="t" r="r" b="b"/>
              <a:pathLst>
                <a:path w="556895" h="41275">
                  <a:moveTo>
                    <a:pt x="556272" y="0"/>
                  </a:moveTo>
                  <a:lnTo>
                    <a:pt x="36537" y="8458"/>
                  </a:lnTo>
                  <a:lnTo>
                    <a:pt x="0" y="40868"/>
                  </a:lnTo>
                  <a:lnTo>
                    <a:pt x="556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70416" y="3091844"/>
              <a:ext cx="556895" cy="41275"/>
            </a:xfrm>
            <a:custGeom>
              <a:avLst/>
              <a:gdLst/>
              <a:ahLst/>
              <a:cxnLst/>
              <a:rect l="l" t="t" r="r" b="b"/>
              <a:pathLst>
                <a:path w="556895" h="41275">
                  <a:moveTo>
                    <a:pt x="556272" y="0"/>
                  </a:moveTo>
                  <a:lnTo>
                    <a:pt x="0" y="40868"/>
                  </a:lnTo>
                  <a:lnTo>
                    <a:pt x="36537" y="8458"/>
                  </a:lnTo>
                  <a:lnTo>
                    <a:pt x="556272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0742" y="3051434"/>
              <a:ext cx="135039" cy="120002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1495162" y="58416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273938" y="58416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755129" y="60575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67091" y="60575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19273" y="5185451"/>
            <a:ext cx="2915285" cy="1329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95" dirty="0">
                <a:solidFill>
                  <a:srgbClr val="EC008C"/>
                </a:solidFill>
                <a:latin typeface="Verdana"/>
                <a:cs typeface="Verdana"/>
              </a:rPr>
              <a:t>3.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 algn="just">
              <a:lnSpc>
                <a:spcPct val="141700"/>
              </a:lnSpc>
              <a:spcBef>
                <a:spcPts val="565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Pergeli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belli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mesafe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aralayarak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M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merkezli  </a:t>
            </a:r>
            <a:r>
              <a:rPr sz="1000" i="1" u="dash" spc="10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10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10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pembe  </a:t>
            </a:r>
            <a:r>
              <a:rPr sz="1000" i="1" spc="100" dirty="0">
                <a:solidFill>
                  <a:srgbClr val="EC008C"/>
                </a:solidFill>
                <a:latin typeface="Arial"/>
                <a:cs typeface="Arial"/>
              </a:rPr>
              <a:t>  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yayı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yine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açıklı-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ğını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bozmadan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N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merkezli</a:t>
            </a:r>
            <a:r>
              <a:rPr sz="1000" i="1" u="dash" spc="10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7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yeşil </a:t>
            </a:r>
            <a:r>
              <a:rPr sz="1000" i="1" spc="8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yayı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Yayların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birbirini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kestiği noktayı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K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adlandıralım.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83000" y="6786250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19445" y="7966144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983087" y="7956213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83377" y="6943814"/>
            <a:ext cx="2156460" cy="1022985"/>
            <a:chOff x="883377" y="6943814"/>
            <a:chExt cx="2156460" cy="1022985"/>
          </a:xfrm>
        </p:grpSpPr>
        <p:sp>
          <p:nvSpPr>
            <p:cNvPr id="47" name="object 47"/>
            <p:cNvSpPr/>
            <p:nvPr/>
          </p:nvSpPr>
          <p:spPr>
            <a:xfrm>
              <a:off x="886552" y="6946989"/>
              <a:ext cx="2150110" cy="1016635"/>
            </a:xfrm>
            <a:custGeom>
              <a:avLst/>
              <a:gdLst/>
              <a:ahLst/>
              <a:cxnLst/>
              <a:rect l="l" t="t" r="r" b="b"/>
              <a:pathLst>
                <a:path w="2150110" h="1016634">
                  <a:moveTo>
                    <a:pt x="1254848" y="0"/>
                  </a:moveTo>
                  <a:lnTo>
                    <a:pt x="0" y="1016368"/>
                  </a:lnTo>
                  <a:lnTo>
                    <a:pt x="2149690" y="1016368"/>
                  </a:lnTo>
                  <a:lnTo>
                    <a:pt x="1254848" y="0"/>
                  </a:lnTo>
                  <a:close/>
                </a:path>
              </a:pathLst>
            </a:custGeom>
            <a:solidFill>
              <a:srgbClr val="EAD9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86552" y="6946989"/>
              <a:ext cx="2150110" cy="1016635"/>
            </a:xfrm>
            <a:custGeom>
              <a:avLst/>
              <a:gdLst/>
              <a:ahLst/>
              <a:cxnLst/>
              <a:rect l="l" t="t" r="r" b="b"/>
              <a:pathLst>
                <a:path w="2150110" h="1016634">
                  <a:moveTo>
                    <a:pt x="1254848" y="0"/>
                  </a:moveTo>
                  <a:lnTo>
                    <a:pt x="0" y="1016368"/>
                  </a:lnTo>
                  <a:lnTo>
                    <a:pt x="2149690" y="1016368"/>
                  </a:lnTo>
                  <a:lnTo>
                    <a:pt x="1254848" y="0"/>
                  </a:lnTo>
                  <a:close/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346000" y="7323314"/>
            <a:ext cx="1257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5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954406" y="8359202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9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8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674433" y="7430400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079237" y="6762372"/>
            <a:ext cx="2038350" cy="1779905"/>
            <a:chOff x="1079237" y="6762372"/>
            <a:chExt cx="2038350" cy="1779905"/>
          </a:xfrm>
        </p:grpSpPr>
        <p:sp>
          <p:nvSpPr>
            <p:cNvPr id="53" name="object 53"/>
            <p:cNvSpPr/>
            <p:nvPr/>
          </p:nvSpPr>
          <p:spPr>
            <a:xfrm>
              <a:off x="1392453" y="7025432"/>
              <a:ext cx="1500505" cy="680085"/>
            </a:xfrm>
            <a:custGeom>
              <a:avLst/>
              <a:gdLst/>
              <a:ahLst/>
              <a:cxnLst/>
              <a:rect l="l" t="t" r="r" b="b"/>
              <a:pathLst>
                <a:path w="1500505" h="680084">
                  <a:moveTo>
                    <a:pt x="0" y="0"/>
                  </a:moveTo>
                  <a:lnTo>
                    <a:pt x="6114" y="47243"/>
                  </a:lnTo>
                  <a:lnTo>
                    <a:pt x="15098" y="93525"/>
                  </a:lnTo>
                  <a:lnTo>
                    <a:pt x="26860" y="138752"/>
                  </a:lnTo>
                  <a:lnTo>
                    <a:pt x="41304" y="182831"/>
                  </a:lnTo>
                  <a:lnTo>
                    <a:pt x="58340" y="225669"/>
                  </a:lnTo>
                  <a:lnTo>
                    <a:pt x="77872" y="267172"/>
                  </a:lnTo>
                  <a:lnTo>
                    <a:pt x="99808" y="307247"/>
                  </a:lnTo>
                  <a:lnTo>
                    <a:pt x="124055" y="345802"/>
                  </a:lnTo>
                  <a:lnTo>
                    <a:pt x="150519" y="382742"/>
                  </a:lnTo>
                  <a:lnTo>
                    <a:pt x="179108" y="417974"/>
                  </a:lnTo>
                  <a:lnTo>
                    <a:pt x="209727" y="451406"/>
                  </a:lnTo>
                  <a:lnTo>
                    <a:pt x="242284" y="482944"/>
                  </a:lnTo>
                  <a:lnTo>
                    <a:pt x="276685" y="512495"/>
                  </a:lnTo>
                  <a:lnTo>
                    <a:pt x="312838" y="539965"/>
                  </a:lnTo>
                  <a:lnTo>
                    <a:pt x="350648" y="565261"/>
                  </a:lnTo>
                  <a:lnTo>
                    <a:pt x="390023" y="588291"/>
                  </a:lnTo>
                  <a:lnTo>
                    <a:pt x="430870" y="608960"/>
                  </a:lnTo>
                  <a:lnTo>
                    <a:pt x="473094" y="627176"/>
                  </a:lnTo>
                  <a:lnTo>
                    <a:pt x="516604" y="642845"/>
                  </a:lnTo>
                  <a:lnTo>
                    <a:pt x="561305" y="655875"/>
                  </a:lnTo>
                  <a:lnTo>
                    <a:pt x="607105" y="666171"/>
                  </a:lnTo>
                  <a:lnTo>
                    <a:pt x="653910" y="673641"/>
                  </a:lnTo>
                  <a:lnTo>
                    <a:pt x="701627" y="678191"/>
                  </a:lnTo>
                  <a:lnTo>
                    <a:pt x="750163" y="679729"/>
                  </a:lnTo>
                  <a:lnTo>
                    <a:pt x="798697" y="678191"/>
                  </a:lnTo>
                  <a:lnTo>
                    <a:pt x="846413" y="673641"/>
                  </a:lnTo>
                  <a:lnTo>
                    <a:pt x="893217" y="666172"/>
                  </a:lnTo>
                  <a:lnTo>
                    <a:pt x="939016" y="655876"/>
                  </a:lnTo>
                  <a:lnTo>
                    <a:pt x="983716" y="642847"/>
                  </a:lnTo>
                  <a:lnTo>
                    <a:pt x="1027225" y="627178"/>
                  </a:lnTo>
                  <a:lnTo>
                    <a:pt x="1069449" y="608963"/>
                  </a:lnTo>
                  <a:lnTo>
                    <a:pt x="1110295" y="588295"/>
                  </a:lnTo>
                  <a:lnTo>
                    <a:pt x="1149669" y="565266"/>
                  </a:lnTo>
                  <a:lnTo>
                    <a:pt x="1187479" y="539970"/>
                  </a:lnTo>
                  <a:lnTo>
                    <a:pt x="1223632" y="512501"/>
                  </a:lnTo>
                  <a:lnTo>
                    <a:pt x="1258033" y="482952"/>
                  </a:lnTo>
                  <a:lnTo>
                    <a:pt x="1290590" y="451415"/>
                  </a:lnTo>
                  <a:lnTo>
                    <a:pt x="1321209" y="417985"/>
                  </a:lnTo>
                  <a:lnTo>
                    <a:pt x="1349798" y="382754"/>
                  </a:lnTo>
                  <a:lnTo>
                    <a:pt x="1376263" y="345815"/>
                  </a:lnTo>
                  <a:lnTo>
                    <a:pt x="1400510" y="307262"/>
                  </a:lnTo>
                  <a:lnTo>
                    <a:pt x="1422447" y="267188"/>
                  </a:lnTo>
                  <a:lnTo>
                    <a:pt x="1441980" y="225686"/>
                  </a:lnTo>
                  <a:lnTo>
                    <a:pt x="1459017" y="182850"/>
                  </a:lnTo>
                  <a:lnTo>
                    <a:pt x="1473463" y="138773"/>
                  </a:lnTo>
                  <a:lnTo>
                    <a:pt x="1485225" y="93547"/>
                  </a:lnTo>
                  <a:lnTo>
                    <a:pt x="1494211" y="47267"/>
                  </a:lnTo>
                  <a:lnTo>
                    <a:pt x="1500327" y="25"/>
                  </a:lnTo>
                </a:path>
              </a:pathLst>
            </a:custGeom>
            <a:ln w="4572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85587" y="6768722"/>
              <a:ext cx="1518285" cy="1677035"/>
            </a:xfrm>
            <a:custGeom>
              <a:avLst/>
              <a:gdLst/>
              <a:ahLst/>
              <a:cxnLst/>
              <a:rect l="l" t="t" r="r" b="b"/>
              <a:pathLst>
                <a:path w="1518285" h="1677034">
                  <a:moveTo>
                    <a:pt x="0" y="1574012"/>
                  </a:moveTo>
                  <a:lnTo>
                    <a:pt x="47154" y="1594828"/>
                  </a:lnTo>
                  <a:lnTo>
                    <a:pt x="95515" y="1613441"/>
                  </a:lnTo>
                  <a:lnTo>
                    <a:pt x="145015" y="1629786"/>
                  </a:lnTo>
                  <a:lnTo>
                    <a:pt x="195584" y="1643798"/>
                  </a:lnTo>
                  <a:lnTo>
                    <a:pt x="247156" y="1655409"/>
                  </a:lnTo>
                  <a:lnTo>
                    <a:pt x="299662" y="1664555"/>
                  </a:lnTo>
                  <a:lnTo>
                    <a:pt x="353034" y="1671169"/>
                  </a:lnTo>
                  <a:lnTo>
                    <a:pt x="407203" y="1675186"/>
                  </a:lnTo>
                  <a:lnTo>
                    <a:pt x="462102" y="1676539"/>
                  </a:lnTo>
                  <a:lnTo>
                    <a:pt x="510448" y="1675490"/>
                  </a:lnTo>
                  <a:lnTo>
                    <a:pt x="558235" y="1672372"/>
                  </a:lnTo>
                  <a:lnTo>
                    <a:pt x="605419" y="1667231"/>
                  </a:lnTo>
                  <a:lnTo>
                    <a:pt x="651951" y="1660111"/>
                  </a:lnTo>
                  <a:lnTo>
                    <a:pt x="697785" y="1651057"/>
                  </a:lnTo>
                  <a:lnTo>
                    <a:pt x="742875" y="1640115"/>
                  </a:lnTo>
                  <a:lnTo>
                    <a:pt x="787174" y="1627329"/>
                  </a:lnTo>
                  <a:lnTo>
                    <a:pt x="830635" y="1612745"/>
                  </a:lnTo>
                  <a:lnTo>
                    <a:pt x="873213" y="1596407"/>
                  </a:lnTo>
                  <a:lnTo>
                    <a:pt x="914859" y="1578361"/>
                  </a:lnTo>
                  <a:lnTo>
                    <a:pt x="955528" y="1558651"/>
                  </a:lnTo>
                  <a:lnTo>
                    <a:pt x="995173" y="1537322"/>
                  </a:lnTo>
                  <a:lnTo>
                    <a:pt x="1033747" y="1514420"/>
                  </a:lnTo>
                  <a:lnTo>
                    <a:pt x="1071204" y="1489989"/>
                  </a:lnTo>
                  <a:lnTo>
                    <a:pt x="1107498" y="1464075"/>
                  </a:lnTo>
                  <a:lnTo>
                    <a:pt x="1142580" y="1436722"/>
                  </a:lnTo>
                  <a:lnTo>
                    <a:pt x="1176406" y="1407975"/>
                  </a:lnTo>
                  <a:lnTo>
                    <a:pt x="1208928" y="1377880"/>
                  </a:lnTo>
                  <a:lnTo>
                    <a:pt x="1240100" y="1346481"/>
                  </a:lnTo>
                  <a:lnTo>
                    <a:pt x="1269875" y="1313823"/>
                  </a:lnTo>
                  <a:lnTo>
                    <a:pt x="1298207" y="1279952"/>
                  </a:lnTo>
                  <a:lnTo>
                    <a:pt x="1325048" y="1244912"/>
                  </a:lnTo>
                  <a:lnTo>
                    <a:pt x="1350353" y="1208748"/>
                  </a:lnTo>
                  <a:lnTo>
                    <a:pt x="1374075" y="1171506"/>
                  </a:lnTo>
                  <a:lnTo>
                    <a:pt x="1396166" y="1133230"/>
                  </a:lnTo>
                  <a:lnTo>
                    <a:pt x="1416581" y="1093966"/>
                  </a:lnTo>
                  <a:lnTo>
                    <a:pt x="1435273" y="1053758"/>
                  </a:lnTo>
                  <a:lnTo>
                    <a:pt x="1452196" y="1012651"/>
                  </a:lnTo>
                  <a:lnTo>
                    <a:pt x="1467302" y="970690"/>
                  </a:lnTo>
                  <a:lnTo>
                    <a:pt x="1480545" y="927921"/>
                  </a:lnTo>
                  <a:lnTo>
                    <a:pt x="1491878" y="884388"/>
                  </a:lnTo>
                  <a:lnTo>
                    <a:pt x="1501256" y="840137"/>
                  </a:lnTo>
                  <a:lnTo>
                    <a:pt x="1508630" y="795212"/>
                  </a:lnTo>
                  <a:lnTo>
                    <a:pt x="1513956" y="749658"/>
                  </a:lnTo>
                  <a:lnTo>
                    <a:pt x="1517185" y="703520"/>
                  </a:lnTo>
                  <a:lnTo>
                    <a:pt x="1518272" y="656844"/>
                  </a:lnTo>
                  <a:lnTo>
                    <a:pt x="1516854" y="603556"/>
                  </a:lnTo>
                  <a:lnTo>
                    <a:pt x="1512649" y="550981"/>
                  </a:lnTo>
                  <a:lnTo>
                    <a:pt x="1505724" y="499184"/>
                  </a:lnTo>
                  <a:lnTo>
                    <a:pt x="1496150" y="448232"/>
                  </a:lnTo>
                  <a:lnTo>
                    <a:pt x="1483997" y="398193"/>
                  </a:lnTo>
                  <a:lnTo>
                    <a:pt x="1469333" y="349135"/>
                  </a:lnTo>
                  <a:lnTo>
                    <a:pt x="1452229" y="301123"/>
                  </a:lnTo>
                  <a:lnTo>
                    <a:pt x="1432753" y="254225"/>
                  </a:lnTo>
                  <a:lnTo>
                    <a:pt x="1410976" y="208509"/>
                  </a:lnTo>
                  <a:lnTo>
                    <a:pt x="1386967" y="164042"/>
                  </a:lnTo>
                  <a:lnTo>
                    <a:pt x="1360795" y="120890"/>
                  </a:lnTo>
                  <a:lnTo>
                    <a:pt x="1332530" y="79121"/>
                  </a:lnTo>
                  <a:lnTo>
                    <a:pt x="1302242" y="38802"/>
                  </a:lnTo>
                  <a:lnTo>
                    <a:pt x="1270000" y="0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589523" y="6855408"/>
              <a:ext cx="1522095" cy="1680845"/>
            </a:xfrm>
            <a:custGeom>
              <a:avLst/>
              <a:gdLst/>
              <a:ahLst/>
              <a:cxnLst/>
              <a:rect l="l" t="t" r="r" b="b"/>
              <a:pathLst>
                <a:path w="1522095" h="1680845">
                  <a:moveTo>
                    <a:pt x="251713" y="0"/>
                  </a:moveTo>
                  <a:lnTo>
                    <a:pt x="221158" y="36289"/>
                  </a:lnTo>
                  <a:lnTo>
                    <a:pt x="192321" y="73929"/>
                  </a:lnTo>
                  <a:lnTo>
                    <a:pt x="165258" y="112863"/>
                  </a:lnTo>
                  <a:lnTo>
                    <a:pt x="140028" y="153036"/>
                  </a:lnTo>
                  <a:lnTo>
                    <a:pt x="116689" y="194392"/>
                  </a:lnTo>
                  <a:lnTo>
                    <a:pt x="95298" y="236876"/>
                  </a:lnTo>
                  <a:lnTo>
                    <a:pt x="75914" y="280431"/>
                  </a:lnTo>
                  <a:lnTo>
                    <a:pt x="58593" y="325002"/>
                  </a:lnTo>
                  <a:lnTo>
                    <a:pt x="43395" y="370533"/>
                  </a:lnTo>
                  <a:lnTo>
                    <a:pt x="30376" y="416968"/>
                  </a:lnTo>
                  <a:lnTo>
                    <a:pt x="19595" y="464251"/>
                  </a:lnTo>
                  <a:lnTo>
                    <a:pt x="11108" y="512328"/>
                  </a:lnTo>
                  <a:lnTo>
                    <a:pt x="4975" y="561141"/>
                  </a:lnTo>
                  <a:lnTo>
                    <a:pt x="1253" y="610635"/>
                  </a:lnTo>
                  <a:lnTo>
                    <a:pt x="0" y="660755"/>
                  </a:lnTo>
                  <a:lnTo>
                    <a:pt x="1086" y="707431"/>
                  </a:lnTo>
                  <a:lnTo>
                    <a:pt x="4316" y="753569"/>
                  </a:lnTo>
                  <a:lnTo>
                    <a:pt x="9641" y="799123"/>
                  </a:lnTo>
                  <a:lnTo>
                    <a:pt x="17016" y="844048"/>
                  </a:lnTo>
                  <a:lnTo>
                    <a:pt x="26393" y="888300"/>
                  </a:lnTo>
                  <a:lnTo>
                    <a:pt x="37727" y="931833"/>
                  </a:lnTo>
                  <a:lnTo>
                    <a:pt x="50970" y="974602"/>
                  </a:lnTo>
                  <a:lnTo>
                    <a:pt x="66076" y="1016563"/>
                  </a:lnTo>
                  <a:lnTo>
                    <a:pt x="82998" y="1057669"/>
                  </a:lnTo>
                  <a:lnTo>
                    <a:pt x="101690" y="1097878"/>
                  </a:lnTo>
                  <a:lnTo>
                    <a:pt x="122105" y="1137142"/>
                  </a:lnTo>
                  <a:lnTo>
                    <a:pt x="144197" y="1175418"/>
                  </a:lnTo>
                  <a:lnTo>
                    <a:pt x="167918" y="1212660"/>
                  </a:lnTo>
                  <a:lnTo>
                    <a:pt x="193223" y="1248824"/>
                  </a:lnTo>
                  <a:lnTo>
                    <a:pt x="220064" y="1283863"/>
                  </a:lnTo>
                  <a:lnTo>
                    <a:pt x="248396" y="1317735"/>
                  </a:lnTo>
                  <a:lnTo>
                    <a:pt x="278171" y="1350392"/>
                  </a:lnTo>
                  <a:lnTo>
                    <a:pt x="309343" y="1381791"/>
                  </a:lnTo>
                  <a:lnTo>
                    <a:pt x="341865" y="1411887"/>
                  </a:lnTo>
                  <a:lnTo>
                    <a:pt x="375691" y="1440633"/>
                  </a:lnTo>
                  <a:lnTo>
                    <a:pt x="410774" y="1467986"/>
                  </a:lnTo>
                  <a:lnTo>
                    <a:pt x="447067" y="1493901"/>
                  </a:lnTo>
                  <a:lnTo>
                    <a:pt x="484524" y="1518332"/>
                  </a:lnTo>
                  <a:lnTo>
                    <a:pt x="523098" y="1541234"/>
                  </a:lnTo>
                  <a:lnTo>
                    <a:pt x="562743" y="1562562"/>
                  </a:lnTo>
                  <a:lnTo>
                    <a:pt x="603412" y="1582273"/>
                  </a:lnTo>
                  <a:lnTo>
                    <a:pt x="645059" y="1600319"/>
                  </a:lnTo>
                  <a:lnTo>
                    <a:pt x="687636" y="1616657"/>
                  </a:lnTo>
                  <a:lnTo>
                    <a:pt x="731097" y="1631241"/>
                  </a:lnTo>
                  <a:lnTo>
                    <a:pt x="775396" y="1644027"/>
                  </a:lnTo>
                  <a:lnTo>
                    <a:pt x="820486" y="1654969"/>
                  </a:lnTo>
                  <a:lnTo>
                    <a:pt x="866321" y="1664022"/>
                  </a:lnTo>
                  <a:lnTo>
                    <a:pt x="912853" y="1671142"/>
                  </a:lnTo>
                  <a:lnTo>
                    <a:pt x="960036" y="1676284"/>
                  </a:lnTo>
                  <a:lnTo>
                    <a:pt x="1007824" y="1679402"/>
                  </a:lnTo>
                  <a:lnTo>
                    <a:pt x="1056170" y="1680451"/>
                  </a:lnTo>
                  <a:lnTo>
                    <a:pt x="1106014" y="1679335"/>
                  </a:lnTo>
                  <a:lnTo>
                    <a:pt x="1155263" y="1676022"/>
                  </a:lnTo>
                  <a:lnTo>
                    <a:pt x="1203867" y="1670560"/>
                  </a:lnTo>
                  <a:lnTo>
                    <a:pt x="1251774" y="1662999"/>
                  </a:lnTo>
                  <a:lnTo>
                    <a:pt x="1298933" y="1653387"/>
                  </a:lnTo>
                  <a:lnTo>
                    <a:pt x="1345293" y="1641774"/>
                  </a:lnTo>
                  <a:lnTo>
                    <a:pt x="1390802" y="1628210"/>
                  </a:lnTo>
                  <a:lnTo>
                    <a:pt x="1435409" y="1612743"/>
                  </a:lnTo>
                  <a:lnTo>
                    <a:pt x="1479063" y="1595423"/>
                  </a:lnTo>
                  <a:lnTo>
                    <a:pt x="1521714" y="1576298"/>
                  </a:lnTo>
                </a:path>
              </a:pathLst>
            </a:custGeom>
            <a:ln w="12700">
              <a:solidFill>
                <a:srgbClr val="50B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3070" y="7430180"/>
              <a:ext cx="125120" cy="13153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743464" y="7535177"/>
              <a:ext cx="201295" cy="892810"/>
            </a:xfrm>
            <a:custGeom>
              <a:avLst/>
              <a:gdLst/>
              <a:ahLst/>
              <a:cxnLst/>
              <a:rect l="l" t="t" r="r" b="b"/>
              <a:pathLst>
                <a:path w="201294" h="892809">
                  <a:moveTo>
                    <a:pt x="200736" y="0"/>
                  </a:moveTo>
                  <a:lnTo>
                    <a:pt x="165506" y="0"/>
                  </a:lnTo>
                  <a:lnTo>
                    <a:pt x="0" y="892695"/>
                  </a:lnTo>
                  <a:lnTo>
                    <a:pt x="200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743464" y="7535177"/>
              <a:ext cx="201295" cy="892810"/>
            </a:xfrm>
            <a:custGeom>
              <a:avLst/>
              <a:gdLst/>
              <a:ahLst/>
              <a:cxnLst/>
              <a:rect l="l" t="t" r="r" b="b"/>
              <a:pathLst>
                <a:path w="201294" h="892809">
                  <a:moveTo>
                    <a:pt x="0" y="892695"/>
                  </a:moveTo>
                  <a:lnTo>
                    <a:pt x="200736" y="0"/>
                  </a:lnTo>
                  <a:lnTo>
                    <a:pt x="165506" y="0"/>
                  </a:lnTo>
                  <a:lnTo>
                    <a:pt x="0" y="892695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555365" y="7421673"/>
              <a:ext cx="401320" cy="135255"/>
            </a:xfrm>
            <a:custGeom>
              <a:avLst/>
              <a:gdLst/>
              <a:ahLst/>
              <a:cxnLst/>
              <a:rect l="l" t="t" r="r" b="b"/>
              <a:pathLst>
                <a:path w="401319" h="135254">
                  <a:moveTo>
                    <a:pt x="0" y="0"/>
                  </a:moveTo>
                  <a:lnTo>
                    <a:pt x="401027" y="135077"/>
                  </a:lnTo>
                  <a:lnTo>
                    <a:pt x="364490" y="10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555365" y="7421673"/>
              <a:ext cx="401320" cy="135255"/>
            </a:xfrm>
            <a:custGeom>
              <a:avLst/>
              <a:gdLst/>
              <a:ahLst/>
              <a:cxnLst/>
              <a:rect l="l" t="t" r="r" b="b"/>
              <a:pathLst>
                <a:path w="401319" h="135254">
                  <a:moveTo>
                    <a:pt x="0" y="0"/>
                  </a:moveTo>
                  <a:lnTo>
                    <a:pt x="401027" y="135077"/>
                  </a:lnTo>
                  <a:lnTo>
                    <a:pt x="364490" y="102666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1036" y="7430180"/>
              <a:ext cx="258886" cy="1652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2098795" y="7535176"/>
              <a:ext cx="148590" cy="934719"/>
            </a:xfrm>
            <a:custGeom>
              <a:avLst/>
              <a:gdLst/>
              <a:ahLst/>
              <a:cxnLst/>
              <a:rect l="l" t="t" r="r" b="b"/>
              <a:pathLst>
                <a:path w="148589" h="934720">
                  <a:moveTo>
                    <a:pt x="35229" y="0"/>
                  </a:moveTo>
                  <a:lnTo>
                    <a:pt x="0" y="0"/>
                  </a:lnTo>
                  <a:lnTo>
                    <a:pt x="148069" y="934097"/>
                  </a:lnTo>
                  <a:lnTo>
                    <a:pt x="352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098795" y="7535176"/>
              <a:ext cx="148590" cy="934719"/>
            </a:xfrm>
            <a:custGeom>
              <a:avLst/>
              <a:gdLst/>
              <a:ahLst/>
              <a:cxnLst/>
              <a:rect l="l" t="t" r="r" b="b"/>
              <a:pathLst>
                <a:path w="148589" h="934720">
                  <a:moveTo>
                    <a:pt x="148069" y="934097"/>
                  </a:moveTo>
                  <a:lnTo>
                    <a:pt x="0" y="0"/>
                  </a:lnTo>
                  <a:lnTo>
                    <a:pt x="35229" y="0"/>
                  </a:lnTo>
                  <a:lnTo>
                    <a:pt x="148069" y="934097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086593" y="7515873"/>
              <a:ext cx="556895" cy="41275"/>
            </a:xfrm>
            <a:custGeom>
              <a:avLst/>
              <a:gdLst/>
              <a:ahLst/>
              <a:cxnLst/>
              <a:rect l="l" t="t" r="r" b="b"/>
              <a:pathLst>
                <a:path w="556894" h="41275">
                  <a:moveTo>
                    <a:pt x="556272" y="0"/>
                  </a:moveTo>
                  <a:lnTo>
                    <a:pt x="36537" y="8458"/>
                  </a:lnTo>
                  <a:lnTo>
                    <a:pt x="0" y="40868"/>
                  </a:lnTo>
                  <a:lnTo>
                    <a:pt x="556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086593" y="7515873"/>
              <a:ext cx="556895" cy="41275"/>
            </a:xfrm>
            <a:custGeom>
              <a:avLst/>
              <a:gdLst/>
              <a:ahLst/>
              <a:cxnLst/>
              <a:rect l="l" t="t" r="r" b="b"/>
              <a:pathLst>
                <a:path w="556894" h="41275">
                  <a:moveTo>
                    <a:pt x="556272" y="0"/>
                  </a:moveTo>
                  <a:lnTo>
                    <a:pt x="0" y="40868"/>
                  </a:lnTo>
                  <a:lnTo>
                    <a:pt x="36537" y="8458"/>
                  </a:lnTo>
                  <a:lnTo>
                    <a:pt x="556272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6918" y="7475462"/>
              <a:ext cx="135039" cy="120002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3989092" y="5185451"/>
            <a:ext cx="2915285" cy="68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4.</a:t>
            </a:r>
            <a:r>
              <a:rPr sz="1000" b="1" i="1" spc="10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41700"/>
              </a:lnSpc>
              <a:spcBef>
                <a:spcPts val="565"/>
              </a:spcBef>
            </a:pP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köşesi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noktasını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birleştirelim.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[AL],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tiçgeninin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köşesine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0" dirty="0">
                <a:solidFill>
                  <a:srgbClr val="231F20"/>
                </a:solidFill>
                <a:latin typeface="Arial"/>
                <a:cs typeface="Arial"/>
              </a:rPr>
              <a:t>ait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açıortayıdır.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553940" y="6158052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278402" y="7308259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435891" y="7318514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4345038" y="6296113"/>
            <a:ext cx="2156460" cy="1022985"/>
            <a:chOff x="4345038" y="6296113"/>
            <a:chExt cx="2156460" cy="1022985"/>
          </a:xfrm>
        </p:grpSpPr>
        <p:sp>
          <p:nvSpPr>
            <p:cNvPr id="72" name="object 72"/>
            <p:cNvSpPr/>
            <p:nvPr/>
          </p:nvSpPr>
          <p:spPr>
            <a:xfrm>
              <a:off x="4348213" y="6299288"/>
              <a:ext cx="2150110" cy="1016635"/>
            </a:xfrm>
            <a:custGeom>
              <a:avLst/>
              <a:gdLst/>
              <a:ahLst/>
              <a:cxnLst/>
              <a:rect l="l" t="t" r="r" b="b"/>
              <a:pathLst>
                <a:path w="2150110" h="1016634">
                  <a:moveTo>
                    <a:pt x="1254848" y="0"/>
                  </a:moveTo>
                  <a:lnTo>
                    <a:pt x="0" y="1016368"/>
                  </a:lnTo>
                  <a:lnTo>
                    <a:pt x="2149690" y="1016368"/>
                  </a:lnTo>
                  <a:lnTo>
                    <a:pt x="1254848" y="0"/>
                  </a:lnTo>
                  <a:close/>
                </a:path>
              </a:pathLst>
            </a:custGeom>
            <a:solidFill>
              <a:srgbClr val="EAD9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348213" y="6299288"/>
              <a:ext cx="2150110" cy="1016635"/>
            </a:xfrm>
            <a:custGeom>
              <a:avLst/>
              <a:gdLst/>
              <a:ahLst/>
              <a:cxnLst/>
              <a:rect l="l" t="t" r="r" b="b"/>
              <a:pathLst>
                <a:path w="2150110" h="1016634">
                  <a:moveTo>
                    <a:pt x="1254848" y="0"/>
                  </a:moveTo>
                  <a:lnTo>
                    <a:pt x="0" y="1016368"/>
                  </a:lnTo>
                  <a:lnTo>
                    <a:pt x="2149690" y="1016368"/>
                  </a:lnTo>
                  <a:lnTo>
                    <a:pt x="1254848" y="0"/>
                  </a:lnTo>
                  <a:close/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4826739" y="6687252"/>
            <a:ext cx="1257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5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8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420140" y="7707811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9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8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142541" y="6793366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540897" y="6114672"/>
            <a:ext cx="2038350" cy="1779905"/>
            <a:chOff x="4540897" y="6114672"/>
            <a:chExt cx="2038350" cy="1779905"/>
          </a:xfrm>
        </p:grpSpPr>
        <p:sp>
          <p:nvSpPr>
            <p:cNvPr id="78" name="object 78"/>
            <p:cNvSpPr/>
            <p:nvPr/>
          </p:nvSpPr>
          <p:spPr>
            <a:xfrm>
              <a:off x="4854113" y="6377733"/>
              <a:ext cx="1500505" cy="680085"/>
            </a:xfrm>
            <a:custGeom>
              <a:avLst/>
              <a:gdLst/>
              <a:ahLst/>
              <a:cxnLst/>
              <a:rect l="l" t="t" r="r" b="b"/>
              <a:pathLst>
                <a:path w="1500504" h="680084">
                  <a:moveTo>
                    <a:pt x="0" y="0"/>
                  </a:moveTo>
                  <a:lnTo>
                    <a:pt x="6114" y="47243"/>
                  </a:lnTo>
                  <a:lnTo>
                    <a:pt x="15098" y="93525"/>
                  </a:lnTo>
                  <a:lnTo>
                    <a:pt x="26860" y="138752"/>
                  </a:lnTo>
                  <a:lnTo>
                    <a:pt x="41304" y="182831"/>
                  </a:lnTo>
                  <a:lnTo>
                    <a:pt x="58340" y="225669"/>
                  </a:lnTo>
                  <a:lnTo>
                    <a:pt x="77872" y="267172"/>
                  </a:lnTo>
                  <a:lnTo>
                    <a:pt x="99808" y="307247"/>
                  </a:lnTo>
                  <a:lnTo>
                    <a:pt x="124055" y="345802"/>
                  </a:lnTo>
                  <a:lnTo>
                    <a:pt x="150519" y="382742"/>
                  </a:lnTo>
                  <a:lnTo>
                    <a:pt x="179108" y="417974"/>
                  </a:lnTo>
                  <a:lnTo>
                    <a:pt x="209727" y="451406"/>
                  </a:lnTo>
                  <a:lnTo>
                    <a:pt x="242284" y="482944"/>
                  </a:lnTo>
                  <a:lnTo>
                    <a:pt x="276685" y="512495"/>
                  </a:lnTo>
                  <a:lnTo>
                    <a:pt x="312838" y="539965"/>
                  </a:lnTo>
                  <a:lnTo>
                    <a:pt x="350648" y="565261"/>
                  </a:lnTo>
                  <a:lnTo>
                    <a:pt x="390023" y="588291"/>
                  </a:lnTo>
                  <a:lnTo>
                    <a:pt x="430870" y="608960"/>
                  </a:lnTo>
                  <a:lnTo>
                    <a:pt x="473094" y="627176"/>
                  </a:lnTo>
                  <a:lnTo>
                    <a:pt x="516604" y="642845"/>
                  </a:lnTo>
                  <a:lnTo>
                    <a:pt x="561305" y="655875"/>
                  </a:lnTo>
                  <a:lnTo>
                    <a:pt x="607105" y="666171"/>
                  </a:lnTo>
                  <a:lnTo>
                    <a:pt x="653910" y="673641"/>
                  </a:lnTo>
                  <a:lnTo>
                    <a:pt x="701627" y="678191"/>
                  </a:lnTo>
                  <a:lnTo>
                    <a:pt x="750163" y="679729"/>
                  </a:lnTo>
                  <a:lnTo>
                    <a:pt x="798697" y="678191"/>
                  </a:lnTo>
                  <a:lnTo>
                    <a:pt x="846413" y="673641"/>
                  </a:lnTo>
                  <a:lnTo>
                    <a:pt x="893217" y="666172"/>
                  </a:lnTo>
                  <a:lnTo>
                    <a:pt x="939016" y="655876"/>
                  </a:lnTo>
                  <a:lnTo>
                    <a:pt x="983716" y="642847"/>
                  </a:lnTo>
                  <a:lnTo>
                    <a:pt x="1027225" y="627178"/>
                  </a:lnTo>
                  <a:lnTo>
                    <a:pt x="1069449" y="608963"/>
                  </a:lnTo>
                  <a:lnTo>
                    <a:pt x="1110295" y="588295"/>
                  </a:lnTo>
                  <a:lnTo>
                    <a:pt x="1149669" y="565266"/>
                  </a:lnTo>
                  <a:lnTo>
                    <a:pt x="1187479" y="539970"/>
                  </a:lnTo>
                  <a:lnTo>
                    <a:pt x="1223632" y="512501"/>
                  </a:lnTo>
                  <a:lnTo>
                    <a:pt x="1258033" y="482952"/>
                  </a:lnTo>
                  <a:lnTo>
                    <a:pt x="1290590" y="451415"/>
                  </a:lnTo>
                  <a:lnTo>
                    <a:pt x="1321209" y="417985"/>
                  </a:lnTo>
                  <a:lnTo>
                    <a:pt x="1349798" y="382754"/>
                  </a:lnTo>
                  <a:lnTo>
                    <a:pt x="1376263" y="345815"/>
                  </a:lnTo>
                  <a:lnTo>
                    <a:pt x="1400510" y="307262"/>
                  </a:lnTo>
                  <a:lnTo>
                    <a:pt x="1422447" y="267188"/>
                  </a:lnTo>
                  <a:lnTo>
                    <a:pt x="1441980" y="225686"/>
                  </a:lnTo>
                  <a:lnTo>
                    <a:pt x="1459017" y="182850"/>
                  </a:lnTo>
                  <a:lnTo>
                    <a:pt x="1473463" y="138773"/>
                  </a:lnTo>
                  <a:lnTo>
                    <a:pt x="1485225" y="93547"/>
                  </a:lnTo>
                  <a:lnTo>
                    <a:pt x="1494211" y="47267"/>
                  </a:lnTo>
                  <a:lnTo>
                    <a:pt x="1500327" y="25"/>
                  </a:lnTo>
                </a:path>
              </a:pathLst>
            </a:custGeom>
            <a:ln w="4572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547247" y="6121022"/>
              <a:ext cx="1518285" cy="1677035"/>
            </a:xfrm>
            <a:custGeom>
              <a:avLst/>
              <a:gdLst/>
              <a:ahLst/>
              <a:cxnLst/>
              <a:rect l="l" t="t" r="r" b="b"/>
              <a:pathLst>
                <a:path w="1518285" h="1677034">
                  <a:moveTo>
                    <a:pt x="0" y="1574012"/>
                  </a:moveTo>
                  <a:lnTo>
                    <a:pt x="47154" y="1594828"/>
                  </a:lnTo>
                  <a:lnTo>
                    <a:pt x="95515" y="1613441"/>
                  </a:lnTo>
                  <a:lnTo>
                    <a:pt x="145015" y="1629786"/>
                  </a:lnTo>
                  <a:lnTo>
                    <a:pt x="195584" y="1643798"/>
                  </a:lnTo>
                  <a:lnTo>
                    <a:pt x="247156" y="1655409"/>
                  </a:lnTo>
                  <a:lnTo>
                    <a:pt x="299662" y="1664555"/>
                  </a:lnTo>
                  <a:lnTo>
                    <a:pt x="353034" y="1671169"/>
                  </a:lnTo>
                  <a:lnTo>
                    <a:pt x="407203" y="1675186"/>
                  </a:lnTo>
                  <a:lnTo>
                    <a:pt x="462102" y="1676539"/>
                  </a:lnTo>
                  <a:lnTo>
                    <a:pt x="510448" y="1675490"/>
                  </a:lnTo>
                  <a:lnTo>
                    <a:pt x="558235" y="1672372"/>
                  </a:lnTo>
                  <a:lnTo>
                    <a:pt x="605419" y="1667231"/>
                  </a:lnTo>
                  <a:lnTo>
                    <a:pt x="651951" y="1660111"/>
                  </a:lnTo>
                  <a:lnTo>
                    <a:pt x="697785" y="1651057"/>
                  </a:lnTo>
                  <a:lnTo>
                    <a:pt x="742875" y="1640115"/>
                  </a:lnTo>
                  <a:lnTo>
                    <a:pt x="787174" y="1627329"/>
                  </a:lnTo>
                  <a:lnTo>
                    <a:pt x="830635" y="1612745"/>
                  </a:lnTo>
                  <a:lnTo>
                    <a:pt x="873213" y="1596407"/>
                  </a:lnTo>
                  <a:lnTo>
                    <a:pt x="914859" y="1578361"/>
                  </a:lnTo>
                  <a:lnTo>
                    <a:pt x="955528" y="1558651"/>
                  </a:lnTo>
                  <a:lnTo>
                    <a:pt x="995173" y="1537322"/>
                  </a:lnTo>
                  <a:lnTo>
                    <a:pt x="1033747" y="1514420"/>
                  </a:lnTo>
                  <a:lnTo>
                    <a:pt x="1071204" y="1489989"/>
                  </a:lnTo>
                  <a:lnTo>
                    <a:pt x="1107498" y="1464075"/>
                  </a:lnTo>
                  <a:lnTo>
                    <a:pt x="1142580" y="1436722"/>
                  </a:lnTo>
                  <a:lnTo>
                    <a:pt x="1176406" y="1407975"/>
                  </a:lnTo>
                  <a:lnTo>
                    <a:pt x="1208928" y="1377880"/>
                  </a:lnTo>
                  <a:lnTo>
                    <a:pt x="1240100" y="1346481"/>
                  </a:lnTo>
                  <a:lnTo>
                    <a:pt x="1269875" y="1313823"/>
                  </a:lnTo>
                  <a:lnTo>
                    <a:pt x="1298207" y="1279952"/>
                  </a:lnTo>
                  <a:lnTo>
                    <a:pt x="1325048" y="1244912"/>
                  </a:lnTo>
                  <a:lnTo>
                    <a:pt x="1350353" y="1208748"/>
                  </a:lnTo>
                  <a:lnTo>
                    <a:pt x="1374075" y="1171506"/>
                  </a:lnTo>
                  <a:lnTo>
                    <a:pt x="1396166" y="1133230"/>
                  </a:lnTo>
                  <a:lnTo>
                    <a:pt x="1416581" y="1093966"/>
                  </a:lnTo>
                  <a:lnTo>
                    <a:pt x="1435273" y="1053758"/>
                  </a:lnTo>
                  <a:lnTo>
                    <a:pt x="1452196" y="1012651"/>
                  </a:lnTo>
                  <a:lnTo>
                    <a:pt x="1467302" y="970690"/>
                  </a:lnTo>
                  <a:lnTo>
                    <a:pt x="1480545" y="927921"/>
                  </a:lnTo>
                  <a:lnTo>
                    <a:pt x="1491878" y="884388"/>
                  </a:lnTo>
                  <a:lnTo>
                    <a:pt x="1501256" y="840137"/>
                  </a:lnTo>
                  <a:lnTo>
                    <a:pt x="1508630" y="795212"/>
                  </a:lnTo>
                  <a:lnTo>
                    <a:pt x="1513956" y="749658"/>
                  </a:lnTo>
                  <a:lnTo>
                    <a:pt x="1517185" y="703520"/>
                  </a:lnTo>
                  <a:lnTo>
                    <a:pt x="1518272" y="656844"/>
                  </a:lnTo>
                  <a:lnTo>
                    <a:pt x="1516854" y="603556"/>
                  </a:lnTo>
                  <a:lnTo>
                    <a:pt x="1512649" y="550981"/>
                  </a:lnTo>
                  <a:lnTo>
                    <a:pt x="1505724" y="499184"/>
                  </a:lnTo>
                  <a:lnTo>
                    <a:pt x="1496150" y="448232"/>
                  </a:lnTo>
                  <a:lnTo>
                    <a:pt x="1483997" y="398193"/>
                  </a:lnTo>
                  <a:lnTo>
                    <a:pt x="1469333" y="349135"/>
                  </a:lnTo>
                  <a:lnTo>
                    <a:pt x="1452229" y="301123"/>
                  </a:lnTo>
                  <a:lnTo>
                    <a:pt x="1432753" y="254225"/>
                  </a:lnTo>
                  <a:lnTo>
                    <a:pt x="1410976" y="208509"/>
                  </a:lnTo>
                  <a:lnTo>
                    <a:pt x="1386967" y="164042"/>
                  </a:lnTo>
                  <a:lnTo>
                    <a:pt x="1360795" y="120890"/>
                  </a:lnTo>
                  <a:lnTo>
                    <a:pt x="1332530" y="79121"/>
                  </a:lnTo>
                  <a:lnTo>
                    <a:pt x="1302242" y="38802"/>
                  </a:lnTo>
                  <a:lnTo>
                    <a:pt x="1270000" y="0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051183" y="6207721"/>
              <a:ext cx="1522095" cy="1680845"/>
            </a:xfrm>
            <a:custGeom>
              <a:avLst/>
              <a:gdLst/>
              <a:ahLst/>
              <a:cxnLst/>
              <a:rect l="l" t="t" r="r" b="b"/>
              <a:pathLst>
                <a:path w="1522095" h="1680845">
                  <a:moveTo>
                    <a:pt x="251713" y="0"/>
                  </a:moveTo>
                  <a:lnTo>
                    <a:pt x="221158" y="36289"/>
                  </a:lnTo>
                  <a:lnTo>
                    <a:pt x="192321" y="73929"/>
                  </a:lnTo>
                  <a:lnTo>
                    <a:pt x="165258" y="112863"/>
                  </a:lnTo>
                  <a:lnTo>
                    <a:pt x="140028" y="153036"/>
                  </a:lnTo>
                  <a:lnTo>
                    <a:pt x="116689" y="194392"/>
                  </a:lnTo>
                  <a:lnTo>
                    <a:pt x="95298" y="236876"/>
                  </a:lnTo>
                  <a:lnTo>
                    <a:pt x="75914" y="280431"/>
                  </a:lnTo>
                  <a:lnTo>
                    <a:pt x="58593" y="325002"/>
                  </a:lnTo>
                  <a:lnTo>
                    <a:pt x="43395" y="370533"/>
                  </a:lnTo>
                  <a:lnTo>
                    <a:pt x="30376" y="416968"/>
                  </a:lnTo>
                  <a:lnTo>
                    <a:pt x="19595" y="464251"/>
                  </a:lnTo>
                  <a:lnTo>
                    <a:pt x="11108" y="512328"/>
                  </a:lnTo>
                  <a:lnTo>
                    <a:pt x="4975" y="561141"/>
                  </a:lnTo>
                  <a:lnTo>
                    <a:pt x="1253" y="610635"/>
                  </a:lnTo>
                  <a:lnTo>
                    <a:pt x="0" y="660755"/>
                  </a:lnTo>
                  <a:lnTo>
                    <a:pt x="1086" y="707431"/>
                  </a:lnTo>
                  <a:lnTo>
                    <a:pt x="4316" y="753569"/>
                  </a:lnTo>
                  <a:lnTo>
                    <a:pt x="9641" y="799123"/>
                  </a:lnTo>
                  <a:lnTo>
                    <a:pt x="17016" y="844048"/>
                  </a:lnTo>
                  <a:lnTo>
                    <a:pt x="26393" y="888300"/>
                  </a:lnTo>
                  <a:lnTo>
                    <a:pt x="37727" y="931833"/>
                  </a:lnTo>
                  <a:lnTo>
                    <a:pt x="50970" y="974602"/>
                  </a:lnTo>
                  <a:lnTo>
                    <a:pt x="66076" y="1016563"/>
                  </a:lnTo>
                  <a:lnTo>
                    <a:pt x="82998" y="1057669"/>
                  </a:lnTo>
                  <a:lnTo>
                    <a:pt x="101690" y="1097878"/>
                  </a:lnTo>
                  <a:lnTo>
                    <a:pt x="122105" y="1137142"/>
                  </a:lnTo>
                  <a:lnTo>
                    <a:pt x="144197" y="1175418"/>
                  </a:lnTo>
                  <a:lnTo>
                    <a:pt x="167918" y="1212660"/>
                  </a:lnTo>
                  <a:lnTo>
                    <a:pt x="193223" y="1248824"/>
                  </a:lnTo>
                  <a:lnTo>
                    <a:pt x="220064" y="1283863"/>
                  </a:lnTo>
                  <a:lnTo>
                    <a:pt x="248396" y="1317735"/>
                  </a:lnTo>
                  <a:lnTo>
                    <a:pt x="278171" y="1350392"/>
                  </a:lnTo>
                  <a:lnTo>
                    <a:pt x="309343" y="1381791"/>
                  </a:lnTo>
                  <a:lnTo>
                    <a:pt x="341865" y="1411887"/>
                  </a:lnTo>
                  <a:lnTo>
                    <a:pt x="375691" y="1440633"/>
                  </a:lnTo>
                  <a:lnTo>
                    <a:pt x="410774" y="1467986"/>
                  </a:lnTo>
                  <a:lnTo>
                    <a:pt x="447067" y="1493901"/>
                  </a:lnTo>
                  <a:lnTo>
                    <a:pt x="484524" y="1518332"/>
                  </a:lnTo>
                  <a:lnTo>
                    <a:pt x="523098" y="1541234"/>
                  </a:lnTo>
                  <a:lnTo>
                    <a:pt x="562743" y="1562562"/>
                  </a:lnTo>
                  <a:lnTo>
                    <a:pt x="603412" y="1582273"/>
                  </a:lnTo>
                  <a:lnTo>
                    <a:pt x="645059" y="1600319"/>
                  </a:lnTo>
                  <a:lnTo>
                    <a:pt x="687636" y="1616657"/>
                  </a:lnTo>
                  <a:lnTo>
                    <a:pt x="731097" y="1631241"/>
                  </a:lnTo>
                  <a:lnTo>
                    <a:pt x="775396" y="1644027"/>
                  </a:lnTo>
                  <a:lnTo>
                    <a:pt x="820486" y="1654969"/>
                  </a:lnTo>
                  <a:lnTo>
                    <a:pt x="866321" y="1664022"/>
                  </a:lnTo>
                  <a:lnTo>
                    <a:pt x="912853" y="1671142"/>
                  </a:lnTo>
                  <a:lnTo>
                    <a:pt x="960036" y="1676284"/>
                  </a:lnTo>
                  <a:lnTo>
                    <a:pt x="1007824" y="1679402"/>
                  </a:lnTo>
                  <a:lnTo>
                    <a:pt x="1056170" y="1680451"/>
                  </a:lnTo>
                  <a:lnTo>
                    <a:pt x="1106014" y="1679335"/>
                  </a:lnTo>
                  <a:lnTo>
                    <a:pt x="1155263" y="1676022"/>
                  </a:lnTo>
                  <a:lnTo>
                    <a:pt x="1203867" y="1670560"/>
                  </a:lnTo>
                  <a:lnTo>
                    <a:pt x="1251774" y="1662999"/>
                  </a:lnTo>
                  <a:lnTo>
                    <a:pt x="1298933" y="1653387"/>
                  </a:lnTo>
                  <a:lnTo>
                    <a:pt x="1345293" y="1641774"/>
                  </a:lnTo>
                  <a:lnTo>
                    <a:pt x="1390802" y="1628210"/>
                  </a:lnTo>
                  <a:lnTo>
                    <a:pt x="1435409" y="1612743"/>
                  </a:lnTo>
                  <a:lnTo>
                    <a:pt x="1479063" y="1595423"/>
                  </a:lnTo>
                  <a:lnTo>
                    <a:pt x="1521714" y="1576298"/>
                  </a:lnTo>
                </a:path>
              </a:pathLst>
            </a:custGeom>
            <a:ln w="12700">
              <a:solidFill>
                <a:srgbClr val="50B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485023" y="6300702"/>
              <a:ext cx="115570" cy="1386205"/>
            </a:xfrm>
            <a:custGeom>
              <a:avLst/>
              <a:gdLst/>
              <a:ahLst/>
              <a:cxnLst/>
              <a:rect l="l" t="t" r="r" b="b"/>
              <a:pathLst>
                <a:path w="115570" h="1386204">
                  <a:moveTo>
                    <a:pt x="115201" y="0"/>
                  </a:moveTo>
                  <a:lnTo>
                    <a:pt x="0" y="1386001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" name="object 82"/>
          <p:cNvGrpSpPr/>
          <p:nvPr/>
        </p:nvGrpSpPr>
        <p:grpSpPr>
          <a:xfrm>
            <a:off x="541954" y="719994"/>
            <a:ext cx="6656705" cy="347980"/>
            <a:chOff x="541954" y="719994"/>
            <a:chExt cx="6656705" cy="347980"/>
          </a:xfrm>
        </p:grpSpPr>
        <p:sp>
          <p:nvSpPr>
            <p:cNvPr id="83" name="object 83"/>
            <p:cNvSpPr/>
            <p:nvPr/>
          </p:nvSpPr>
          <p:spPr>
            <a:xfrm>
              <a:off x="541954" y="883282"/>
              <a:ext cx="6656705" cy="0"/>
            </a:xfrm>
            <a:custGeom>
              <a:avLst/>
              <a:gdLst/>
              <a:ahLst/>
              <a:cxnLst/>
              <a:rect l="l" t="t" r="r" b="b"/>
              <a:pathLst>
                <a:path w="6656705">
                  <a:moveTo>
                    <a:pt x="665609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58CC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912299" y="719994"/>
              <a:ext cx="1915795" cy="347980"/>
            </a:xfrm>
            <a:custGeom>
              <a:avLst/>
              <a:gdLst/>
              <a:ahLst/>
              <a:cxnLst/>
              <a:rect l="l" t="t" r="r" b="b"/>
              <a:pathLst>
                <a:path w="1915795" h="347980">
                  <a:moveTo>
                    <a:pt x="18928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892871" y="347522"/>
                  </a:lnTo>
                  <a:lnTo>
                    <a:pt x="1902376" y="305340"/>
                  </a:lnTo>
                  <a:lnTo>
                    <a:pt x="1909456" y="262304"/>
                  </a:lnTo>
                  <a:lnTo>
                    <a:pt x="1913875" y="218437"/>
                  </a:lnTo>
                  <a:lnTo>
                    <a:pt x="1915401" y="173761"/>
                  </a:lnTo>
                  <a:lnTo>
                    <a:pt x="1913875" y="129091"/>
                  </a:lnTo>
                  <a:lnTo>
                    <a:pt x="1909456" y="85223"/>
                  </a:lnTo>
                  <a:lnTo>
                    <a:pt x="1902376" y="42184"/>
                  </a:lnTo>
                  <a:lnTo>
                    <a:pt x="189287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3074010" y="776369"/>
            <a:ext cx="16065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65" dirty="0">
                <a:solidFill>
                  <a:srgbClr val="FFFFFF"/>
                </a:solidFill>
                <a:latin typeface="Times New Roman"/>
                <a:cs typeface="Times New Roman"/>
              </a:rPr>
              <a:t>BİRLİKTE</a:t>
            </a:r>
            <a:r>
              <a:rPr sz="1400" b="1" i="1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i="1" spc="-70" dirty="0">
                <a:solidFill>
                  <a:srgbClr val="FFFFFF"/>
                </a:solidFill>
                <a:latin typeface="Times New Roman"/>
                <a:cs typeface="Times New Roman"/>
              </a:rPr>
              <a:t>ÇÖZELİM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745796" y="9374982"/>
            <a:ext cx="246379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15" dirty="0">
                <a:solidFill>
                  <a:srgbClr val="FFFFFF"/>
                </a:solidFill>
                <a:latin typeface="Arial"/>
                <a:cs typeface="Arial"/>
              </a:rPr>
              <a:t>8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2886" y="688246"/>
            <a:ext cx="1536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0" dirty="0">
                <a:solidFill>
                  <a:srgbClr val="EF5BA1"/>
                </a:solidFill>
                <a:latin typeface="Verdana"/>
                <a:cs typeface="Verdana"/>
              </a:rPr>
              <a:t>2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84832" y="761015"/>
            <a:ext cx="24130" cy="24130"/>
            <a:chOff x="2684832" y="761015"/>
            <a:chExt cx="24130" cy="24130"/>
          </a:xfrm>
        </p:grpSpPr>
        <p:sp>
          <p:nvSpPr>
            <p:cNvPr id="12" name="object 12"/>
            <p:cNvSpPr/>
            <p:nvPr/>
          </p:nvSpPr>
          <p:spPr>
            <a:xfrm>
              <a:off x="2688007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88007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863420" y="761015"/>
            <a:ext cx="24130" cy="24130"/>
            <a:chOff x="2863420" y="761015"/>
            <a:chExt cx="24130" cy="24130"/>
          </a:xfrm>
        </p:grpSpPr>
        <p:sp>
          <p:nvSpPr>
            <p:cNvPr id="15" name="object 15"/>
            <p:cNvSpPr/>
            <p:nvPr/>
          </p:nvSpPr>
          <p:spPr>
            <a:xfrm>
              <a:off x="2866595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66595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042009" y="761015"/>
            <a:ext cx="24130" cy="24130"/>
            <a:chOff x="3042009" y="761015"/>
            <a:chExt cx="24130" cy="24130"/>
          </a:xfrm>
        </p:grpSpPr>
        <p:sp>
          <p:nvSpPr>
            <p:cNvPr id="18" name="object 18"/>
            <p:cNvSpPr/>
            <p:nvPr/>
          </p:nvSpPr>
          <p:spPr>
            <a:xfrm>
              <a:off x="3045184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45184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3220596" y="761015"/>
            <a:ext cx="24130" cy="24130"/>
            <a:chOff x="3220596" y="761015"/>
            <a:chExt cx="24130" cy="24130"/>
          </a:xfrm>
        </p:grpSpPr>
        <p:sp>
          <p:nvSpPr>
            <p:cNvPr id="21" name="object 21"/>
            <p:cNvSpPr/>
            <p:nvPr/>
          </p:nvSpPr>
          <p:spPr>
            <a:xfrm>
              <a:off x="3223771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3771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399186" y="761015"/>
            <a:ext cx="24130" cy="24130"/>
            <a:chOff x="3399186" y="761015"/>
            <a:chExt cx="24130" cy="24130"/>
          </a:xfrm>
        </p:grpSpPr>
        <p:sp>
          <p:nvSpPr>
            <p:cNvPr id="24" name="object 24"/>
            <p:cNvSpPr/>
            <p:nvPr/>
          </p:nvSpPr>
          <p:spPr>
            <a:xfrm>
              <a:off x="3402361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02361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3577774" y="761015"/>
            <a:ext cx="24130" cy="24130"/>
            <a:chOff x="3577774" y="761015"/>
            <a:chExt cx="24130" cy="24130"/>
          </a:xfrm>
        </p:grpSpPr>
        <p:sp>
          <p:nvSpPr>
            <p:cNvPr id="27" name="object 27"/>
            <p:cNvSpPr/>
            <p:nvPr/>
          </p:nvSpPr>
          <p:spPr>
            <a:xfrm>
              <a:off x="3580949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80949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3756362" y="761015"/>
            <a:ext cx="24130" cy="24130"/>
            <a:chOff x="3756362" y="761015"/>
            <a:chExt cx="24130" cy="24130"/>
          </a:xfrm>
        </p:grpSpPr>
        <p:sp>
          <p:nvSpPr>
            <p:cNvPr id="30" name="object 30"/>
            <p:cNvSpPr/>
            <p:nvPr/>
          </p:nvSpPr>
          <p:spPr>
            <a:xfrm>
              <a:off x="3759537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59537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2684832" y="1475464"/>
            <a:ext cx="24130" cy="24130"/>
            <a:chOff x="2684832" y="1475464"/>
            <a:chExt cx="24130" cy="24130"/>
          </a:xfrm>
        </p:grpSpPr>
        <p:sp>
          <p:nvSpPr>
            <p:cNvPr id="33" name="object 33"/>
            <p:cNvSpPr/>
            <p:nvPr/>
          </p:nvSpPr>
          <p:spPr>
            <a:xfrm>
              <a:off x="2688007" y="14786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88007" y="14786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2863420" y="1475464"/>
            <a:ext cx="24130" cy="24130"/>
            <a:chOff x="2863420" y="1475464"/>
            <a:chExt cx="24130" cy="24130"/>
          </a:xfrm>
        </p:grpSpPr>
        <p:sp>
          <p:nvSpPr>
            <p:cNvPr id="36" name="object 36"/>
            <p:cNvSpPr/>
            <p:nvPr/>
          </p:nvSpPr>
          <p:spPr>
            <a:xfrm>
              <a:off x="2866595" y="14786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866595" y="14786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3042009" y="1475043"/>
            <a:ext cx="24130" cy="24130"/>
            <a:chOff x="3042009" y="1475043"/>
            <a:chExt cx="24130" cy="24130"/>
          </a:xfrm>
        </p:grpSpPr>
        <p:sp>
          <p:nvSpPr>
            <p:cNvPr id="39" name="object 39"/>
            <p:cNvSpPr/>
            <p:nvPr/>
          </p:nvSpPr>
          <p:spPr>
            <a:xfrm>
              <a:off x="3045184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45184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3220596" y="1475043"/>
            <a:ext cx="24130" cy="24130"/>
            <a:chOff x="3220596" y="1475043"/>
            <a:chExt cx="24130" cy="24130"/>
          </a:xfrm>
        </p:grpSpPr>
        <p:sp>
          <p:nvSpPr>
            <p:cNvPr id="42" name="object 42"/>
            <p:cNvSpPr/>
            <p:nvPr/>
          </p:nvSpPr>
          <p:spPr>
            <a:xfrm>
              <a:off x="3223771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23771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3399186" y="1475043"/>
            <a:ext cx="24130" cy="24130"/>
            <a:chOff x="3399186" y="1475043"/>
            <a:chExt cx="24130" cy="24130"/>
          </a:xfrm>
        </p:grpSpPr>
        <p:sp>
          <p:nvSpPr>
            <p:cNvPr id="45" name="object 45"/>
            <p:cNvSpPr/>
            <p:nvPr/>
          </p:nvSpPr>
          <p:spPr>
            <a:xfrm>
              <a:off x="3402361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02361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3577774" y="1475043"/>
            <a:ext cx="24130" cy="24130"/>
            <a:chOff x="3577774" y="1475043"/>
            <a:chExt cx="24130" cy="24130"/>
          </a:xfrm>
        </p:grpSpPr>
        <p:sp>
          <p:nvSpPr>
            <p:cNvPr id="48" name="object 48"/>
            <p:cNvSpPr/>
            <p:nvPr/>
          </p:nvSpPr>
          <p:spPr>
            <a:xfrm>
              <a:off x="3580949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80949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3756362" y="1475043"/>
            <a:ext cx="24130" cy="24130"/>
            <a:chOff x="3756362" y="1475043"/>
            <a:chExt cx="24130" cy="24130"/>
          </a:xfrm>
        </p:grpSpPr>
        <p:sp>
          <p:nvSpPr>
            <p:cNvPr id="51" name="object 51"/>
            <p:cNvSpPr/>
            <p:nvPr/>
          </p:nvSpPr>
          <p:spPr>
            <a:xfrm>
              <a:off x="3759537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59537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2684832" y="939622"/>
            <a:ext cx="24130" cy="24130"/>
            <a:chOff x="2684832" y="939622"/>
            <a:chExt cx="24130" cy="24130"/>
          </a:xfrm>
        </p:grpSpPr>
        <p:sp>
          <p:nvSpPr>
            <p:cNvPr id="54" name="object 54"/>
            <p:cNvSpPr/>
            <p:nvPr/>
          </p:nvSpPr>
          <p:spPr>
            <a:xfrm>
              <a:off x="2688007" y="94279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88007" y="94279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2863420" y="939622"/>
            <a:ext cx="738505" cy="381635"/>
            <a:chOff x="2863420" y="939622"/>
            <a:chExt cx="738505" cy="381635"/>
          </a:xfrm>
        </p:grpSpPr>
        <p:sp>
          <p:nvSpPr>
            <p:cNvPr id="57" name="object 57"/>
            <p:cNvSpPr/>
            <p:nvPr/>
          </p:nvSpPr>
          <p:spPr>
            <a:xfrm>
              <a:off x="2866595" y="94279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866595" y="94279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045184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045184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23771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223771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402361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402361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580949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580949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866595" y="1121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866595" y="1121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045184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045184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23771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223771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402361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402361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580949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580949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866595" y="13000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866595" y="13000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045184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045184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223771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223771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402361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402361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580949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580949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874398" y="950885"/>
              <a:ext cx="715010" cy="360045"/>
            </a:xfrm>
            <a:custGeom>
              <a:avLst/>
              <a:gdLst/>
              <a:ahLst/>
              <a:cxnLst/>
              <a:rect l="l" t="t" r="r" b="b"/>
              <a:pathLst>
                <a:path w="715010" h="360044">
                  <a:moveTo>
                    <a:pt x="0" y="360006"/>
                  </a:moveTo>
                  <a:lnTo>
                    <a:pt x="714603" y="360006"/>
                  </a:lnTo>
                  <a:lnTo>
                    <a:pt x="356400" y="0"/>
                  </a:lnTo>
                  <a:lnTo>
                    <a:pt x="0" y="360006"/>
                  </a:lnTo>
                  <a:close/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3756362" y="939733"/>
            <a:ext cx="24130" cy="24130"/>
            <a:chOff x="3756362" y="939733"/>
            <a:chExt cx="24130" cy="24130"/>
          </a:xfrm>
        </p:grpSpPr>
        <p:sp>
          <p:nvSpPr>
            <p:cNvPr id="89" name="object 89"/>
            <p:cNvSpPr/>
            <p:nvPr/>
          </p:nvSpPr>
          <p:spPr>
            <a:xfrm>
              <a:off x="3759537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759537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" name="object 91"/>
          <p:cNvGrpSpPr/>
          <p:nvPr/>
        </p:nvGrpSpPr>
        <p:grpSpPr>
          <a:xfrm>
            <a:off x="2684832" y="1118240"/>
            <a:ext cx="24130" cy="24130"/>
            <a:chOff x="2684832" y="1118240"/>
            <a:chExt cx="24130" cy="24130"/>
          </a:xfrm>
        </p:grpSpPr>
        <p:sp>
          <p:nvSpPr>
            <p:cNvPr id="92" name="object 92"/>
            <p:cNvSpPr/>
            <p:nvPr/>
          </p:nvSpPr>
          <p:spPr>
            <a:xfrm>
              <a:off x="2688007" y="1121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688007" y="1121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3756362" y="1118450"/>
            <a:ext cx="24130" cy="24130"/>
            <a:chOff x="3756362" y="1118450"/>
            <a:chExt cx="24130" cy="24130"/>
          </a:xfrm>
        </p:grpSpPr>
        <p:sp>
          <p:nvSpPr>
            <p:cNvPr id="95" name="object 95"/>
            <p:cNvSpPr/>
            <p:nvPr/>
          </p:nvSpPr>
          <p:spPr>
            <a:xfrm>
              <a:off x="3759537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759537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" name="object 97"/>
          <p:cNvGrpSpPr/>
          <p:nvPr/>
        </p:nvGrpSpPr>
        <p:grpSpPr>
          <a:xfrm>
            <a:off x="2684832" y="1296859"/>
            <a:ext cx="24130" cy="24130"/>
            <a:chOff x="2684832" y="1296859"/>
            <a:chExt cx="24130" cy="24130"/>
          </a:xfrm>
        </p:grpSpPr>
        <p:sp>
          <p:nvSpPr>
            <p:cNvPr id="98" name="object 98"/>
            <p:cNvSpPr/>
            <p:nvPr/>
          </p:nvSpPr>
          <p:spPr>
            <a:xfrm>
              <a:off x="2688007" y="13000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688007" y="13000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" name="object 100"/>
          <p:cNvGrpSpPr/>
          <p:nvPr/>
        </p:nvGrpSpPr>
        <p:grpSpPr>
          <a:xfrm>
            <a:off x="3756362" y="1297181"/>
            <a:ext cx="24130" cy="24130"/>
            <a:chOff x="3756362" y="1297181"/>
            <a:chExt cx="24130" cy="24130"/>
          </a:xfrm>
        </p:grpSpPr>
        <p:sp>
          <p:nvSpPr>
            <p:cNvPr id="101" name="object 101"/>
            <p:cNvSpPr/>
            <p:nvPr/>
          </p:nvSpPr>
          <p:spPr>
            <a:xfrm>
              <a:off x="3759537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759537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3186983" y="806631"/>
            <a:ext cx="1092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4704832" y="761015"/>
            <a:ext cx="24130" cy="24130"/>
            <a:chOff x="4704832" y="761015"/>
            <a:chExt cx="24130" cy="24130"/>
          </a:xfrm>
        </p:grpSpPr>
        <p:sp>
          <p:nvSpPr>
            <p:cNvPr id="105" name="object 105"/>
            <p:cNvSpPr/>
            <p:nvPr/>
          </p:nvSpPr>
          <p:spPr>
            <a:xfrm>
              <a:off x="4708007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708007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7" name="object 107"/>
          <p:cNvGrpSpPr/>
          <p:nvPr/>
        </p:nvGrpSpPr>
        <p:grpSpPr>
          <a:xfrm>
            <a:off x="4883421" y="761015"/>
            <a:ext cx="24130" cy="24130"/>
            <a:chOff x="4883421" y="761015"/>
            <a:chExt cx="24130" cy="24130"/>
          </a:xfrm>
        </p:grpSpPr>
        <p:sp>
          <p:nvSpPr>
            <p:cNvPr id="108" name="object 108"/>
            <p:cNvSpPr/>
            <p:nvPr/>
          </p:nvSpPr>
          <p:spPr>
            <a:xfrm>
              <a:off x="4886596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886596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" name="object 110"/>
          <p:cNvGrpSpPr/>
          <p:nvPr/>
        </p:nvGrpSpPr>
        <p:grpSpPr>
          <a:xfrm>
            <a:off x="5062010" y="761015"/>
            <a:ext cx="24130" cy="24130"/>
            <a:chOff x="5062010" y="761015"/>
            <a:chExt cx="24130" cy="24130"/>
          </a:xfrm>
        </p:grpSpPr>
        <p:sp>
          <p:nvSpPr>
            <p:cNvPr id="111" name="object 111"/>
            <p:cNvSpPr/>
            <p:nvPr/>
          </p:nvSpPr>
          <p:spPr>
            <a:xfrm>
              <a:off x="5065185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065185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3" name="object 113"/>
          <p:cNvGrpSpPr/>
          <p:nvPr/>
        </p:nvGrpSpPr>
        <p:grpSpPr>
          <a:xfrm>
            <a:off x="5240597" y="761015"/>
            <a:ext cx="24130" cy="24130"/>
            <a:chOff x="5240597" y="761015"/>
            <a:chExt cx="24130" cy="24130"/>
          </a:xfrm>
        </p:grpSpPr>
        <p:sp>
          <p:nvSpPr>
            <p:cNvPr id="114" name="object 114"/>
            <p:cNvSpPr/>
            <p:nvPr/>
          </p:nvSpPr>
          <p:spPr>
            <a:xfrm>
              <a:off x="5243772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243772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" name="object 116"/>
          <p:cNvGrpSpPr/>
          <p:nvPr/>
        </p:nvGrpSpPr>
        <p:grpSpPr>
          <a:xfrm>
            <a:off x="5419186" y="761015"/>
            <a:ext cx="24130" cy="24130"/>
            <a:chOff x="5419186" y="761015"/>
            <a:chExt cx="24130" cy="24130"/>
          </a:xfrm>
        </p:grpSpPr>
        <p:sp>
          <p:nvSpPr>
            <p:cNvPr id="117" name="object 117"/>
            <p:cNvSpPr/>
            <p:nvPr/>
          </p:nvSpPr>
          <p:spPr>
            <a:xfrm>
              <a:off x="5422361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422361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9" name="object 119"/>
          <p:cNvGrpSpPr/>
          <p:nvPr/>
        </p:nvGrpSpPr>
        <p:grpSpPr>
          <a:xfrm>
            <a:off x="5597775" y="761015"/>
            <a:ext cx="24130" cy="24130"/>
            <a:chOff x="5597775" y="761015"/>
            <a:chExt cx="24130" cy="24130"/>
          </a:xfrm>
        </p:grpSpPr>
        <p:sp>
          <p:nvSpPr>
            <p:cNvPr id="120" name="object 120"/>
            <p:cNvSpPr/>
            <p:nvPr/>
          </p:nvSpPr>
          <p:spPr>
            <a:xfrm>
              <a:off x="5600950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600950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" name="object 122"/>
          <p:cNvGrpSpPr/>
          <p:nvPr/>
        </p:nvGrpSpPr>
        <p:grpSpPr>
          <a:xfrm>
            <a:off x="5776362" y="761015"/>
            <a:ext cx="24130" cy="24130"/>
            <a:chOff x="5776362" y="761015"/>
            <a:chExt cx="24130" cy="24130"/>
          </a:xfrm>
        </p:grpSpPr>
        <p:sp>
          <p:nvSpPr>
            <p:cNvPr id="123" name="object 123"/>
            <p:cNvSpPr/>
            <p:nvPr/>
          </p:nvSpPr>
          <p:spPr>
            <a:xfrm>
              <a:off x="5779537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779537" y="7641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5" name="object 125"/>
          <p:cNvGrpSpPr/>
          <p:nvPr/>
        </p:nvGrpSpPr>
        <p:grpSpPr>
          <a:xfrm>
            <a:off x="4704832" y="1475464"/>
            <a:ext cx="24130" cy="24130"/>
            <a:chOff x="4704832" y="1475464"/>
            <a:chExt cx="24130" cy="24130"/>
          </a:xfrm>
        </p:grpSpPr>
        <p:sp>
          <p:nvSpPr>
            <p:cNvPr id="126" name="object 126"/>
            <p:cNvSpPr/>
            <p:nvPr/>
          </p:nvSpPr>
          <p:spPr>
            <a:xfrm>
              <a:off x="4708007" y="14786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708007" y="14786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8" name="object 128"/>
          <p:cNvGrpSpPr/>
          <p:nvPr/>
        </p:nvGrpSpPr>
        <p:grpSpPr>
          <a:xfrm>
            <a:off x="4883421" y="1475464"/>
            <a:ext cx="24130" cy="24130"/>
            <a:chOff x="4883421" y="1475464"/>
            <a:chExt cx="24130" cy="24130"/>
          </a:xfrm>
        </p:grpSpPr>
        <p:sp>
          <p:nvSpPr>
            <p:cNvPr id="129" name="object 129"/>
            <p:cNvSpPr/>
            <p:nvPr/>
          </p:nvSpPr>
          <p:spPr>
            <a:xfrm>
              <a:off x="4886596" y="14786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886596" y="14786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1" name="object 131"/>
          <p:cNvGrpSpPr/>
          <p:nvPr/>
        </p:nvGrpSpPr>
        <p:grpSpPr>
          <a:xfrm>
            <a:off x="5062010" y="1475043"/>
            <a:ext cx="24130" cy="24130"/>
            <a:chOff x="5062010" y="1475043"/>
            <a:chExt cx="24130" cy="24130"/>
          </a:xfrm>
        </p:grpSpPr>
        <p:sp>
          <p:nvSpPr>
            <p:cNvPr id="132" name="object 132"/>
            <p:cNvSpPr/>
            <p:nvPr/>
          </p:nvSpPr>
          <p:spPr>
            <a:xfrm>
              <a:off x="5065185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065185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4" name="object 134"/>
          <p:cNvGrpSpPr/>
          <p:nvPr/>
        </p:nvGrpSpPr>
        <p:grpSpPr>
          <a:xfrm>
            <a:off x="5240597" y="1475043"/>
            <a:ext cx="24130" cy="24130"/>
            <a:chOff x="5240597" y="1475043"/>
            <a:chExt cx="24130" cy="24130"/>
          </a:xfrm>
        </p:grpSpPr>
        <p:sp>
          <p:nvSpPr>
            <p:cNvPr id="135" name="object 135"/>
            <p:cNvSpPr/>
            <p:nvPr/>
          </p:nvSpPr>
          <p:spPr>
            <a:xfrm>
              <a:off x="5243772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243772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7" name="object 137"/>
          <p:cNvGrpSpPr/>
          <p:nvPr/>
        </p:nvGrpSpPr>
        <p:grpSpPr>
          <a:xfrm>
            <a:off x="5419186" y="1475043"/>
            <a:ext cx="24130" cy="24130"/>
            <a:chOff x="5419186" y="1475043"/>
            <a:chExt cx="24130" cy="24130"/>
          </a:xfrm>
        </p:grpSpPr>
        <p:sp>
          <p:nvSpPr>
            <p:cNvPr id="138" name="object 138"/>
            <p:cNvSpPr/>
            <p:nvPr/>
          </p:nvSpPr>
          <p:spPr>
            <a:xfrm>
              <a:off x="5422361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422361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0" name="object 140"/>
          <p:cNvGrpSpPr/>
          <p:nvPr/>
        </p:nvGrpSpPr>
        <p:grpSpPr>
          <a:xfrm>
            <a:off x="5597775" y="1475043"/>
            <a:ext cx="24130" cy="24130"/>
            <a:chOff x="5597775" y="1475043"/>
            <a:chExt cx="24130" cy="24130"/>
          </a:xfrm>
        </p:grpSpPr>
        <p:sp>
          <p:nvSpPr>
            <p:cNvPr id="141" name="object 141"/>
            <p:cNvSpPr/>
            <p:nvPr/>
          </p:nvSpPr>
          <p:spPr>
            <a:xfrm>
              <a:off x="5600950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5600950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3" name="object 143"/>
          <p:cNvGrpSpPr/>
          <p:nvPr/>
        </p:nvGrpSpPr>
        <p:grpSpPr>
          <a:xfrm>
            <a:off x="5776362" y="1475043"/>
            <a:ext cx="24130" cy="24130"/>
            <a:chOff x="5776362" y="1475043"/>
            <a:chExt cx="24130" cy="24130"/>
          </a:xfrm>
        </p:grpSpPr>
        <p:sp>
          <p:nvSpPr>
            <p:cNvPr id="144" name="object 144"/>
            <p:cNvSpPr/>
            <p:nvPr/>
          </p:nvSpPr>
          <p:spPr>
            <a:xfrm>
              <a:off x="5779537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5779537" y="147821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6" name="object 146"/>
          <p:cNvGrpSpPr/>
          <p:nvPr/>
        </p:nvGrpSpPr>
        <p:grpSpPr>
          <a:xfrm>
            <a:off x="4704832" y="939622"/>
            <a:ext cx="24130" cy="24130"/>
            <a:chOff x="4704832" y="939622"/>
            <a:chExt cx="24130" cy="24130"/>
          </a:xfrm>
        </p:grpSpPr>
        <p:sp>
          <p:nvSpPr>
            <p:cNvPr id="147" name="object 147"/>
            <p:cNvSpPr/>
            <p:nvPr/>
          </p:nvSpPr>
          <p:spPr>
            <a:xfrm>
              <a:off x="4708007" y="94279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4708007" y="94279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9" name="object 149"/>
          <p:cNvGrpSpPr/>
          <p:nvPr/>
        </p:nvGrpSpPr>
        <p:grpSpPr>
          <a:xfrm>
            <a:off x="5776362" y="939733"/>
            <a:ext cx="24130" cy="24130"/>
            <a:chOff x="5776362" y="939733"/>
            <a:chExt cx="24130" cy="24130"/>
          </a:xfrm>
        </p:grpSpPr>
        <p:sp>
          <p:nvSpPr>
            <p:cNvPr id="150" name="object 150"/>
            <p:cNvSpPr/>
            <p:nvPr/>
          </p:nvSpPr>
          <p:spPr>
            <a:xfrm>
              <a:off x="5779537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5779537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2" name="object 152"/>
          <p:cNvGrpSpPr/>
          <p:nvPr/>
        </p:nvGrpSpPr>
        <p:grpSpPr>
          <a:xfrm>
            <a:off x="4704832" y="1118240"/>
            <a:ext cx="24130" cy="24130"/>
            <a:chOff x="4704832" y="1118240"/>
            <a:chExt cx="24130" cy="24130"/>
          </a:xfrm>
        </p:grpSpPr>
        <p:sp>
          <p:nvSpPr>
            <p:cNvPr id="153" name="object 153"/>
            <p:cNvSpPr/>
            <p:nvPr/>
          </p:nvSpPr>
          <p:spPr>
            <a:xfrm>
              <a:off x="4708007" y="1121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708007" y="1121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5" name="object 155"/>
          <p:cNvGrpSpPr/>
          <p:nvPr/>
        </p:nvGrpSpPr>
        <p:grpSpPr>
          <a:xfrm>
            <a:off x="5776362" y="1118450"/>
            <a:ext cx="24130" cy="24130"/>
            <a:chOff x="5776362" y="1118450"/>
            <a:chExt cx="24130" cy="24130"/>
          </a:xfrm>
        </p:grpSpPr>
        <p:sp>
          <p:nvSpPr>
            <p:cNvPr id="156" name="object 156"/>
            <p:cNvSpPr/>
            <p:nvPr/>
          </p:nvSpPr>
          <p:spPr>
            <a:xfrm>
              <a:off x="5779537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5779537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8" name="object 158"/>
          <p:cNvGrpSpPr/>
          <p:nvPr/>
        </p:nvGrpSpPr>
        <p:grpSpPr>
          <a:xfrm>
            <a:off x="4704832" y="1296859"/>
            <a:ext cx="24130" cy="24130"/>
            <a:chOff x="4704832" y="1296859"/>
            <a:chExt cx="24130" cy="24130"/>
          </a:xfrm>
        </p:grpSpPr>
        <p:sp>
          <p:nvSpPr>
            <p:cNvPr id="159" name="object 159"/>
            <p:cNvSpPr/>
            <p:nvPr/>
          </p:nvSpPr>
          <p:spPr>
            <a:xfrm>
              <a:off x="4708007" y="13000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708007" y="13000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1" name="object 161"/>
          <p:cNvGrpSpPr/>
          <p:nvPr/>
        </p:nvGrpSpPr>
        <p:grpSpPr>
          <a:xfrm>
            <a:off x="4883421" y="939622"/>
            <a:ext cx="738505" cy="381635"/>
            <a:chOff x="4883421" y="939622"/>
            <a:chExt cx="738505" cy="381635"/>
          </a:xfrm>
        </p:grpSpPr>
        <p:sp>
          <p:nvSpPr>
            <p:cNvPr id="162" name="object 162"/>
            <p:cNvSpPr/>
            <p:nvPr/>
          </p:nvSpPr>
          <p:spPr>
            <a:xfrm>
              <a:off x="4886596" y="94279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4886596" y="94279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5065185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5065185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5243772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5243772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5422361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5422361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5600950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5600950" y="9429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4886596" y="1121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4886596" y="112141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5065185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5065185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5243772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5243772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5422361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5422361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5600950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5600950" y="11216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4886596" y="13000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4886596" y="13000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5065185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5065185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5243772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5243772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5422361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5422361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5600950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5600950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2" name="object 192"/>
          <p:cNvGrpSpPr/>
          <p:nvPr/>
        </p:nvGrpSpPr>
        <p:grpSpPr>
          <a:xfrm>
            <a:off x="5776362" y="1297181"/>
            <a:ext cx="24130" cy="24130"/>
            <a:chOff x="5776362" y="1297181"/>
            <a:chExt cx="24130" cy="24130"/>
          </a:xfrm>
        </p:grpSpPr>
        <p:sp>
          <p:nvSpPr>
            <p:cNvPr id="193" name="object 193"/>
            <p:cNvSpPr/>
            <p:nvPr/>
          </p:nvSpPr>
          <p:spPr>
            <a:xfrm>
              <a:off x="5779537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5779537" y="130035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5" name="object 195"/>
          <p:cNvSpPr txBox="1"/>
          <p:nvPr/>
        </p:nvSpPr>
        <p:spPr>
          <a:xfrm>
            <a:off x="5547141" y="801231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4859499" y="801231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197" name="object 197"/>
          <p:cNvSpPr/>
          <p:nvPr/>
        </p:nvSpPr>
        <p:spPr>
          <a:xfrm>
            <a:off x="4892014" y="949091"/>
            <a:ext cx="720090" cy="360680"/>
          </a:xfrm>
          <a:custGeom>
            <a:avLst/>
            <a:gdLst/>
            <a:ahLst/>
            <a:cxnLst/>
            <a:rect l="l" t="t" r="r" b="b"/>
            <a:pathLst>
              <a:path w="720089" h="360680">
                <a:moveTo>
                  <a:pt x="0" y="0"/>
                </a:moveTo>
                <a:lnTo>
                  <a:pt x="720026" y="0"/>
                </a:lnTo>
                <a:lnTo>
                  <a:pt x="720026" y="36026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A323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 txBox="1"/>
          <p:nvPr/>
        </p:nvSpPr>
        <p:spPr>
          <a:xfrm>
            <a:off x="889295" y="1314209"/>
            <a:ext cx="6541770" cy="78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" algn="ctr">
              <a:lnSpc>
                <a:spcPct val="100000"/>
              </a:lnSpc>
              <a:spcBef>
                <a:spcPts val="100"/>
              </a:spcBef>
              <a:tabLst>
                <a:tab pos="900430" algn="l"/>
                <a:tab pos="2906395" algn="l"/>
              </a:tabLst>
            </a:pPr>
            <a:r>
              <a:rPr sz="850" i="1" spc="75" dirty="0">
                <a:solidFill>
                  <a:srgbClr val="231F20"/>
                </a:solidFill>
                <a:latin typeface="Arial"/>
                <a:cs typeface="Arial"/>
              </a:rPr>
              <a:t>M	</a:t>
            </a:r>
            <a:r>
              <a:rPr sz="850" i="1" spc="25" dirty="0">
                <a:solidFill>
                  <a:srgbClr val="231F20"/>
                </a:solidFill>
                <a:latin typeface="Arial"/>
                <a:cs typeface="Arial"/>
              </a:rPr>
              <a:t>R	</a:t>
            </a: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Arial"/>
              <a:cs typeface="Arial"/>
            </a:endParaRPr>
          </a:p>
          <a:p>
            <a:pPr marL="50800" marR="43180">
              <a:lnSpc>
                <a:spcPct val="141700"/>
              </a:lnSpc>
            </a:pPr>
            <a:r>
              <a:rPr sz="1000" b="1" i="1" spc="-75" dirty="0">
                <a:solidFill>
                  <a:srgbClr val="231F20"/>
                </a:solidFill>
                <a:latin typeface="Verdana"/>
                <a:cs typeface="Verdana"/>
              </a:rPr>
              <a:t>Nokttalı</a:t>
            </a:r>
            <a:r>
              <a:rPr sz="1000" b="1" i="1" spc="2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85" dirty="0">
                <a:solidFill>
                  <a:srgbClr val="231F20"/>
                </a:solidFill>
                <a:latin typeface="Verdana"/>
                <a:cs typeface="Verdana"/>
              </a:rPr>
              <a:t>kağıtttta</a:t>
            </a:r>
            <a:r>
              <a:rPr sz="1000" b="1" i="1" spc="2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verilen</a:t>
            </a:r>
            <a:r>
              <a:rPr sz="1000" b="1" i="1" spc="2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30" dirty="0">
                <a:solidFill>
                  <a:srgbClr val="231F20"/>
                </a:solidFill>
                <a:latin typeface="Verdana"/>
                <a:cs typeface="Verdana"/>
              </a:rPr>
              <a:t>MPR</a:t>
            </a:r>
            <a:r>
              <a:rPr sz="1000" b="1" i="1" spc="229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b="1" i="1" spc="2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1000" b="1" i="1" spc="2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üçgenlerinin</a:t>
            </a:r>
            <a:r>
              <a:rPr sz="1000" b="1" i="1" spc="2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sırasıyla</a:t>
            </a:r>
            <a:r>
              <a:rPr sz="1000" b="1" i="1" spc="3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427" baseline="30555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b="1" i="1" spc="-285" dirty="0">
                <a:solidFill>
                  <a:srgbClr val="231F20"/>
                </a:solidFill>
                <a:latin typeface="Verdana"/>
                <a:cs typeface="Verdana"/>
              </a:rPr>
              <a:t>P</a:t>
            </a:r>
            <a:r>
              <a:rPr sz="1000" b="1" i="1" spc="-1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b="1" i="1" spc="3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480" baseline="25000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b="1" i="1" spc="-320" dirty="0">
                <a:solidFill>
                  <a:srgbClr val="231F20"/>
                </a:solidFill>
                <a:latin typeface="Verdana"/>
                <a:cs typeface="Verdana"/>
              </a:rPr>
              <a:t>B</a:t>
            </a:r>
            <a:r>
              <a:rPr sz="1000" b="1" i="1" spc="-2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'sına</a:t>
            </a:r>
            <a:r>
              <a:rPr sz="1000" b="1" i="1" spc="2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90" dirty="0">
                <a:solidFill>
                  <a:srgbClr val="231F20"/>
                </a:solidFill>
                <a:latin typeface="Verdana"/>
                <a:cs typeface="Verdana"/>
              </a:rPr>
              <a:t>aitt</a:t>
            </a:r>
            <a:r>
              <a:rPr sz="1000" b="1" i="1" spc="2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" dirty="0">
                <a:solidFill>
                  <a:srgbClr val="231F20"/>
                </a:solidFill>
                <a:latin typeface="Verdana"/>
                <a:cs typeface="Verdana"/>
              </a:rPr>
              <a:t>açıorttayları- </a:t>
            </a:r>
            <a:r>
              <a:rPr sz="1000" b="1" i="1" spc="-3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nı</a:t>
            </a:r>
            <a:r>
              <a:rPr sz="1000" b="1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çiziniz.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99" name="object 199"/>
          <p:cNvGrpSpPr/>
          <p:nvPr/>
        </p:nvGrpSpPr>
        <p:grpSpPr>
          <a:xfrm>
            <a:off x="2004883" y="2290509"/>
            <a:ext cx="24130" cy="24130"/>
            <a:chOff x="2004883" y="2290509"/>
            <a:chExt cx="24130" cy="24130"/>
          </a:xfrm>
        </p:grpSpPr>
        <p:sp>
          <p:nvSpPr>
            <p:cNvPr id="200" name="object 200"/>
            <p:cNvSpPr/>
            <p:nvPr/>
          </p:nvSpPr>
          <p:spPr>
            <a:xfrm>
              <a:off x="2008058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2008058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2" name="object 202"/>
          <p:cNvGrpSpPr/>
          <p:nvPr/>
        </p:nvGrpSpPr>
        <p:grpSpPr>
          <a:xfrm>
            <a:off x="2183470" y="2290509"/>
            <a:ext cx="24130" cy="24130"/>
            <a:chOff x="2183470" y="2290509"/>
            <a:chExt cx="24130" cy="24130"/>
          </a:xfrm>
        </p:grpSpPr>
        <p:sp>
          <p:nvSpPr>
            <p:cNvPr id="203" name="object 203"/>
            <p:cNvSpPr/>
            <p:nvPr/>
          </p:nvSpPr>
          <p:spPr>
            <a:xfrm>
              <a:off x="2186645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2186645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5" name="object 205"/>
          <p:cNvGrpSpPr/>
          <p:nvPr/>
        </p:nvGrpSpPr>
        <p:grpSpPr>
          <a:xfrm>
            <a:off x="2362060" y="2290509"/>
            <a:ext cx="24130" cy="24130"/>
            <a:chOff x="2362060" y="2290509"/>
            <a:chExt cx="24130" cy="24130"/>
          </a:xfrm>
        </p:grpSpPr>
        <p:sp>
          <p:nvSpPr>
            <p:cNvPr id="206" name="object 206"/>
            <p:cNvSpPr/>
            <p:nvPr/>
          </p:nvSpPr>
          <p:spPr>
            <a:xfrm>
              <a:off x="2365235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365235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8" name="object 208"/>
          <p:cNvGrpSpPr/>
          <p:nvPr/>
        </p:nvGrpSpPr>
        <p:grpSpPr>
          <a:xfrm>
            <a:off x="2540647" y="2290509"/>
            <a:ext cx="24130" cy="24130"/>
            <a:chOff x="2540647" y="2290509"/>
            <a:chExt cx="24130" cy="24130"/>
          </a:xfrm>
        </p:grpSpPr>
        <p:sp>
          <p:nvSpPr>
            <p:cNvPr id="209" name="object 209"/>
            <p:cNvSpPr/>
            <p:nvPr/>
          </p:nvSpPr>
          <p:spPr>
            <a:xfrm>
              <a:off x="2543822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2543822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1" name="object 211"/>
          <p:cNvGrpSpPr/>
          <p:nvPr/>
        </p:nvGrpSpPr>
        <p:grpSpPr>
          <a:xfrm>
            <a:off x="2719236" y="2290509"/>
            <a:ext cx="24130" cy="24130"/>
            <a:chOff x="2719236" y="2290509"/>
            <a:chExt cx="24130" cy="24130"/>
          </a:xfrm>
        </p:grpSpPr>
        <p:sp>
          <p:nvSpPr>
            <p:cNvPr id="212" name="object 212"/>
            <p:cNvSpPr/>
            <p:nvPr/>
          </p:nvSpPr>
          <p:spPr>
            <a:xfrm>
              <a:off x="2722411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2722411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4" name="object 214"/>
          <p:cNvGrpSpPr/>
          <p:nvPr/>
        </p:nvGrpSpPr>
        <p:grpSpPr>
          <a:xfrm>
            <a:off x="2897825" y="2290509"/>
            <a:ext cx="24130" cy="24130"/>
            <a:chOff x="2897825" y="2290509"/>
            <a:chExt cx="24130" cy="24130"/>
          </a:xfrm>
        </p:grpSpPr>
        <p:sp>
          <p:nvSpPr>
            <p:cNvPr id="215" name="object 215"/>
            <p:cNvSpPr/>
            <p:nvPr/>
          </p:nvSpPr>
          <p:spPr>
            <a:xfrm>
              <a:off x="2901000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2901000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7" name="object 217"/>
          <p:cNvGrpSpPr/>
          <p:nvPr/>
        </p:nvGrpSpPr>
        <p:grpSpPr>
          <a:xfrm>
            <a:off x="3076413" y="2290509"/>
            <a:ext cx="24130" cy="24130"/>
            <a:chOff x="3076413" y="2290509"/>
            <a:chExt cx="24130" cy="24130"/>
          </a:xfrm>
        </p:grpSpPr>
        <p:sp>
          <p:nvSpPr>
            <p:cNvPr id="218" name="object 218"/>
            <p:cNvSpPr/>
            <p:nvPr/>
          </p:nvSpPr>
          <p:spPr>
            <a:xfrm>
              <a:off x="3079588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3079588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0" name="object 220"/>
          <p:cNvGrpSpPr/>
          <p:nvPr/>
        </p:nvGrpSpPr>
        <p:grpSpPr>
          <a:xfrm>
            <a:off x="3255000" y="2290509"/>
            <a:ext cx="24130" cy="24130"/>
            <a:chOff x="3255000" y="2290509"/>
            <a:chExt cx="24130" cy="24130"/>
          </a:xfrm>
        </p:grpSpPr>
        <p:sp>
          <p:nvSpPr>
            <p:cNvPr id="221" name="object 221"/>
            <p:cNvSpPr/>
            <p:nvPr/>
          </p:nvSpPr>
          <p:spPr>
            <a:xfrm>
              <a:off x="3258175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3258175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3" name="object 223"/>
          <p:cNvGrpSpPr/>
          <p:nvPr/>
        </p:nvGrpSpPr>
        <p:grpSpPr>
          <a:xfrm>
            <a:off x="3433591" y="2290509"/>
            <a:ext cx="24130" cy="24130"/>
            <a:chOff x="3433591" y="2290509"/>
            <a:chExt cx="24130" cy="24130"/>
          </a:xfrm>
        </p:grpSpPr>
        <p:sp>
          <p:nvSpPr>
            <p:cNvPr id="224" name="object 224"/>
            <p:cNvSpPr/>
            <p:nvPr/>
          </p:nvSpPr>
          <p:spPr>
            <a:xfrm>
              <a:off x="3436766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3436766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6" name="object 226"/>
          <p:cNvGrpSpPr/>
          <p:nvPr/>
        </p:nvGrpSpPr>
        <p:grpSpPr>
          <a:xfrm>
            <a:off x="2004883" y="3004959"/>
            <a:ext cx="24130" cy="24130"/>
            <a:chOff x="2004883" y="3004959"/>
            <a:chExt cx="24130" cy="24130"/>
          </a:xfrm>
        </p:grpSpPr>
        <p:sp>
          <p:nvSpPr>
            <p:cNvPr id="227" name="object 227"/>
            <p:cNvSpPr/>
            <p:nvPr/>
          </p:nvSpPr>
          <p:spPr>
            <a:xfrm>
              <a:off x="2008058" y="30081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2008058" y="30081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9" name="object 229"/>
          <p:cNvGrpSpPr/>
          <p:nvPr/>
        </p:nvGrpSpPr>
        <p:grpSpPr>
          <a:xfrm>
            <a:off x="2183470" y="3004959"/>
            <a:ext cx="24130" cy="24130"/>
            <a:chOff x="2183470" y="3004959"/>
            <a:chExt cx="24130" cy="24130"/>
          </a:xfrm>
        </p:grpSpPr>
        <p:sp>
          <p:nvSpPr>
            <p:cNvPr id="230" name="object 230"/>
            <p:cNvSpPr/>
            <p:nvPr/>
          </p:nvSpPr>
          <p:spPr>
            <a:xfrm>
              <a:off x="2186645" y="30081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2186645" y="30081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2" name="object 232"/>
          <p:cNvGrpSpPr/>
          <p:nvPr/>
        </p:nvGrpSpPr>
        <p:grpSpPr>
          <a:xfrm>
            <a:off x="2362060" y="3004550"/>
            <a:ext cx="24130" cy="24130"/>
            <a:chOff x="2362060" y="3004550"/>
            <a:chExt cx="24130" cy="24130"/>
          </a:xfrm>
        </p:grpSpPr>
        <p:sp>
          <p:nvSpPr>
            <p:cNvPr id="233" name="object 233"/>
            <p:cNvSpPr/>
            <p:nvPr/>
          </p:nvSpPr>
          <p:spPr>
            <a:xfrm>
              <a:off x="2365235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2365235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5" name="object 235"/>
          <p:cNvGrpSpPr/>
          <p:nvPr/>
        </p:nvGrpSpPr>
        <p:grpSpPr>
          <a:xfrm>
            <a:off x="2540647" y="3004550"/>
            <a:ext cx="24130" cy="24130"/>
            <a:chOff x="2540647" y="3004550"/>
            <a:chExt cx="24130" cy="24130"/>
          </a:xfrm>
        </p:grpSpPr>
        <p:sp>
          <p:nvSpPr>
            <p:cNvPr id="236" name="object 236"/>
            <p:cNvSpPr/>
            <p:nvPr/>
          </p:nvSpPr>
          <p:spPr>
            <a:xfrm>
              <a:off x="2543822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2543822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8" name="object 238"/>
          <p:cNvGrpSpPr/>
          <p:nvPr/>
        </p:nvGrpSpPr>
        <p:grpSpPr>
          <a:xfrm>
            <a:off x="2719236" y="3004550"/>
            <a:ext cx="24130" cy="24130"/>
            <a:chOff x="2719236" y="3004550"/>
            <a:chExt cx="24130" cy="24130"/>
          </a:xfrm>
        </p:grpSpPr>
        <p:sp>
          <p:nvSpPr>
            <p:cNvPr id="239" name="object 239"/>
            <p:cNvSpPr/>
            <p:nvPr/>
          </p:nvSpPr>
          <p:spPr>
            <a:xfrm>
              <a:off x="2722411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2722411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1" name="object 241"/>
          <p:cNvGrpSpPr/>
          <p:nvPr/>
        </p:nvGrpSpPr>
        <p:grpSpPr>
          <a:xfrm>
            <a:off x="2897825" y="3004550"/>
            <a:ext cx="24130" cy="24130"/>
            <a:chOff x="2897825" y="3004550"/>
            <a:chExt cx="24130" cy="24130"/>
          </a:xfrm>
        </p:grpSpPr>
        <p:sp>
          <p:nvSpPr>
            <p:cNvPr id="242" name="object 242"/>
            <p:cNvSpPr/>
            <p:nvPr/>
          </p:nvSpPr>
          <p:spPr>
            <a:xfrm>
              <a:off x="2901000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2901000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4" name="object 244"/>
          <p:cNvGrpSpPr/>
          <p:nvPr/>
        </p:nvGrpSpPr>
        <p:grpSpPr>
          <a:xfrm>
            <a:off x="3076413" y="3004550"/>
            <a:ext cx="24130" cy="24130"/>
            <a:chOff x="3076413" y="3004550"/>
            <a:chExt cx="24130" cy="24130"/>
          </a:xfrm>
        </p:grpSpPr>
        <p:sp>
          <p:nvSpPr>
            <p:cNvPr id="245" name="object 245"/>
            <p:cNvSpPr/>
            <p:nvPr/>
          </p:nvSpPr>
          <p:spPr>
            <a:xfrm>
              <a:off x="3079588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3079588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7" name="object 247"/>
          <p:cNvGrpSpPr/>
          <p:nvPr/>
        </p:nvGrpSpPr>
        <p:grpSpPr>
          <a:xfrm>
            <a:off x="3255000" y="3004550"/>
            <a:ext cx="24130" cy="24130"/>
            <a:chOff x="3255000" y="3004550"/>
            <a:chExt cx="24130" cy="24130"/>
          </a:xfrm>
        </p:grpSpPr>
        <p:sp>
          <p:nvSpPr>
            <p:cNvPr id="248" name="object 248"/>
            <p:cNvSpPr/>
            <p:nvPr/>
          </p:nvSpPr>
          <p:spPr>
            <a:xfrm>
              <a:off x="3258175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3258175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0" name="object 250"/>
          <p:cNvGrpSpPr/>
          <p:nvPr/>
        </p:nvGrpSpPr>
        <p:grpSpPr>
          <a:xfrm>
            <a:off x="3433591" y="3004550"/>
            <a:ext cx="24130" cy="24130"/>
            <a:chOff x="3433591" y="3004550"/>
            <a:chExt cx="24130" cy="24130"/>
          </a:xfrm>
        </p:grpSpPr>
        <p:sp>
          <p:nvSpPr>
            <p:cNvPr id="251" name="object 251"/>
            <p:cNvSpPr/>
            <p:nvPr/>
          </p:nvSpPr>
          <p:spPr>
            <a:xfrm>
              <a:off x="3436766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3436766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3" name="object 253"/>
          <p:cNvGrpSpPr/>
          <p:nvPr/>
        </p:nvGrpSpPr>
        <p:grpSpPr>
          <a:xfrm>
            <a:off x="2004883" y="2469116"/>
            <a:ext cx="24130" cy="24130"/>
            <a:chOff x="2004883" y="2469116"/>
            <a:chExt cx="24130" cy="24130"/>
          </a:xfrm>
        </p:grpSpPr>
        <p:sp>
          <p:nvSpPr>
            <p:cNvPr id="254" name="object 254"/>
            <p:cNvSpPr/>
            <p:nvPr/>
          </p:nvSpPr>
          <p:spPr>
            <a:xfrm>
              <a:off x="2008058" y="24722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2008058" y="24722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6" name="object 256"/>
          <p:cNvGrpSpPr/>
          <p:nvPr/>
        </p:nvGrpSpPr>
        <p:grpSpPr>
          <a:xfrm>
            <a:off x="2183470" y="2469116"/>
            <a:ext cx="24130" cy="24130"/>
            <a:chOff x="2183470" y="2469116"/>
            <a:chExt cx="24130" cy="24130"/>
          </a:xfrm>
        </p:grpSpPr>
        <p:sp>
          <p:nvSpPr>
            <p:cNvPr id="257" name="object 257"/>
            <p:cNvSpPr/>
            <p:nvPr/>
          </p:nvSpPr>
          <p:spPr>
            <a:xfrm>
              <a:off x="2186645" y="24722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2186645" y="24722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9" name="object 259"/>
          <p:cNvGrpSpPr/>
          <p:nvPr/>
        </p:nvGrpSpPr>
        <p:grpSpPr>
          <a:xfrm>
            <a:off x="2362060" y="2469227"/>
            <a:ext cx="24130" cy="24130"/>
            <a:chOff x="2362060" y="2469227"/>
            <a:chExt cx="24130" cy="24130"/>
          </a:xfrm>
        </p:grpSpPr>
        <p:sp>
          <p:nvSpPr>
            <p:cNvPr id="260" name="object 260"/>
            <p:cNvSpPr/>
            <p:nvPr/>
          </p:nvSpPr>
          <p:spPr>
            <a:xfrm>
              <a:off x="2365235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2365235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2" name="object 262"/>
          <p:cNvGrpSpPr/>
          <p:nvPr/>
        </p:nvGrpSpPr>
        <p:grpSpPr>
          <a:xfrm>
            <a:off x="2540647" y="2469227"/>
            <a:ext cx="24130" cy="24130"/>
            <a:chOff x="2540647" y="2469227"/>
            <a:chExt cx="24130" cy="24130"/>
          </a:xfrm>
        </p:grpSpPr>
        <p:sp>
          <p:nvSpPr>
            <p:cNvPr id="263" name="object 263"/>
            <p:cNvSpPr/>
            <p:nvPr/>
          </p:nvSpPr>
          <p:spPr>
            <a:xfrm>
              <a:off x="2543822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2543822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5" name="object 265"/>
          <p:cNvGrpSpPr/>
          <p:nvPr/>
        </p:nvGrpSpPr>
        <p:grpSpPr>
          <a:xfrm>
            <a:off x="2719236" y="2469227"/>
            <a:ext cx="24130" cy="24130"/>
            <a:chOff x="2719236" y="2469227"/>
            <a:chExt cx="24130" cy="24130"/>
          </a:xfrm>
        </p:grpSpPr>
        <p:sp>
          <p:nvSpPr>
            <p:cNvPr id="266" name="object 266"/>
            <p:cNvSpPr/>
            <p:nvPr/>
          </p:nvSpPr>
          <p:spPr>
            <a:xfrm>
              <a:off x="2722411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2722411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8" name="object 268"/>
          <p:cNvGrpSpPr/>
          <p:nvPr/>
        </p:nvGrpSpPr>
        <p:grpSpPr>
          <a:xfrm>
            <a:off x="2897825" y="2469227"/>
            <a:ext cx="738505" cy="381635"/>
            <a:chOff x="2897825" y="2469227"/>
            <a:chExt cx="738505" cy="381635"/>
          </a:xfrm>
        </p:grpSpPr>
        <p:sp>
          <p:nvSpPr>
            <p:cNvPr id="269" name="object 269"/>
            <p:cNvSpPr/>
            <p:nvPr/>
          </p:nvSpPr>
          <p:spPr>
            <a:xfrm>
              <a:off x="2901000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2901000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3079588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3079588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3258176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3258176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3436766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3436766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2901000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2901000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3079588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3079588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3258176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3258176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3436766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3436766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2901000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2901000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3079588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3079588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3258176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3258176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3436766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3436766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3615353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3615353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3615353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3615353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3615353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3615353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2911119" y="2484695"/>
              <a:ext cx="715010" cy="360045"/>
            </a:xfrm>
            <a:custGeom>
              <a:avLst/>
              <a:gdLst/>
              <a:ahLst/>
              <a:cxnLst/>
              <a:rect l="l" t="t" r="r" b="b"/>
              <a:pathLst>
                <a:path w="715010" h="360044">
                  <a:moveTo>
                    <a:pt x="0" y="360006"/>
                  </a:moveTo>
                  <a:lnTo>
                    <a:pt x="714603" y="360006"/>
                  </a:lnTo>
                  <a:lnTo>
                    <a:pt x="356400" y="0"/>
                  </a:lnTo>
                  <a:lnTo>
                    <a:pt x="0" y="360006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0" name="object 300"/>
          <p:cNvGrpSpPr/>
          <p:nvPr/>
        </p:nvGrpSpPr>
        <p:grpSpPr>
          <a:xfrm>
            <a:off x="2004883" y="3183577"/>
            <a:ext cx="24130" cy="24130"/>
            <a:chOff x="2004883" y="3183577"/>
            <a:chExt cx="24130" cy="24130"/>
          </a:xfrm>
        </p:grpSpPr>
        <p:sp>
          <p:nvSpPr>
            <p:cNvPr id="301" name="object 301"/>
            <p:cNvSpPr/>
            <p:nvPr/>
          </p:nvSpPr>
          <p:spPr>
            <a:xfrm>
              <a:off x="2008058" y="318675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2008058" y="318675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3" name="object 303"/>
          <p:cNvGrpSpPr/>
          <p:nvPr/>
        </p:nvGrpSpPr>
        <p:grpSpPr>
          <a:xfrm>
            <a:off x="2183470" y="3183577"/>
            <a:ext cx="24130" cy="24130"/>
            <a:chOff x="2183470" y="3183577"/>
            <a:chExt cx="24130" cy="24130"/>
          </a:xfrm>
        </p:grpSpPr>
        <p:sp>
          <p:nvSpPr>
            <p:cNvPr id="304" name="object 304"/>
            <p:cNvSpPr/>
            <p:nvPr/>
          </p:nvSpPr>
          <p:spPr>
            <a:xfrm>
              <a:off x="2186645" y="318675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2186645" y="318675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6" name="object 306"/>
          <p:cNvGrpSpPr/>
          <p:nvPr/>
        </p:nvGrpSpPr>
        <p:grpSpPr>
          <a:xfrm>
            <a:off x="2362060" y="3183267"/>
            <a:ext cx="24130" cy="24130"/>
            <a:chOff x="2362060" y="3183267"/>
            <a:chExt cx="24130" cy="24130"/>
          </a:xfrm>
        </p:grpSpPr>
        <p:sp>
          <p:nvSpPr>
            <p:cNvPr id="307" name="object 307"/>
            <p:cNvSpPr/>
            <p:nvPr/>
          </p:nvSpPr>
          <p:spPr>
            <a:xfrm>
              <a:off x="2365235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2365235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9" name="object 309"/>
          <p:cNvGrpSpPr/>
          <p:nvPr/>
        </p:nvGrpSpPr>
        <p:grpSpPr>
          <a:xfrm>
            <a:off x="2540647" y="3183267"/>
            <a:ext cx="24130" cy="24130"/>
            <a:chOff x="2540647" y="3183267"/>
            <a:chExt cx="24130" cy="24130"/>
          </a:xfrm>
        </p:grpSpPr>
        <p:sp>
          <p:nvSpPr>
            <p:cNvPr id="310" name="object 310"/>
            <p:cNvSpPr/>
            <p:nvPr/>
          </p:nvSpPr>
          <p:spPr>
            <a:xfrm>
              <a:off x="2543822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2543822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2" name="object 312"/>
          <p:cNvGrpSpPr/>
          <p:nvPr/>
        </p:nvGrpSpPr>
        <p:grpSpPr>
          <a:xfrm>
            <a:off x="2719236" y="3183267"/>
            <a:ext cx="24130" cy="24130"/>
            <a:chOff x="2719236" y="3183267"/>
            <a:chExt cx="24130" cy="24130"/>
          </a:xfrm>
        </p:grpSpPr>
        <p:sp>
          <p:nvSpPr>
            <p:cNvPr id="313" name="object 313"/>
            <p:cNvSpPr/>
            <p:nvPr/>
          </p:nvSpPr>
          <p:spPr>
            <a:xfrm>
              <a:off x="2722411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2722411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5" name="object 315"/>
          <p:cNvGrpSpPr/>
          <p:nvPr/>
        </p:nvGrpSpPr>
        <p:grpSpPr>
          <a:xfrm>
            <a:off x="2897825" y="3183267"/>
            <a:ext cx="24130" cy="24130"/>
            <a:chOff x="2897825" y="3183267"/>
            <a:chExt cx="24130" cy="24130"/>
          </a:xfrm>
        </p:grpSpPr>
        <p:sp>
          <p:nvSpPr>
            <p:cNvPr id="316" name="object 316"/>
            <p:cNvSpPr/>
            <p:nvPr/>
          </p:nvSpPr>
          <p:spPr>
            <a:xfrm>
              <a:off x="2901000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2901000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8" name="object 318"/>
          <p:cNvGrpSpPr/>
          <p:nvPr/>
        </p:nvGrpSpPr>
        <p:grpSpPr>
          <a:xfrm>
            <a:off x="3076413" y="3183267"/>
            <a:ext cx="24130" cy="24130"/>
            <a:chOff x="3076413" y="3183267"/>
            <a:chExt cx="24130" cy="24130"/>
          </a:xfrm>
        </p:grpSpPr>
        <p:sp>
          <p:nvSpPr>
            <p:cNvPr id="319" name="object 319"/>
            <p:cNvSpPr/>
            <p:nvPr/>
          </p:nvSpPr>
          <p:spPr>
            <a:xfrm>
              <a:off x="3079588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3079588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1" name="object 321"/>
          <p:cNvGrpSpPr/>
          <p:nvPr/>
        </p:nvGrpSpPr>
        <p:grpSpPr>
          <a:xfrm>
            <a:off x="3255000" y="3183267"/>
            <a:ext cx="24130" cy="24130"/>
            <a:chOff x="3255000" y="3183267"/>
            <a:chExt cx="24130" cy="24130"/>
          </a:xfrm>
        </p:grpSpPr>
        <p:sp>
          <p:nvSpPr>
            <p:cNvPr id="322" name="object 322"/>
            <p:cNvSpPr/>
            <p:nvPr/>
          </p:nvSpPr>
          <p:spPr>
            <a:xfrm>
              <a:off x="3258175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3258175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4" name="object 324"/>
          <p:cNvGrpSpPr/>
          <p:nvPr/>
        </p:nvGrpSpPr>
        <p:grpSpPr>
          <a:xfrm>
            <a:off x="3433591" y="3183267"/>
            <a:ext cx="24130" cy="24130"/>
            <a:chOff x="3433591" y="3183267"/>
            <a:chExt cx="24130" cy="24130"/>
          </a:xfrm>
        </p:grpSpPr>
        <p:sp>
          <p:nvSpPr>
            <p:cNvPr id="325" name="object 325"/>
            <p:cNvSpPr/>
            <p:nvPr/>
          </p:nvSpPr>
          <p:spPr>
            <a:xfrm>
              <a:off x="3436766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3436766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7" name="object 327"/>
          <p:cNvGrpSpPr/>
          <p:nvPr/>
        </p:nvGrpSpPr>
        <p:grpSpPr>
          <a:xfrm>
            <a:off x="2004883" y="2647734"/>
            <a:ext cx="24130" cy="24130"/>
            <a:chOff x="2004883" y="2647734"/>
            <a:chExt cx="24130" cy="24130"/>
          </a:xfrm>
        </p:grpSpPr>
        <p:sp>
          <p:nvSpPr>
            <p:cNvPr id="328" name="object 328"/>
            <p:cNvSpPr/>
            <p:nvPr/>
          </p:nvSpPr>
          <p:spPr>
            <a:xfrm>
              <a:off x="2008058" y="265090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2008058" y="265090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0" name="object 330"/>
          <p:cNvGrpSpPr/>
          <p:nvPr/>
        </p:nvGrpSpPr>
        <p:grpSpPr>
          <a:xfrm>
            <a:off x="2183470" y="2647734"/>
            <a:ext cx="24130" cy="24130"/>
            <a:chOff x="2183470" y="2647734"/>
            <a:chExt cx="24130" cy="24130"/>
          </a:xfrm>
        </p:grpSpPr>
        <p:sp>
          <p:nvSpPr>
            <p:cNvPr id="331" name="object 331"/>
            <p:cNvSpPr/>
            <p:nvPr/>
          </p:nvSpPr>
          <p:spPr>
            <a:xfrm>
              <a:off x="2186645" y="265090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2186645" y="265090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3" name="object 333"/>
          <p:cNvGrpSpPr/>
          <p:nvPr/>
        </p:nvGrpSpPr>
        <p:grpSpPr>
          <a:xfrm>
            <a:off x="2362060" y="2647944"/>
            <a:ext cx="24130" cy="24130"/>
            <a:chOff x="2362060" y="2647944"/>
            <a:chExt cx="24130" cy="24130"/>
          </a:xfrm>
        </p:grpSpPr>
        <p:sp>
          <p:nvSpPr>
            <p:cNvPr id="334" name="object 334"/>
            <p:cNvSpPr/>
            <p:nvPr/>
          </p:nvSpPr>
          <p:spPr>
            <a:xfrm>
              <a:off x="2365235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2365235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6" name="object 336"/>
          <p:cNvGrpSpPr/>
          <p:nvPr/>
        </p:nvGrpSpPr>
        <p:grpSpPr>
          <a:xfrm>
            <a:off x="2540647" y="2647944"/>
            <a:ext cx="24130" cy="24130"/>
            <a:chOff x="2540647" y="2647944"/>
            <a:chExt cx="24130" cy="24130"/>
          </a:xfrm>
        </p:grpSpPr>
        <p:sp>
          <p:nvSpPr>
            <p:cNvPr id="337" name="object 337"/>
            <p:cNvSpPr/>
            <p:nvPr/>
          </p:nvSpPr>
          <p:spPr>
            <a:xfrm>
              <a:off x="2543822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2543822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9" name="object 339"/>
          <p:cNvGrpSpPr/>
          <p:nvPr/>
        </p:nvGrpSpPr>
        <p:grpSpPr>
          <a:xfrm>
            <a:off x="2719236" y="2647944"/>
            <a:ext cx="24130" cy="24130"/>
            <a:chOff x="2719236" y="2647944"/>
            <a:chExt cx="24130" cy="24130"/>
          </a:xfrm>
        </p:grpSpPr>
        <p:sp>
          <p:nvSpPr>
            <p:cNvPr id="340" name="object 340"/>
            <p:cNvSpPr/>
            <p:nvPr/>
          </p:nvSpPr>
          <p:spPr>
            <a:xfrm>
              <a:off x="2722411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2722411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2" name="object 342"/>
          <p:cNvGrpSpPr/>
          <p:nvPr/>
        </p:nvGrpSpPr>
        <p:grpSpPr>
          <a:xfrm>
            <a:off x="2004883" y="3362209"/>
            <a:ext cx="24130" cy="24130"/>
            <a:chOff x="2004883" y="3362209"/>
            <a:chExt cx="24130" cy="24130"/>
          </a:xfrm>
        </p:grpSpPr>
        <p:sp>
          <p:nvSpPr>
            <p:cNvPr id="343" name="object 343"/>
            <p:cNvSpPr/>
            <p:nvPr/>
          </p:nvSpPr>
          <p:spPr>
            <a:xfrm>
              <a:off x="2008058" y="33653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2008058" y="33653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5" name="object 345"/>
          <p:cNvGrpSpPr/>
          <p:nvPr/>
        </p:nvGrpSpPr>
        <p:grpSpPr>
          <a:xfrm>
            <a:off x="2183470" y="3362209"/>
            <a:ext cx="24130" cy="24130"/>
            <a:chOff x="2183470" y="3362209"/>
            <a:chExt cx="24130" cy="24130"/>
          </a:xfrm>
        </p:grpSpPr>
        <p:sp>
          <p:nvSpPr>
            <p:cNvPr id="346" name="object 346"/>
            <p:cNvSpPr/>
            <p:nvPr/>
          </p:nvSpPr>
          <p:spPr>
            <a:xfrm>
              <a:off x="2186645" y="33653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2186645" y="33653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8" name="object 348"/>
          <p:cNvGrpSpPr/>
          <p:nvPr/>
        </p:nvGrpSpPr>
        <p:grpSpPr>
          <a:xfrm>
            <a:off x="2362060" y="3361985"/>
            <a:ext cx="24130" cy="24130"/>
            <a:chOff x="2362060" y="3361985"/>
            <a:chExt cx="24130" cy="24130"/>
          </a:xfrm>
        </p:grpSpPr>
        <p:sp>
          <p:nvSpPr>
            <p:cNvPr id="349" name="object 349"/>
            <p:cNvSpPr/>
            <p:nvPr/>
          </p:nvSpPr>
          <p:spPr>
            <a:xfrm>
              <a:off x="2365235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2365235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1" name="object 351"/>
          <p:cNvGrpSpPr/>
          <p:nvPr/>
        </p:nvGrpSpPr>
        <p:grpSpPr>
          <a:xfrm>
            <a:off x="2540647" y="3361985"/>
            <a:ext cx="24130" cy="24130"/>
            <a:chOff x="2540647" y="3361985"/>
            <a:chExt cx="24130" cy="24130"/>
          </a:xfrm>
        </p:grpSpPr>
        <p:sp>
          <p:nvSpPr>
            <p:cNvPr id="352" name="object 352"/>
            <p:cNvSpPr/>
            <p:nvPr/>
          </p:nvSpPr>
          <p:spPr>
            <a:xfrm>
              <a:off x="2543822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2543822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4" name="object 354"/>
          <p:cNvGrpSpPr/>
          <p:nvPr/>
        </p:nvGrpSpPr>
        <p:grpSpPr>
          <a:xfrm>
            <a:off x="2719236" y="3361985"/>
            <a:ext cx="24130" cy="24130"/>
            <a:chOff x="2719236" y="3361985"/>
            <a:chExt cx="24130" cy="24130"/>
          </a:xfrm>
        </p:grpSpPr>
        <p:sp>
          <p:nvSpPr>
            <p:cNvPr id="355" name="object 355"/>
            <p:cNvSpPr/>
            <p:nvPr/>
          </p:nvSpPr>
          <p:spPr>
            <a:xfrm>
              <a:off x="2722411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2722411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7" name="object 357"/>
          <p:cNvGrpSpPr/>
          <p:nvPr/>
        </p:nvGrpSpPr>
        <p:grpSpPr>
          <a:xfrm>
            <a:off x="2897825" y="3361985"/>
            <a:ext cx="24130" cy="24130"/>
            <a:chOff x="2897825" y="3361985"/>
            <a:chExt cx="24130" cy="24130"/>
          </a:xfrm>
        </p:grpSpPr>
        <p:sp>
          <p:nvSpPr>
            <p:cNvPr id="358" name="object 358"/>
            <p:cNvSpPr/>
            <p:nvPr/>
          </p:nvSpPr>
          <p:spPr>
            <a:xfrm>
              <a:off x="2901000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2901000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0" name="object 360"/>
          <p:cNvGrpSpPr/>
          <p:nvPr/>
        </p:nvGrpSpPr>
        <p:grpSpPr>
          <a:xfrm>
            <a:off x="3076413" y="3361985"/>
            <a:ext cx="24130" cy="24130"/>
            <a:chOff x="3076413" y="3361985"/>
            <a:chExt cx="24130" cy="24130"/>
          </a:xfrm>
        </p:grpSpPr>
        <p:sp>
          <p:nvSpPr>
            <p:cNvPr id="361" name="object 361"/>
            <p:cNvSpPr/>
            <p:nvPr/>
          </p:nvSpPr>
          <p:spPr>
            <a:xfrm>
              <a:off x="3079588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3079588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3" name="object 363"/>
          <p:cNvGrpSpPr/>
          <p:nvPr/>
        </p:nvGrpSpPr>
        <p:grpSpPr>
          <a:xfrm>
            <a:off x="3255000" y="3361985"/>
            <a:ext cx="24130" cy="24130"/>
            <a:chOff x="3255000" y="3361985"/>
            <a:chExt cx="24130" cy="24130"/>
          </a:xfrm>
        </p:grpSpPr>
        <p:sp>
          <p:nvSpPr>
            <p:cNvPr id="364" name="object 364"/>
            <p:cNvSpPr/>
            <p:nvPr/>
          </p:nvSpPr>
          <p:spPr>
            <a:xfrm>
              <a:off x="3258175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3258175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6" name="object 366"/>
          <p:cNvGrpSpPr/>
          <p:nvPr/>
        </p:nvGrpSpPr>
        <p:grpSpPr>
          <a:xfrm>
            <a:off x="3433591" y="3361985"/>
            <a:ext cx="24130" cy="24130"/>
            <a:chOff x="3433591" y="3361985"/>
            <a:chExt cx="24130" cy="24130"/>
          </a:xfrm>
        </p:grpSpPr>
        <p:sp>
          <p:nvSpPr>
            <p:cNvPr id="367" name="object 367"/>
            <p:cNvSpPr/>
            <p:nvPr/>
          </p:nvSpPr>
          <p:spPr>
            <a:xfrm>
              <a:off x="3436766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3436766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9" name="object 369"/>
          <p:cNvGrpSpPr/>
          <p:nvPr/>
        </p:nvGrpSpPr>
        <p:grpSpPr>
          <a:xfrm>
            <a:off x="2004883" y="2826353"/>
            <a:ext cx="24130" cy="24130"/>
            <a:chOff x="2004883" y="2826353"/>
            <a:chExt cx="24130" cy="24130"/>
          </a:xfrm>
        </p:grpSpPr>
        <p:sp>
          <p:nvSpPr>
            <p:cNvPr id="370" name="object 370"/>
            <p:cNvSpPr/>
            <p:nvPr/>
          </p:nvSpPr>
          <p:spPr>
            <a:xfrm>
              <a:off x="2008058" y="282952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2008058" y="282952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2" name="object 372"/>
          <p:cNvGrpSpPr/>
          <p:nvPr/>
        </p:nvGrpSpPr>
        <p:grpSpPr>
          <a:xfrm>
            <a:off x="2183470" y="2826353"/>
            <a:ext cx="24130" cy="24130"/>
            <a:chOff x="2183470" y="2826353"/>
            <a:chExt cx="24130" cy="24130"/>
          </a:xfrm>
        </p:grpSpPr>
        <p:sp>
          <p:nvSpPr>
            <p:cNvPr id="373" name="object 373"/>
            <p:cNvSpPr/>
            <p:nvPr/>
          </p:nvSpPr>
          <p:spPr>
            <a:xfrm>
              <a:off x="2186645" y="282952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2186645" y="282952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5" name="object 375"/>
          <p:cNvGrpSpPr/>
          <p:nvPr/>
        </p:nvGrpSpPr>
        <p:grpSpPr>
          <a:xfrm>
            <a:off x="2362060" y="2826675"/>
            <a:ext cx="24130" cy="24130"/>
            <a:chOff x="2362060" y="2826675"/>
            <a:chExt cx="24130" cy="24130"/>
          </a:xfrm>
        </p:grpSpPr>
        <p:sp>
          <p:nvSpPr>
            <p:cNvPr id="376" name="object 376"/>
            <p:cNvSpPr/>
            <p:nvPr/>
          </p:nvSpPr>
          <p:spPr>
            <a:xfrm>
              <a:off x="2365235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2365235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8" name="object 378"/>
          <p:cNvGrpSpPr/>
          <p:nvPr/>
        </p:nvGrpSpPr>
        <p:grpSpPr>
          <a:xfrm>
            <a:off x="2540647" y="2826675"/>
            <a:ext cx="24130" cy="24130"/>
            <a:chOff x="2540647" y="2826675"/>
            <a:chExt cx="24130" cy="24130"/>
          </a:xfrm>
        </p:grpSpPr>
        <p:sp>
          <p:nvSpPr>
            <p:cNvPr id="379" name="object 379"/>
            <p:cNvSpPr/>
            <p:nvPr/>
          </p:nvSpPr>
          <p:spPr>
            <a:xfrm>
              <a:off x="2543822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2543822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1" name="object 381"/>
          <p:cNvGrpSpPr/>
          <p:nvPr/>
        </p:nvGrpSpPr>
        <p:grpSpPr>
          <a:xfrm>
            <a:off x="2719236" y="2826675"/>
            <a:ext cx="24130" cy="24130"/>
            <a:chOff x="2719236" y="2826675"/>
            <a:chExt cx="24130" cy="24130"/>
          </a:xfrm>
        </p:grpSpPr>
        <p:sp>
          <p:nvSpPr>
            <p:cNvPr id="382" name="object 382"/>
            <p:cNvSpPr/>
            <p:nvPr/>
          </p:nvSpPr>
          <p:spPr>
            <a:xfrm>
              <a:off x="2722411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2722411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4" name="object 384"/>
          <p:cNvGrpSpPr/>
          <p:nvPr/>
        </p:nvGrpSpPr>
        <p:grpSpPr>
          <a:xfrm>
            <a:off x="2004883" y="3540814"/>
            <a:ext cx="24130" cy="24130"/>
            <a:chOff x="2004883" y="3540814"/>
            <a:chExt cx="24130" cy="24130"/>
          </a:xfrm>
        </p:grpSpPr>
        <p:sp>
          <p:nvSpPr>
            <p:cNvPr id="385" name="object 385"/>
            <p:cNvSpPr/>
            <p:nvPr/>
          </p:nvSpPr>
          <p:spPr>
            <a:xfrm>
              <a:off x="2008058" y="354398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2008058" y="354398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7" name="object 387"/>
          <p:cNvGrpSpPr/>
          <p:nvPr/>
        </p:nvGrpSpPr>
        <p:grpSpPr>
          <a:xfrm>
            <a:off x="2183470" y="3540814"/>
            <a:ext cx="24130" cy="24130"/>
            <a:chOff x="2183470" y="3540814"/>
            <a:chExt cx="24130" cy="24130"/>
          </a:xfrm>
        </p:grpSpPr>
        <p:sp>
          <p:nvSpPr>
            <p:cNvPr id="388" name="object 388"/>
            <p:cNvSpPr/>
            <p:nvPr/>
          </p:nvSpPr>
          <p:spPr>
            <a:xfrm>
              <a:off x="2186645" y="354398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2186645" y="354398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0" name="object 390"/>
          <p:cNvGrpSpPr/>
          <p:nvPr/>
        </p:nvGrpSpPr>
        <p:grpSpPr>
          <a:xfrm>
            <a:off x="2362060" y="3540715"/>
            <a:ext cx="24130" cy="24130"/>
            <a:chOff x="2362060" y="3540715"/>
            <a:chExt cx="24130" cy="24130"/>
          </a:xfrm>
        </p:grpSpPr>
        <p:sp>
          <p:nvSpPr>
            <p:cNvPr id="391" name="object 391"/>
            <p:cNvSpPr/>
            <p:nvPr/>
          </p:nvSpPr>
          <p:spPr>
            <a:xfrm>
              <a:off x="2365235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2365235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3" name="object 393"/>
          <p:cNvGrpSpPr/>
          <p:nvPr/>
        </p:nvGrpSpPr>
        <p:grpSpPr>
          <a:xfrm>
            <a:off x="2540647" y="3540715"/>
            <a:ext cx="24130" cy="24130"/>
            <a:chOff x="2540647" y="3540715"/>
            <a:chExt cx="24130" cy="24130"/>
          </a:xfrm>
        </p:grpSpPr>
        <p:sp>
          <p:nvSpPr>
            <p:cNvPr id="394" name="object 394"/>
            <p:cNvSpPr/>
            <p:nvPr/>
          </p:nvSpPr>
          <p:spPr>
            <a:xfrm>
              <a:off x="2543822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2543822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6" name="object 396"/>
          <p:cNvGrpSpPr/>
          <p:nvPr/>
        </p:nvGrpSpPr>
        <p:grpSpPr>
          <a:xfrm>
            <a:off x="2719236" y="3540715"/>
            <a:ext cx="24130" cy="24130"/>
            <a:chOff x="2719236" y="3540715"/>
            <a:chExt cx="24130" cy="24130"/>
          </a:xfrm>
        </p:grpSpPr>
        <p:sp>
          <p:nvSpPr>
            <p:cNvPr id="397" name="object 397"/>
            <p:cNvSpPr/>
            <p:nvPr/>
          </p:nvSpPr>
          <p:spPr>
            <a:xfrm>
              <a:off x="2722411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2722411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9" name="object 399"/>
          <p:cNvGrpSpPr/>
          <p:nvPr/>
        </p:nvGrpSpPr>
        <p:grpSpPr>
          <a:xfrm>
            <a:off x="2897825" y="3540715"/>
            <a:ext cx="24130" cy="24130"/>
            <a:chOff x="2897825" y="3540715"/>
            <a:chExt cx="24130" cy="24130"/>
          </a:xfrm>
        </p:grpSpPr>
        <p:sp>
          <p:nvSpPr>
            <p:cNvPr id="400" name="object 400"/>
            <p:cNvSpPr/>
            <p:nvPr/>
          </p:nvSpPr>
          <p:spPr>
            <a:xfrm>
              <a:off x="2901000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2901000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2" name="object 402"/>
          <p:cNvGrpSpPr/>
          <p:nvPr/>
        </p:nvGrpSpPr>
        <p:grpSpPr>
          <a:xfrm>
            <a:off x="3076413" y="3540715"/>
            <a:ext cx="24130" cy="24130"/>
            <a:chOff x="3076413" y="3540715"/>
            <a:chExt cx="24130" cy="24130"/>
          </a:xfrm>
        </p:grpSpPr>
        <p:sp>
          <p:nvSpPr>
            <p:cNvPr id="403" name="object 403"/>
            <p:cNvSpPr/>
            <p:nvPr/>
          </p:nvSpPr>
          <p:spPr>
            <a:xfrm>
              <a:off x="3079588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3079588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5" name="object 405"/>
          <p:cNvGrpSpPr/>
          <p:nvPr/>
        </p:nvGrpSpPr>
        <p:grpSpPr>
          <a:xfrm>
            <a:off x="3255000" y="3540715"/>
            <a:ext cx="24130" cy="24130"/>
            <a:chOff x="3255000" y="3540715"/>
            <a:chExt cx="24130" cy="24130"/>
          </a:xfrm>
        </p:grpSpPr>
        <p:sp>
          <p:nvSpPr>
            <p:cNvPr id="406" name="object 406"/>
            <p:cNvSpPr/>
            <p:nvPr/>
          </p:nvSpPr>
          <p:spPr>
            <a:xfrm>
              <a:off x="3258175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3258175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8" name="object 408"/>
          <p:cNvGrpSpPr/>
          <p:nvPr/>
        </p:nvGrpSpPr>
        <p:grpSpPr>
          <a:xfrm>
            <a:off x="3433591" y="3540715"/>
            <a:ext cx="24130" cy="24130"/>
            <a:chOff x="3433591" y="3540715"/>
            <a:chExt cx="24130" cy="24130"/>
          </a:xfrm>
        </p:grpSpPr>
        <p:sp>
          <p:nvSpPr>
            <p:cNvPr id="409" name="object 409"/>
            <p:cNvSpPr/>
            <p:nvPr/>
          </p:nvSpPr>
          <p:spPr>
            <a:xfrm>
              <a:off x="3436766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3436766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1" name="object 411"/>
          <p:cNvGrpSpPr/>
          <p:nvPr/>
        </p:nvGrpSpPr>
        <p:grpSpPr>
          <a:xfrm>
            <a:off x="2004883" y="3719433"/>
            <a:ext cx="24130" cy="24130"/>
            <a:chOff x="2004883" y="3719433"/>
            <a:chExt cx="24130" cy="24130"/>
          </a:xfrm>
        </p:grpSpPr>
        <p:sp>
          <p:nvSpPr>
            <p:cNvPr id="412" name="object 412"/>
            <p:cNvSpPr/>
            <p:nvPr/>
          </p:nvSpPr>
          <p:spPr>
            <a:xfrm>
              <a:off x="2008058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2008058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4" name="object 414"/>
          <p:cNvGrpSpPr/>
          <p:nvPr/>
        </p:nvGrpSpPr>
        <p:grpSpPr>
          <a:xfrm>
            <a:off x="2183470" y="3719433"/>
            <a:ext cx="24130" cy="24130"/>
            <a:chOff x="2183470" y="3719433"/>
            <a:chExt cx="24130" cy="24130"/>
          </a:xfrm>
        </p:grpSpPr>
        <p:sp>
          <p:nvSpPr>
            <p:cNvPr id="415" name="object 415"/>
            <p:cNvSpPr/>
            <p:nvPr/>
          </p:nvSpPr>
          <p:spPr>
            <a:xfrm>
              <a:off x="2186645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2186645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7" name="object 417"/>
          <p:cNvGrpSpPr/>
          <p:nvPr/>
        </p:nvGrpSpPr>
        <p:grpSpPr>
          <a:xfrm>
            <a:off x="2362060" y="3719433"/>
            <a:ext cx="24130" cy="24130"/>
            <a:chOff x="2362060" y="3719433"/>
            <a:chExt cx="24130" cy="24130"/>
          </a:xfrm>
        </p:grpSpPr>
        <p:sp>
          <p:nvSpPr>
            <p:cNvPr id="418" name="object 418"/>
            <p:cNvSpPr/>
            <p:nvPr/>
          </p:nvSpPr>
          <p:spPr>
            <a:xfrm>
              <a:off x="2365235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2365235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0" name="object 420"/>
          <p:cNvGrpSpPr/>
          <p:nvPr/>
        </p:nvGrpSpPr>
        <p:grpSpPr>
          <a:xfrm>
            <a:off x="2540647" y="3719433"/>
            <a:ext cx="24130" cy="24130"/>
            <a:chOff x="2540647" y="3719433"/>
            <a:chExt cx="24130" cy="24130"/>
          </a:xfrm>
        </p:grpSpPr>
        <p:sp>
          <p:nvSpPr>
            <p:cNvPr id="421" name="object 421"/>
            <p:cNvSpPr/>
            <p:nvPr/>
          </p:nvSpPr>
          <p:spPr>
            <a:xfrm>
              <a:off x="2543822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2543822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3" name="object 423"/>
          <p:cNvGrpSpPr/>
          <p:nvPr/>
        </p:nvGrpSpPr>
        <p:grpSpPr>
          <a:xfrm>
            <a:off x="2719236" y="3719433"/>
            <a:ext cx="24130" cy="24130"/>
            <a:chOff x="2719236" y="3719433"/>
            <a:chExt cx="24130" cy="24130"/>
          </a:xfrm>
        </p:grpSpPr>
        <p:sp>
          <p:nvSpPr>
            <p:cNvPr id="424" name="object 424"/>
            <p:cNvSpPr/>
            <p:nvPr/>
          </p:nvSpPr>
          <p:spPr>
            <a:xfrm>
              <a:off x="2722411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2722411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6" name="object 426"/>
          <p:cNvGrpSpPr/>
          <p:nvPr/>
        </p:nvGrpSpPr>
        <p:grpSpPr>
          <a:xfrm>
            <a:off x="2897825" y="3719433"/>
            <a:ext cx="24130" cy="24130"/>
            <a:chOff x="2897825" y="3719433"/>
            <a:chExt cx="24130" cy="24130"/>
          </a:xfrm>
        </p:grpSpPr>
        <p:sp>
          <p:nvSpPr>
            <p:cNvPr id="427" name="object 427"/>
            <p:cNvSpPr/>
            <p:nvPr/>
          </p:nvSpPr>
          <p:spPr>
            <a:xfrm>
              <a:off x="2901000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2901000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9" name="object 429"/>
          <p:cNvGrpSpPr/>
          <p:nvPr/>
        </p:nvGrpSpPr>
        <p:grpSpPr>
          <a:xfrm>
            <a:off x="3076413" y="3719433"/>
            <a:ext cx="24130" cy="24130"/>
            <a:chOff x="3076413" y="3719433"/>
            <a:chExt cx="24130" cy="24130"/>
          </a:xfrm>
        </p:grpSpPr>
        <p:sp>
          <p:nvSpPr>
            <p:cNvPr id="430" name="object 430"/>
            <p:cNvSpPr/>
            <p:nvPr/>
          </p:nvSpPr>
          <p:spPr>
            <a:xfrm>
              <a:off x="3079588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3079588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2" name="object 432"/>
          <p:cNvGrpSpPr/>
          <p:nvPr/>
        </p:nvGrpSpPr>
        <p:grpSpPr>
          <a:xfrm>
            <a:off x="3255000" y="3719433"/>
            <a:ext cx="24130" cy="24130"/>
            <a:chOff x="3255000" y="3719433"/>
            <a:chExt cx="24130" cy="24130"/>
          </a:xfrm>
        </p:grpSpPr>
        <p:sp>
          <p:nvSpPr>
            <p:cNvPr id="433" name="object 433"/>
            <p:cNvSpPr/>
            <p:nvPr/>
          </p:nvSpPr>
          <p:spPr>
            <a:xfrm>
              <a:off x="3258175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3258175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5" name="object 435"/>
          <p:cNvGrpSpPr/>
          <p:nvPr/>
        </p:nvGrpSpPr>
        <p:grpSpPr>
          <a:xfrm>
            <a:off x="3433591" y="3719433"/>
            <a:ext cx="24130" cy="24130"/>
            <a:chOff x="3433591" y="3719433"/>
            <a:chExt cx="24130" cy="24130"/>
          </a:xfrm>
        </p:grpSpPr>
        <p:sp>
          <p:nvSpPr>
            <p:cNvPr id="436" name="object 436"/>
            <p:cNvSpPr/>
            <p:nvPr/>
          </p:nvSpPr>
          <p:spPr>
            <a:xfrm>
              <a:off x="3436766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3436766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8" name="object 438"/>
          <p:cNvGrpSpPr/>
          <p:nvPr/>
        </p:nvGrpSpPr>
        <p:grpSpPr>
          <a:xfrm>
            <a:off x="3612178" y="2290509"/>
            <a:ext cx="24130" cy="24130"/>
            <a:chOff x="3612178" y="2290509"/>
            <a:chExt cx="24130" cy="24130"/>
          </a:xfrm>
        </p:grpSpPr>
        <p:sp>
          <p:nvSpPr>
            <p:cNvPr id="439" name="object 439"/>
            <p:cNvSpPr/>
            <p:nvPr/>
          </p:nvSpPr>
          <p:spPr>
            <a:xfrm>
              <a:off x="3615353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3615353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1" name="object 441"/>
          <p:cNvGrpSpPr/>
          <p:nvPr/>
        </p:nvGrpSpPr>
        <p:grpSpPr>
          <a:xfrm>
            <a:off x="3790767" y="2290509"/>
            <a:ext cx="24130" cy="24130"/>
            <a:chOff x="3790767" y="2290509"/>
            <a:chExt cx="24130" cy="24130"/>
          </a:xfrm>
        </p:grpSpPr>
        <p:sp>
          <p:nvSpPr>
            <p:cNvPr id="442" name="object 442"/>
            <p:cNvSpPr/>
            <p:nvPr/>
          </p:nvSpPr>
          <p:spPr>
            <a:xfrm>
              <a:off x="3793942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3793942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4" name="object 444"/>
          <p:cNvGrpSpPr/>
          <p:nvPr/>
        </p:nvGrpSpPr>
        <p:grpSpPr>
          <a:xfrm>
            <a:off x="3969355" y="2290509"/>
            <a:ext cx="24130" cy="24130"/>
            <a:chOff x="3969355" y="2290509"/>
            <a:chExt cx="24130" cy="24130"/>
          </a:xfrm>
        </p:grpSpPr>
        <p:sp>
          <p:nvSpPr>
            <p:cNvPr id="445" name="object 445"/>
            <p:cNvSpPr/>
            <p:nvPr/>
          </p:nvSpPr>
          <p:spPr>
            <a:xfrm>
              <a:off x="3972530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3972530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7" name="object 447"/>
          <p:cNvGrpSpPr/>
          <p:nvPr/>
        </p:nvGrpSpPr>
        <p:grpSpPr>
          <a:xfrm>
            <a:off x="4147944" y="2290509"/>
            <a:ext cx="24130" cy="24130"/>
            <a:chOff x="4147944" y="2290509"/>
            <a:chExt cx="24130" cy="24130"/>
          </a:xfrm>
        </p:grpSpPr>
        <p:sp>
          <p:nvSpPr>
            <p:cNvPr id="448" name="object 448"/>
            <p:cNvSpPr/>
            <p:nvPr/>
          </p:nvSpPr>
          <p:spPr>
            <a:xfrm>
              <a:off x="4151119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4151119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0" name="object 450"/>
          <p:cNvGrpSpPr/>
          <p:nvPr/>
        </p:nvGrpSpPr>
        <p:grpSpPr>
          <a:xfrm>
            <a:off x="4326532" y="2290509"/>
            <a:ext cx="24130" cy="24130"/>
            <a:chOff x="4326532" y="2290509"/>
            <a:chExt cx="24130" cy="24130"/>
          </a:xfrm>
        </p:grpSpPr>
        <p:sp>
          <p:nvSpPr>
            <p:cNvPr id="451" name="object 451"/>
            <p:cNvSpPr/>
            <p:nvPr/>
          </p:nvSpPr>
          <p:spPr>
            <a:xfrm>
              <a:off x="4329707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4329707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3" name="object 453"/>
          <p:cNvGrpSpPr/>
          <p:nvPr/>
        </p:nvGrpSpPr>
        <p:grpSpPr>
          <a:xfrm>
            <a:off x="4505120" y="2290509"/>
            <a:ext cx="24130" cy="24130"/>
            <a:chOff x="4505120" y="2290509"/>
            <a:chExt cx="24130" cy="24130"/>
          </a:xfrm>
        </p:grpSpPr>
        <p:sp>
          <p:nvSpPr>
            <p:cNvPr id="454" name="object 454"/>
            <p:cNvSpPr/>
            <p:nvPr/>
          </p:nvSpPr>
          <p:spPr>
            <a:xfrm>
              <a:off x="4508295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4508295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6" name="object 456"/>
          <p:cNvGrpSpPr/>
          <p:nvPr/>
        </p:nvGrpSpPr>
        <p:grpSpPr>
          <a:xfrm>
            <a:off x="4683709" y="2290509"/>
            <a:ext cx="24130" cy="24130"/>
            <a:chOff x="4683709" y="2290509"/>
            <a:chExt cx="24130" cy="24130"/>
          </a:xfrm>
        </p:grpSpPr>
        <p:sp>
          <p:nvSpPr>
            <p:cNvPr id="457" name="object 457"/>
            <p:cNvSpPr/>
            <p:nvPr/>
          </p:nvSpPr>
          <p:spPr>
            <a:xfrm>
              <a:off x="4686884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4686884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9" name="object 459"/>
          <p:cNvGrpSpPr/>
          <p:nvPr/>
        </p:nvGrpSpPr>
        <p:grpSpPr>
          <a:xfrm>
            <a:off x="4862297" y="2290509"/>
            <a:ext cx="24130" cy="24130"/>
            <a:chOff x="4862297" y="2290509"/>
            <a:chExt cx="24130" cy="24130"/>
          </a:xfrm>
        </p:grpSpPr>
        <p:sp>
          <p:nvSpPr>
            <p:cNvPr id="460" name="object 460"/>
            <p:cNvSpPr/>
            <p:nvPr/>
          </p:nvSpPr>
          <p:spPr>
            <a:xfrm>
              <a:off x="4865472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4865472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2" name="object 462"/>
          <p:cNvGrpSpPr/>
          <p:nvPr/>
        </p:nvGrpSpPr>
        <p:grpSpPr>
          <a:xfrm>
            <a:off x="5040886" y="2290509"/>
            <a:ext cx="24130" cy="24130"/>
            <a:chOff x="5040886" y="2290509"/>
            <a:chExt cx="24130" cy="24130"/>
          </a:xfrm>
        </p:grpSpPr>
        <p:sp>
          <p:nvSpPr>
            <p:cNvPr id="463" name="object 463"/>
            <p:cNvSpPr/>
            <p:nvPr/>
          </p:nvSpPr>
          <p:spPr>
            <a:xfrm>
              <a:off x="5044061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5044061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5" name="object 465"/>
          <p:cNvGrpSpPr/>
          <p:nvPr/>
        </p:nvGrpSpPr>
        <p:grpSpPr>
          <a:xfrm>
            <a:off x="3612178" y="3004550"/>
            <a:ext cx="24130" cy="24130"/>
            <a:chOff x="3612178" y="3004550"/>
            <a:chExt cx="24130" cy="24130"/>
          </a:xfrm>
        </p:grpSpPr>
        <p:sp>
          <p:nvSpPr>
            <p:cNvPr id="466" name="object 466"/>
            <p:cNvSpPr/>
            <p:nvPr/>
          </p:nvSpPr>
          <p:spPr>
            <a:xfrm>
              <a:off x="3615353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3615353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8" name="object 468"/>
          <p:cNvGrpSpPr/>
          <p:nvPr/>
        </p:nvGrpSpPr>
        <p:grpSpPr>
          <a:xfrm>
            <a:off x="3790767" y="3004550"/>
            <a:ext cx="24130" cy="24130"/>
            <a:chOff x="3790767" y="3004550"/>
            <a:chExt cx="24130" cy="24130"/>
          </a:xfrm>
        </p:grpSpPr>
        <p:sp>
          <p:nvSpPr>
            <p:cNvPr id="469" name="object 469"/>
            <p:cNvSpPr/>
            <p:nvPr/>
          </p:nvSpPr>
          <p:spPr>
            <a:xfrm>
              <a:off x="3793942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3793942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1" name="object 471"/>
          <p:cNvGrpSpPr/>
          <p:nvPr/>
        </p:nvGrpSpPr>
        <p:grpSpPr>
          <a:xfrm>
            <a:off x="3969355" y="3004550"/>
            <a:ext cx="24130" cy="24130"/>
            <a:chOff x="3969355" y="3004550"/>
            <a:chExt cx="24130" cy="24130"/>
          </a:xfrm>
        </p:grpSpPr>
        <p:sp>
          <p:nvSpPr>
            <p:cNvPr id="472" name="object 472"/>
            <p:cNvSpPr/>
            <p:nvPr/>
          </p:nvSpPr>
          <p:spPr>
            <a:xfrm>
              <a:off x="3972530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3972530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4" name="object 474"/>
          <p:cNvGrpSpPr/>
          <p:nvPr/>
        </p:nvGrpSpPr>
        <p:grpSpPr>
          <a:xfrm>
            <a:off x="4147944" y="3004550"/>
            <a:ext cx="24130" cy="24130"/>
            <a:chOff x="4147944" y="3004550"/>
            <a:chExt cx="24130" cy="24130"/>
          </a:xfrm>
        </p:grpSpPr>
        <p:sp>
          <p:nvSpPr>
            <p:cNvPr id="475" name="object 475"/>
            <p:cNvSpPr/>
            <p:nvPr/>
          </p:nvSpPr>
          <p:spPr>
            <a:xfrm>
              <a:off x="4151119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4151119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7" name="object 477"/>
          <p:cNvGrpSpPr/>
          <p:nvPr/>
        </p:nvGrpSpPr>
        <p:grpSpPr>
          <a:xfrm>
            <a:off x="4326532" y="3004550"/>
            <a:ext cx="24130" cy="24130"/>
            <a:chOff x="4326532" y="3004550"/>
            <a:chExt cx="24130" cy="24130"/>
          </a:xfrm>
        </p:grpSpPr>
        <p:sp>
          <p:nvSpPr>
            <p:cNvPr id="478" name="object 478"/>
            <p:cNvSpPr/>
            <p:nvPr/>
          </p:nvSpPr>
          <p:spPr>
            <a:xfrm>
              <a:off x="4329707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4329707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0" name="object 480"/>
          <p:cNvGrpSpPr/>
          <p:nvPr/>
        </p:nvGrpSpPr>
        <p:grpSpPr>
          <a:xfrm>
            <a:off x="4505120" y="3004550"/>
            <a:ext cx="24130" cy="24130"/>
            <a:chOff x="4505120" y="3004550"/>
            <a:chExt cx="24130" cy="24130"/>
          </a:xfrm>
        </p:grpSpPr>
        <p:sp>
          <p:nvSpPr>
            <p:cNvPr id="481" name="object 481"/>
            <p:cNvSpPr/>
            <p:nvPr/>
          </p:nvSpPr>
          <p:spPr>
            <a:xfrm>
              <a:off x="4508295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4508295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3" name="object 483"/>
          <p:cNvGrpSpPr/>
          <p:nvPr/>
        </p:nvGrpSpPr>
        <p:grpSpPr>
          <a:xfrm>
            <a:off x="4683709" y="3004550"/>
            <a:ext cx="24130" cy="24130"/>
            <a:chOff x="4683709" y="3004550"/>
            <a:chExt cx="24130" cy="24130"/>
          </a:xfrm>
        </p:grpSpPr>
        <p:sp>
          <p:nvSpPr>
            <p:cNvPr id="484" name="object 484"/>
            <p:cNvSpPr/>
            <p:nvPr/>
          </p:nvSpPr>
          <p:spPr>
            <a:xfrm>
              <a:off x="4686884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4686884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6" name="object 486"/>
          <p:cNvGrpSpPr/>
          <p:nvPr/>
        </p:nvGrpSpPr>
        <p:grpSpPr>
          <a:xfrm>
            <a:off x="4862297" y="3004550"/>
            <a:ext cx="24130" cy="24130"/>
            <a:chOff x="4862297" y="3004550"/>
            <a:chExt cx="24130" cy="24130"/>
          </a:xfrm>
        </p:grpSpPr>
        <p:sp>
          <p:nvSpPr>
            <p:cNvPr id="487" name="object 487"/>
            <p:cNvSpPr/>
            <p:nvPr/>
          </p:nvSpPr>
          <p:spPr>
            <a:xfrm>
              <a:off x="4865472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4865472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9" name="object 489"/>
          <p:cNvGrpSpPr/>
          <p:nvPr/>
        </p:nvGrpSpPr>
        <p:grpSpPr>
          <a:xfrm>
            <a:off x="5040886" y="3004550"/>
            <a:ext cx="24130" cy="24130"/>
            <a:chOff x="5040886" y="3004550"/>
            <a:chExt cx="24130" cy="24130"/>
          </a:xfrm>
        </p:grpSpPr>
        <p:sp>
          <p:nvSpPr>
            <p:cNvPr id="490" name="object 490"/>
            <p:cNvSpPr/>
            <p:nvPr/>
          </p:nvSpPr>
          <p:spPr>
            <a:xfrm>
              <a:off x="5044061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5044061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2" name="object 492"/>
          <p:cNvGrpSpPr/>
          <p:nvPr/>
        </p:nvGrpSpPr>
        <p:grpSpPr>
          <a:xfrm>
            <a:off x="3790767" y="2469227"/>
            <a:ext cx="24130" cy="24130"/>
            <a:chOff x="3790767" y="2469227"/>
            <a:chExt cx="24130" cy="24130"/>
          </a:xfrm>
        </p:grpSpPr>
        <p:sp>
          <p:nvSpPr>
            <p:cNvPr id="493" name="object 493"/>
            <p:cNvSpPr/>
            <p:nvPr/>
          </p:nvSpPr>
          <p:spPr>
            <a:xfrm>
              <a:off x="3793942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4" name="object 494"/>
            <p:cNvSpPr/>
            <p:nvPr/>
          </p:nvSpPr>
          <p:spPr>
            <a:xfrm>
              <a:off x="3793942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5" name="object 495"/>
          <p:cNvGrpSpPr/>
          <p:nvPr/>
        </p:nvGrpSpPr>
        <p:grpSpPr>
          <a:xfrm>
            <a:off x="3969355" y="2469227"/>
            <a:ext cx="24130" cy="24130"/>
            <a:chOff x="3969355" y="2469227"/>
            <a:chExt cx="24130" cy="24130"/>
          </a:xfrm>
        </p:grpSpPr>
        <p:sp>
          <p:nvSpPr>
            <p:cNvPr id="496" name="object 496"/>
            <p:cNvSpPr/>
            <p:nvPr/>
          </p:nvSpPr>
          <p:spPr>
            <a:xfrm>
              <a:off x="3972530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3972530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8" name="object 498"/>
          <p:cNvGrpSpPr/>
          <p:nvPr/>
        </p:nvGrpSpPr>
        <p:grpSpPr>
          <a:xfrm>
            <a:off x="4147944" y="2469227"/>
            <a:ext cx="24130" cy="24130"/>
            <a:chOff x="4147944" y="2469227"/>
            <a:chExt cx="24130" cy="24130"/>
          </a:xfrm>
        </p:grpSpPr>
        <p:sp>
          <p:nvSpPr>
            <p:cNvPr id="499" name="object 499"/>
            <p:cNvSpPr/>
            <p:nvPr/>
          </p:nvSpPr>
          <p:spPr>
            <a:xfrm>
              <a:off x="4151119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4151119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1" name="object 501"/>
          <p:cNvGrpSpPr/>
          <p:nvPr/>
        </p:nvGrpSpPr>
        <p:grpSpPr>
          <a:xfrm>
            <a:off x="4326532" y="2469227"/>
            <a:ext cx="24130" cy="24130"/>
            <a:chOff x="4326532" y="2469227"/>
            <a:chExt cx="24130" cy="24130"/>
          </a:xfrm>
        </p:grpSpPr>
        <p:sp>
          <p:nvSpPr>
            <p:cNvPr id="502" name="object 502"/>
            <p:cNvSpPr/>
            <p:nvPr/>
          </p:nvSpPr>
          <p:spPr>
            <a:xfrm>
              <a:off x="4329707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4329707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4" name="object 504"/>
          <p:cNvGrpSpPr/>
          <p:nvPr/>
        </p:nvGrpSpPr>
        <p:grpSpPr>
          <a:xfrm>
            <a:off x="4505120" y="2469227"/>
            <a:ext cx="24130" cy="24130"/>
            <a:chOff x="4505120" y="2469227"/>
            <a:chExt cx="24130" cy="24130"/>
          </a:xfrm>
        </p:grpSpPr>
        <p:sp>
          <p:nvSpPr>
            <p:cNvPr id="505" name="object 505"/>
            <p:cNvSpPr/>
            <p:nvPr/>
          </p:nvSpPr>
          <p:spPr>
            <a:xfrm>
              <a:off x="4508295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4508295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7" name="object 507"/>
          <p:cNvGrpSpPr/>
          <p:nvPr/>
        </p:nvGrpSpPr>
        <p:grpSpPr>
          <a:xfrm>
            <a:off x="4683709" y="2469116"/>
            <a:ext cx="739140" cy="381635"/>
            <a:chOff x="4683709" y="2469116"/>
            <a:chExt cx="739140" cy="381635"/>
          </a:xfrm>
        </p:grpSpPr>
        <p:sp>
          <p:nvSpPr>
            <p:cNvPr id="508" name="object 508"/>
            <p:cNvSpPr/>
            <p:nvPr/>
          </p:nvSpPr>
          <p:spPr>
            <a:xfrm>
              <a:off x="4686884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9" name="object 509"/>
            <p:cNvSpPr/>
            <p:nvPr/>
          </p:nvSpPr>
          <p:spPr>
            <a:xfrm>
              <a:off x="4686884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0" name="object 510"/>
            <p:cNvSpPr/>
            <p:nvPr/>
          </p:nvSpPr>
          <p:spPr>
            <a:xfrm>
              <a:off x="4865472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4865472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5044061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3" name="object 513"/>
            <p:cNvSpPr/>
            <p:nvPr/>
          </p:nvSpPr>
          <p:spPr>
            <a:xfrm>
              <a:off x="5044061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4686884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4686884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4865472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17"/>
            <p:cNvSpPr/>
            <p:nvPr/>
          </p:nvSpPr>
          <p:spPr>
            <a:xfrm>
              <a:off x="4865472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5044061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9" name="object 519"/>
            <p:cNvSpPr/>
            <p:nvPr/>
          </p:nvSpPr>
          <p:spPr>
            <a:xfrm>
              <a:off x="5044061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4686884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1"/>
            <p:cNvSpPr/>
            <p:nvPr/>
          </p:nvSpPr>
          <p:spPr>
            <a:xfrm>
              <a:off x="4686884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4865472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/>
            <p:cNvSpPr/>
            <p:nvPr/>
          </p:nvSpPr>
          <p:spPr>
            <a:xfrm>
              <a:off x="4865472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5044061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5044061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5222857" y="24722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5222857" y="24722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5401445" y="24722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5401445" y="247229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5222857" y="265090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1" name="object 531"/>
            <p:cNvSpPr/>
            <p:nvPr/>
          </p:nvSpPr>
          <p:spPr>
            <a:xfrm>
              <a:off x="5222857" y="265090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2"/>
            <p:cNvSpPr/>
            <p:nvPr/>
          </p:nvSpPr>
          <p:spPr>
            <a:xfrm>
              <a:off x="5401445" y="265090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3" name="object 533"/>
            <p:cNvSpPr/>
            <p:nvPr/>
          </p:nvSpPr>
          <p:spPr>
            <a:xfrm>
              <a:off x="5401445" y="265090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4" name="object 534"/>
            <p:cNvSpPr/>
            <p:nvPr/>
          </p:nvSpPr>
          <p:spPr>
            <a:xfrm>
              <a:off x="5222857" y="282952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535"/>
            <p:cNvSpPr/>
            <p:nvPr/>
          </p:nvSpPr>
          <p:spPr>
            <a:xfrm>
              <a:off x="5222857" y="282952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36"/>
            <p:cNvSpPr/>
            <p:nvPr/>
          </p:nvSpPr>
          <p:spPr>
            <a:xfrm>
              <a:off x="5401445" y="282952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5401445" y="282952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8" name="object 538"/>
          <p:cNvGrpSpPr/>
          <p:nvPr/>
        </p:nvGrpSpPr>
        <p:grpSpPr>
          <a:xfrm>
            <a:off x="3612178" y="3183267"/>
            <a:ext cx="24130" cy="24130"/>
            <a:chOff x="3612178" y="3183267"/>
            <a:chExt cx="24130" cy="24130"/>
          </a:xfrm>
        </p:grpSpPr>
        <p:sp>
          <p:nvSpPr>
            <p:cNvPr id="539" name="object 539"/>
            <p:cNvSpPr/>
            <p:nvPr/>
          </p:nvSpPr>
          <p:spPr>
            <a:xfrm>
              <a:off x="3615353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3615353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1" name="object 541"/>
          <p:cNvGrpSpPr/>
          <p:nvPr/>
        </p:nvGrpSpPr>
        <p:grpSpPr>
          <a:xfrm>
            <a:off x="3790767" y="3183267"/>
            <a:ext cx="24130" cy="24130"/>
            <a:chOff x="3790767" y="3183267"/>
            <a:chExt cx="24130" cy="24130"/>
          </a:xfrm>
        </p:grpSpPr>
        <p:sp>
          <p:nvSpPr>
            <p:cNvPr id="542" name="object 542"/>
            <p:cNvSpPr/>
            <p:nvPr/>
          </p:nvSpPr>
          <p:spPr>
            <a:xfrm>
              <a:off x="3793942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3793942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4" name="object 544"/>
          <p:cNvGrpSpPr/>
          <p:nvPr/>
        </p:nvGrpSpPr>
        <p:grpSpPr>
          <a:xfrm>
            <a:off x="3969355" y="3183267"/>
            <a:ext cx="24130" cy="24130"/>
            <a:chOff x="3969355" y="3183267"/>
            <a:chExt cx="24130" cy="24130"/>
          </a:xfrm>
        </p:grpSpPr>
        <p:sp>
          <p:nvSpPr>
            <p:cNvPr id="545" name="object 545"/>
            <p:cNvSpPr/>
            <p:nvPr/>
          </p:nvSpPr>
          <p:spPr>
            <a:xfrm>
              <a:off x="3972530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3972530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7" name="object 547"/>
          <p:cNvGrpSpPr/>
          <p:nvPr/>
        </p:nvGrpSpPr>
        <p:grpSpPr>
          <a:xfrm>
            <a:off x="4147944" y="3183267"/>
            <a:ext cx="24130" cy="24130"/>
            <a:chOff x="4147944" y="3183267"/>
            <a:chExt cx="24130" cy="24130"/>
          </a:xfrm>
        </p:grpSpPr>
        <p:sp>
          <p:nvSpPr>
            <p:cNvPr id="548" name="object 548"/>
            <p:cNvSpPr/>
            <p:nvPr/>
          </p:nvSpPr>
          <p:spPr>
            <a:xfrm>
              <a:off x="4151119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49"/>
            <p:cNvSpPr/>
            <p:nvPr/>
          </p:nvSpPr>
          <p:spPr>
            <a:xfrm>
              <a:off x="4151119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0" name="object 550"/>
          <p:cNvGrpSpPr/>
          <p:nvPr/>
        </p:nvGrpSpPr>
        <p:grpSpPr>
          <a:xfrm>
            <a:off x="4326532" y="3183267"/>
            <a:ext cx="24130" cy="24130"/>
            <a:chOff x="4326532" y="3183267"/>
            <a:chExt cx="24130" cy="24130"/>
          </a:xfrm>
        </p:grpSpPr>
        <p:sp>
          <p:nvSpPr>
            <p:cNvPr id="551" name="object 551"/>
            <p:cNvSpPr/>
            <p:nvPr/>
          </p:nvSpPr>
          <p:spPr>
            <a:xfrm>
              <a:off x="4329707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4329707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3" name="object 553"/>
          <p:cNvGrpSpPr/>
          <p:nvPr/>
        </p:nvGrpSpPr>
        <p:grpSpPr>
          <a:xfrm>
            <a:off x="4505120" y="3183267"/>
            <a:ext cx="24130" cy="24130"/>
            <a:chOff x="4505120" y="3183267"/>
            <a:chExt cx="24130" cy="24130"/>
          </a:xfrm>
        </p:grpSpPr>
        <p:sp>
          <p:nvSpPr>
            <p:cNvPr id="554" name="object 554"/>
            <p:cNvSpPr/>
            <p:nvPr/>
          </p:nvSpPr>
          <p:spPr>
            <a:xfrm>
              <a:off x="4508295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4508295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6" name="object 556"/>
          <p:cNvGrpSpPr/>
          <p:nvPr/>
        </p:nvGrpSpPr>
        <p:grpSpPr>
          <a:xfrm>
            <a:off x="4683709" y="3183267"/>
            <a:ext cx="24130" cy="24130"/>
            <a:chOff x="4683709" y="3183267"/>
            <a:chExt cx="24130" cy="24130"/>
          </a:xfrm>
        </p:grpSpPr>
        <p:sp>
          <p:nvSpPr>
            <p:cNvPr id="557" name="object 557"/>
            <p:cNvSpPr/>
            <p:nvPr/>
          </p:nvSpPr>
          <p:spPr>
            <a:xfrm>
              <a:off x="4686884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4686884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9" name="object 559"/>
          <p:cNvGrpSpPr/>
          <p:nvPr/>
        </p:nvGrpSpPr>
        <p:grpSpPr>
          <a:xfrm>
            <a:off x="4862297" y="3183267"/>
            <a:ext cx="24130" cy="24130"/>
            <a:chOff x="4862297" y="3183267"/>
            <a:chExt cx="24130" cy="24130"/>
          </a:xfrm>
        </p:grpSpPr>
        <p:sp>
          <p:nvSpPr>
            <p:cNvPr id="560" name="object 560"/>
            <p:cNvSpPr/>
            <p:nvPr/>
          </p:nvSpPr>
          <p:spPr>
            <a:xfrm>
              <a:off x="4865472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4865472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2" name="object 562"/>
          <p:cNvGrpSpPr/>
          <p:nvPr/>
        </p:nvGrpSpPr>
        <p:grpSpPr>
          <a:xfrm>
            <a:off x="5040886" y="3183267"/>
            <a:ext cx="24130" cy="24130"/>
            <a:chOff x="5040886" y="3183267"/>
            <a:chExt cx="24130" cy="24130"/>
          </a:xfrm>
        </p:grpSpPr>
        <p:sp>
          <p:nvSpPr>
            <p:cNvPr id="563" name="object 563"/>
            <p:cNvSpPr/>
            <p:nvPr/>
          </p:nvSpPr>
          <p:spPr>
            <a:xfrm>
              <a:off x="5044061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5044061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5" name="object 565"/>
          <p:cNvGrpSpPr/>
          <p:nvPr/>
        </p:nvGrpSpPr>
        <p:grpSpPr>
          <a:xfrm>
            <a:off x="3790767" y="2647944"/>
            <a:ext cx="24130" cy="24130"/>
            <a:chOff x="3790767" y="2647944"/>
            <a:chExt cx="24130" cy="24130"/>
          </a:xfrm>
        </p:grpSpPr>
        <p:sp>
          <p:nvSpPr>
            <p:cNvPr id="566" name="object 566"/>
            <p:cNvSpPr/>
            <p:nvPr/>
          </p:nvSpPr>
          <p:spPr>
            <a:xfrm>
              <a:off x="3793942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3793942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8" name="object 568"/>
          <p:cNvGrpSpPr/>
          <p:nvPr/>
        </p:nvGrpSpPr>
        <p:grpSpPr>
          <a:xfrm>
            <a:off x="3969355" y="2647944"/>
            <a:ext cx="24130" cy="24130"/>
            <a:chOff x="3969355" y="2647944"/>
            <a:chExt cx="24130" cy="24130"/>
          </a:xfrm>
        </p:grpSpPr>
        <p:sp>
          <p:nvSpPr>
            <p:cNvPr id="569" name="object 569"/>
            <p:cNvSpPr/>
            <p:nvPr/>
          </p:nvSpPr>
          <p:spPr>
            <a:xfrm>
              <a:off x="3972530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/>
            <p:cNvSpPr/>
            <p:nvPr/>
          </p:nvSpPr>
          <p:spPr>
            <a:xfrm>
              <a:off x="3972530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1" name="object 571"/>
          <p:cNvGrpSpPr/>
          <p:nvPr/>
        </p:nvGrpSpPr>
        <p:grpSpPr>
          <a:xfrm>
            <a:off x="4147944" y="2647944"/>
            <a:ext cx="24130" cy="24130"/>
            <a:chOff x="4147944" y="2647944"/>
            <a:chExt cx="24130" cy="24130"/>
          </a:xfrm>
        </p:grpSpPr>
        <p:sp>
          <p:nvSpPr>
            <p:cNvPr id="572" name="object 572"/>
            <p:cNvSpPr/>
            <p:nvPr/>
          </p:nvSpPr>
          <p:spPr>
            <a:xfrm>
              <a:off x="4151119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573"/>
            <p:cNvSpPr/>
            <p:nvPr/>
          </p:nvSpPr>
          <p:spPr>
            <a:xfrm>
              <a:off x="4151119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4" name="object 574"/>
          <p:cNvGrpSpPr/>
          <p:nvPr/>
        </p:nvGrpSpPr>
        <p:grpSpPr>
          <a:xfrm>
            <a:off x="4326532" y="2647944"/>
            <a:ext cx="24130" cy="24130"/>
            <a:chOff x="4326532" y="2647944"/>
            <a:chExt cx="24130" cy="24130"/>
          </a:xfrm>
        </p:grpSpPr>
        <p:sp>
          <p:nvSpPr>
            <p:cNvPr id="575" name="object 575"/>
            <p:cNvSpPr/>
            <p:nvPr/>
          </p:nvSpPr>
          <p:spPr>
            <a:xfrm>
              <a:off x="4329707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4329707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7" name="object 577"/>
          <p:cNvGrpSpPr/>
          <p:nvPr/>
        </p:nvGrpSpPr>
        <p:grpSpPr>
          <a:xfrm>
            <a:off x="4505120" y="2647944"/>
            <a:ext cx="24130" cy="24130"/>
            <a:chOff x="4505120" y="2647944"/>
            <a:chExt cx="24130" cy="24130"/>
          </a:xfrm>
        </p:grpSpPr>
        <p:sp>
          <p:nvSpPr>
            <p:cNvPr id="578" name="object 578"/>
            <p:cNvSpPr/>
            <p:nvPr/>
          </p:nvSpPr>
          <p:spPr>
            <a:xfrm>
              <a:off x="4508295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579"/>
            <p:cNvSpPr/>
            <p:nvPr/>
          </p:nvSpPr>
          <p:spPr>
            <a:xfrm>
              <a:off x="4508295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0" name="object 580"/>
          <p:cNvGrpSpPr/>
          <p:nvPr/>
        </p:nvGrpSpPr>
        <p:grpSpPr>
          <a:xfrm>
            <a:off x="3612178" y="3361985"/>
            <a:ext cx="24130" cy="24130"/>
            <a:chOff x="3612178" y="3361985"/>
            <a:chExt cx="24130" cy="24130"/>
          </a:xfrm>
        </p:grpSpPr>
        <p:sp>
          <p:nvSpPr>
            <p:cNvPr id="581" name="object 581"/>
            <p:cNvSpPr/>
            <p:nvPr/>
          </p:nvSpPr>
          <p:spPr>
            <a:xfrm>
              <a:off x="3615353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3615353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3" name="object 583"/>
          <p:cNvGrpSpPr/>
          <p:nvPr/>
        </p:nvGrpSpPr>
        <p:grpSpPr>
          <a:xfrm>
            <a:off x="3790767" y="3361985"/>
            <a:ext cx="24130" cy="24130"/>
            <a:chOff x="3790767" y="3361985"/>
            <a:chExt cx="24130" cy="24130"/>
          </a:xfrm>
        </p:grpSpPr>
        <p:sp>
          <p:nvSpPr>
            <p:cNvPr id="584" name="object 584"/>
            <p:cNvSpPr/>
            <p:nvPr/>
          </p:nvSpPr>
          <p:spPr>
            <a:xfrm>
              <a:off x="3793942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3793942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6" name="object 586"/>
          <p:cNvGrpSpPr/>
          <p:nvPr/>
        </p:nvGrpSpPr>
        <p:grpSpPr>
          <a:xfrm>
            <a:off x="3969355" y="3361985"/>
            <a:ext cx="24130" cy="24130"/>
            <a:chOff x="3969355" y="3361985"/>
            <a:chExt cx="24130" cy="24130"/>
          </a:xfrm>
        </p:grpSpPr>
        <p:sp>
          <p:nvSpPr>
            <p:cNvPr id="587" name="object 587"/>
            <p:cNvSpPr/>
            <p:nvPr/>
          </p:nvSpPr>
          <p:spPr>
            <a:xfrm>
              <a:off x="3972530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3972530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9" name="object 589"/>
          <p:cNvGrpSpPr/>
          <p:nvPr/>
        </p:nvGrpSpPr>
        <p:grpSpPr>
          <a:xfrm>
            <a:off x="4147944" y="3361985"/>
            <a:ext cx="24130" cy="24130"/>
            <a:chOff x="4147944" y="3361985"/>
            <a:chExt cx="24130" cy="24130"/>
          </a:xfrm>
        </p:grpSpPr>
        <p:sp>
          <p:nvSpPr>
            <p:cNvPr id="590" name="object 590"/>
            <p:cNvSpPr/>
            <p:nvPr/>
          </p:nvSpPr>
          <p:spPr>
            <a:xfrm>
              <a:off x="4151119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4151119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2" name="object 592"/>
          <p:cNvGrpSpPr/>
          <p:nvPr/>
        </p:nvGrpSpPr>
        <p:grpSpPr>
          <a:xfrm>
            <a:off x="4326532" y="3361985"/>
            <a:ext cx="24130" cy="24130"/>
            <a:chOff x="4326532" y="3361985"/>
            <a:chExt cx="24130" cy="24130"/>
          </a:xfrm>
        </p:grpSpPr>
        <p:sp>
          <p:nvSpPr>
            <p:cNvPr id="593" name="object 593"/>
            <p:cNvSpPr/>
            <p:nvPr/>
          </p:nvSpPr>
          <p:spPr>
            <a:xfrm>
              <a:off x="4329707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4329707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5" name="object 595"/>
          <p:cNvGrpSpPr/>
          <p:nvPr/>
        </p:nvGrpSpPr>
        <p:grpSpPr>
          <a:xfrm>
            <a:off x="4505120" y="3361985"/>
            <a:ext cx="24130" cy="24130"/>
            <a:chOff x="4505120" y="3361985"/>
            <a:chExt cx="24130" cy="24130"/>
          </a:xfrm>
        </p:grpSpPr>
        <p:sp>
          <p:nvSpPr>
            <p:cNvPr id="596" name="object 596"/>
            <p:cNvSpPr/>
            <p:nvPr/>
          </p:nvSpPr>
          <p:spPr>
            <a:xfrm>
              <a:off x="4508295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7" name="object 597"/>
            <p:cNvSpPr/>
            <p:nvPr/>
          </p:nvSpPr>
          <p:spPr>
            <a:xfrm>
              <a:off x="4508295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8" name="object 598"/>
          <p:cNvGrpSpPr/>
          <p:nvPr/>
        </p:nvGrpSpPr>
        <p:grpSpPr>
          <a:xfrm>
            <a:off x="4683709" y="3361985"/>
            <a:ext cx="24130" cy="24130"/>
            <a:chOff x="4683709" y="3361985"/>
            <a:chExt cx="24130" cy="24130"/>
          </a:xfrm>
        </p:grpSpPr>
        <p:sp>
          <p:nvSpPr>
            <p:cNvPr id="599" name="object 599"/>
            <p:cNvSpPr/>
            <p:nvPr/>
          </p:nvSpPr>
          <p:spPr>
            <a:xfrm>
              <a:off x="4686884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0" name="object 600"/>
            <p:cNvSpPr/>
            <p:nvPr/>
          </p:nvSpPr>
          <p:spPr>
            <a:xfrm>
              <a:off x="4686884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1" name="object 601"/>
          <p:cNvGrpSpPr/>
          <p:nvPr/>
        </p:nvGrpSpPr>
        <p:grpSpPr>
          <a:xfrm>
            <a:off x="4862297" y="3361985"/>
            <a:ext cx="24130" cy="24130"/>
            <a:chOff x="4862297" y="3361985"/>
            <a:chExt cx="24130" cy="24130"/>
          </a:xfrm>
        </p:grpSpPr>
        <p:sp>
          <p:nvSpPr>
            <p:cNvPr id="602" name="object 602"/>
            <p:cNvSpPr/>
            <p:nvPr/>
          </p:nvSpPr>
          <p:spPr>
            <a:xfrm>
              <a:off x="4865472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3" name="object 603"/>
            <p:cNvSpPr/>
            <p:nvPr/>
          </p:nvSpPr>
          <p:spPr>
            <a:xfrm>
              <a:off x="4865472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4" name="object 604"/>
          <p:cNvGrpSpPr/>
          <p:nvPr/>
        </p:nvGrpSpPr>
        <p:grpSpPr>
          <a:xfrm>
            <a:off x="5040886" y="3361985"/>
            <a:ext cx="24130" cy="24130"/>
            <a:chOff x="5040886" y="3361985"/>
            <a:chExt cx="24130" cy="24130"/>
          </a:xfrm>
        </p:grpSpPr>
        <p:sp>
          <p:nvSpPr>
            <p:cNvPr id="605" name="object 605"/>
            <p:cNvSpPr/>
            <p:nvPr/>
          </p:nvSpPr>
          <p:spPr>
            <a:xfrm>
              <a:off x="5044061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6" name="object 606"/>
            <p:cNvSpPr/>
            <p:nvPr/>
          </p:nvSpPr>
          <p:spPr>
            <a:xfrm>
              <a:off x="5044061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7" name="object 607"/>
          <p:cNvGrpSpPr/>
          <p:nvPr/>
        </p:nvGrpSpPr>
        <p:grpSpPr>
          <a:xfrm>
            <a:off x="3790767" y="2826675"/>
            <a:ext cx="24130" cy="24130"/>
            <a:chOff x="3790767" y="2826675"/>
            <a:chExt cx="24130" cy="24130"/>
          </a:xfrm>
        </p:grpSpPr>
        <p:sp>
          <p:nvSpPr>
            <p:cNvPr id="608" name="object 608"/>
            <p:cNvSpPr/>
            <p:nvPr/>
          </p:nvSpPr>
          <p:spPr>
            <a:xfrm>
              <a:off x="3793942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9" name="object 609"/>
            <p:cNvSpPr/>
            <p:nvPr/>
          </p:nvSpPr>
          <p:spPr>
            <a:xfrm>
              <a:off x="3793942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0" name="object 610"/>
          <p:cNvGrpSpPr/>
          <p:nvPr/>
        </p:nvGrpSpPr>
        <p:grpSpPr>
          <a:xfrm>
            <a:off x="3969355" y="2826675"/>
            <a:ext cx="24130" cy="24130"/>
            <a:chOff x="3969355" y="2826675"/>
            <a:chExt cx="24130" cy="24130"/>
          </a:xfrm>
        </p:grpSpPr>
        <p:sp>
          <p:nvSpPr>
            <p:cNvPr id="611" name="object 611"/>
            <p:cNvSpPr/>
            <p:nvPr/>
          </p:nvSpPr>
          <p:spPr>
            <a:xfrm>
              <a:off x="3972530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2" name="object 612"/>
            <p:cNvSpPr/>
            <p:nvPr/>
          </p:nvSpPr>
          <p:spPr>
            <a:xfrm>
              <a:off x="3972530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3" name="object 613"/>
          <p:cNvGrpSpPr/>
          <p:nvPr/>
        </p:nvGrpSpPr>
        <p:grpSpPr>
          <a:xfrm>
            <a:off x="4147944" y="2826675"/>
            <a:ext cx="24130" cy="24130"/>
            <a:chOff x="4147944" y="2826675"/>
            <a:chExt cx="24130" cy="24130"/>
          </a:xfrm>
        </p:grpSpPr>
        <p:sp>
          <p:nvSpPr>
            <p:cNvPr id="614" name="object 614"/>
            <p:cNvSpPr/>
            <p:nvPr/>
          </p:nvSpPr>
          <p:spPr>
            <a:xfrm>
              <a:off x="4151119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5" name="object 615"/>
            <p:cNvSpPr/>
            <p:nvPr/>
          </p:nvSpPr>
          <p:spPr>
            <a:xfrm>
              <a:off x="4151119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6" name="object 616"/>
          <p:cNvGrpSpPr/>
          <p:nvPr/>
        </p:nvGrpSpPr>
        <p:grpSpPr>
          <a:xfrm>
            <a:off x="4326532" y="2826675"/>
            <a:ext cx="24130" cy="24130"/>
            <a:chOff x="4326532" y="2826675"/>
            <a:chExt cx="24130" cy="24130"/>
          </a:xfrm>
        </p:grpSpPr>
        <p:sp>
          <p:nvSpPr>
            <p:cNvPr id="617" name="object 617"/>
            <p:cNvSpPr/>
            <p:nvPr/>
          </p:nvSpPr>
          <p:spPr>
            <a:xfrm>
              <a:off x="4329707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8" name="object 618"/>
            <p:cNvSpPr/>
            <p:nvPr/>
          </p:nvSpPr>
          <p:spPr>
            <a:xfrm>
              <a:off x="4329707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9" name="object 619"/>
          <p:cNvGrpSpPr/>
          <p:nvPr/>
        </p:nvGrpSpPr>
        <p:grpSpPr>
          <a:xfrm>
            <a:off x="4505120" y="2826675"/>
            <a:ext cx="24130" cy="24130"/>
            <a:chOff x="4505120" y="2826675"/>
            <a:chExt cx="24130" cy="24130"/>
          </a:xfrm>
        </p:grpSpPr>
        <p:sp>
          <p:nvSpPr>
            <p:cNvPr id="620" name="object 620"/>
            <p:cNvSpPr/>
            <p:nvPr/>
          </p:nvSpPr>
          <p:spPr>
            <a:xfrm>
              <a:off x="4508295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1" name="object 621"/>
            <p:cNvSpPr/>
            <p:nvPr/>
          </p:nvSpPr>
          <p:spPr>
            <a:xfrm>
              <a:off x="4508295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2" name="object 622"/>
          <p:cNvGrpSpPr/>
          <p:nvPr/>
        </p:nvGrpSpPr>
        <p:grpSpPr>
          <a:xfrm>
            <a:off x="3612178" y="3540715"/>
            <a:ext cx="24130" cy="24130"/>
            <a:chOff x="3612178" y="3540715"/>
            <a:chExt cx="24130" cy="24130"/>
          </a:xfrm>
        </p:grpSpPr>
        <p:sp>
          <p:nvSpPr>
            <p:cNvPr id="623" name="object 623"/>
            <p:cNvSpPr/>
            <p:nvPr/>
          </p:nvSpPr>
          <p:spPr>
            <a:xfrm>
              <a:off x="3615353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4" name="object 624"/>
            <p:cNvSpPr/>
            <p:nvPr/>
          </p:nvSpPr>
          <p:spPr>
            <a:xfrm>
              <a:off x="3615353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5" name="object 625"/>
          <p:cNvGrpSpPr/>
          <p:nvPr/>
        </p:nvGrpSpPr>
        <p:grpSpPr>
          <a:xfrm>
            <a:off x="3790767" y="3540715"/>
            <a:ext cx="24130" cy="24130"/>
            <a:chOff x="3790767" y="3540715"/>
            <a:chExt cx="24130" cy="24130"/>
          </a:xfrm>
        </p:grpSpPr>
        <p:sp>
          <p:nvSpPr>
            <p:cNvPr id="626" name="object 626"/>
            <p:cNvSpPr/>
            <p:nvPr/>
          </p:nvSpPr>
          <p:spPr>
            <a:xfrm>
              <a:off x="3793942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627"/>
            <p:cNvSpPr/>
            <p:nvPr/>
          </p:nvSpPr>
          <p:spPr>
            <a:xfrm>
              <a:off x="3793942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8" name="object 628"/>
          <p:cNvGrpSpPr/>
          <p:nvPr/>
        </p:nvGrpSpPr>
        <p:grpSpPr>
          <a:xfrm>
            <a:off x="3969355" y="3540715"/>
            <a:ext cx="24130" cy="24130"/>
            <a:chOff x="3969355" y="3540715"/>
            <a:chExt cx="24130" cy="24130"/>
          </a:xfrm>
        </p:grpSpPr>
        <p:sp>
          <p:nvSpPr>
            <p:cNvPr id="629" name="object 629"/>
            <p:cNvSpPr/>
            <p:nvPr/>
          </p:nvSpPr>
          <p:spPr>
            <a:xfrm>
              <a:off x="3972530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630"/>
            <p:cNvSpPr/>
            <p:nvPr/>
          </p:nvSpPr>
          <p:spPr>
            <a:xfrm>
              <a:off x="3972530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1" name="object 631"/>
          <p:cNvGrpSpPr/>
          <p:nvPr/>
        </p:nvGrpSpPr>
        <p:grpSpPr>
          <a:xfrm>
            <a:off x="4147944" y="3540715"/>
            <a:ext cx="24130" cy="24130"/>
            <a:chOff x="4147944" y="3540715"/>
            <a:chExt cx="24130" cy="24130"/>
          </a:xfrm>
        </p:grpSpPr>
        <p:sp>
          <p:nvSpPr>
            <p:cNvPr id="632" name="object 632"/>
            <p:cNvSpPr/>
            <p:nvPr/>
          </p:nvSpPr>
          <p:spPr>
            <a:xfrm>
              <a:off x="4151119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3" name="object 633"/>
            <p:cNvSpPr/>
            <p:nvPr/>
          </p:nvSpPr>
          <p:spPr>
            <a:xfrm>
              <a:off x="4151119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4" name="object 634"/>
          <p:cNvGrpSpPr/>
          <p:nvPr/>
        </p:nvGrpSpPr>
        <p:grpSpPr>
          <a:xfrm>
            <a:off x="4326532" y="3540715"/>
            <a:ext cx="24130" cy="24130"/>
            <a:chOff x="4326532" y="3540715"/>
            <a:chExt cx="24130" cy="24130"/>
          </a:xfrm>
        </p:grpSpPr>
        <p:sp>
          <p:nvSpPr>
            <p:cNvPr id="635" name="object 635"/>
            <p:cNvSpPr/>
            <p:nvPr/>
          </p:nvSpPr>
          <p:spPr>
            <a:xfrm>
              <a:off x="4329707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6" name="object 636"/>
            <p:cNvSpPr/>
            <p:nvPr/>
          </p:nvSpPr>
          <p:spPr>
            <a:xfrm>
              <a:off x="4329707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7" name="object 637"/>
          <p:cNvGrpSpPr/>
          <p:nvPr/>
        </p:nvGrpSpPr>
        <p:grpSpPr>
          <a:xfrm>
            <a:off x="4505120" y="3540715"/>
            <a:ext cx="24130" cy="24130"/>
            <a:chOff x="4505120" y="3540715"/>
            <a:chExt cx="24130" cy="24130"/>
          </a:xfrm>
        </p:grpSpPr>
        <p:sp>
          <p:nvSpPr>
            <p:cNvPr id="638" name="object 638"/>
            <p:cNvSpPr/>
            <p:nvPr/>
          </p:nvSpPr>
          <p:spPr>
            <a:xfrm>
              <a:off x="4508295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9" name="object 639"/>
            <p:cNvSpPr/>
            <p:nvPr/>
          </p:nvSpPr>
          <p:spPr>
            <a:xfrm>
              <a:off x="4508295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0" name="object 640"/>
          <p:cNvGrpSpPr/>
          <p:nvPr/>
        </p:nvGrpSpPr>
        <p:grpSpPr>
          <a:xfrm>
            <a:off x="4683709" y="3540715"/>
            <a:ext cx="24130" cy="24130"/>
            <a:chOff x="4683709" y="3540715"/>
            <a:chExt cx="24130" cy="24130"/>
          </a:xfrm>
        </p:grpSpPr>
        <p:sp>
          <p:nvSpPr>
            <p:cNvPr id="641" name="object 641"/>
            <p:cNvSpPr/>
            <p:nvPr/>
          </p:nvSpPr>
          <p:spPr>
            <a:xfrm>
              <a:off x="4686884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2" name="object 642"/>
            <p:cNvSpPr/>
            <p:nvPr/>
          </p:nvSpPr>
          <p:spPr>
            <a:xfrm>
              <a:off x="4686884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3" name="object 643"/>
          <p:cNvGrpSpPr/>
          <p:nvPr/>
        </p:nvGrpSpPr>
        <p:grpSpPr>
          <a:xfrm>
            <a:off x="4862297" y="3540715"/>
            <a:ext cx="24130" cy="24130"/>
            <a:chOff x="4862297" y="3540715"/>
            <a:chExt cx="24130" cy="24130"/>
          </a:xfrm>
        </p:grpSpPr>
        <p:sp>
          <p:nvSpPr>
            <p:cNvPr id="644" name="object 644"/>
            <p:cNvSpPr/>
            <p:nvPr/>
          </p:nvSpPr>
          <p:spPr>
            <a:xfrm>
              <a:off x="4865472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5" name="object 645"/>
            <p:cNvSpPr/>
            <p:nvPr/>
          </p:nvSpPr>
          <p:spPr>
            <a:xfrm>
              <a:off x="4865472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6" name="object 646"/>
          <p:cNvGrpSpPr/>
          <p:nvPr/>
        </p:nvGrpSpPr>
        <p:grpSpPr>
          <a:xfrm>
            <a:off x="5040886" y="3540715"/>
            <a:ext cx="24130" cy="24130"/>
            <a:chOff x="5040886" y="3540715"/>
            <a:chExt cx="24130" cy="24130"/>
          </a:xfrm>
        </p:grpSpPr>
        <p:sp>
          <p:nvSpPr>
            <p:cNvPr id="647" name="object 647"/>
            <p:cNvSpPr/>
            <p:nvPr/>
          </p:nvSpPr>
          <p:spPr>
            <a:xfrm>
              <a:off x="5044061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8" name="object 648"/>
            <p:cNvSpPr/>
            <p:nvPr/>
          </p:nvSpPr>
          <p:spPr>
            <a:xfrm>
              <a:off x="5044061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9" name="object 649"/>
          <p:cNvGrpSpPr/>
          <p:nvPr/>
        </p:nvGrpSpPr>
        <p:grpSpPr>
          <a:xfrm>
            <a:off x="3612178" y="3719433"/>
            <a:ext cx="24130" cy="24130"/>
            <a:chOff x="3612178" y="3719433"/>
            <a:chExt cx="24130" cy="24130"/>
          </a:xfrm>
        </p:grpSpPr>
        <p:sp>
          <p:nvSpPr>
            <p:cNvPr id="650" name="object 650"/>
            <p:cNvSpPr/>
            <p:nvPr/>
          </p:nvSpPr>
          <p:spPr>
            <a:xfrm>
              <a:off x="3615353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1" name="object 651"/>
            <p:cNvSpPr/>
            <p:nvPr/>
          </p:nvSpPr>
          <p:spPr>
            <a:xfrm>
              <a:off x="3615353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2" name="object 652"/>
          <p:cNvGrpSpPr/>
          <p:nvPr/>
        </p:nvGrpSpPr>
        <p:grpSpPr>
          <a:xfrm>
            <a:off x="3790767" y="3719433"/>
            <a:ext cx="24130" cy="24130"/>
            <a:chOff x="3790767" y="3719433"/>
            <a:chExt cx="24130" cy="24130"/>
          </a:xfrm>
        </p:grpSpPr>
        <p:sp>
          <p:nvSpPr>
            <p:cNvPr id="653" name="object 653"/>
            <p:cNvSpPr/>
            <p:nvPr/>
          </p:nvSpPr>
          <p:spPr>
            <a:xfrm>
              <a:off x="3793942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4" name="object 654"/>
            <p:cNvSpPr/>
            <p:nvPr/>
          </p:nvSpPr>
          <p:spPr>
            <a:xfrm>
              <a:off x="3793942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5" name="object 655"/>
          <p:cNvGrpSpPr/>
          <p:nvPr/>
        </p:nvGrpSpPr>
        <p:grpSpPr>
          <a:xfrm>
            <a:off x="3969355" y="3719433"/>
            <a:ext cx="24130" cy="24130"/>
            <a:chOff x="3969355" y="3719433"/>
            <a:chExt cx="24130" cy="24130"/>
          </a:xfrm>
        </p:grpSpPr>
        <p:sp>
          <p:nvSpPr>
            <p:cNvPr id="656" name="object 656"/>
            <p:cNvSpPr/>
            <p:nvPr/>
          </p:nvSpPr>
          <p:spPr>
            <a:xfrm>
              <a:off x="3972530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7" name="object 657"/>
            <p:cNvSpPr/>
            <p:nvPr/>
          </p:nvSpPr>
          <p:spPr>
            <a:xfrm>
              <a:off x="3972530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8" name="object 658"/>
          <p:cNvGrpSpPr/>
          <p:nvPr/>
        </p:nvGrpSpPr>
        <p:grpSpPr>
          <a:xfrm>
            <a:off x="4147944" y="3719433"/>
            <a:ext cx="24130" cy="24130"/>
            <a:chOff x="4147944" y="3719433"/>
            <a:chExt cx="24130" cy="24130"/>
          </a:xfrm>
        </p:grpSpPr>
        <p:sp>
          <p:nvSpPr>
            <p:cNvPr id="659" name="object 659"/>
            <p:cNvSpPr/>
            <p:nvPr/>
          </p:nvSpPr>
          <p:spPr>
            <a:xfrm>
              <a:off x="4151119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0" name="object 660"/>
            <p:cNvSpPr/>
            <p:nvPr/>
          </p:nvSpPr>
          <p:spPr>
            <a:xfrm>
              <a:off x="4151119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1" name="object 661"/>
          <p:cNvGrpSpPr/>
          <p:nvPr/>
        </p:nvGrpSpPr>
        <p:grpSpPr>
          <a:xfrm>
            <a:off x="4326532" y="3719433"/>
            <a:ext cx="24130" cy="24130"/>
            <a:chOff x="4326532" y="3719433"/>
            <a:chExt cx="24130" cy="24130"/>
          </a:xfrm>
        </p:grpSpPr>
        <p:sp>
          <p:nvSpPr>
            <p:cNvPr id="662" name="object 662"/>
            <p:cNvSpPr/>
            <p:nvPr/>
          </p:nvSpPr>
          <p:spPr>
            <a:xfrm>
              <a:off x="4329707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3" name="object 663"/>
            <p:cNvSpPr/>
            <p:nvPr/>
          </p:nvSpPr>
          <p:spPr>
            <a:xfrm>
              <a:off x="4329707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4" name="object 664"/>
          <p:cNvGrpSpPr/>
          <p:nvPr/>
        </p:nvGrpSpPr>
        <p:grpSpPr>
          <a:xfrm>
            <a:off x="4505120" y="3719433"/>
            <a:ext cx="24130" cy="24130"/>
            <a:chOff x="4505120" y="3719433"/>
            <a:chExt cx="24130" cy="24130"/>
          </a:xfrm>
        </p:grpSpPr>
        <p:sp>
          <p:nvSpPr>
            <p:cNvPr id="665" name="object 665"/>
            <p:cNvSpPr/>
            <p:nvPr/>
          </p:nvSpPr>
          <p:spPr>
            <a:xfrm>
              <a:off x="4508295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6" name="object 666"/>
            <p:cNvSpPr/>
            <p:nvPr/>
          </p:nvSpPr>
          <p:spPr>
            <a:xfrm>
              <a:off x="4508295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7" name="object 667"/>
          <p:cNvGrpSpPr/>
          <p:nvPr/>
        </p:nvGrpSpPr>
        <p:grpSpPr>
          <a:xfrm>
            <a:off x="4683709" y="3719433"/>
            <a:ext cx="24130" cy="24130"/>
            <a:chOff x="4683709" y="3719433"/>
            <a:chExt cx="24130" cy="24130"/>
          </a:xfrm>
        </p:grpSpPr>
        <p:sp>
          <p:nvSpPr>
            <p:cNvPr id="668" name="object 668"/>
            <p:cNvSpPr/>
            <p:nvPr/>
          </p:nvSpPr>
          <p:spPr>
            <a:xfrm>
              <a:off x="4686884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9" name="object 669"/>
            <p:cNvSpPr/>
            <p:nvPr/>
          </p:nvSpPr>
          <p:spPr>
            <a:xfrm>
              <a:off x="4686884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0" name="object 670"/>
          <p:cNvGrpSpPr/>
          <p:nvPr/>
        </p:nvGrpSpPr>
        <p:grpSpPr>
          <a:xfrm>
            <a:off x="4862297" y="3719433"/>
            <a:ext cx="24130" cy="24130"/>
            <a:chOff x="4862297" y="3719433"/>
            <a:chExt cx="24130" cy="24130"/>
          </a:xfrm>
        </p:grpSpPr>
        <p:sp>
          <p:nvSpPr>
            <p:cNvPr id="671" name="object 671"/>
            <p:cNvSpPr/>
            <p:nvPr/>
          </p:nvSpPr>
          <p:spPr>
            <a:xfrm>
              <a:off x="4865472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2" name="object 672"/>
            <p:cNvSpPr/>
            <p:nvPr/>
          </p:nvSpPr>
          <p:spPr>
            <a:xfrm>
              <a:off x="4865472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3" name="object 673"/>
          <p:cNvGrpSpPr/>
          <p:nvPr/>
        </p:nvGrpSpPr>
        <p:grpSpPr>
          <a:xfrm>
            <a:off x="5040886" y="3719433"/>
            <a:ext cx="24130" cy="24130"/>
            <a:chOff x="5040886" y="3719433"/>
            <a:chExt cx="24130" cy="24130"/>
          </a:xfrm>
        </p:grpSpPr>
        <p:sp>
          <p:nvSpPr>
            <p:cNvPr id="674" name="object 674"/>
            <p:cNvSpPr/>
            <p:nvPr/>
          </p:nvSpPr>
          <p:spPr>
            <a:xfrm>
              <a:off x="5044061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5" name="object 675"/>
            <p:cNvSpPr/>
            <p:nvPr/>
          </p:nvSpPr>
          <p:spPr>
            <a:xfrm>
              <a:off x="5044061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6" name="object 676"/>
          <p:cNvGrpSpPr/>
          <p:nvPr/>
        </p:nvGrpSpPr>
        <p:grpSpPr>
          <a:xfrm>
            <a:off x="2004883" y="3897506"/>
            <a:ext cx="24130" cy="24130"/>
            <a:chOff x="2004883" y="3897506"/>
            <a:chExt cx="24130" cy="24130"/>
          </a:xfrm>
        </p:grpSpPr>
        <p:sp>
          <p:nvSpPr>
            <p:cNvPr id="677" name="object 677"/>
            <p:cNvSpPr/>
            <p:nvPr/>
          </p:nvSpPr>
          <p:spPr>
            <a:xfrm>
              <a:off x="2008058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8" name="object 678"/>
            <p:cNvSpPr/>
            <p:nvPr/>
          </p:nvSpPr>
          <p:spPr>
            <a:xfrm>
              <a:off x="2008058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9" name="object 679"/>
          <p:cNvGrpSpPr/>
          <p:nvPr/>
        </p:nvGrpSpPr>
        <p:grpSpPr>
          <a:xfrm>
            <a:off x="2183470" y="3897506"/>
            <a:ext cx="24130" cy="24130"/>
            <a:chOff x="2183470" y="3897506"/>
            <a:chExt cx="24130" cy="24130"/>
          </a:xfrm>
        </p:grpSpPr>
        <p:sp>
          <p:nvSpPr>
            <p:cNvPr id="680" name="object 680"/>
            <p:cNvSpPr/>
            <p:nvPr/>
          </p:nvSpPr>
          <p:spPr>
            <a:xfrm>
              <a:off x="2186645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1" name="object 681"/>
            <p:cNvSpPr/>
            <p:nvPr/>
          </p:nvSpPr>
          <p:spPr>
            <a:xfrm>
              <a:off x="2186645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2" name="object 682"/>
          <p:cNvGrpSpPr/>
          <p:nvPr/>
        </p:nvGrpSpPr>
        <p:grpSpPr>
          <a:xfrm>
            <a:off x="2362060" y="3897506"/>
            <a:ext cx="24130" cy="24130"/>
            <a:chOff x="2362060" y="3897506"/>
            <a:chExt cx="24130" cy="24130"/>
          </a:xfrm>
        </p:grpSpPr>
        <p:sp>
          <p:nvSpPr>
            <p:cNvPr id="683" name="object 683"/>
            <p:cNvSpPr/>
            <p:nvPr/>
          </p:nvSpPr>
          <p:spPr>
            <a:xfrm>
              <a:off x="2365235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4" name="object 684"/>
            <p:cNvSpPr/>
            <p:nvPr/>
          </p:nvSpPr>
          <p:spPr>
            <a:xfrm>
              <a:off x="2365235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5" name="object 685"/>
          <p:cNvGrpSpPr/>
          <p:nvPr/>
        </p:nvGrpSpPr>
        <p:grpSpPr>
          <a:xfrm>
            <a:off x="2540647" y="3897506"/>
            <a:ext cx="24130" cy="24130"/>
            <a:chOff x="2540647" y="3897506"/>
            <a:chExt cx="24130" cy="24130"/>
          </a:xfrm>
        </p:grpSpPr>
        <p:sp>
          <p:nvSpPr>
            <p:cNvPr id="686" name="object 686"/>
            <p:cNvSpPr/>
            <p:nvPr/>
          </p:nvSpPr>
          <p:spPr>
            <a:xfrm>
              <a:off x="2543822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7" name="object 687"/>
            <p:cNvSpPr/>
            <p:nvPr/>
          </p:nvSpPr>
          <p:spPr>
            <a:xfrm>
              <a:off x="2543822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8" name="object 688"/>
          <p:cNvGrpSpPr/>
          <p:nvPr/>
        </p:nvGrpSpPr>
        <p:grpSpPr>
          <a:xfrm>
            <a:off x="2719236" y="3897506"/>
            <a:ext cx="24130" cy="24130"/>
            <a:chOff x="2719236" y="3897506"/>
            <a:chExt cx="24130" cy="24130"/>
          </a:xfrm>
        </p:grpSpPr>
        <p:sp>
          <p:nvSpPr>
            <p:cNvPr id="689" name="object 689"/>
            <p:cNvSpPr/>
            <p:nvPr/>
          </p:nvSpPr>
          <p:spPr>
            <a:xfrm>
              <a:off x="2722411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0" name="object 690"/>
            <p:cNvSpPr/>
            <p:nvPr/>
          </p:nvSpPr>
          <p:spPr>
            <a:xfrm>
              <a:off x="2722411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1" name="object 691"/>
          <p:cNvGrpSpPr/>
          <p:nvPr/>
        </p:nvGrpSpPr>
        <p:grpSpPr>
          <a:xfrm>
            <a:off x="2897825" y="3897506"/>
            <a:ext cx="24130" cy="24130"/>
            <a:chOff x="2897825" y="3897506"/>
            <a:chExt cx="24130" cy="24130"/>
          </a:xfrm>
        </p:grpSpPr>
        <p:sp>
          <p:nvSpPr>
            <p:cNvPr id="692" name="object 692"/>
            <p:cNvSpPr/>
            <p:nvPr/>
          </p:nvSpPr>
          <p:spPr>
            <a:xfrm>
              <a:off x="2901000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3" name="object 693"/>
            <p:cNvSpPr/>
            <p:nvPr/>
          </p:nvSpPr>
          <p:spPr>
            <a:xfrm>
              <a:off x="2901000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4" name="object 694"/>
          <p:cNvGrpSpPr/>
          <p:nvPr/>
        </p:nvGrpSpPr>
        <p:grpSpPr>
          <a:xfrm>
            <a:off x="3076413" y="3897506"/>
            <a:ext cx="24130" cy="24130"/>
            <a:chOff x="3076413" y="3897506"/>
            <a:chExt cx="24130" cy="24130"/>
          </a:xfrm>
        </p:grpSpPr>
        <p:sp>
          <p:nvSpPr>
            <p:cNvPr id="695" name="object 695"/>
            <p:cNvSpPr/>
            <p:nvPr/>
          </p:nvSpPr>
          <p:spPr>
            <a:xfrm>
              <a:off x="3079588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6" name="object 696"/>
            <p:cNvSpPr/>
            <p:nvPr/>
          </p:nvSpPr>
          <p:spPr>
            <a:xfrm>
              <a:off x="3079588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7" name="object 697"/>
          <p:cNvGrpSpPr/>
          <p:nvPr/>
        </p:nvGrpSpPr>
        <p:grpSpPr>
          <a:xfrm>
            <a:off x="3255000" y="3897506"/>
            <a:ext cx="24130" cy="24130"/>
            <a:chOff x="3255000" y="3897506"/>
            <a:chExt cx="24130" cy="24130"/>
          </a:xfrm>
        </p:grpSpPr>
        <p:sp>
          <p:nvSpPr>
            <p:cNvPr id="698" name="object 698"/>
            <p:cNvSpPr/>
            <p:nvPr/>
          </p:nvSpPr>
          <p:spPr>
            <a:xfrm>
              <a:off x="3258175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9" name="object 699"/>
            <p:cNvSpPr/>
            <p:nvPr/>
          </p:nvSpPr>
          <p:spPr>
            <a:xfrm>
              <a:off x="3258175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0" name="object 700"/>
          <p:cNvGrpSpPr/>
          <p:nvPr/>
        </p:nvGrpSpPr>
        <p:grpSpPr>
          <a:xfrm>
            <a:off x="3433591" y="3897506"/>
            <a:ext cx="24130" cy="24130"/>
            <a:chOff x="3433591" y="3897506"/>
            <a:chExt cx="24130" cy="24130"/>
          </a:xfrm>
        </p:grpSpPr>
        <p:sp>
          <p:nvSpPr>
            <p:cNvPr id="701" name="object 701"/>
            <p:cNvSpPr/>
            <p:nvPr/>
          </p:nvSpPr>
          <p:spPr>
            <a:xfrm>
              <a:off x="3436766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2" name="object 702"/>
            <p:cNvSpPr/>
            <p:nvPr/>
          </p:nvSpPr>
          <p:spPr>
            <a:xfrm>
              <a:off x="3436766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3" name="object 703"/>
          <p:cNvGrpSpPr/>
          <p:nvPr/>
        </p:nvGrpSpPr>
        <p:grpSpPr>
          <a:xfrm>
            <a:off x="2004883" y="4611980"/>
            <a:ext cx="24130" cy="24130"/>
            <a:chOff x="2004883" y="4611980"/>
            <a:chExt cx="24130" cy="24130"/>
          </a:xfrm>
        </p:grpSpPr>
        <p:sp>
          <p:nvSpPr>
            <p:cNvPr id="704" name="object 704"/>
            <p:cNvSpPr/>
            <p:nvPr/>
          </p:nvSpPr>
          <p:spPr>
            <a:xfrm>
              <a:off x="2008058" y="461515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5" name="object 705"/>
            <p:cNvSpPr/>
            <p:nvPr/>
          </p:nvSpPr>
          <p:spPr>
            <a:xfrm>
              <a:off x="2008058" y="461515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6" name="object 706"/>
          <p:cNvGrpSpPr/>
          <p:nvPr/>
        </p:nvGrpSpPr>
        <p:grpSpPr>
          <a:xfrm>
            <a:off x="2183470" y="4611980"/>
            <a:ext cx="24130" cy="24130"/>
            <a:chOff x="2183470" y="4611980"/>
            <a:chExt cx="24130" cy="24130"/>
          </a:xfrm>
        </p:grpSpPr>
        <p:sp>
          <p:nvSpPr>
            <p:cNvPr id="707" name="object 707"/>
            <p:cNvSpPr/>
            <p:nvPr/>
          </p:nvSpPr>
          <p:spPr>
            <a:xfrm>
              <a:off x="2186645" y="461515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8" name="object 708"/>
            <p:cNvSpPr/>
            <p:nvPr/>
          </p:nvSpPr>
          <p:spPr>
            <a:xfrm>
              <a:off x="2186645" y="461515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9" name="object 709"/>
          <p:cNvGrpSpPr/>
          <p:nvPr/>
        </p:nvGrpSpPr>
        <p:grpSpPr>
          <a:xfrm>
            <a:off x="2362060" y="4611546"/>
            <a:ext cx="24130" cy="24130"/>
            <a:chOff x="2362060" y="4611546"/>
            <a:chExt cx="24130" cy="24130"/>
          </a:xfrm>
        </p:grpSpPr>
        <p:sp>
          <p:nvSpPr>
            <p:cNvPr id="710" name="object 710"/>
            <p:cNvSpPr/>
            <p:nvPr/>
          </p:nvSpPr>
          <p:spPr>
            <a:xfrm>
              <a:off x="2365235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1" name="object 711"/>
            <p:cNvSpPr/>
            <p:nvPr/>
          </p:nvSpPr>
          <p:spPr>
            <a:xfrm>
              <a:off x="2365235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2" name="object 712"/>
          <p:cNvGrpSpPr/>
          <p:nvPr/>
        </p:nvGrpSpPr>
        <p:grpSpPr>
          <a:xfrm>
            <a:off x="2540647" y="4611546"/>
            <a:ext cx="24130" cy="24130"/>
            <a:chOff x="2540647" y="4611546"/>
            <a:chExt cx="24130" cy="24130"/>
          </a:xfrm>
        </p:grpSpPr>
        <p:sp>
          <p:nvSpPr>
            <p:cNvPr id="713" name="object 713"/>
            <p:cNvSpPr/>
            <p:nvPr/>
          </p:nvSpPr>
          <p:spPr>
            <a:xfrm>
              <a:off x="2543822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4" name="object 714"/>
            <p:cNvSpPr/>
            <p:nvPr/>
          </p:nvSpPr>
          <p:spPr>
            <a:xfrm>
              <a:off x="2543822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5" name="object 715"/>
          <p:cNvGrpSpPr/>
          <p:nvPr/>
        </p:nvGrpSpPr>
        <p:grpSpPr>
          <a:xfrm>
            <a:off x="2719236" y="4611546"/>
            <a:ext cx="24130" cy="24130"/>
            <a:chOff x="2719236" y="4611546"/>
            <a:chExt cx="24130" cy="24130"/>
          </a:xfrm>
        </p:grpSpPr>
        <p:sp>
          <p:nvSpPr>
            <p:cNvPr id="716" name="object 716"/>
            <p:cNvSpPr/>
            <p:nvPr/>
          </p:nvSpPr>
          <p:spPr>
            <a:xfrm>
              <a:off x="2722411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7" name="object 717"/>
            <p:cNvSpPr/>
            <p:nvPr/>
          </p:nvSpPr>
          <p:spPr>
            <a:xfrm>
              <a:off x="2722411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8" name="object 718"/>
          <p:cNvGrpSpPr/>
          <p:nvPr/>
        </p:nvGrpSpPr>
        <p:grpSpPr>
          <a:xfrm>
            <a:off x="2897825" y="4611546"/>
            <a:ext cx="24130" cy="24130"/>
            <a:chOff x="2897825" y="4611546"/>
            <a:chExt cx="24130" cy="24130"/>
          </a:xfrm>
        </p:grpSpPr>
        <p:sp>
          <p:nvSpPr>
            <p:cNvPr id="719" name="object 719"/>
            <p:cNvSpPr/>
            <p:nvPr/>
          </p:nvSpPr>
          <p:spPr>
            <a:xfrm>
              <a:off x="2901000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0" name="object 720"/>
            <p:cNvSpPr/>
            <p:nvPr/>
          </p:nvSpPr>
          <p:spPr>
            <a:xfrm>
              <a:off x="2901000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1" name="object 721"/>
          <p:cNvGrpSpPr/>
          <p:nvPr/>
        </p:nvGrpSpPr>
        <p:grpSpPr>
          <a:xfrm>
            <a:off x="3076413" y="4611546"/>
            <a:ext cx="24130" cy="24130"/>
            <a:chOff x="3076413" y="4611546"/>
            <a:chExt cx="24130" cy="24130"/>
          </a:xfrm>
        </p:grpSpPr>
        <p:sp>
          <p:nvSpPr>
            <p:cNvPr id="722" name="object 722"/>
            <p:cNvSpPr/>
            <p:nvPr/>
          </p:nvSpPr>
          <p:spPr>
            <a:xfrm>
              <a:off x="3079588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3" name="object 723"/>
            <p:cNvSpPr/>
            <p:nvPr/>
          </p:nvSpPr>
          <p:spPr>
            <a:xfrm>
              <a:off x="3079588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4" name="object 724"/>
          <p:cNvGrpSpPr/>
          <p:nvPr/>
        </p:nvGrpSpPr>
        <p:grpSpPr>
          <a:xfrm>
            <a:off x="3255000" y="4611546"/>
            <a:ext cx="24130" cy="24130"/>
            <a:chOff x="3255000" y="4611546"/>
            <a:chExt cx="24130" cy="24130"/>
          </a:xfrm>
        </p:grpSpPr>
        <p:sp>
          <p:nvSpPr>
            <p:cNvPr id="725" name="object 725"/>
            <p:cNvSpPr/>
            <p:nvPr/>
          </p:nvSpPr>
          <p:spPr>
            <a:xfrm>
              <a:off x="3258175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6" name="object 726"/>
            <p:cNvSpPr/>
            <p:nvPr/>
          </p:nvSpPr>
          <p:spPr>
            <a:xfrm>
              <a:off x="3258175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7" name="object 727"/>
          <p:cNvGrpSpPr/>
          <p:nvPr/>
        </p:nvGrpSpPr>
        <p:grpSpPr>
          <a:xfrm>
            <a:off x="3433591" y="4611546"/>
            <a:ext cx="24130" cy="24130"/>
            <a:chOff x="3433591" y="4611546"/>
            <a:chExt cx="24130" cy="24130"/>
          </a:xfrm>
        </p:grpSpPr>
        <p:sp>
          <p:nvSpPr>
            <p:cNvPr id="728" name="object 728"/>
            <p:cNvSpPr/>
            <p:nvPr/>
          </p:nvSpPr>
          <p:spPr>
            <a:xfrm>
              <a:off x="3436766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9" name="object 729"/>
            <p:cNvSpPr/>
            <p:nvPr/>
          </p:nvSpPr>
          <p:spPr>
            <a:xfrm>
              <a:off x="3436766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0" name="object 730"/>
          <p:cNvGrpSpPr/>
          <p:nvPr/>
        </p:nvGrpSpPr>
        <p:grpSpPr>
          <a:xfrm>
            <a:off x="2004883" y="4076124"/>
            <a:ext cx="24130" cy="24130"/>
            <a:chOff x="2004883" y="4076124"/>
            <a:chExt cx="24130" cy="24130"/>
          </a:xfrm>
        </p:grpSpPr>
        <p:sp>
          <p:nvSpPr>
            <p:cNvPr id="731" name="object 731"/>
            <p:cNvSpPr/>
            <p:nvPr/>
          </p:nvSpPr>
          <p:spPr>
            <a:xfrm>
              <a:off x="2008058" y="40792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2" name="object 732"/>
            <p:cNvSpPr/>
            <p:nvPr/>
          </p:nvSpPr>
          <p:spPr>
            <a:xfrm>
              <a:off x="2008058" y="40792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3" name="object 733"/>
          <p:cNvGrpSpPr/>
          <p:nvPr/>
        </p:nvGrpSpPr>
        <p:grpSpPr>
          <a:xfrm>
            <a:off x="2183470" y="4076124"/>
            <a:ext cx="24130" cy="24130"/>
            <a:chOff x="2183470" y="4076124"/>
            <a:chExt cx="24130" cy="24130"/>
          </a:xfrm>
        </p:grpSpPr>
        <p:sp>
          <p:nvSpPr>
            <p:cNvPr id="734" name="object 734"/>
            <p:cNvSpPr/>
            <p:nvPr/>
          </p:nvSpPr>
          <p:spPr>
            <a:xfrm>
              <a:off x="2186645" y="40792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5" name="object 735"/>
            <p:cNvSpPr/>
            <p:nvPr/>
          </p:nvSpPr>
          <p:spPr>
            <a:xfrm>
              <a:off x="2186645" y="40792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6" name="object 736"/>
          <p:cNvGrpSpPr/>
          <p:nvPr/>
        </p:nvGrpSpPr>
        <p:grpSpPr>
          <a:xfrm>
            <a:off x="2362060" y="4076223"/>
            <a:ext cx="24130" cy="24130"/>
            <a:chOff x="2362060" y="4076223"/>
            <a:chExt cx="24130" cy="24130"/>
          </a:xfrm>
        </p:grpSpPr>
        <p:sp>
          <p:nvSpPr>
            <p:cNvPr id="737" name="object 737"/>
            <p:cNvSpPr/>
            <p:nvPr/>
          </p:nvSpPr>
          <p:spPr>
            <a:xfrm>
              <a:off x="2365235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8" name="object 738"/>
            <p:cNvSpPr/>
            <p:nvPr/>
          </p:nvSpPr>
          <p:spPr>
            <a:xfrm>
              <a:off x="2365235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9" name="object 739"/>
          <p:cNvGrpSpPr/>
          <p:nvPr/>
        </p:nvGrpSpPr>
        <p:grpSpPr>
          <a:xfrm>
            <a:off x="2540647" y="4076223"/>
            <a:ext cx="24130" cy="24130"/>
            <a:chOff x="2540647" y="4076223"/>
            <a:chExt cx="24130" cy="24130"/>
          </a:xfrm>
        </p:grpSpPr>
        <p:sp>
          <p:nvSpPr>
            <p:cNvPr id="740" name="object 740"/>
            <p:cNvSpPr/>
            <p:nvPr/>
          </p:nvSpPr>
          <p:spPr>
            <a:xfrm>
              <a:off x="2543822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1" name="object 741"/>
            <p:cNvSpPr/>
            <p:nvPr/>
          </p:nvSpPr>
          <p:spPr>
            <a:xfrm>
              <a:off x="2543822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2" name="object 742"/>
          <p:cNvGrpSpPr/>
          <p:nvPr/>
        </p:nvGrpSpPr>
        <p:grpSpPr>
          <a:xfrm>
            <a:off x="2719236" y="4076223"/>
            <a:ext cx="24130" cy="24130"/>
            <a:chOff x="2719236" y="4076223"/>
            <a:chExt cx="24130" cy="24130"/>
          </a:xfrm>
        </p:grpSpPr>
        <p:sp>
          <p:nvSpPr>
            <p:cNvPr id="743" name="object 743"/>
            <p:cNvSpPr/>
            <p:nvPr/>
          </p:nvSpPr>
          <p:spPr>
            <a:xfrm>
              <a:off x="2722411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4" name="object 744"/>
            <p:cNvSpPr/>
            <p:nvPr/>
          </p:nvSpPr>
          <p:spPr>
            <a:xfrm>
              <a:off x="2722411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5" name="object 745"/>
          <p:cNvGrpSpPr/>
          <p:nvPr/>
        </p:nvGrpSpPr>
        <p:grpSpPr>
          <a:xfrm>
            <a:off x="2897825" y="4076223"/>
            <a:ext cx="24130" cy="24130"/>
            <a:chOff x="2897825" y="4076223"/>
            <a:chExt cx="24130" cy="24130"/>
          </a:xfrm>
        </p:grpSpPr>
        <p:sp>
          <p:nvSpPr>
            <p:cNvPr id="746" name="object 746"/>
            <p:cNvSpPr/>
            <p:nvPr/>
          </p:nvSpPr>
          <p:spPr>
            <a:xfrm>
              <a:off x="2901000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7" name="object 747"/>
            <p:cNvSpPr/>
            <p:nvPr/>
          </p:nvSpPr>
          <p:spPr>
            <a:xfrm>
              <a:off x="2901000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8" name="object 748"/>
          <p:cNvGrpSpPr/>
          <p:nvPr/>
        </p:nvGrpSpPr>
        <p:grpSpPr>
          <a:xfrm>
            <a:off x="3076413" y="4076223"/>
            <a:ext cx="24130" cy="24130"/>
            <a:chOff x="3076413" y="4076223"/>
            <a:chExt cx="24130" cy="24130"/>
          </a:xfrm>
        </p:grpSpPr>
        <p:sp>
          <p:nvSpPr>
            <p:cNvPr id="749" name="object 749"/>
            <p:cNvSpPr/>
            <p:nvPr/>
          </p:nvSpPr>
          <p:spPr>
            <a:xfrm>
              <a:off x="3079588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0" name="object 750"/>
            <p:cNvSpPr/>
            <p:nvPr/>
          </p:nvSpPr>
          <p:spPr>
            <a:xfrm>
              <a:off x="3079588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1" name="object 751"/>
          <p:cNvGrpSpPr/>
          <p:nvPr/>
        </p:nvGrpSpPr>
        <p:grpSpPr>
          <a:xfrm>
            <a:off x="3255000" y="4076223"/>
            <a:ext cx="24130" cy="24130"/>
            <a:chOff x="3255000" y="4076223"/>
            <a:chExt cx="24130" cy="24130"/>
          </a:xfrm>
        </p:grpSpPr>
        <p:sp>
          <p:nvSpPr>
            <p:cNvPr id="752" name="object 752"/>
            <p:cNvSpPr/>
            <p:nvPr/>
          </p:nvSpPr>
          <p:spPr>
            <a:xfrm>
              <a:off x="3258175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3" name="object 753"/>
            <p:cNvSpPr/>
            <p:nvPr/>
          </p:nvSpPr>
          <p:spPr>
            <a:xfrm>
              <a:off x="3258175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4" name="object 754"/>
          <p:cNvGrpSpPr/>
          <p:nvPr/>
        </p:nvGrpSpPr>
        <p:grpSpPr>
          <a:xfrm>
            <a:off x="3433591" y="4076223"/>
            <a:ext cx="24130" cy="24130"/>
            <a:chOff x="3433591" y="4076223"/>
            <a:chExt cx="24130" cy="24130"/>
          </a:xfrm>
        </p:grpSpPr>
        <p:sp>
          <p:nvSpPr>
            <p:cNvPr id="755" name="object 755"/>
            <p:cNvSpPr/>
            <p:nvPr/>
          </p:nvSpPr>
          <p:spPr>
            <a:xfrm>
              <a:off x="3436766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6" name="object 756"/>
            <p:cNvSpPr/>
            <p:nvPr/>
          </p:nvSpPr>
          <p:spPr>
            <a:xfrm>
              <a:off x="3436766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7" name="object 757"/>
          <p:cNvGrpSpPr/>
          <p:nvPr/>
        </p:nvGrpSpPr>
        <p:grpSpPr>
          <a:xfrm>
            <a:off x="2004883" y="4790585"/>
            <a:ext cx="24130" cy="24130"/>
            <a:chOff x="2004883" y="4790585"/>
            <a:chExt cx="24130" cy="24130"/>
          </a:xfrm>
        </p:grpSpPr>
        <p:sp>
          <p:nvSpPr>
            <p:cNvPr id="758" name="object 758"/>
            <p:cNvSpPr/>
            <p:nvPr/>
          </p:nvSpPr>
          <p:spPr>
            <a:xfrm>
              <a:off x="2008058" y="47937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2008058" y="47937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0" name="object 760"/>
          <p:cNvGrpSpPr/>
          <p:nvPr/>
        </p:nvGrpSpPr>
        <p:grpSpPr>
          <a:xfrm>
            <a:off x="2183470" y="4790585"/>
            <a:ext cx="24130" cy="24130"/>
            <a:chOff x="2183470" y="4790585"/>
            <a:chExt cx="24130" cy="24130"/>
          </a:xfrm>
        </p:grpSpPr>
        <p:sp>
          <p:nvSpPr>
            <p:cNvPr id="761" name="object 761"/>
            <p:cNvSpPr/>
            <p:nvPr/>
          </p:nvSpPr>
          <p:spPr>
            <a:xfrm>
              <a:off x="2186645" y="47937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2" name="object 762"/>
            <p:cNvSpPr/>
            <p:nvPr/>
          </p:nvSpPr>
          <p:spPr>
            <a:xfrm>
              <a:off x="2186645" y="47937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3" name="object 763"/>
          <p:cNvGrpSpPr/>
          <p:nvPr/>
        </p:nvGrpSpPr>
        <p:grpSpPr>
          <a:xfrm>
            <a:off x="2362060" y="4790264"/>
            <a:ext cx="24130" cy="24130"/>
            <a:chOff x="2362060" y="4790264"/>
            <a:chExt cx="24130" cy="24130"/>
          </a:xfrm>
        </p:grpSpPr>
        <p:sp>
          <p:nvSpPr>
            <p:cNvPr id="764" name="object 764"/>
            <p:cNvSpPr/>
            <p:nvPr/>
          </p:nvSpPr>
          <p:spPr>
            <a:xfrm>
              <a:off x="2365235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5" name="object 765"/>
            <p:cNvSpPr/>
            <p:nvPr/>
          </p:nvSpPr>
          <p:spPr>
            <a:xfrm>
              <a:off x="2365235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6" name="object 766"/>
          <p:cNvGrpSpPr/>
          <p:nvPr/>
        </p:nvGrpSpPr>
        <p:grpSpPr>
          <a:xfrm>
            <a:off x="2540647" y="4790264"/>
            <a:ext cx="24130" cy="24130"/>
            <a:chOff x="2540647" y="4790264"/>
            <a:chExt cx="24130" cy="24130"/>
          </a:xfrm>
        </p:grpSpPr>
        <p:sp>
          <p:nvSpPr>
            <p:cNvPr id="767" name="object 767"/>
            <p:cNvSpPr/>
            <p:nvPr/>
          </p:nvSpPr>
          <p:spPr>
            <a:xfrm>
              <a:off x="2543822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8" name="object 768"/>
            <p:cNvSpPr/>
            <p:nvPr/>
          </p:nvSpPr>
          <p:spPr>
            <a:xfrm>
              <a:off x="2543822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9" name="object 769"/>
          <p:cNvGrpSpPr/>
          <p:nvPr/>
        </p:nvGrpSpPr>
        <p:grpSpPr>
          <a:xfrm>
            <a:off x="2719236" y="4790264"/>
            <a:ext cx="24130" cy="24130"/>
            <a:chOff x="2719236" y="4790264"/>
            <a:chExt cx="24130" cy="24130"/>
          </a:xfrm>
        </p:grpSpPr>
        <p:sp>
          <p:nvSpPr>
            <p:cNvPr id="770" name="object 770"/>
            <p:cNvSpPr/>
            <p:nvPr/>
          </p:nvSpPr>
          <p:spPr>
            <a:xfrm>
              <a:off x="2722411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1" name="object 771"/>
            <p:cNvSpPr/>
            <p:nvPr/>
          </p:nvSpPr>
          <p:spPr>
            <a:xfrm>
              <a:off x="2722411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72" name="object 772"/>
          <p:cNvGrpSpPr/>
          <p:nvPr/>
        </p:nvGrpSpPr>
        <p:grpSpPr>
          <a:xfrm>
            <a:off x="2897825" y="4790264"/>
            <a:ext cx="24130" cy="24130"/>
            <a:chOff x="2897825" y="4790264"/>
            <a:chExt cx="24130" cy="24130"/>
          </a:xfrm>
        </p:grpSpPr>
        <p:sp>
          <p:nvSpPr>
            <p:cNvPr id="773" name="object 773"/>
            <p:cNvSpPr/>
            <p:nvPr/>
          </p:nvSpPr>
          <p:spPr>
            <a:xfrm>
              <a:off x="2901000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4" name="object 774"/>
            <p:cNvSpPr/>
            <p:nvPr/>
          </p:nvSpPr>
          <p:spPr>
            <a:xfrm>
              <a:off x="2901000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75" name="object 775"/>
          <p:cNvGrpSpPr/>
          <p:nvPr/>
        </p:nvGrpSpPr>
        <p:grpSpPr>
          <a:xfrm>
            <a:off x="3076413" y="4790264"/>
            <a:ext cx="24130" cy="24130"/>
            <a:chOff x="3076413" y="4790264"/>
            <a:chExt cx="24130" cy="24130"/>
          </a:xfrm>
        </p:grpSpPr>
        <p:sp>
          <p:nvSpPr>
            <p:cNvPr id="776" name="object 776"/>
            <p:cNvSpPr/>
            <p:nvPr/>
          </p:nvSpPr>
          <p:spPr>
            <a:xfrm>
              <a:off x="3079588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7" name="object 777"/>
            <p:cNvSpPr/>
            <p:nvPr/>
          </p:nvSpPr>
          <p:spPr>
            <a:xfrm>
              <a:off x="3079588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78" name="object 778"/>
          <p:cNvGrpSpPr/>
          <p:nvPr/>
        </p:nvGrpSpPr>
        <p:grpSpPr>
          <a:xfrm>
            <a:off x="3255000" y="4790264"/>
            <a:ext cx="24130" cy="24130"/>
            <a:chOff x="3255000" y="4790264"/>
            <a:chExt cx="24130" cy="24130"/>
          </a:xfrm>
        </p:grpSpPr>
        <p:sp>
          <p:nvSpPr>
            <p:cNvPr id="779" name="object 779"/>
            <p:cNvSpPr/>
            <p:nvPr/>
          </p:nvSpPr>
          <p:spPr>
            <a:xfrm>
              <a:off x="3258175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0" name="object 780"/>
            <p:cNvSpPr/>
            <p:nvPr/>
          </p:nvSpPr>
          <p:spPr>
            <a:xfrm>
              <a:off x="3258175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1" name="object 781"/>
          <p:cNvGrpSpPr/>
          <p:nvPr/>
        </p:nvGrpSpPr>
        <p:grpSpPr>
          <a:xfrm>
            <a:off x="3433591" y="4790264"/>
            <a:ext cx="24130" cy="24130"/>
            <a:chOff x="3433591" y="4790264"/>
            <a:chExt cx="24130" cy="24130"/>
          </a:xfrm>
        </p:grpSpPr>
        <p:sp>
          <p:nvSpPr>
            <p:cNvPr id="782" name="object 782"/>
            <p:cNvSpPr/>
            <p:nvPr/>
          </p:nvSpPr>
          <p:spPr>
            <a:xfrm>
              <a:off x="3436766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3" name="object 783"/>
            <p:cNvSpPr/>
            <p:nvPr/>
          </p:nvSpPr>
          <p:spPr>
            <a:xfrm>
              <a:off x="3436766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4" name="object 784"/>
          <p:cNvGrpSpPr/>
          <p:nvPr/>
        </p:nvGrpSpPr>
        <p:grpSpPr>
          <a:xfrm>
            <a:off x="2004883" y="4254730"/>
            <a:ext cx="24130" cy="24130"/>
            <a:chOff x="2004883" y="4254730"/>
            <a:chExt cx="24130" cy="24130"/>
          </a:xfrm>
        </p:grpSpPr>
        <p:sp>
          <p:nvSpPr>
            <p:cNvPr id="785" name="object 785"/>
            <p:cNvSpPr/>
            <p:nvPr/>
          </p:nvSpPr>
          <p:spPr>
            <a:xfrm>
              <a:off x="2008058" y="425790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6" name="object 786"/>
            <p:cNvSpPr/>
            <p:nvPr/>
          </p:nvSpPr>
          <p:spPr>
            <a:xfrm>
              <a:off x="2008058" y="425790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7" name="object 787"/>
          <p:cNvGrpSpPr/>
          <p:nvPr/>
        </p:nvGrpSpPr>
        <p:grpSpPr>
          <a:xfrm>
            <a:off x="2183470" y="4254730"/>
            <a:ext cx="24130" cy="24130"/>
            <a:chOff x="2183470" y="4254730"/>
            <a:chExt cx="24130" cy="24130"/>
          </a:xfrm>
        </p:grpSpPr>
        <p:sp>
          <p:nvSpPr>
            <p:cNvPr id="788" name="object 788"/>
            <p:cNvSpPr/>
            <p:nvPr/>
          </p:nvSpPr>
          <p:spPr>
            <a:xfrm>
              <a:off x="2186645" y="425790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9" name="object 789"/>
            <p:cNvSpPr/>
            <p:nvPr/>
          </p:nvSpPr>
          <p:spPr>
            <a:xfrm>
              <a:off x="2186645" y="425790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0" name="object 790"/>
          <p:cNvGrpSpPr/>
          <p:nvPr/>
        </p:nvGrpSpPr>
        <p:grpSpPr>
          <a:xfrm>
            <a:off x="2362060" y="4254954"/>
            <a:ext cx="24130" cy="24130"/>
            <a:chOff x="2362060" y="4254954"/>
            <a:chExt cx="24130" cy="24130"/>
          </a:xfrm>
        </p:grpSpPr>
        <p:sp>
          <p:nvSpPr>
            <p:cNvPr id="791" name="object 791"/>
            <p:cNvSpPr/>
            <p:nvPr/>
          </p:nvSpPr>
          <p:spPr>
            <a:xfrm>
              <a:off x="2365235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2" name="object 792"/>
            <p:cNvSpPr/>
            <p:nvPr/>
          </p:nvSpPr>
          <p:spPr>
            <a:xfrm>
              <a:off x="2365235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3" name="object 793"/>
          <p:cNvGrpSpPr/>
          <p:nvPr/>
        </p:nvGrpSpPr>
        <p:grpSpPr>
          <a:xfrm>
            <a:off x="2540647" y="4254954"/>
            <a:ext cx="24130" cy="24130"/>
            <a:chOff x="2540647" y="4254954"/>
            <a:chExt cx="24130" cy="24130"/>
          </a:xfrm>
        </p:grpSpPr>
        <p:sp>
          <p:nvSpPr>
            <p:cNvPr id="794" name="object 794"/>
            <p:cNvSpPr/>
            <p:nvPr/>
          </p:nvSpPr>
          <p:spPr>
            <a:xfrm>
              <a:off x="2543822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5" name="object 795"/>
            <p:cNvSpPr/>
            <p:nvPr/>
          </p:nvSpPr>
          <p:spPr>
            <a:xfrm>
              <a:off x="2543822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6" name="object 796"/>
          <p:cNvGrpSpPr/>
          <p:nvPr/>
        </p:nvGrpSpPr>
        <p:grpSpPr>
          <a:xfrm>
            <a:off x="2719236" y="4254954"/>
            <a:ext cx="24130" cy="24130"/>
            <a:chOff x="2719236" y="4254954"/>
            <a:chExt cx="24130" cy="24130"/>
          </a:xfrm>
        </p:grpSpPr>
        <p:sp>
          <p:nvSpPr>
            <p:cNvPr id="797" name="object 797"/>
            <p:cNvSpPr/>
            <p:nvPr/>
          </p:nvSpPr>
          <p:spPr>
            <a:xfrm>
              <a:off x="2722411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8" name="object 798"/>
            <p:cNvSpPr/>
            <p:nvPr/>
          </p:nvSpPr>
          <p:spPr>
            <a:xfrm>
              <a:off x="2722411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9" name="object 799"/>
          <p:cNvGrpSpPr/>
          <p:nvPr/>
        </p:nvGrpSpPr>
        <p:grpSpPr>
          <a:xfrm>
            <a:off x="2897825" y="4254954"/>
            <a:ext cx="24130" cy="24130"/>
            <a:chOff x="2897825" y="4254954"/>
            <a:chExt cx="24130" cy="24130"/>
          </a:xfrm>
        </p:grpSpPr>
        <p:sp>
          <p:nvSpPr>
            <p:cNvPr id="800" name="object 800"/>
            <p:cNvSpPr/>
            <p:nvPr/>
          </p:nvSpPr>
          <p:spPr>
            <a:xfrm>
              <a:off x="2901000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1" name="object 801"/>
            <p:cNvSpPr/>
            <p:nvPr/>
          </p:nvSpPr>
          <p:spPr>
            <a:xfrm>
              <a:off x="2901000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02" name="object 802"/>
          <p:cNvGrpSpPr/>
          <p:nvPr/>
        </p:nvGrpSpPr>
        <p:grpSpPr>
          <a:xfrm>
            <a:off x="3076413" y="4254954"/>
            <a:ext cx="24130" cy="24130"/>
            <a:chOff x="3076413" y="4254954"/>
            <a:chExt cx="24130" cy="24130"/>
          </a:xfrm>
        </p:grpSpPr>
        <p:sp>
          <p:nvSpPr>
            <p:cNvPr id="803" name="object 803"/>
            <p:cNvSpPr/>
            <p:nvPr/>
          </p:nvSpPr>
          <p:spPr>
            <a:xfrm>
              <a:off x="3079588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4" name="object 804"/>
            <p:cNvSpPr/>
            <p:nvPr/>
          </p:nvSpPr>
          <p:spPr>
            <a:xfrm>
              <a:off x="3079588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05" name="object 805"/>
          <p:cNvGrpSpPr/>
          <p:nvPr/>
        </p:nvGrpSpPr>
        <p:grpSpPr>
          <a:xfrm>
            <a:off x="3255000" y="4254954"/>
            <a:ext cx="24130" cy="24130"/>
            <a:chOff x="3255000" y="4254954"/>
            <a:chExt cx="24130" cy="24130"/>
          </a:xfrm>
        </p:grpSpPr>
        <p:sp>
          <p:nvSpPr>
            <p:cNvPr id="806" name="object 806"/>
            <p:cNvSpPr/>
            <p:nvPr/>
          </p:nvSpPr>
          <p:spPr>
            <a:xfrm>
              <a:off x="3258175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7" name="object 807"/>
            <p:cNvSpPr/>
            <p:nvPr/>
          </p:nvSpPr>
          <p:spPr>
            <a:xfrm>
              <a:off x="3258175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08" name="object 808"/>
          <p:cNvGrpSpPr/>
          <p:nvPr/>
        </p:nvGrpSpPr>
        <p:grpSpPr>
          <a:xfrm>
            <a:off x="3433591" y="4254954"/>
            <a:ext cx="24130" cy="24130"/>
            <a:chOff x="3433591" y="4254954"/>
            <a:chExt cx="24130" cy="24130"/>
          </a:xfrm>
        </p:grpSpPr>
        <p:sp>
          <p:nvSpPr>
            <p:cNvPr id="809" name="object 809"/>
            <p:cNvSpPr/>
            <p:nvPr/>
          </p:nvSpPr>
          <p:spPr>
            <a:xfrm>
              <a:off x="3436766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0" name="object 810"/>
            <p:cNvSpPr/>
            <p:nvPr/>
          </p:nvSpPr>
          <p:spPr>
            <a:xfrm>
              <a:off x="3436766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1" name="object 811"/>
          <p:cNvGrpSpPr/>
          <p:nvPr/>
        </p:nvGrpSpPr>
        <p:grpSpPr>
          <a:xfrm>
            <a:off x="2004883" y="4969205"/>
            <a:ext cx="24130" cy="24130"/>
            <a:chOff x="2004883" y="4969205"/>
            <a:chExt cx="24130" cy="24130"/>
          </a:xfrm>
        </p:grpSpPr>
        <p:sp>
          <p:nvSpPr>
            <p:cNvPr id="812" name="object 812"/>
            <p:cNvSpPr/>
            <p:nvPr/>
          </p:nvSpPr>
          <p:spPr>
            <a:xfrm>
              <a:off x="2008058" y="49723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3" name="object 813"/>
            <p:cNvSpPr/>
            <p:nvPr/>
          </p:nvSpPr>
          <p:spPr>
            <a:xfrm>
              <a:off x="2008058" y="49723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4" name="object 814"/>
          <p:cNvGrpSpPr/>
          <p:nvPr/>
        </p:nvGrpSpPr>
        <p:grpSpPr>
          <a:xfrm>
            <a:off x="2004883" y="5147699"/>
            <a:ext cx="24130" cy="24130"/>
            <a:chOff x="2004883" y="5147699"/>
            <a:chExt cx="24130" cy="24130"/>
          </a:xfrm>
        </p:grpSpPr>
        <p:sp>
          <p:nvSpPr>
            <p:cNvPr id="815" name="object 815"/>
            <p:cNvSpPr/>
            <p:nvPr/>
          </p:nvSpPr>
          <p:spPr>
            <a:xfrm>
              <a:off x="2008058" y="515087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6" name="object 816"/>
            <p:cNvSpPr/>
            <p:nvPr/>
          </p:nvSpPr>
          <p:spPr>
            <a:xfrm>
              <a:off x="2008058" y="515087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7" name="object 817"/>
          <p:cNvGrpSpPr/>
          <p:nvPr/>
        </p:nvGrpSpPr>
        <p:grpSpPr>
          <a:xfrm>
            <a:off x="2183470" y="4969205"/>
            <a:ext cx="24130" cy="24130"/>
            <a:chOff x="2183470" y="4969205"/>
            <a:chExt cx="24130" cy="24130"/>
          </a:xfrm>
        </p:grpSpPr>
        <p:sp>
          <p:nvSpPr>
            <p:cNvPr id="818" name="object 818"/>
            <p:cNvSpPr/>
            <p:nvPr/>
          </p:nvSpPr>
          <p:spPr>
            <a:xfrm>
              <a:off x="2186645" y="49723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9" name="object 819"/>
            <p:cNvSpPr/>
            <p:nvPr/>
          </p:nvSpPr>
          <p:spPr>
            <a:xfrm>
              <a:off x="2186645" y="49723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0" name="object 820"/>
          <p:cNvGrpSpPr/>
          <p:nvPr/>
        </p:nvGrpSpPr>
        <p:grpSpPr>
          <a:xfrm>
            <a:off x="2362060" y="4968994"/>
            <a:ext cx="24130" cy="24130"/>
            <a:chOff x="2362060" y="4968994"/>
            <a:chExt cx="24130" cy="24130"/>
          </a:xfrm>
        </p:grpSpPr>
        <p:sp>
          <p:nvSpPr>
            <p:cNvPr id="821" name="object 821"/>
            <p:cNvSpPr/>
            <p:nvPr/>
          </p:nvSpPr>
          <p:spPr>
            <a:xfrm>
              <a:off x="2365235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2" name="object 822"/>
            <p:cNvSpPr/>
            <p:nvPr/>
          </p:nvSpPr>
          <p:spPr>
            <a:xfrm>
              <a:off x="2365235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3" name="object 823"/>
          <p:cNvGrpSpPr/>
          <p:nvPr/>
        </p:nvGrpSpPr>
        <p:grpSpPr>
          <a:xfrm>
            <a:off x="2540647" y="4968994"/>
            <a:ext cx="24130" cy="24130"/>
            <a:chOff x="2540647" y="4968994"/>
            <a:chExt cx="24130" cy="24130"/>
          </a:xfrm>
        </p:grpSpPr>
        <p:sp>
          <p:nvSpPr>
            <p:cNvPr id="824" name="object 824"/>
            <p:cNvSpPr/>
            <p:nvPr/>
          </p:nvSpPr>
          <p:spPr>
            <a:xfrm>
              <a:off x="2543822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5" name="object 825"/>
            <p:cNvSpPr/>
            <p:nvPr/>
          </p:nvSpPr>
          <p:spPr>
            <a:xfrm>
              <a:off x="2543822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6" name="object 826"/>
          <p:cNvGrpSpPr/>
          <p:nvPr/>
        </p:nvGrpSpPr>
        <p:grpSpPr>
          <a:xfrm>
            <a:off x="2719236" y="4968994"/>
            <a:ext cx="24130" cy="24130"/>
            <a:chOff x="2719236" y="4968994"/>
            <a:chExt cx="24130" cy="24130"/>
          </a:xfrm>
        </p:grpSpPr>
        <p:sp>
          <p:nvSpPr>
            <p:cNvPr id="827" name="object 827"/>
            <p:cNvSpPr/>
            <p:nvPr/>
          </p:nvSpPr>
          <p:spPr>
            <a:xfrm>
              <a:off x="2722411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8" name="object 828"/>
            <p:cNvSpPr/>
            <p:nvPr/>
          </p:nvSpPr>
          <p:spPr>
            <a:xfrm>
              <a:off x="2722411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9" name="object 829"/>
          <p:cNvGrpSpPr/>
          <p:nvPr/>
        </p:nvGrpSpPr>
        <p:grpSpPr>
          <a:xfrm>
            <a:off x="2897825" y="4968994"/>
            <a:ext cx="24130" cy="24130"/>
            <a:chOff x="2897825" y="4968994"/>
            <a:chExt cx="24130" cy="24130"/>
          </a:xfrm>
        </p:grpSpPr>
        <p:sp>
          <p:nvSpPr>
            <p:cNvPr id="830" name="object 830"/>
            <p:cNvSpPr/>
            <p:nvPr/>
          </p:nvSpPr>
          <p:spPr>
            <a:xfrm>
              <a:off x="2901000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1" name="object 831"/>
            <p:cNvSpPr/>
            <p:nvPr/>
          </p:nvSpPr>
          <p:spPr>
            <a:xfrm>
              <a:off x="2901000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2" name="object 832"/>
          <p:cNvGrpSpPr/>
          <p:nvPr/>
        </p:nvGrpSpPr>
        <p:grpSpPr>
          <a:xfrm>
            <a:off x="3076413" y="4968994"/>
            <a:ext cx="24130" cy="24130"/>
            <a:chOff x="3076413" y="4968994"/>
            <a:chExt cx="24130" cy="24130"/>
          </a:xfrm>
        </p:grpSpPr>
        <p:sp>
          <p:nvSpPr>
            <p:cNvPr id="833" name="object 833"/>
            <p:cNvSpPr/>
            <p:nvPr/>
          </p:nvSpPr>
          <p:spPr>
            <a:xfrm>
              <a:off x="3079588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4" name="object 834"/>
            <p:cNvSpPr/>
            <p:nvPr/>
          </p:nvSpPr>
          <p:spPr>
            <a:xfrm>
              <a:off x="3079588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5" name="object 835"/>
          <p:cNvGrpSpPr/>
          <p:nvPr/>
        </p:nvGrpSpPr>
        <p:grpSpPr>
          <a:xfrm>
            <a:off x="3255000" y="4968994"/>
            <a:ext cx="24130" cy="24130"/>
            <a:chOff x="3255000" y="4968994"/>
            <a:chExt cx="24130" cy="24130"/>
          </a:xfrm>
        </p:grpSpPr>
        <p:sp>
          <p:nvSpPr>
            <p:cNvPr id="836" name="object 836"/>
            <p:cNvSpPr/>
            <p:nvPr/>
          </p:nvSpPr>
          <p:spPr>
            <a:xfrm>
              <a:off x="3258175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7" name="object 837"/>
            <p:cNvSpPr/>
            <p:nvPr/>
          </p:nvSpPr>
          <p:spPr>
            <a:xfrm>
              <a:off x="3258175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8" name="object 838"/>
          <p:cNvGrpSpPr/>
          <p:nvPr/>
        </p:nvGrpSpPr>
        <p:grpSpPr>
          <a:xfrm>
            <a:off x="3433591" y="4968994"/>
            <a:ext cx="24130" cy="24130"/>
            <a:chOff x="3433591" y="4968994"/>
            <a:chExt cx="24130" cy="24130"/>
          </a:xfrm>
        </p:grpSpPr>
        <p:sp>
          <p:nvSpPr>
            <p:cNvPr id="839" name="object 839"/>
            <p:cNvSpPr/>
            <p:nvPr/>
          </p:nvSpPr>
          <p:spPr>
            <a:xfrm>
              <a:off x="3436766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0" name="object 840"/>
            <p:cNvSpPr/>
            <p:nvPr/>
          </p:nvSpPr>
          <p:spPr>
            <a:xfrm>
              <a:off x="3436766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41" name="object 841"/>
          <p:cNvGrpSpPr/>
          <p:nvPr/>
        </p:nvGrpSpPr>
        <p:grpSpPr>
          <a:xfrm>
            <a:off x="2004883" y="4433361"/>
            <a:ext cx="24130" cy="24130"/>
            <a:chOff x="2004883" y="4433361"/>
            <a:chExt cx="24130" cy="24130"/>
          </a:xfrm>
        </p:grpSpPr>
        <p:sp>
          <p:nvSpPr>
            <p:cNvPr id="842" name="object 842"/>
            <p:cNvSpPr/>
            <p:nvPr/>
          </p:nvSpPr>
          <p:spPr>
            <a:xfrm>
              <a:off x="2008058" y="443653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3" name="object 843"/>
            <p:cNvSpPr/>
            <p:nvPr/>
          </p:nvSpPr>
          <p:spPr>
            <a:xfrm>
              <a:off x="2008058" y="443653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44" name="object 844"/>
          <p:cNvGrpSpPr/>
          <p:nvPr/>
        </p:nvGrpSpPr>
        <p:grpSpPr>
          <a:xfrm>
            <a:off x="2183470" y="4433361"/>
            <a:ext cx="24130" cy="24130"/>
            <a:chOff x="2183470" y="4433361"/>
            <a:chExt cx="24130" cy="24130"/>
          </a:xfrm>
        </p:grpSpPr>
        <p:sp>
          <p:nvSpPr>
            <p:cNvPr id="845" name="object 845"/>
            <p:cNvSpPr/>
            <p:nvPr/>
          </p:nvSpPr>
          <p:spPr>
            <a:xfrm>
              <a:off x="2186645" y="443653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6" name="object 846"/>
            <p:cNvSpPr/>
            <p:nvPr/>
          </p:nvSpPr>
          <p:spPr>
            <a:xfrm>
              <a:off x="2186645" y="443653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47" name="object 847"/>
          <p:cNvGrpSpPr/>
          <p:nvPr/>
        </p:nvGrpSpPr>
        <p:grpSpPr>
          <a:xfrm>
            <a:off x="2362060" y="4433671"/>
            <a:ext cx="24130" cy="24130"/>
            <a:chOff x="2362060" y="4433671"/>
            <a:chExt cx="24130" cy="24130"/>
          </a:xfrm>
        </p:grpSpPr>
        <p:sp>
          <p:nvSpPr>
            <p:cNvPr id="848" name="object 848"/>
            <p:cNvSpPr/>
            <p:nvPr/>
          </p:nvSpPr>
          <p:spPr>
            <a:xfrm>
              <a:off x="2365235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9" name="object 849"/>
            <p:cNvSpPr/>
            <p:nvPr/>
          </p:nvSpPr>
          <p:spPr>
            <a:xfrm>
              <a:off x="2365235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50" name="object 850"/>
          <p:cNvGrpSpPr/>
          <p:nvPr/>
        </p:nvGrpSpPr>
        <p:grpSpPr>
          <a:xfrm>
            <a:off x="2540647" y="4433671"/>
            <a:ext cx="24130" cy="24130"/>
            <a:chOff x="2540647" y="4433671"/>
            <a:chExt cx="24130" cy="24130"/>
          </a:xfrm>
        </p:grpSpPr>
        <p:sp>
          <p:nvSpPr>
            <p:cNvPr id="851" name="object 851"/>
            <p:cNvSpPr/>
            <p:nvPr/>
          </p:nvSpPr>
          <p:spPr>
            <a:xfrm>
              <a:off x="2543822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2" name="object 852"/>
            <p:cNvSpPr/>
            <p:nvPr/>
          </p:nvSpPr>
          <p:spPr>
            <a:xfrm>
              <a:off x="2543822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53" name="object 853"/>
          <p:cNvGrpSpPr/>
          <p:nvPr/>
        </p:nvGrpSpPr>
        <p:grpSpPr>
          <a:xfrm>
            <a:off x="2719236" y="4433671"/>
            <a:ext cx="24130" cy="24130"/>
            <a:chOff x="2719236" y="4433671"/>
            <a:chExt cx="24130" cy="24130"/>
          </a:xfrm>
        </p:grpSpPr>
        <p:sp>
          <p:nvSpPr>
            <p:cNvPr id="854" name="object 854"/>
            <p:cNvSpPr/>
            <p:nvPr/>
          </p:nvSpPr>
          <p:spPr>
            <a:xfrm>
              <a:off x="2722411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5" name="object 855"/>
            <p:cNvSpPr/>
            <p:nvPr/>
          </p:nvSpPr>
          <p:spPr>
            <a:xfrm>
              <a:off x="2722411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56" name="object 856"/>
          <p:cNvGrpSpPr/>
          <p:nvPr/>
        </p:nvGrpSpPr>
        <p:grpSpPr>
          <a:xfrm>
            <a:off x="2897825" y="4433671"/>
            <a:ext cx="24130" cy="24130"/>
            <a:chOff x="2897825" y="4433671"/>
            <a:chExt cx="24130" cy="24130"/>
          </a:xfrm>
        </p:grpSpPr>
        <p:sp>
          <p:nvSpPr>
            <p:cNvPr id="857" name="object 857"/>
            <p:cNvSpPr/>
            <p:nvPr/>
          </p:nvSpPr>
          <p:spPr>
            <a:xfrm>
              <a:off x="2901000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8" name="object 858"/>
            <p:cNvSpPr/>
            <p:nvPr/>
          </p:nvSpPr>
          <p:spPr>
            <a:xfrm>
              <a:off x="2901000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59" name="object 859"/>
          <p:cNvGrpSpPr/>
          <p:nvPr/>
        </p:nvGrpSpPr>
        <p:grpSpPr>
          <a:xfrm>
            <a:off x="3076413" y="4433671"/>
            <a:ext cx="24130" cy="24130"/>
            <a:chOff x="3076413" y="4433671"/>
            <a:chExt cx="24130" cy="24130"/>
          </a:xfrm>
        </p:grpSpPr>
        <p:sp>
          <p:nvSpPr>
            <p:cNvPr id="860" name="object 860"/>
            <p:cNvSpPr/>
            <p:nvPr/>
          </p:nvSpPr>
          <p:spPr>
            <a:xfrm>
              <a:off x="3079588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1" name="object 861"/>
            <p:cNvSpPr/>
            <p:nvPr/>
          </p:nvSpPr>
          <p:spPr>
            <a:xfrm>
              <a:off x="3079588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2" name="object 862"/>
          <p:cNvGrpSpPr/>
          <p:nvPr/>
        </p:nvGrpSpPr>
        <p:grpSpPr>
          <a:xfrm>
            <a:off x="3255000" y="4433671"/>
            <a:ext cx="24130" cy="24130"/>
            <a:chOff x="3255000" y="4433671"/>
            <a:chExt cx="24130" cy="24130"/>
          </a:xfrm>
        </p:grpSpPr>
        <p:sp>
          <p:nvSpPr>
            <p:cNvPr id="863" name="object 863"/>
            <p:cNvSpPr/>
            <p:nvPr/>
          </p:nvSpPr>
          <p:spPr>
            <a:xfrm>
              <a:off x="3258175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4" name="object 864"/>
            <p:cNvSpPr/>
            <p:nvPr/>
          </p:nvSpPr>
          <p:spPr>
            <a:xfrm>
              <a:off x="3258175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5" name="object 865"/>
          <p:cNvGrpSpPr/>
          <p:nvPr/>
        </p:nvGrpSpPr>
        <p:grpSpPr>
          <a:xfrm>
            <a:off x="3433591" y="4433671"/>
            <a:ext cx="24130" cy="24130"/>
            <a:chOff x="3433591" y="4433671"/>
            <a:chExt cx="24130" cy="24130"/>
          </a:xfrm>
        </p:grpSpPr>
        <p:sp>
          <p:nvSpPr>
            <p:cNvPr id="866" name="object 866"/>
            <p:cNvSpPr/>
            <p:nvPr/>
          </p:nvSpPr>
          <p:spPr>
            <a:xfrm>
              <a:off x="3436766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7" name="object 867"/>
            <p:cNvSpPr/>
            <p:nvPr/>
          </p:nvSpPr>
          <p:spPr>
            <a:xfrm>
              <a:off x="3436766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8" name="object 868"/>
          <p:cNvGrpSpPr/>
          <p:nvPr/>
        </p:nvGrpSpPr>
        <p:grpSpPr>
          <a:xfrm>
            <a:off x="2004883" y="5326317"/>
            <a:ext cx="24130" cy="24765"/>
            <a:chOff x="2004883" y="5326317"/>
            <a:chExt cx="24130" cy="24765"/>
          </a:xfrm>
        </p:grpSpPr>
        <p:sp>
          <p:nvSpPr>
            <p:cNvPr id="869" name="object 869"/>
            <p:cNvSpPr/>
            <p:nvPr/>
          </p:nvSpPr>
          <p:spPr>
            <a:xfrm>
              <a:off x="2008058" y="532949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0" name="object 870"/>
            <p:cNvSpPr/>
            <p:nvPr/>
          </p:nvSpPr>
          <p:spPr>
            <a:xfrm>
              <a:off x="2008058" y="532949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1" name="object 871"/>
            <p:cNvSpPr/>
            <p:nvPr/>
          </p:nvSpPr>
          <p:spPr>
            <a:xfrm>
              <a:off x="2008058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2" name="object 872"/>
            <p:cNvSpPr/>
            <p:nvPr/>
          </p:nvSpPr>
          <p:spPr>
            <a:xfrm>
              <a:off x="2008058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3" name="object 873"/>
          <p:cNvGrpSpPr/>
          <p:nvPr/>
        </p:nvGrpSpPr>
        <p:grpSpPr>
          <a:xfrm>
            <a:off x="2183470" y="5147824"/>
            <a:ext cx="24130" cy="24130"/>
            <a:chOff x="2183470" y="5147824"/>
            <a:chExt cx="24130" cy="24130"/>
          </a:xfrm>
        </p:grpSpPr>
        <p:sp>
          <p:nvSpPr>
            <p:cNvPr id="874" name="object 874"/>
            <p:cNvSpPr/>
            <p:nvPr/>
          </p:nvSpPr>
          <p:spPr>
            <a:xfrm>
              <a:off x="2186645" y="51509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5" name="object 875"/>
            <p:cNvSpPr/>
            <p:nvPr/>
          </p:nvSpPr>
          <p:spPr>
            <a:xfrm>
              <a:off x="2186645" y="51509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6" name="object 876"/>
          <p:cNvGrpSpPr/>
          <p:nvPr/>
        </p:nvGrpSpPr>
        <p:grpSpPr>
          <a:xfrm>
            <a:off x="2183470" y="5326317"/>
            <a:ext cx="24130" cy="24765"/>
            <a:chOff x="2183470" y="5326317"/>
            <a:chExt cx="24130" cy="24765"/>
          </a:xfrm>
        </p:grpSpPr>
        <p:sp>
          <p:nvSpPr>
            <p:cNvPr id="877" name="object 877"/>
            <p:cNvSpPr/>
            <p:nvPr/>
          </p:nvSpPr>
          <p:spPr>
            <a:xfrm>
              <a:off x="2186645" y="532949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8" name="object 878"/>
            <p:cNvSpPr/>
            <p:nvPr/>
          </p:nvSpPr>
          <p:spPr>
            <a:xfrm>
              <a:off x="2186645" y="532949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9" name="object 879"/>
            <p:cNvSpPr/>
            <p:nvPr/>
          </p:nvSpPr>
          <p:spPr>
            <a:xfrm>
              <a:off x="2186645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0" name="object 880"/>
            <p:cNvSpPr/>
            <p:nvPr/>
          </p:nvSpPr>
          <p:spPr>
            <a:xfrm>
              <a:off x="2186645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1" name="object 881"/>
          <p:cNvGrpSpPr/>
          <p:nvPr/>
        </p:nvGrpSpPr>
        <p:grpSpPr>
          <a:xfrm>
            <a:off x="2362060" y="5147712"/>
            <a:ext cx="24130" cy="24130"/>
            <a:chOff x="2362060" y="5147712"/>
            <a:chExt cx="24130" cy="24130"/>
          </a:xfrm>
        </p:grpSpPr>
        <p:sp>
          <p:nvSpPr>
            <p:cNvPr id="882" name="object 882"/>
            <p:cNvSpPr/>
            <p:nvPr/>
          </p:nvSpPr>
          <p:spPr>
            <a:xfrm>
              <a:off x="2365235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3" name="object 883"/>
            <p:cNvSpPr/>
            <p:nvPr/>
          </p:nvSpPr>
          <p:spPr>
            <a:xfrm>
              <a:off x="2365235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4" name="object 884"/>
          <p:cNvGrpSpPr/>
          <p:nvPr/>
        </p:nvGrpSpPr>
        <p:grpSpPr>
          <a:xfrm>
            <a:off x="2362060" y="5326207"/>
            <a:ext cx="24130" cy="24765"/>
            <a:chOff x="2362060" y="5326207"/>
            <a:chExt cx="24130" cy="24765"/>
          </a:xfrm>
        </p:grpSpPr>
        <p:sp>
          <p:nvSpPr>
            <p:cNvPr id="885" name="object 885"/>
            <p:cNvSpPr/>
            <p:nvPr/>
          </p:nvSpPr>
          <p:spPr>
            <a:xfrm>
              <a:off x="2365235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6" name="object 886"/>
            <p:cNvSpPr/>
            <p:nvPr/>
          </p:nvSpPr>
          <p:spPr>
            <a:xfrm>
              <a:off x="2365235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7" name="object 887"/>
            <p:cNvSpPr/>
            <p:nvPr/>
          </p:nvSpPr>
          <p:spPr>
            <a:xfrm>
              <a:off x="2365235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8" name="object 888"/>
            <p:cNvSpPr/>
            <p:nvPr/>
          </p:nvSpPr>
          <p:spPr>
            <a:xfrm>
              <a:off x="2365235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9" name="object 889"/>
          <p:cNvGrpSpPr/>
          <p:nvPr/>
        </p:nvGrpSpPr>
        <p:grpSpPr>
          <a:xfrm>
            <a:off x="2540647" y="5147712"/>
            <a:ext cx="24130" cy="24130"/>
            <a:chOff x="2540647" y="5147712"/>
            <a:chExt cx="24130" cy="24130"/>
          </a:xfrm>
        </p:grpSpPr>
        <p:sp>
          <p:nvSpPr>
            <p:cNvPr id="890" name="object 890"/>
            <p:cNvSpPr/>
            <p:nvPr/>
          </p:nvSpPr>
          <p:spPr>
            <a:xfrm>
              <a:off x="2543822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1" name="object 891"/>
            <p:cNvSpPr/>
            <p:nvPr/>
          </p:nvSpPr>
          <p:spPr>
            <a:xfrm>
              <a:off x="2543822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92" name="object 892"/>
          <p:cNvGrpSpPr/>
          <p:nvPr/>
        </p:nvGrpSpPr>
        <p:grpSpPr>
          <a:xfrm>
            <a:off x="2540647" y="5326207"/>
            <a:ext cx="24130" cy="24765"/>
            <a:chOff x="2540647" y="5326207"/>
            <a:chExt cx="24130" cy="24765"/>
          </a:xfrm>
        </p:grpSpPr>
        <p:sp>
          <p:nvSpPr>
            <p:cNvPr id="893" name="object 893"/>
            <p:cNvSpPr/>
            <p:nvPr/>
          </p:nvSpPr>
          <p:spPr>
            <a:xfrm>
              <a:off x="2543822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4" name="object 894"/>
            <p:cNvSpPr/>
            <p:nvPr/>
          </p:nvSpPr>
          <p:spPr>
            <a:xfrm>
              <a:off x="2543822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5" name="object 895"/>
            <p:cNvSpPr/>
            <p:nvPr/>
          </p:nvSpPr>
          <p:spPr>
            <a:xfrm>
              <a:off x="2543822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6" name="object 896"/>
            <p:cNvSpPr/>
            <p:nvPr/>
          </p:nvSpPr>
          <p:spPr>
            <a:xfrm>
              <a:off x="2543822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97" name="object 897"/>
          <p:cNvGrpSpPr/>
          <p:nvPr/>
        </p:nvGrpSpPr>
        <p:grpSpPr>
          <a:xfrm>
            <a:off x="2719236" y="5147712"/>
            <a:ext cx="24130" cy="24130"/>
            <a:chOff x="2719236" y="5147712"/>
            <a:chExt cx="24130" cy="24130"/>
          </a:xfrm>
        </p:grpSpPr>
        <p:sp>
          <p:nvSpPr>
            <p:cNvPr id="898" name="object 898"/>
            <p:cNvSpPr/>
            <p:nvPr/>
          </p:nvSpPr>
          <p:spPr>
            <a:xfrm>
              <a:off x="2722411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9" name="object 899"/>
            <p:cNvSpPr/>
            <p:nvPr/>
          </p:nvSpPr>
          <p:spPr>
            <a:xfrm>
              <a:off x="2722411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0" name="object 900"/>
          <p:cNvGrpSpPr/>
          <p:nvPr/>
        </p:nvGrpSpPr>
        <p:grpSpPr>
          <a:xfrm>
            <a:off x="2719236" y="5326207"/>
            <a:ext cx="24130" cy="24765"/>
            <a:chOff x="2719236" y="5326207"/>
            <a:chExt cx="24130" cy="24765"/>
          </a:xfrm>
        </p:grpSpPr>
        <p:sp>
          <p:nvSpPr>
            <p:cNvPr id="901" name="object 901"/>
            <p:cNvSpPr/>
            <p:nvPr/>
          </p:nvSpPr>
          <p:spPr>
            <a:xfrm>
              <a:off x="2722411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2" name="object 902"/>
            <p:cNvSpPr/>
            <p:nvPr/>
          </p:nvSpPr>
          <p:spPr>
            <a:xfrm>
              <a:off x="2722411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3" name="object 903"/>
            <p:cNvSpPr/>
            <p:nvPr/>
          </p:nvSpPr>
          <p:spPr>
            <a:xfrm>
              <a:off x="2722411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4" name="object 904"/>
            <p:cNvSpPr/>
            <p:nvPr/>
          </p:nvSpPr>
          <p:spPr>
            <a:xfrm>
              <a:off x="2722411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5" name="object 905"/>
          <p:cNvGrpSpPr/>
          <p:nvPr/>
        </p:nvGrpSpPr>
        <p:grpSpPr>
          <a:xfrm>
            <a:off x="2897825" y="5147712"/>
            <a:ext cx="24130" cy="24130"/>
            <a:chOff x="2897825" y="5147712"/>
            <a:chExt cx="24130" cy="24130"/>
          </a:xfrm>
        </p:grpSpPr>
        <p:sp>
          <p:nvSpPr>
            <p:cNvPr id="906" name="object 906"/>
            <p:cNvSpPr/>
            <p:nvPr/>
          </p:nvSpPr>
          <p:spPr>
            <a:xfrm>
              <a:off x="2901000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7" name="object 907"/>
            <p:cNvSpPr/>
            <p:nvPr/>
          </p:nvSpPr>
          <p:spPr>
            <a:xfrm>
              <a:off x="2901000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8" name="object 908"/>
          <p:cNvGrpSpPr/>
          <p:nvPr/>
        </p:nvGrpSpPr>
        <p:grpSpPr>
          <a:xfrm>
            <a:off x="2897825" y="5326207"/>
            <a:ext cx="24130" cy="24765"/>
            <a:chOff x="2897825" y="5326207"/>
            <a:chExt cx="24130" cy="24765"/>
          </a:xfrm>
        </p:grpSpPr>
        <p:sp>
          <p:nvSpPr>
            <p:cNvPr id="909" name="object 909"/>
            <p:cNvSpPr/>
            <p:nvPr/>
          </p:nvSpPr>
          <p:spPr>
            <a:xfrm>
              <a:off x="2901000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0" name="object 910"/>
            <p:cNvSpPr/>
            <p:nvPr/>
          </p:nvSpPr>
          <p:spPr>
            <a:xfrm>
              <a:off x="2901000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1" name="object 911"/>
            <p:cNvSpPr/>
            <p:nvPr/>
          </p:nvSpPr>
          <p:spPr>
            <a:xfrm>
              <a:off x="2901000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2" name="object 912"/>
            <p:cNvSpPr/>
            <p:nvPr/>
          </p:nvSpPr>
          <p:spPr>
            <a:xfrm>
              <a:off x="2901000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3" name="object 913"/>
          <p:cNvGrpSpPr/>
          <p:nvPr/>
        </p:nvGrpSpPr>
        <p:grpSpPr>
          <a:xfrm>
            <a:off x="3076413" y="5147712"/>
            <a:ext cx="24130" cy="24130"/>
            <a:chOff x="3076413" y="5147712"/>
            <a:chExt cx="24130" cy="24130"/>
          </a:xfrm>
        </p:grpSpPr>
        <p:sp>
          <p:nvSpPr>
            <p:cNvPr id="914" name="object 914"/>
            <p:cNvSpPr/>
            <p:nvPr/>
          </p:nvSpPr>
          <p:spPr>
            <a:xfrm>
              <a:off x="3079588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5" name="object 915"/>
            <p:cNvSpPr/>
            <p:nvPr/>
          </p:nvSpPr>
          <p:spPr>
            <a:xfrm>
              <a:off x="3079588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6" name="object 916"/>
          <p:cNvGrpSpPr/>
          <p:nvPr/>
        </p:nvGrpSpPr>
        <p:grpSpPr>
          <a:xfrm>
            <a:off x="3076413" y="5326207"/>
            <a:ext cx="24130" cy="24765"/>
            <a:chOff x="3076413" y="5326207"/>
            <a:chExt cx="24130" cy="24765"/>
          </a:xfrm>
        </p:grpSpPr>
        <p:sp>
          <p:nvSpPr>
            <p:cNvPr id="917" name="object 917"/>
            <p:cNvSpPr/>
            <p:nvPr/>
          </p:nvSpPr>
          <p:spPr>
            <a:xfrm>
              <a:off x="3079588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8" name="object 918"/>
            <p:cNvSpPr/>
            <p:nvPr/>
          </p:nvSpPr>
          <p:spPr>
            <a:xfrm>
              <a:off x="3079588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9" name="object 919"/>
            <p:cNvSpPr/>
            <p:nvPr/>
          </p:nvSpPr>
          <p:spPr>
            <a:xfrm>
              <a:off x="3079588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0" name="object 920"/>
            <p:cNvSpPr/>
            <p:nvPr/>
          </p:nvSpPr>
          <p:spPr>
            <a:xfrm>
              <a:off x="3079588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1" name="object 921"/>
          <p:cNvGrpSpPr/>
          <p:nvPr/>
        </p:nvGrpSpPr>
        <p:grpSpPr>
          <a:xfrm>
            <a:off x="3255000" y="5147712"/>
            <a:ext cx="24130" cy="24130"/>
            <a:chOff x="3255000" y="5147712"/>
            <a:chExt cx="24130" cy="24130"/>
          </a:xfrm>
        </p:grpSpPr>
        <p:sp>
          <p:nvSpPr>
            <p:cNvPr id="922" name="object 922"/>
            <p:cNvSpPr/>
            <p:nvPr/>
          </p:nvSpPr>
          <p:spPr>
            <a:xfrm>
              <a:off x="3258175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3" name="object 923"/>
            <p:cNvSpPr/>
            <p:nvPr/>
          </p:nvSpPr>
          <p:spPr>
            <a:xfrm>
              <a:off x="3258175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4" name="object 924"/>
          <p:cNvGrpSpPr/>
          <p:nvPr/>
        </p:nvGrpSpPr>
        <p:grpSpPr>
          <a:xfrm>
            <a:off x="3255000" y="5326207"/>
            <a:ext cx="24130" cy="24765"/>
            <a:chOff x="3255000" y="5326207"/>
            <a:chExt cx="24130" cy="24765"/>
          </a:xfrm>
        </p:grpSpPr>
        <p:sp>
          <p:nvSpPr>
            <p:cNvPr id="925" name="object 925"/>
            <p:cNvSpPr/>
            <p:nvPr/>
          </p:nvSpPr>
          <p:spPr>
            <a:xfrm>
              <a:off x="3258175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6" name="object 926"/>
            <p:cNvSpPr/>
            <p:nvPr/>
          </p:nvSpPr>
          <p:spPr>
            <a:xfrm>
              <a:off x="3258175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7" name="object 927"/>
            <p:cNvSpPr/>
            <p:nvPr/>
          </p:nvSpPr>
          <p:spPr>
            <a:xfrm>
              <a:off x="3258175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8" name="object 928"/>
            <p:cNvSpPr/>
            <p:nvPr/>
          </p:nvSpPr>
          <p:spPr>
            <a:xfrm>
              <a:off x="3258175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9" name="object 929"/>
          <p:cNvGrpSpPr/>
          <p:nvPr/>
        </p:nvGrpSpPr>
        <p:grpSpPr>
          <a:xfrm>
            <a:off x="3433591" y="5147712"/>
            <a:ext cx="24130" cy="24130"/>
            <a:chOff x="3433591" y="5147712"/>
            <a:chExt cx="24130" cy="24130"/>
          </a:xfrm>
        </p:grpSpPr>
        <p:sp>
          <p:nvSpPr>
            <p:cNvPr id="930" name="object 930"/>
            <p:cNvSpPr/>
            <p:nvPr/>
          </p:nvSpPr>
          <p:spPr>
            <a:xfrm>
              <a:off x="3436766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1" name="object 931"/>
            <p:cNvSpPr/>
            <p:nvPr/>
          </p:nvSpPr>
          <p:spPr>
            <a:xfrm>
              <a:off x="3436766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32" name="object 932"/>
          <p:cNvGrpSpPr/>
          <p:nvPr/>
        </p:nvGrpSpPr>
        <p:grpSpPr>
          <a:xfrm>
            <a:off x="3433591" y="5326207"/>
            <a:ext cx="24130" cy="24765"/>
            <a:chOff x="3433591" y="5326207"/>
            <a:chExt cx="24130" cy="24765"/>
          </a:xfrm>
        </p:grpSpPr>
        <p:sp>
          <p:nvSpPr>
            <p:cNvPr id="933" name="object 933"/>
            <p:cNvSpPr/>
            <p:nvPr/>
          </p:nvSpPr>
          <p:spPr>
            <a:xfrm>
              <a:off x="3436766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4" name="object 934"/>
            <p:cNvSpPr/>
            <p:nvPr/>
          </p:nvSpPr>
          <p:spPr>
            <a:xfrm>
              <a:off x="3436766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5" name="object 935"/>
            <p:cNvSpPr/>
            <p:nvPr/>
          </p:nvSpPr>
          <p:spPr>
            <a:xfrm>
              <a:off x="3436766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6" name="object 936"/>
            <p:cNvSpPr/>
            <p:nvPr/>
          </p:nvSpPr>
          <p:spPr>
            <a:xfrm>
              <a:off x="3436766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37" name="object 937"/>
          <p:cNvGrpSpPr/>
          <p:nvPr/>
        </p:nvGrpSpPr>
        <p:grpSpPr>
          <a:xfrm>
            <a:off x="2004883" y="5504936"/>
            <a:ext cx="24130" cy="24130"/>
            <a:chOff x="2004883" y="5504936"/>
            <a:chExt cx="24130" cy="24130"/>
          </a:xfrm>
        </p:grpSpPr>
        <p:sp>
          <p:nvSpPr>
            <p:cNvPr id="938" name="object 938"/>
            <p:cNvSpPr/>
            <p:nvPr/>
          </p:nvSpPr>
          <p:spPr>
            <a:xfrm>
              <a:off x="2008058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9" name="object 939"/>
            <p:cNvSpPr/>
            <p:nvPr/>
          </p:nvSpPr>
          <p:spPr>
            <a:xfrm>
              <a:off x="2008058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0" name="object 940"/>
          <p:cNvGrpSpPr/>
          <p:nvPr/>
        </p:nvGrpSpPr>
        <p:grpSpPr>
          <a:xfrm>
            <a:off x="2183470" y="5504936"/>
            <a:ext cx="24130" cy="24130"/>
            <a:chOff x="2183470" y="5504936"/>
            <a:chExt cx="24130" cy="24130"/>
          </a:xfrm>
        </p:grpSpPr>
        <p:sp>
          <p:nvSpPr>
            <p:cNvPr id="941" name="object 941"/>
            <p:cNvSpPr/>
            <p:nvPr/>
          </p:nvSpPr>
          <p:spPr>
            <a:xfrm>
              <a:off x="2186645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2" name="object 942"/>
            <p:cNvSpPr/>
            <p:nvPr/>
          </p:nvSpPr>
          <p:spPr>
            <a:xfrm>
              <a:off x="2186645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3" name="object 943"/>
          <p:cNvGrpSpPr/>
          <p:nvPr/>
        </p:nvGrpSpPr>
        <p:grpSpPr>
          <a:xfrm>
            <a:off x="2362060" y="5504936"/>
            <a:ext cx="24130" cy="24130"/>
            <a:chOff x="2362060" y="5504936"/>
            <a:chExt cx="24130" cy="24130"/>
          </a:xfrm>
        </p:grpSpPr>
        <p:sp>
          <p:nvSpPr>
            <p:cNvPr id="944" name="object 944"/>
            <p:cNvSpPr/>
            <p:nvPr/>
          </p:nvSpPr>
          <p:spPr>
            <a:xfrm>
              <a:off x="2365235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5" name="object 945"/>
            <p:cNvSpPr/>
            <p:nvPr/>
          </p:nvSpPr>
          <p:spPr>
            <a:xfrm>
              <a:off x="2365235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6" name="object 946"/>
          <p:cNvGrpSpPr/>
          <p:nvPr/>
        </p:nvGrpSpPr>
        <p:grpSpPr>
          <a:xfrm>
            <a:off x="2540647" y="5504936"/>
            <a:ext cx="24130" cy="24130"/>
            <a:chOff x="2540647" y="5504936"/>
            <a:chExt cx="24130" cy="24130"/>
          </a:xfrm>
        </p:grpSpPr>
        <p:sp>
          <p:nvSpPr>
            <p:cNvPr id="947" name="object 947"/>
            <p:cNvSpPr/>
            <p:nvPr/>
          </p:nvSpPr>
          <p:spPr>
            <a:xfrm>
              <a:off x="2543822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8" name="object 948"/>
            <p:cNvSpPr/>
            <p:nvPr/>
          </p:nvSpPr>
          <p:spPr>
            <a:xfrm>
              <a:off x="2543822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9" name="object 949"/>
          <p:cNvGrpSpPr/>
          <p:nvPr/>
        </p:nvGrpSpPr>
        <p:grpSpPr>
          <a:xfrm>
            <a:off x="2719236" y="5504936"/>
            <a:ext cx="24130" cy="24130"/>
            <a:chOff x="2719236" y="5504936"/>
            <a:chExt cx="24130" cy="24130"/>
          </a:xfrm>
        </p:grpSpPr>
        <p:sp>
          <p:nvSpPr>
            <p:cNvPr id="950" name="object 950"/>
            <p:cNvSpPr/>
            <p:nvPr/>
          </p:nvSpPr>
          <p:spPr>
            <a:xfrm>
              <a:off x="2722411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1" name="object 951"/>
            <p:cNvSpPr/>
            <p:nvPr/>
          </p:nvSpPr>
          <p:spPr>
            <a:xfrm>
              <a:off x="2722411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52" name="object 952"/>
          <p:cNvGrpSpPr/>
          <p:nvPr/>
        </p:nvGrpSpPr>
        <p:grpSpPr>
          <a:xfrm>
            <a:off x="2897825" y="5504936"/>
            <a:ext cx="24130" cy="24130"/>
            <a:chOff x="2897825" y="5504936"/>
            <a:chExt cx="24130" cy="24130"/>
          </a:xfrm>
        </p:grpSpPr>
        <p:sp>
          <p:nvSpPr>
            <p:cNvPr id="953" name="object 953"/>
            <p:cNvSpPr/>
            <p:nvPr/>
          </p:nvSpPr>
          <p:spPr>
            <a:xfrm>
              <a:off x="2901000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4" name="object 954"/>
            <p:cNvSpPr/>
            <p:nvPr/>
          </p:nvSpPr>
          <p:spPr>
            <a:xfrm>
              <a:off x="2901000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55" name="object 955"/>
          <p:cNvGrpSpPr/>
          <p:nvPr/>
        </p:nvGrpSpPr>
        <p:grpSpPr>
          <a:xfrm>
            <a:off x="3076413" y="5504936"/>
            <a:ext cx="24130" cy="24130"/>
            <a:chOff x="3076413" y="5504936"/>
            <a:chExt cx="24130" cy="24130"/>
          </a:xfrm>
        </p:grpSpPr>
        <p:sp>
          <p:nvSpPr>
            <p:cNvPr id="956" name="object 956"/>
            <p:cNvSpPr/>
            <p:nvPr/>
          </p:nvSpPr>
          <p:spPr>
            <a:xfrm>
              <a:off x="3079588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7" name="object 957"/>
            <p:cNvSpPr/>
            <p:nvPr/>
          </p:nvSpPr>
          <p:spPr>
            <a:xfrm>
              <a:off x="3079588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58" name="object 958"/>
          <p:cNvGrpSpPr/>
          <p:nvPr/>
        </p:nvGrpSpPr>
        <p:grpSpPr>
          <a:xfrm>
            <a:off x="3255000" y="5504936"/>
            <a:ext cx="24130" cy="24130"/>
            <a:chOff x="3255000" y="5504936"/>
            <a:chExt cx="24130" cy="24130"/>
          </a:xfrm>
        </p:grpSpPr>
        <p:sp>
          <p:nvSpPr>
            <p:cNvPr id="959" name="object 959"/>
            <p:cNvSpPr/>
            <p:nvPr/>
          </p:nvSpPr>
          <p:spPr>
            <a:xfrm>
              <a:off x="3258175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0" name="object 960"/>
            <p:cNvSpPr/>
            <p:nvPr/>
          </p:nvSpPr>
          <p:spPr>
            <a:xfrm>
              <a:off x="3258175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61" name="object 961"/>
          <p:cNvGrpSpPr/>
          <p:nvPr/>
        </p:nvGrpSpPr>
        <p:grpSpPr>
          <a:xfrm>
            <a:off x="3433591" y="5504936"/>
            <a:ext cx="24130" cy="24130"/>
            <a:chOff x="3433591" y="5504936"/>
            <a:chExt cx="24130" cy="24130"/>
          </a:xfrm>
        </p:grpSpPr>
        <p:sp>
          <p:nvSpPr>
            <p:cNvPr id="962" name="object 962"/>
            <p:cNvSpPr/>
            <p:nvPr/>
          </p:nvSpPr>
          <p:spPr>
            <a:xfrm>
              <a:off x="3436766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3" name="object 963"/>
            <p:cNvSpPr/>
            <p:nvPr/>
          </p:nvSpPr>
          <p:spPr>
            <a:xfrm>
              <a:off x="3436766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64" name="object 964"/>
          <p:cNvGrpSpPr/>
          <p:nvPr/>
        </p:nvGrpSpPr>
        <p:grpSpPr>
          <a:xfrm>
            <a:off x="3612178" y="3897506"/>
            <a:ext cx="24130" cy="24130"/>
            <a:chOff x="3612178" y="3897506"/>
            <a:chExt cx="24130" cy="24130"/>
          </a:xfrm>
        </p:grpSpPr>
        <p:sp>
          <p:nvSpPr>
            <p:cNvPr id="965" name="object 965"/>
            <p:cNvSpPr/>
            <p:nvPr/>
          </p:nvSpPr>
          <p:spPr>
            <a:xfrm>
              <a:off x="3615353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6" name="object 966"/>
            <p:cNvSpPr/>
            <p:nvPr/>
          </p:nvSpPr>
          <p:spPr>
            <a:xfrm>
              <a:off x="3615353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67" name="object 967"/>
          <p:cNvGrpSpPr/>
          <p:nvPr/>
        </p:nvGrpSpPr>
        <p:grpSpPr>
          <a:xfrm>
            <a:off x="3790767" y="3897506"/>
            <a:ext cx="24130" cy="24130"/>
            <a:chOff x="3790767" y="3897506"/>
            <a:chExt cx="24130" cy="24130"/>
          </a:xfrm>
        </p:grpSpPr>
        <p:sp>
          <p:nvSpPr>
            <p:cNvPr id="968" name="object 968"/>
            <p:cNvSpPr/>
            <p:nvPr/>
          </p:nvSpPr>
          <p:spPr>
            <a:xfrm>
              <a:off x="3793942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9" name="object 969"/>
            <p:cNvSpPr/>
            <p:nvPr/>
          </p:nvSpPr>
          <p:spPr>
            <a:xfrm>
              <a:off x="3793942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0" name="object 970"/>
          <p:cNvGrpSpPr/>
          <p:nvPr/>
        </p:nvGrpSpPr>
        <p:grpSpPr>
          <a:xfrm>
            <a:off x="3969355" y="3897506"/>
            <a:ext cx="24130" cy="24130"/>
            <a:chOff x="3969355" y="3897506"/>
            <a:chExt cx="24130" cy="24130"/>
          </a:xfrm>
        </p:grpSpPr>
        <p:sp>
          <p:nvSpPr>
            <p:cNvPr id="971" name="object 971"/>
            <p:cNvSpPr/>
            <p:nvPr/>
          </p:nvSpPr>
          <p:spPr>
            <a:xfrm>
              <a:off x="3972530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2" name="object 972"/>
            <p:cNvSpPr/>
            <p:nvPr/>
          </p:nvSpPr>
          <p:spPr>
            <a:xfrm>
              <a:off x="3972530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3" name="object 973"/>
          <p:cNvGrpSpPr/>
          <p:nvPr/>
        </p:nvGrpSpPr>
        <p:grpSpPr>
          <a:xfrm>
            <a:off x="4147944" y="3897506"/>
            <a:ext cx="24130" cy="24130"/>
            <a:chOff x="4147944" y="3897506"/>
            <a:chExt cx="24130" cy="24130"/>
          </a:xfrm>
        </p:grpSpPr>
        <p:sp>
          <p:nvSpPr>
            <p:cNvPr id="974" name="object 974"/>
            <p:cNvSpPr/>
            <p:nvPr/>
          </p:nvSpPr>
          <p:spPr>
            <a:xfrm>
              <a:off x="4151119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5" name="object 975"/>
            <p:cNvSpPr/>
            <p:nvPr/>
          </p:nvSpPr>
          <p:spPr>
            <a:xfrm>
              <a:off x="4151119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6" name="object 976"/>
          <p:cNvGrpSpPr/>
          <p:nvPr/>
        </p:nvGrpSpPr>
        <p:grpSpPr>
          <a:xfrm>
            <a:off x="4326532" y="3897506"/>
            <a:ext cx="24130" cy="24130"/>
            <a:chOff x="4326532" y="3897506"/>
            <a:chExt cx="24130" cy="24130"/>
          </a:xfrm>
        </p:grpSpPr>
        <p:sp>
          <p:nvSpPr>
            <p:cNvPr id="977" name="object 977"/>
            <p:cNvSpPr/>
            <p:nvPr/>
          </p:nvSpPr>
          <p:spPr>
            <a:xfrm>
              <a:off x="4329707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8" name="object 978"/>
            <p:cNvSpPr/>
            <p:nvPr/>
          </p:nvSpPr>
          <p:spPr>
            <a:xfrm>
              <a:off x="4329707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9" name="object 979"/>
          <p:cNvGrpSpPr/>
          <p:nvPr/>
        </p:nvGrpSpPr>
        <p:grpSpPr>
          <a:xfrm>
            <a:off x="4505120" y="3897506"/>
            <a:ext cx="24130" cy="24130"/>
            <a:chOff x="4505120" y="3897506"/>
            <a:chExt cx="24130" cy="24130"/>
          </a:xfrm>
        </p:grpSpPr>
        <p:sp>
          <p:nvSpPr>
            <p:cNvPr id="980" name="object 980"/>
            <p:cNvSpPr/>
            <p:nvPr/>
          </p:nvSpPr>
          <p:spPr>
            <a:xfrm>
              <a:off x="4508295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1" name="object 981"/>
            <p:cNvSpPr/>
            <p:nvPr/>
          </p:nvSpPr>
          <p:spPr>
            <a:xfrm>
              <a:off x="4508295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2" name="object 982"/>
          <p:cNvGrpSpPr/>
          <p:nvPr/>
        </p:nvGrpSpPr>
        <p:grpSpPr>
          <a:xfrm>
            <a:off x="4683709" y="3897506"/>
            <a:ext cx="24130" cy="24130"/>
            <a:chOff x="4683709" y="3897506"/>
            <a:chExt cx="24130" cy="24130"/>
          </a:xfrm>
        </p:grpSpPr>
        <p:sp>
          <p:nvSpPr>
            <p:cNvPr id="983" name="object 983"/>
            <p:cNvSpPr/>
            <p:nvPr/>
          </p:nvSpPr>
          <p:spPr>
            <a:xfrm>
              <a:off x="4686884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4" name="object 984"/>
            <p:cNvSpPr/>
            <p:nvPr/>
          </p:nvSpPr>
          <p:spPr>
            <a:xfrm>
              <a:off x="4686884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5" name="object 985"/>
          <p:cNvGrpSpPr/>
          <p:nvPr/>
        </p:nvGrpSpPr>
        <p:grpSpPr>
          <a:xfrm>
            <a:off x="4862297" y="3897506"/>
            <a:ext cx="24130" cy="24130"/>
            <a:chOff x="4862297" y="3897506"/>
            <a:chExt cx="24130" cy="24130"/>
          </a:xfrm>
        </p:grpSpPr>
        <p:sp>
          <p:nvSpPr>
            <p:cNvPr id="986" name="object 986"/>
            <p:cNvSpPr/>
            <p:nvPr/>
          </p:nvSpPr>
          <p:spPr>
            <a:xfrm>
              <a:off x="4865472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7" name="object 987"/>
            <p:cNvSpPr/>
            <p:nvPr/>
          </p:nvSpPr>
          <p:spPr>
            <a:xfrm>
              <a:off x="4865472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8" name="object 988"/>
          <p:cNvGrpSpPr/>
          <p:nvPr/>
        </p:nvGrpSpPr>
        <p:grpSpPr>
          <a:xfrm>
            <a:off x="5040886" y="3897506"/>
            <a:ext cx="24130" cy="24130"/>
            <a:chOff x="5040886" y="3897506"/>
            <a:chExt cx="24130" cy="24130"/>
          </a:xfrm>
        </p:grpSpPr>
        <p:sp>
          <p:nvSpPr>
            <p:cNvPr id="989" name="object 989"/>
            <p:cNvSpPr/>
            <p:nvPr/>
          </p:nvSpPr>
          <p:spPr>
            <a:xfrm>
              <a:off x="5044061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0" name="object 990"/>
            <p:cNvSpPr/>
            <p:nvPr/>
          </p:nvSpPr>
          <p:spPr>
            <a:xfrm>
              <a:off x="5044061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91" name="object 991"/>
          <p:cNvGrpSpPr/>
          <p:nvPr/>
        </p:nvGrpSpPr>
        <p:grpSpPr>
          <a:xfrm>
            <a:off x="3612178" y="4611546"/>
            <a:ext cx="24130" cy="24130"/>
            <a:chOff x="3612178" y="4611546"/>
            <a:chExt cx="24130" cy="24130"/>
          </a:xfrm>
        </p:grpSpPr>
        <p:sp>
          <p:nvSpPr>
            <p:cNvPr id="992" name="object 992"/>
            <p:cNvSpPr/>
            <p:nvPr/>
          </p:nvSpPr>
          <p:spPr>
            <a:xfrm>
              <a:off x="3615353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3" name="object 993"/>
            <p:cNvSpPr/>
            <p:nvPr/>
          </p:nvSpPr>
          <p:spPr>
            <a:xfrm>
              <a:off x="3615353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94" name="object 994"/>
          <p:cNvGrpSpPr/>
          <p:nvPr/>
        </p:nvGrpSpPr>
        <p:grpSpPr>
          <a:xfrm>
            <a:off x="3790767" y="4611546"/>
            <a:ext cx="24130" cy="24130"/>
            <a:chOff x="3790767" y="4611546"/>
            <a:chExt cx="24130" cy="24130"/>
          </a:xfrm>
        </p:grpSpPr>
        <p:sp>
          <p:nvSpPr>
            <p:cNvPr id="995" name="object 995"/>
            <p:cNvSpPr/>
            <p:nvPr/>
          </p:nvSpPr>
          <p:spPr>
            <a:xfrm>
              <a:off x="3793942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6" name="object 996"/>
            <p:cNvSpPr/>
            <p:nvPr/>
          </p:nvSpPr>
          <p:spPr>
            <a:xfrm>
              <a:off x="3793942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97" name="object 997"/>
          <p:cNvGrpSpPr/>
          <p:nvPr/>
        </p:nvGrpSpPr>
        <p:grpSpPr>
          <a:xfrm>
            <a:off x="3969355" y="4611546"/>
            <a:ext cx="24130" cy="24130"/>
            <a:chOff x="3969355" y="4611546"/>
            <a:chExt cx="24130" cy="24130"/>
          </a:xfrm>
        </p:grpSpPr>
        <p:sp>
          <p:nvSpPr>
            <p:cNvPr id="998" name="object 998"/>
            <p:cNvSpPr/>
            <p:nvPr/>
          </p:nvSpPr>
          <p:spPr>
            <a:xfrm>
              <a:off x="3972530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9" name="object 999"/>
            <p:cNvSpPr/>
            <p:nvPr/>
          </p:nvSpPr>
          <p:spPr>
            <a:xfrm>
              <a:off x="3972530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0" name="object 1000"/>
          <p:cNvGrpSpPr/>
          <p:nvPr/>
        </p:nvGrpSpPr>
        <p:grpSpPr>
          <a:xfrm>
            <a:off x="4147944" y="4611546"/>
            <a:ext cx="24130" cy="24130"/>
            <a:chOff x="4147944" y="4611546"/>
            <a:chExt cx="24130" cy="24130"/>
          </a:xfrm>
        </p:grpSpPr>
        <p:sp>
          <p:nvSpPr>
            <p:cNvPr id="1001" name="object 1001"/>
            <p:cNvSpPr/>
            <p:nvPr/>
          </p:nvSpPr>
          <p:spPr>
            <a:xfrm>
              <a:off x="4151119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4151119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3" name="object 1003"/>
          <p:cNvGrpSpPr/>
          <p:nvPr/>
        </p:nvGrpSpPr>
        <p:grpSpPr>
          <a:xfrm>
            <a:off x="4326532" y="4611546"/>
            <a:ext cx="24130" cy="24130"/>
            <a:chOff x="4326532" y="4611546"/>
            <a:chExt cx="24130" cy="24130"/>
          </a:xfrm>
        </p:grpSpPr>
        <p:sp>
          <p:nvSpPr>
            <p:cNvPr id="1004" name="object 1004"/>
            <p:cNvSpPr/>
            <p:nvPr/>
          </p:nvSpPr>
          <p:spPr>
            <a:xfrm>
              <a:off x="4329707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4329707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6" name="object 1006"/>
          <p:cNvGrpSpPr/>
          <p:nvPr/>
        </p:nvGrpSpPr>
        <p:grpSpPr>
          <a:xfrm>
            <a:off x="4505120" y="4611546"/>
            <a:ext cx="24130" cy="24130"/>
            <a:chOff x="4505120" y="4611546"/>
            <a:chExt cx="24130" cy="24130"/>
          </a:xfrm>
        </p:grpSpPr>
        <p:sp>
          <p:nvSpPr>
            <p:cNvPr id="1007" name="object 1007"/>
            <p:cNvSpPr/>
            <p:nvPr/>
          </p:nvSpPr>
          <p:spPr>
            <a:xfrm>
              <a:off x="4508295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4508295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9" name="object 1009"/>
          <p:cNvGrpSpPr/>
          <p:nvPr/>
        </p:nvGrpSpPr>
        <p:grpSpPr>
          <a:xfrm>
            <a:off x="4683709" y="4611546"/>
            <a:ext cx="24130" cy="24130"/>
            <a:chOff x="4683709" y="4611546"/>
            <a:chExt cx="24130" cy="24130"/>
          </a:xfrm>
        </p:grpSpPr>
        <p:sp>
          <p:nvSpPr>
            <p:cNvPr id="1010" name="object 1010"/>
            <p:cNvSpPr/>
            <p:nvPr/>
          </p:nvSpPr>
          <p:spPr>
            <a:xfrm>
              <a:off x="4686884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4686884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2" name="object 1012"/>
          <p:cNvGrpSpPr/>
          <p:nvPr/>
        </p:nvGrpSpPr>
        <p:grpSpPr>
          <a:xfrm>
            <a:off x="4862297" y="4611546"/>
            <a:ext cx="24130" cy="24130"/>
            <a:chOff x="4862297" y="4611546"/>
            <a:chExt cx="24130" cy="24130"/>
          </a:xfrm>
        </p:grpSpPr>
        <p:sp>
          <p:nvSpPr>
            <p:cNvPr id="1013" name="object 1013"/>
            <p:cNvSpPr/>
            <p:nvPr/>
          </p:nvSpPr>
          <p:spPr>
            <a:xfrm>
              <a:off x="4865472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4" name="object 1014"/>
            <p:cNvSpPr/>
            <p:nvPr/>
          </p:nvSpPr>
          <p:spPr>
            <a:xfrm>
              <a:off x="4865472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5" name="object 1015"/>
          <p:cNvGrpSpPr/>
          <p:nvPr/>
        </p:nvGrpSpPr>
        <p:grpSpPr>
          <a:xfrm>
            <a:off x="5040886" y="4611546"/>
            <a:ext cx="24130" cy="24130"/>
            <a:chOff x="5040886" y="4611546"/>
            <a:chExt cx="24130" cy="24130"/>
          </a:xfrm>
        </p:grpSpPr>
        <p:sp>
          <p:nvSpPr>
            <p:cNvPr id="1016" name="object 1016"/>
            <p:cNvSpPr/>
            <p:nvPr/>
          </p:nvSpPr>
          <p:spPr>
            <a:xfrm>
              <a:off x="5044061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7" name="object 1017"/>
            <p:cNvSpPr/>
            <p:nvPr/>
          </p:nvSpPr>
          <p:spPr>
            <a:xfrm>
              <a:off x="5044061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8" name="object 1018"/>
          <p:cNvGrpSpPr/>
          <p:nvPr/>
        </p:nvGrpSpPr>
        <p:grpSpPr>
          <a:xfrm>
            <a:off x="3612178" y="4076223"/>
            <a:ext cx="24130" cy="24130"/>
            <a:chOff x="3612178" y="4076223"/>
            <a:chExt cx="24130" cy="24130"/>
          </a:xfrm>
        </p:grpSpPr>
        <p:sp>
          <p:nvSpPr>
            <p:cNvPr id="1019" name="object 1019"/>
            <p:cNvSpPr/>
            <p:nvPr/>
          </p:nvSpPr>
          <p:spPr>
            <a:xfrm>
              <a:off x="3615353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0" name="object 1020"/>
            <p:cNvSpPr/>
            <p:nvPr/>
          </p:nvSpPr>
          <p:spPr>
            <a:xfrm>
              <a:off x="3615353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1" name="object 1021"/>
          <p:cNvGrpSpPr/>
          <p:nvPr/>
        </p:nvGrpSpPr>
        <p:grpSpPr>
          <a:xfrm>
            <a:off x="3790767" y="4076223"/>
            <a:ext cx="24130" cy="24130"/>
            <a:chOff x="3790767" y="4076223"/>
            <a:chExt cx="24130" cy="24130"/>
          </a:xfrm>
        </p:grpSpPr>
        <p:sp>
          <p:nvSpPr>
            <p:cNvPr id="1022" name="object 1022"/>
            <p:cNvSpPr/>
            <p:nvPr/>
          </p:nvSpPr>
          <p:spPr>
            <a:xfrm>
              <a:off x="3793942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3" name="object 1023"/>
            <p:cNvSpPr/>
            <p:nvPr/>
          </p:nvSpPr>
          <p:spPr>
            <a:xfrm>
              <a:off x="3793942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4" name="object 1024"/>
          <p:cNvGrpSpPr/>
          <p:nvPr/>
        </p:nvGrpSpPr>
        <p:grpSpPr>
          <a:xfrm>
            <a:off x="3969355" y="4076223"/>
            <a:ext cx="24130" cy="24130"/>
            <a:chOff x="3969355" y="4076223"/>
            <a:chExt cx="24130" cy="24130"/>
          </a:xfrm>
        </p:grpSpPr>
        <p:sp>
          <p:nvSpPr>
            <p:cNvPr id="1025" name="object 1025"/>
            <p:cNvSpPr/>
            <p:nvPr/>
          </p:nvSpPr>
          <p:spPr>
            <a:xfrm>
              <a:off x="3972530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6" name="object 1026"/>
            <p:cNvSpPr/>
            <p:nvPr/>
          </p:nvSpPr>
          <p:spPr>
            <a:xfrm>
              <a:off x="3972530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7" name="object 1027"/>
          <p:cNvGrpSpPr/>
          <p:nvPr/>
        </p:nvGrpSpPr>
        <p:grpSpPr>
          <a:xfrm>
            <a:off x="4147944" y="4076223"/>
            <a:ext cx="24130" cy="24130"/>
            <a:chOff x="4147944" y="4076223"/>
            <a:chExt cx="24130" cy="24130"/>
          </a:xfrm>
        </p:grpSpPr>
        <p:sp>
          <p:nvSpPr>
            <p:cNvPr id="1028" name="object 1028"/>
            <p:cNvSpPr/>
            <p:nvPr/>
          </p:nvSpPr>
          <p:spPr>
            <a:xfrm>
              <a:off x="4151119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9" name="object 1029"/>
            <p:cNvSpPr/>
            <p:nvPr/>
          </p:nvSpPr>
          <p:spPr>
            <a:xfrm>
              <a:off x="4151119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30" name="object 1030"/>
          <p:cNvGrpSpPr/>
          <p:nvPr/>
        </p:nvGrpSpPr>
        <p:grpSpPr>
          <a:xfrm>
            <a:off x="4326532" y="4076223"/>
            <a:ext cx="24130" cy="24130"/>
            <a:chOff x="4326532" y="4076223"/>
            <a:chExt cx="24130" cy="24130"/>
          </a:xfrm>
        </p:grpSpPr>
        <p:sp>
          <p:nvSpPr>
            <p:cNvPr id="1031" name="object 1031"/>
            <p:cNvSpPr/>
            <p:nvPr/>
          </p:nvSpPr>
          <p:spPr>
            <a:xfrm>
              <a:off x="4329707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4329707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33" name="object 1033"/>
          <p:cNvGrpSpPr/>
          <p:nvPr/>
        </p:nvGrpSpPr>
        <p:grpSpPr>
          <a:xfrm>
            <a:off x="4505120" y="4076223"/>
            <a:ext cx="24130" cy="24130"/>
            <a:chOff x="4505120" y="4076223"/>
            <a:chExt cx="24130" cy="24130"/>
          </a:xfrm>
        </p:grpSpPr>
        <p:sp>
          <p:nvSpPr>
            <p:cNvPr id="1034" name="object 1034"/>
            <p:cNvSpPr/>
            <p:nvPr/>
          </p:nvSpPr>
          <p:spPr>
            <a:xfrm>
              <a:off x="4508295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4508295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36" name="object 1036"/>
          <p:cNvGrpSpPr/>
          <p:nvPr/>
        </p:nvGrpSpPr>
        <p:grpSpPr>
          <a:xfrm>
            <a:off x="4683709" y="4076223"/>
            <a:ext cx="24130" cy="24130"/>
            <a:chOff x="4683709" y="4076223"/>
            <a:chExt cx="24130" cy="24130"/>
          </a:xfrm>
        </p:grpSpPr>
        <p:sp>
          <p:nvSpPr>
            <p:cNvPr id="1037" name="object 1037"/>
            <p:cNvSpPr/>
            <p:nvPr/>
          </p:nvSpPr>
          <p:spPr>
            <a:xfrm>
              <a:off x="4686884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4686884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39" name="object 1039"/>
          <p:cNvGrpSpPr/>
          <p:nvPr/>
        </p:nvGrpSpPr>
        <p:grpSpPr>
          <a:xfrm>
            <a:off x="4862297" y="4076223"/>
            <a:ext cx="24130" cy="24130"/>
            <a:chOff x="4862297" y="4076223"/>
            <a:chExt cx="24130" cy="24130"/>
          </a:xfrm>
        </p:grpSpPr>
        <p:sp>
          <p:nvSpPr>
            <p:cNvPr id="1040" name="object 1040"/>
            <p:cNvSpPr/>
            <p:nvPr/>
          </p:nvSpPr>
          <p:spPr>
            <a:xfrm>
              <a:off x="4865472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4865472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42" name="object 1042"/>
          <p:cNvGrpSpPr/>
          <p:nvPr/>
        </p:nvGrpSpPr>
        <p:grpSpPr>
          <a:xfrm>
            <a:off x="5040886" y="4076223"/>
            <a:ext cx="24130" cy="24130"/>
            <a:chOff x="5040886" y="4076223"/>
            <a:chExt cx="24130" cy="24130"/>
          </a:xfrm>
        </p:grpSpPr>
        <p:sp>
          <p:nvSpPr>
            <p:cNvPr id="1043" name="object 1043"/>
            <p:cNvSpPr/>
            <p:nvPr/>
          </p:nvSpPr>
          <p:spPr>
            <a:xfrm>
              <a:off x="5044061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5044061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45" name="object 1045"/>
          <p:cNvGrpSpPr/>
          <p:nvPr/>
        </p:nvGrpSpPr>
        <p:grpSpPr>
          <a:xfrm>
            <a:off x="3612178" y="4790264"/>
            <a:ext cx="24130" cy="24130"/>
            <a:chOff x="3612178" y="4790264"/>
            <a:chExt cx="24130" cy="24130"/>
          </a:xfrm>
        </p:grpSpPr>
        <p:sp>
          <p:nvSpPr>
            <p:cNvPr id="1046" name="object 1046"/>
            <p:cNvSpPr/>
            <p:nvPr/>
          </p:nvSpPr>
          <p:spPr>
            <a:xfrm>
              <a:off x="3615353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3615353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48" name="object 1048"/>
          <p:cNvGrpSpPr/>
          <p:nvPr/>
        </p:nvGrpSpPr>
        <p:grpSpPr>
          <a:xfrm>
            <a:off x="3790767" y="4790264"/>
            <a:ext cx="24130" cy="24130"/>
            <a:chOff x="3790767" y="4790264"/>
            <a:chExt cx="24130" cy="24130"/>
          </a:xfrm>
        </p:grpSpPr>
        <p:sp>
          <p:nvSpPr>
            <p:cNvPr id="1049" name="object 1049"/>
            <p:cNvSpPr/>
            <p:nvPr/>
          </p:nvSpPr>
          <p:spPr>
            <a:xfrm>
              <a:off x="3793942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3793942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1" name="object 1051"/>
          <p:cNvGrpSpPr/>
          <p:nvPr/>
        </p:nvGrpSpPr>
        <p:grpSpPr>
          <a:xfrm>
            <a:off x="3969355" y="4790264"/>
            <a:ext cx="24130" cy="24130"/>
            <a:chOff x="3969355" y="4790264"/>
            <a:chExt cx="24130" cy="24130"/>
          </a:xfrm>
        </p:grpSpPr>
        <p:sp>
          <p:nvSpPr>
            <p:cNvPr id="1052" name="object 1052"/>
            <p:cNvSpPr/>
            <p:nvPr/>
          </p:nvSpPr>
          <p:spPr>
            <a:xfrm>
              <a:off x="3972530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3972530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4" name="object 1054"/>
          <p:cNvGrpSpPr/>
          <p:nvPr/>
        </p:nvGrpSpPr>
        <p:grpSpPr>
          <a:xfrm>
            <a:off x="4147944" y="4790264"/>
            <a:ext cx="24130" cy="24130"/>
            <a:chOff x="4147944" y="4790264"/>
            <a:chExt cx="24130" cy="24130"/>
          </a:xfrm>
        </p:grpSpPr>
        <p:sp>
          <p:nvSpPr>
            <p:cNvPr id="1055" name="object 1055"/>
            <p:cNvSpPr/>
            <p:nvPr/>
          </p:nvSpPr>
          <p:spPr>
            <a:xfrm>
              <a:off x="4151119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4151119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7" name="object 1057"/>
          <p:cNvGrpSpPr/>
          <p:nvPr/>
        </p:nvGrpSpPr>
        <p:grpSpPr>
          <a:xfrm>
            <a:off x="4326532" y="4790264"/>
            <a:ext cx="24130" cy="24130"/>
            <a:chOff x="4326532" y="4790264"/>
            <a:chExt cx="24130" cy="24130"/>
          </a:xfrm>
        </p:grpSpPr>
        <p:sp>
          <p:nvSpPr>
            <p:cNvPr id="1058" name="object 1058"/>
            <p:cNvSpPr/>
            <p:nvPr/>
          </p:nvSpPr>
          <p:spPr>
            <a:xfrm>
              <a:off x="4329707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4329707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0" name="object 1060"/>
          <p:cNvGrpSpPr/>
          <p:nvPr/>
        </p:nvGrpSpPr>
        <p:grpSpPr>
          <a:xfrm>
            <a:off x="4505120" y="4790264"/>
            <a:ext cx="24130" cy="24130"/>
            <a:chOff x="4505120" y="4790264"/>
            <a:chExt cx="24130" cy="24130"/>
          </a:xfrm>
        </p:grpSpPr>
        <p:sp>
          <p:nvSpPr>
            <p:cNvPr id="1061" name="object 1061"/>
            <p:cNvSpPr/>
            <p:nvPr/>
          </p:nvSpPr>
          <p:spPr>
            <a:xfrm>
              <a:off x="4508295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4508295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3" name="object 1063"/>
          <p:cNvGrpSpPr/>
          <p:nvPr/>
        </p:nvGrpSpPr>
        <p:grpSpPr>
          <a:xfrm>
            <a:off x="4683709" y="4790264"/>
            <a:ext cx="24130" cy="24130"/>
            <a:chOff x="4683709" y="4790264"/>
            <a:chExt cx="24130" cy="24130"/>
          </a:xfrm>
        </p:grpSpPr>
        <p:sp>
          <p:nvSpPr>
            <p:cNvPr id="1064" name="object 1064"/>
            <p:cNvSpPr/>
            <p:nvPr/>
          </p:nvSpPr>
          <p:spPr>
            <a:xfrm>
              <a:off x="4686884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5" name="object 1065"/>
            <p:cNvSpPr/>
            <p:nvPr/>
          </p:nvSpPr>
          <p:spPr>
            <a:xfrm>
              <a:off x="4686884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6" name="object 1066"/>
          <p:cNvGrpSpPr/>
          <p:nvPr/>
        </p:nvGrpSpPr>
        <p:grpSpPr>
          <a:xfrm>
            <a:off x="4862297" y="4790264"/>
            <a:ext cx="24130" cy="24130"/>
            <a:chOff x="4862297" y="4790264"/>
            <a:chExt cx="24130" cy="24130"/>
          </a:xfrm>
        </p:grpSpPr>
        <p:sp>
          <p:nvSpPr>
            <p:cNvPr id="1067" name="object 1067"/>
            <p:cNvSpPr/>
            <p:nvPr/>
          </p:nvSpPr>
          <p:spPr>
            <a:xfrm>
              <a:off x="4865472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8" name="object 1068"/>
            <p:cNvSpPr/>
            <p:nvPr/>
          </p:nvSpPr>
          <p:spPr>
            <a:xfrm>
              <a:off x="4865472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9" name="object 1069"/>
          <p:cNvGrpSpPr/>
          <p:nvPr/>
        </p:nvGrpSpPr>
        <p:grpSpPr>
          <a:xfrm>
            <a:off x="5040886" y="4790264"/>
            <a:ext cx="24130" cy="24130"/>
            <a:chOff x="5040886" y="4790264"/>
            <a:chExt cx="24130" cy="24130"/>
          </a:xfrm>
        </p:grpSpPr>
        <p:sp>
          <p:nvSpPr>
            <p:cNvPr id="1070" name="object 1070"/>
            <p:cNvSpPr/>
            <p:nvPr/>
          </p:nvSpPr>
          <p:spPr>
            <a:xfrm>
              <a:off x="5044061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1" name="object 1071"/>
            <p:cNvSpPr/>
            <p:nvPr/>
          </p:nvSpPr>
          <p:spPr>
            <a:xfrm>
              <a:off x="5044061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72" name="object 1072"/>
          <p:cNvGrpSpPr/>
          <p:nvPr/>
        </p:nvGrpSpPr>
        <p:grpSpPr>
          <a:xfrm>
            <a:off x="3612178" y="4254954"/>
            <a:ext cx="24130" cy="24130"/>
            <a:chOff x="3612178" y="4254954"/>
            <a:chExt cx="24130" cy="24130"/>
          </a:xfrm>
        </p:grpSpPr>
        <p:sp>
          <p:nvSpPr>
            <p:cNvPr id="1073" name="object 1073"/>
            <p:cNvSpPr/>
            <p:nvPr/>
          </p:nvSpPr>
          <p:spPr>
            <a:xfrm>
              <a:off x="3615353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3615353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75" name="object 1075"/>
          <p:cNvGrpSpPr/>
          <p:nvPr/>
        </p:nvGrpSpPr>
        <p:grpSpPr>
          <a:xfrm>
            <a:off x="3790767" y="4254954"/>
            <a:ext cx="24130" cy="24130"/>
            <a:chOff x="3790767" y="4254954"/>
            <a:chExt cx="24130" cy="24130"/>
          </a:xfrm>
        </p:grpSpPr>
        <p:sp>
          <p:nvSpPr>
            <p:cNvPr id="1076" name="object 1076"/>
            <p:cNvSpPr/>
            <p:nvPr/>
          </p:nvSpPr>
          <p:spPr>
            <a:xfrm>
              <a:off x="3793942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3793942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78" name="object 1078"/>
          <p:cNvGrpSpPr/>
          <p:nvPr/>
        </p:nvGrpSpPr>
        <p:grpSpPr>
          <a:xfrm>
            <a:off x="3969355" y="4254954"/>
            <a:ext cx="24130" cy="24130"/>
            <a:chOff x="3969355" y="4254954"/>
            <a:chExt cx="24130" cy="24130"/>
          </a:xfrm>
        </p:grpSpPr>
        <p:sp>
          <p:nvSpPr>
            <p:cNvPr id="1079" name="object 1079"/>
            <p:cNvSpPr/>
            <p:nvPr/>
          </p:nvSpPr>
          <p:spPr>
            <a:xfrm>
              <a:off x="3972530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3972530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81" name="object 1081"/>
          <p:cNvGrpSpPr/>
          <p:nvPr/>
        </p:nvGrpSpPr>
        <p:grpSpPr>
          <a:xfrm>
            <a:off x="4147944" y="4254954"/>
            <a:ext cx="24130" cy="24130"/>
            <a:chOff x="4147944" y="4254954"/>
            <a:chExt cx="24130" cy="24130"/>
          </a:xfrm>
        </p:grpSpPr>
        <p:sp>
          <p:nvSpPr>
            <p:cNvPr id="1082" name="object 1082"/>
            <p:cNvSpPr/>
            <p:nvPr/>
          </p:nvSpPr>
          <p:spPr>
            <a:xfrm>
              <a:off x="4151119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4151119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84" name="object 1084"/>
          <p:cNvGrpSpPr/>
          <p:nvPr/>
        </p:nvGrpSpPr>
        <p:grpSpPr>
          <a:xfrm>
            <a:off x="4326532" y="4254954"/>
            <a:ext cx="24130" cy="24130"/>
            <a:chOff x="4326532" y="4254954"/>
            <a:chExt cx="24130" cy="24130"/>
          </a:xfrm>
        </p:grpSpPr>
        <p:sp>
          <p:nvSpPr>
            <p:cNvPr id="1085" name="object 1085"/>
            <p:cNvSpPr/>
            <p:nvPr/>
          </p:nvSpPr>
          <p:spPr>
            <a:xfrm>
              <a:off x="4329707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4329707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87" name="object 1087"/>
          <p:cNvGrpSpPr/>
          <p:nvPr/>
        </p:nvGrpSpPr>
        <p:grpSpPr>
          <a:xfrm>
            <a:off x="4505120" y="4254954"/>
            <a:ext cx="24130" cy="24130"/>
            <a:chOff x="4505120" y="4254954"/>
            <a:chExt cx="24130" cy="24130"/>
          </a:xfrm>
        </p:grpSpPr>
        <p:sp>
          <p:nvSpPr>
            <p:cNvPr id="1088" name="object 1088"/>
            <p:cNvSpPr/>
            <p:nvPr/>
          </p:nvSpPr>
          <p:spPr>
            <a:xfrm>
              <a:off x="4508295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4508295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90" name="object 1090"/>
          <p:cNvGrpSpPr/>
          <p:nvPr/>
        </p:nvGrpSpPr>
        <p:grpSpPr>
          <a:xfrm>
            <a:off x="4683709" y="4254954"/>
            <a:ext cx="24130" cy="24130"/>
            <a:chOff x="4683709" y="4254954"/>
            <a:chExt cx="24130" cy="24130"/>
          </a:xfrm>
        </p:grpSpPr>
        <p:sp>
          <p:nvSpPr>
            <p:cNvPr id="1091" name="object 1091"/>
            <p:cNvSpPr/>
            <p:nvPr/>
          </p:nvSpPr>
          <p:spPr>
            <a:xfrm>
              <a:off x="4686884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4686884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93" name="object 1093"/>
          <p:cNvGrpSpPr/>
          <p:nvPr/>
        </p:nvGrpSpPr>
        <p:grpSpPr>
          <a:xfrm>
            <a:off x="4862297" y="4254954"/>
            <a:ext cx="24130" cy="24130"/>
            <a:chOff x="4862297" y="4254954"/>
            <a:chExt cx="24130" cy="24130"/>
          </a:xfrm>
        </p:grpSpPr>
        <p:sp>
          <p:nvSpPr>
            <p:cNvPr id="1094" name="object 1094"/>
            <p:cNvSpPr/>
            <p:nvPr/>
          </p:nvSpPr>
          <p:spPr>
            <a:xfrm>
              <a:off x="4865472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4865472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96" name="object 1096"/>
          <p:cNvGrpSpPr/>
          <p:nvPr/>
        </p:nvGrpSpPr>
        <p:grpSpPr>
          <a:xfrm>
            <a:off x="5040886" y="4254954"/>
            <a:ext cx="24130" cy="24130"/>
            <a:chOff x="5040886" y="4254954"/>
            <a:chExt cx="24130" cy="24130"/>
          </a:xfrm>
        </p:grpSpPr>
        <p:sp>
          <p:nvSpPr>
            <p:cNvPr id="1097" name="object 1097"/>
            <p:cNvSpPr/>
            <p:nvPr/>
          </p:nvSpPr>
          <p:spPr>
            <a:xfrm>
              <a:off x="5044061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5044061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99" name="object 1099"/>
          <p:cNvGrpSpPr/>
          <p:nvPr/>
        </p:nvGrpSpPr>
        <p:grpSpPr>
          <a:xfrm>
            <a:off x="3612178" y="4968994"/>
            <a:ext cx="24130" cy="24130"/>
            <a:chOff x="3612178" y="4968994"/>
            <a:chExt cx="24130" cy="24130"/>
          </a:xfrm>
        </p:grpSpPr>
        <p:sp>
          <p:nvSpPr>
            <p:cNvPr id="1100" name="object 1100"/>
            <p:cNvSpPr/>
            <p:nvPr/>
          </p:nvSpPr>
          <p:spPr>
            <a:xfrm>
              <a:off x="3615353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3615353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2" name="object 1102"/>
          <p:cNvGrpSpPr/>
          <p:nvPr/>
        </p:nvGrpSpPr>
        <p:grpSpPr>
          <a:xfrm>
            <a:off x="3790767" y="4968994"/>
            <a:ext cx="24130" cy="24130"/>
            <a:chOff x="3790767" y="4968994"/>
            <a:chExt cx="24130" cy="24130"/>
          </a:xfrm>
        </p:grpSpPr>
        <p:sp>
          <p:nvSpPr>
            <p:cNvPr id="1103" name="object 1103"/>
            <p:cNvSpPr/>
            <p:nvPr/>
          </p:nvSpPr>
          <p:spPr>
            <a:xfrm>
              <a:off x="3793942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3793942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5" name="object 1105"/>
          <p:cNvGrpSpPr/>
          <p:nvPr/>
        </p:nvGrpSpPr>
        <p:grpSpPr>
          <a:xfrm>
            <a:off x="3969355" y="4968994"/>
            <a:ext cx="24130" cy="24130"/>
            <a:chOff x="3969355" y="4968994"/>
            <a:chExt cx="24130" cy="24130"/>
          </a:xfrm>
        </p:grpSpPr>
        <p:sp>
          <p:nvSpPr>
            <p:cNvPr id="1106" name="object 1106"/>
            <p:cNvSpPr/>
            <p:nvPr/>
          </p:nvSpPr>
          <p:spPr>
            <a:xfrm>
              <a:off x="3972530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3972530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8" name="object 1108"/>
          <p:cNvGrpSpPr/>
          <p:nvPr/>
        </p:nvGrpSpPr>
        <p:grpSpPr>
          <a:xfrm>
            <a:off x="4147944" y="4968994"/>
            <a:ext cx="24130" cy="24130"/>
            <a:chOff x="4147944" y="4968994"/>
            <a:chExt cx="24130" cy="24130"/>
          </a:xfrm>
        </p:grpSpPr>
        <p:sp>
          <p:nvSpPr>
            <p:cNvPr id="1109" name="object 1109"/>
            <p:cNvSpPr/>
            <p:nvPr/>
          </p:nvSpPr>
          <p:spPr>
            <a:xfrm>
              <a:off x="4151119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4151119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11" name="object 1111"/>
          <p:cNvGrpSpPr/>
          <p:nvPr/>
        </p:nvGrpSpPr>
        <p:grpSpPr>
          <a:xfrm>
            <a:off x="4326532" y="4968994"/>
            <a:ext cx="24130" cy="24130"/>
            <a:chOff x="4326532" y="4968994"/>
            <a:chExt cx="24130" cy="24130"/>
          </a:xfrm>
        </p:grpSpPr>
        <p:sp>
          <p:nvSpPr>
            <p:cNvPr id="1112" name="object 1112"/>
            <p:cNvSpPr/>
            <p:nvPr/>
          </p:nvSpPr>
          <p:spPr>
            <a:xfrm>
              <a:off x="4329707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4329707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14" name="object 1114"/>
          <p:cNvGrpSpPr/>
          <p:nvPr/>
        </p:nvGrpSpPr>
        <p:grpSpPr>
          <a:xfrm>
            <a:off x="4505120" y="4968994"/>
            <a:ext cx="24130" cy="24130"/>
            <a:chOff x="4505120" y="4968994"/>
            <a:chExt cx="24130" cy="24130"/>
          </a:xfrm>
        </p:grpSpPr>
        <p:sp>
          <p:nvSpPr>
            <p:cNvPr id="1115" name="object 1115"/>
            <p:cNvSpPr/>
            <p:nvPr/>
          </p:nvSpPr>
          <p:spPr>
            <a:xfrm>
              <a:off x="4508295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4508295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17" name="object 1117"/>
          <p:cNvGrpSpPr/>
          <p:nvPr/>
        </p:nvGrpSpPr>
        <p:grpSpPr>
          <a:xfrm>
            <a:off x="4683709" y="4968994"/>
            <a:ext cx="24130" cy="24130"/>
            <a:chOff x="4683709" y="4968994"/>
            <a:chExt cx="24130" cy="24130"/>
          </a:xfrm>
        </p:grpSpPr>
        <p:sp>
          <p:nvSpPr>
            <p:cNvPr id="1118" name="object 1118"/>
            <p:cNvSpPr/>
            <p:nvPr/>
          </p:nvSpPr>
          <p:spPr>
            <a:xfrm>
              <a:off x="4686884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4686884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20" name="object 1120"/>
          <p:cNvGrpSpPr/>
          <p:nvPr/>
        </p:nvGrpSpPr>
        <p:grpSpPr>
          <a:xfrm>
            <a:off x="4862297" y="4968994"/>
            <a:ext cx="24130" cy="24130"/>
            <a:chOff x="4862297" y="4968994"/>
            <a:chExt cx="24130" cy="24130"/>
          </a:xfrm>
        </p:grpSpPr>
        <p:sp>
          <p:nvSpPr>
            <p:cNvPr id="1121" name="object 1121"/>
            <p:cNvSpPr/>
            <p:nvPr/>
          </p:nvSpPr>
          <p:spPr>
            <a:xfrm>
              <a:off x="4865472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4865472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23" name="object 1123"/>
          <p:cNvGrpSpPr/>
          <p:nvPr/>
        </p:nvGrpSpPr>
        <p:grpSpPr>
          <a:xfrm>
            <a:off x="5040886" y="4968994"/>
            <a:ext cx="24130" cy="24130"/>
            <a:chOff x="5040886" y="4968994"/>
            <a:chExt cx="24130" cy="24130"/>
          </a:xfrm>
        </p:grpSpPr>
        <p:sp>
          <p:nvSpPr>
            <p:cNvPr id="1124" name="object 1124"/>
            <p:cNvSpPr/>
            <p:nvPr/>
          </p:nvSpPr>
          <p:spPr>
            <a:xfrm>
              <a:off x="5044061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5044061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26" name="object 1126"/>
          <p:cNvGrpSpPr/>
          <p:nvPr/>
        </p:nvGrpSpPr>
        <p:grpSpPr>
          <a:xfrm>
            <a:off x="3612178" y="4433671"/>
            <a:ext cx="24130" cy="24130"/>
            <a:chOff x="3612178" y="4433671"/>
            <a:chExt cx="24130" cy="24130"/>
          </a:xfrm>
        </p:grpSpPr>
        <p:sp>
          <p:nvSpPr>
            <p:cNvPr id="1127" name="object 1127"/>
            <p:cNvSpPr/>
            <p:nvPr/>
          </p:nvSpPr>
          <p:spPr>
            <a:xfrm>
              <a:off x="3615353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3615353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29" name="object 1129"/>
          <p:cNvGrpSpPr/>
          <p:nvPr/>
        </p:nvGrpSpPr>
        <p:grpSpPr>
          <a:xfrm>
            <a:off x="3790767" y="4433671"/>
            <a:ext cx="24130" cy="24130"/>
            <a:chOff x="3790767" y="4433671"/>
            <a:chExt cx="24130" cy="24130"/>
          </a:xfrm>
        </p:grpSpPr>
        <p:sp>
          <p:nvSpPr>
            <p:cNvPr id="1130" name="object 1130"/>
            <p:cNvSpPr/>
            <p:nvPr/>
          </p:nvSpPr>
          <p:spPr>
            <a:xfrm>
              <a:off x="3793942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3793942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32" name="object 1132"/>
          <p:cNvGrpSpPr/>
          <p:nvPr/>
        </p:nvGrpSpPr>
        <p:grpSpPr>
          <a:xfrm>
            <a:off x="3969355" y="4433671"/>
            <a:ext cx="24130" cy="24130"/>
            <a:chOff x="3969355" y="4433671"/>
            <a:chExt cx="24130" cy="24130"/>
          </a:xfrm>
        </p:grpSpPr>
        <p:sp>
          <p:nvSpPr>
            <p:cNvPr id="1133" name="object 1133"/>
            <p:cNvSpPr/>
            <p:nvPr/>
          </p:nvSpPr>
          <p:spPr>
            <a:xfrm>
              <a:off x="3972530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3972530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35" name="object 1135"/>
          <p:cNvGrpSpPr/>
          <p:nvPr/>
        </p:nvGrpSpPr>
        <p:grpSpPr>
          <a:xfrm>
            <a:off x="4147944" y="4433671"/>
            <a:ext cx="24130" cy="24130"/>
            <a:chOff x="4147944" y="4433671"/>
            <a:chExt cx="24130" cy="24130"/>
          </a:xfrm>
        </p:grpSpPr>
        <p:sp>
          <p:nvSpPr>
            <p:cNvPr id="1136" name="object 1136"/>
            <p:cNvSpPr/>
            <p:nvPr/>
          </p:nvSpPr>
          <p:spPr>
            <a:xfrm>
              <a:off x="4151119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4151119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38" name="object 1138"/>
          <p:cNvGrpSpPr/>
          <p:nvPr/>
        </p:nvGrpSpPr>
        <p:grpSpPr>
          <a:xfrm>
            <a:off x="4326532" y="4433671"/>
            <a:ext cx="24130" cy="24130"/>
            <a:chOff x="4326532" y="4433671"/>
            <a:chExt cx="24130" cy="24130"/>
          </a:xfrm>
        </p:grpSpPr>
        <p:sp>
          <p:nvSpPr>
            <p:cNvPr id="1139" name="object 1139"/>
            <p:cNvSpPr/>
            <p:nvPr/>
          </p:nvSpPr>
          <p:spPr>
            <a:xfrm>
              <a:off x="4329707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4329707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41" name="object 1141"/>
          <p:cNvGrpSpPr/>
          <p:nvPr/>
        </p:nvGrpSpPr>
        <p:grpSpPr>
          <a:xfrm>
            <a:off x="4505120" y="4433671"/>
            <a:ext cx="24130" cy="24130"/>
            <a:chOff x="4505120" y="4433671"/>
            <a:chExt cx="24130" cy="24130"/>
          </a:xfrm>
        </p:grpSpPr>
        <p:sp>
          <p:nvSpPr>
            <p:cNvPr id="1142" name="object 1142"/>
            <p:cNvSpPr/>
            <p:nvPr/>
          </p:nvSpPr>
          <p:spPr>
            <a:xfrm>
              <a:off x="4508295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4508295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44" name="object 1144"/>
          <p:cNvGrpSpPr/>
          <p:nvPr/>
        </p:nvGrpSpPr>
        <p:grpSpPr>
          <a:xfrm>
            <a:off x="4683709" y="4433671"/>
            <a:ext cx="24130" cy="24130"/>
            <a:chOff x="4683709" y="4433671"/>
            <a:chExt cx="24130" cy="24130"/>
          </a:xfrm>
        </p:grpSpPr>
        <p:sp>
          <p:nvSpPr>
            <p:cNvPr id="1145" name="object 1145"/>
            <p:cNvSpPr/>
            <p:nvPr/>
          </p:nvSpPr>
          <p:spPr>
            <a:xfrm>
              <a:off x="4686884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4686884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47" name="object 1147"/>
          <p:cNvGrpSpPr/>
          <p:nvPr/>
        </p:nvGrpSpPr>
        <p:grpSpPr>
          <a:xfrm>
            <a:off x="4862297" y="4433671"/>
            <a:ext cx="24130" cy="24130"/>
            <a:chOff x="4862297" y="4433671"/>
            <a:chExt cx="24130" cy="24130"/>
          </a:xfrm>
        </p:grpSpPr>
        <p:sp>
          <p:nvSpPr>
            <p:cNvPr id="1148" name="object 1148"/>
            <p:cNvSpPr/>
            <p:nvPr/>
          </p:nvSpPr>
          <p:spPr>
            <a:xfrm>
              <a:off x="4865472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4865472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50" name="object 1150"/>
          <p:cNvGrpSpPr/>
          <p:nvPr/>
        </p:nvGrpSpPr>
        <p:grpSpPr>
          <a:xfrm>
            <a:off x="5040886" y="4433671"/>
            <a:ext cx="24130" cy="24130"/>
            <a:chOff x="5040886" y="4433671"/>
            <a:chExt cx="24130" cy="24130"/>
          </a:xfrm>
        </p:grpSpPr>
        <p:sp>
          <p:nvSpPr>
            <p:cNvPr id="1151" name="object 1151"/>
            <p:cNvSpPr/>
            <p:nvPr/>
          </p:nvSpPr>
          <p:spPr>
            <a:xfrm>
              <a:off x="5044061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5044061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53" name="object 1153"/>
          <p:cNvGrpSpPr/>
          <p:nvPr/>
        </p:nvGrpSpPr>
        <p:grpSpPr>
          <a:xfrm>
            <a:off x="3612178" y="5147712"/>
            <a:ext cx="24130" cy="24130"/>
            <a:chOff x="3612178" y="5147712"/>
            <a:chExt cx="24130" cy="24130"/>
          </a:xfrm>
        </p:grpSpPr>
        <p:sp>
          <p:nvSpPr>
            <p:cNvPr id="1154" name="object 1154"/>
            <p:cNvSpPr/>
            <p:nvPr/>
          </p:nvSpPr>
          <p:spPr>
            <a:xfrm>
              <a:off x="3615353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3615353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56" name="object 1156"/>
          <p:cNvGrpSpPr/>
          <p:nvPr/>
        </p:nvGrpSpPr>
        <p:grpSpPr>
          <a:xfrm>
            <a:off x="3612178" y="5326207"/>
            <a:ext cx="24130" cy="24765"/>
            <a:chOff x="3612178" y="5326207"/>
            <a:chExt cx="24130" cy="24765"/>
          </a:xfrm>
        </p:grpSpPr>
        <p:sp>
          <p:nvSpPr>
            <p:cNvPr id="1157" name="object 1157"/>
            <p:cNvSpPr/>
            <p:nvPr/>
          </p:nvSpPr>
          <p:spPr>
            <a:xfrm>
              <a:off x="3615353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8" name="object 1158"/>
            <p:cNvSpPr/>
            <p:nvPr/>
          </p:nvSpPr>
          <p:spPr>
            <a:xfrm>
              <a:off x="3615353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9" name="object 1159"/>
            <p:cNvSpPr/>
            <p:nvPr/>
          </p:nvSpPr>
          <p:spPr>
            <a:xfrm>
              <a:off x="3615353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0" name="object 1160"/>
            <p:cNvSpPr/>
            <p:nvPr/>
          </p:nvSpPr>
          <p:spPr>
            <a:xfrm>
              <a:off x="3615353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1" name="object 1161"/>
          <p:cNvGrpSpPr/>
          <p:nvPr/>
        </p:nvGrpSpPr>
        <p:grpSpPr>
          <a:xfrm>
            <a:off x="3790767" y="5147712"/>
            <a:ext cx="24130" cy="24130"/>
            <a:chOff x="3790767" y="5147712"/>
            <a:chExt cx="24130" cy="24130"/>
          </a:xfrm>
        </p:grpSpPr>
        <p:sp>
          <p:nvSpPr>
            <p:cNvPr id="1162" name="object 1162"/>
            <p:cNvSpPr/>
            <p:nvPr/>
          </p:nvSpPr>
          <p:spPr>
            <a:xfrm>
              <a:off x="3793942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3" name="object 1163"/>
            <p:cNvSpPr/>
            <p:nvPr/>
          </p:nvSpPr>
          <p:spPr>
            <a:xfrm>
              <a:off x="3793942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4" name="object 1164"/>
          <p:cNvGrpSpPr/>
          <p:nvPr/>
        </p:nvGrpSpPr>
        <p:grpSpPr>
          <a:xfrm>
            <a:off x="3790767" y="5326207"/>
            <a:ext cx="24130" cy="24765"/>
            <a:chOff x="3790767" y="5326207"/>
            <a:chExt cx="24130" cy="24765"/>
          </a:xfrm>
        </p:grpSpPr>
        <p:sp>
          <p:nvSpPr>
            <p:cNvPr id="1165" name="object 1165"/>
            <p:cNvSpPr/>
            <p:nvPr/>
          </p:nvSpPr>
          <p:spPr>
            <a:xfrm>
              <a:off x="3793942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6" name="object 1166"/>
            <p:cNvSpPr/>
            <p:nvPr/>
          </p:nvSpPr>
          <p:spPr>
            <a:xfrm>
              <a:off x="3793942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3793942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3793942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9" name="object 1169"/>
          <p:cNvGrpSpPr/>
          <p:nvPr/>
        </p:nvGrpSpPr>
        <p:grpSpPr>
          <a:xfrm>
            <a:off x="3969355" y="5147712"/>
            <a:ext cx="24130" cy="24130"/>
            <a:chOff x="3969355" y="5147712"/>
            <a:chExt cx="24130" cy="24130"/>
          </a:xfrm>
        </p:grpSpPr>
        <p:sp>
          <p:nvSpPr>
            <p:cNvPr id="1170" name="object 1170"/>
            <p:cNvSpPr/>
            <p:nvPr/>
          </p:nvSpPr>
          <p:spPr>
            <a:xfrm>
              <a:off x="3972530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1" name="object 1171"/>
            <p:cNvSpPr/>
            <p:nvPr/>
          </p:nvSpPr>
          <p:spPr>
            <a:xfrm>
              <a:off x="3972530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72" name="object 1172"/>
          <p:cNvGrpSpPr/>
          <p:nvPr/>
        </p:nvGrpSpPr>
        <p:grpSpPr>
          <a:xfrm>
            <a:off x="3969355" y="5326207"/>
            <a:ext cx="24130" cy="24765"/>
            <a:chOff x="3969355" y="5326207"/>
            <a:chExt cx="24130" cy="24765"/>
          </a:xfrm>
        </p:grpSpPr>
        <p:sp>
          <p:nvSpPr>
            <p:cNvPr id="1173" name="object 1173"/>
            <p:cNvSpPr/>
            <p:nvPr/>
          </p:nvSpPr>
          <p:spPr>
            <a:xfrm>
              <a:off x="3972530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4" name="object 1174"/>
            <p:cNvSpPr/>
            <p:nvPr/>
          </p:nvSpPr>
          <p:spPr>
            <a:xfrm>
              <a:off x="3972530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5" name="object 1175"/>
            <p:cNvSpPr/>
            <p:nvPr/>
          </p:nvSpPr>
          <p:spPr>
            <a:xfrm>
              <a:off x="3972530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6" name="object 1176"/>
            <p:cNvSpPr/>
            <p:nvPr/>
          </p:nvSpPr>
          <p:spPr>
            <a:xfrm>
              <a:off x="3972530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77" name="object 1177"/>
          <p:cNvGrpSpPr/>
          <p:nvPr/>
        </p:nvGrpSpPr>
        <p:grpSpPr>
          <a:xfrm>
            <a:off x="4147944" y="5147712"/>
            <a:ext cx="24130" cy="24130"/>
            <a:chOff x="4147944" y="5147712"/>
            <a:chExt cx="24130" cy="24130"/>
          </a:xfrm>
        </p:grpSpPr>
        <p:sp>
          <p:nvSpPr>
            <p:cNvPr id="1178" name="object 1178"/>
            <p:cNvSpPr/>
            <p:nvPr/>
          </p:nvSpPr>
          <p:spPr>
            <a:xfrm>
              <a:off x="4151119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9" name="object 1179"/>
            <p:cNvSpPr/>
            <p:nvPr/>
          </p:nvSpPr>
          <p:spPr>
            <a:xfrm>
              <a:off x="4151119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80" name="object 1180"/>
          <p:cNvGrpSpPr/>
          <p:nvPr/>
        </p:nvGrpSpPr>
        <p:grpSpPr>
          <a:xfrm>
            <a:off x="4147944" y="5326207"/>
            <a:ext cx="24130" cy="24765"/>
            <a:chOff x="4147944" y="5326207"/>
            <a:chExt cx="24130" cy="24765"/>
          </a:xfrm>
        </p:grpSpPr>
        <p:sp>
          <p:nvSpPr>
            <p:cNvPr id="1181" name="object 1181"/>
            <p:cNvSpPr/>
            <p:nvPr/>
          </p:nvSpPr>
          <p:spPr>
            <a:xfrm>
              <a:off x="4151119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2" name="object 1182"/>
            <p:cNvSpPr/>
            <p:nvPr/>
          </p:nvSpPr>
          <p:spPr>
            <a:xfrm>
              <a:off x="4151119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3" name="object 1183"/>
            <p:cNvSpPr/>
            <p:nvPr/>
          </p:nvSpPr>
          <p:spPr>
            <a:xfrm>
              <a:off x="4151119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4" name="object 1184"/>
            <p:cNvSpPr/>
            <p:nvPr/>
          </p:nvSpPr>
          <p:spPr>
            <a:xfrm>
              <a:off x="4151119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85" name="object 1185"/>
          <p:cNvGrpSpPr/>
          <p:nvPr/>
        </p:nvGrpSpPr>
        <p:grpSpPr>
          <a:xfrm>
            <a:off x="4326532" y="5147712"/>
            <a:ext cx="24130" cy="24130"/>
            <a:chOff x="4326532" y="5147712"/>
            <a:chExt cx="24130" cy="24130"/>
          </a:xfrm>
        </p:grpSpPr>
        <p:sp>
          <p:nvSpPr>
            <p:cNvPr id="1186" name="object 1186"/>
            <p:cNvSpPr/>
            <p:nvPr/>
          </p:nvSpPr>
          <p:spPr>
            <a:xfrm>
              <a:off x="4329707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4329707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88" name="object 1188"/>
          <p:cNvGrpSpPr/>
          <p:nvPr/>
        </p:nvGrpSpPr>
        <p:grpSpPr>
          <a:xfrm>
            <a:off x="4326532" y="5326207"/>
            <a:ext cx="24130" cy="24765"/>
            <a:chOff x="4326532" y="5326207"/>
            <a:chExt cx="24130" cy="24765"/>
          </a:xfrm>
        </p:grpSpPr>
        <p:sp>
          <p:nvSpPr>
            <p:cNvPr id="1189" name="object 1189"/>
            <p:cNvSpPr/>
            <p:nvPr/>
          </p:nvSpPr>
          <p:spPr>
            <a:xfrm>
              <a:off x="4329707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4329707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4329707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4329707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93" name="object 1193"/>
          <p:cNvGrpSpPr/>
          <p:nvPr/>
        </p:nvGrpSpPr>
        <p:grpSpPr>
          <a:xfrm>
            <a:off x="4505120" y="5147712"/>
            <a:ext cx="24130" cy="24130"/>
            <a:chOff x="4505120" y="5147712"/>
            <a:chExt cx="24130" cy="24130"/>
          </a:xfrm>
        </p:grpSpPr>
        <p:sp>
          <p:nvSpPr>
            <p:cNvPr id="1194" name="object 1194"/>
            <p:cNvSpPr/>
            <p:nvPr/>
          </p:nvSpPr>
          <p:spPr>
            <a:xfrm>
              <a:off x="4508295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5" name="object 1195"/>
            <p:cNvSpPr/>
            <p:nvPr/>
          </p:nvSpPr>
          <p:spPr>
            <a:xfrm>
              <a:off x="4508295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96" name="object 1196"/>
          <p:cNvGrpSpPr/>
          <p:nvPr/>
        </p:nvGrpSpPr>
        <p:grpSpPr>
          <a:xfrm>
            <a:off x="4505120" y="5326207"/>
            <a:ext cx="24130" cy="24765"/>
            <a:chOff x="4505120" y="5326207"/>
            <a:chExt cx="24130" cy="24765"/>
          </a:xfrm>
        </p:grpSpPr>
        <p:sp>
          <p:nvSpPr>
            <p:cNvPr id="1197" name="object 1197"/>
            <p:cNvSpPr/>
            <p:nvPr/>
          </p:nvSpPr>
          <p:spPr>
            <a:xfrm>
              <a:off x="4508295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8" name="object 1198"/>
            <p:cNvSpPr/>
            <p:nvPr/>
          </p:nvSpPr>
          <p:spPr>
            <a:xfrm>
              <a:off x="4508295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9" name="object 1199"/>
            <p:cNvSpPr/>
            <p:nvPr/>
          </p:nvSpPr>
          <p:spPr>
            <a:xfrm>
              <a:off x="4508295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0" name="object 1200"/>
            <p:cNvSpPr/>
            <p:nvPr/>
          </p:nvSpPr>
          <p:spPr>
            <a:xfrm>
              <a:off x="4508295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01" name="object 1201"/>
          <p:cNvGrpSpPr/>
          <p:nvPr/>
        </p:nvGrpSpPr>
        <p:grpSpPr>
          <a:xfrm>
            <a:off x="4683709" y="5147712"/>
            <a:ext cx="24130" cy="24130"/>
            <a:chOff x="4683709" y="5147712"/>
            <a:chExt cx="24130" cy="24130"/>
          </a:xfrm>
        </p:grpSpPr>
        <p:sp>
          <p:nvSpPr>
            <p:cNvPr id="1202" name="object 1202"/>
            <p:cNvSpPr/>
            <p:nvPr/>
          </p:nvSpPr>
          <p:spPr>
            <a:xfrm>
              <a:off x="4686884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3" name="object 1203"/>
            <p:cNvSpPr/>
            <p:nvPr/>
          </p:nvSpPr>
          <p:spPr>
            <a:xfrm>
              <a:off x="4686884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04" name="object 1204"/>
          <p:cNvGrpSpPr/>
          <p:nvPr/>
        </p:nvGrpSpPr>
        <p:grpSpPr>
          <a:xfrm>
            <a:off x="4683709" y="5326207"/>
            <a:ext cx="24130" cy="24765"/>
            <a:chOff x="4683709" y="5326207"/>
            <a:chExt cx="24130" cy="24765"/>
          </a:xfrm>
        </p:grpSpPr>
        <p:sp>
          <p:nvSpPr>
            <p:cNvPr id="1205" name="object 1205"/>
            <p:cNvSpPr/>
            <p:nvPr/>
          </p:nvSpPr>
          <p:spPr>
            <a:xfrm>
              <a:off x="4686884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6" name="object 1206"/>
            <p:cNvSpPr/>
            <p:nvPr/>
          </p:nvSpPr>
          <p:spPr>
            <a:xfrm>
              <a:off x="4686884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7" name="object 1207"/>
            <p:cNvSpPr/>
            <p:nvPr/>
          </p:nvSpPr>
          <p:spPr>
            <a:xfrm>
              <a:off x="4686884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8" name="object 1208"/>
            <p:cNvSpPr/>
            <p:nvPr/>
          </p:nvSpPr>
          <p:spPr>
            <a:xfrm>
              <a:off x="4686884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09" name="object 1209"/>
          <p:cNvGrpSpPr/>
          <p:nvPr/>
        </p:nvGrpSpPr>
        <p:grpSpPr>
          <a:xfrm>
            <a:off x="4862297" y="5147712"/>
            <a:ext cx="24130" cy="24130"/>
            <a:chOff x="4862297" y="5147712"/>
            <a:chExt cx="24130" cy="24130"/>
          </a:xfrm>
        </p:grpSpPr>
        <p:sp>
          <p:nvSpPr>
            <p:cNvPr id="1210" name="object 1210"/>
            <p:cNvSpPr/>
            <p:nvPr/>
          </p:nvSpPr>
          <p:spPr>
            <a:xfrm>
              <a:off x="4865472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1" name="object 1211"/>
            <p:cNvSpPr/>
            <p:nvPr/>
          </p:nvSpPr>
          <p:spPr>
            <a:xfrm>
              <a:off x="4865472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12" name="object 1212"/>
          <p:cNvGrpSpPr/>
          <p:nvPr/>
        </p:nvGrpSpPr>
        <p:grpSpPr>
          <a:xfrm>
            <a:off x="4862297" y="5326207"/>
            <a:ext cx="24130" cy="24765"/>
            <a:chOff x="4862297" y="5326207"/>
            <a:chExt cx="24130" cy="24765"/>
          </a:xfrm>
        </p:grpSpPr>
        <p:sp>
          <p:nvSpPr>
            <p:cNvPr id="1213" name="object 1213"/>
            <p:cNvSpPr/>
            <p:nvPr/>
          </p:nvSpPr>
          <p:spPr>
            <a:xfrm>
              <a:off x="4865472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4" name="object 1214"/>
            <p:cNvSpPr/>
            <p:nvPr/>
          </p:nvSpPr>
          <p:spPr>
            <a:xfrm>
              <a:off x="4865472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5" name="object 1215"/>
            <p:cNvSpPr/>
            <p:nvPr/>
          </p:nvSpPr>
          <p:spPr>
            <a:xfrm>
              <a:off x="4865472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6" name="object 1216"/>
            <p:cNvSpPr/>
            <p:nvPr/>
          </p:nvSpPr>
          <p:spPr>
            <a:xfrm>
              <a:off x="4865472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17" name="object 1217"/>
          <p:cNvGrpSpPr/>
          <p:nvPr/>
        </p:nvGrpSpPr>
        <p:grpSpPr>
          <a:xfrm>
            <a:off x="5040886" y="5147712"/>
            <a:ext cx="24130" cy="24130"/>
            <a:chOff x="5040886" y="5147712"/>
            <a:chExt cx="24130" cy="24130"/>
          </a:xfrm>
        </p:grpSpPr>
        <p:sp>
          <p:nvSpPr>
            <p:cNvPr id="1218" name="object 1218"/>
            <p:cNvSpPr/>
            <p:nvPr/>
          </p:nvSpPr>
          <p:spPr>
            <a:xfrm>
              <a:off x="5044061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9" name="object 1219"/>
            <p:cNvSpPr/>
            <p:nvPr/>
          </p:nvSpPr>
          <p:spPr>
            <a:xfrm>
              <a:off x="5044061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0" name="object 1220"/>
          <p:cNvGrpSpPr/>
          <p:nvPr/>
        </p:nvGrpSpPr>
        <p:grpSpPr>
          <a:xfrm>
            <a:off x="5040886" y="5326207"/>
            <a:ext cx="24130" cy="24765"/>
            <a:chOff x="5040886" y="5326207"/>
            <a:chExt cx="24130" cy="24765"/>
          </a:xfrm>
        </p:grpSpPr>
        <p:sp>
          <p:nvSpPr>
            <p:cNvPr id="1221" name="object 1221"/>
            <p:cNvSpPr/>
            <p:nvPr/>
          </p:nvSpPr>
          <p:spPr>
            <a:xfrm>
              <a:off x="5044061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2" name="object 1222"/>
            <p:cNvSpPr/>
            <p:nvPr/>
          </p:nvSpPr>
          <p:spPr>
            <a:xfrm>
              <a:off x="5044061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3" name="object 1223"/>
            <p:cNvSpPr/>
            <p:nvPr/>
          </p:nvSpPr>
          <p:spPr>
            <a:xfrm>
              <a:off x="5044061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4" name="object 1224"/>
            <p:cNvSpPr/>
            <p:nvPr/>
          </p:nvSpPr>
          <p:spPr>
            <a:xfrm>
              <a:off x="5044061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5" name="object 1225"/>
          <p:cNvGrpSpPr/>
          <p:nvPr/>
        </p:nvGrpSpPr>
        <p:grpSpPr>
          <a:xfrm>
            <a:off x="3612178" y="5504936"/>
            <a:ext cx="24130" cy="24130"/>
            <a:chOff x="3612178" y="5504936"/>
            <a:chExt cx="24130" cy="24130"/>
          </a:xfrm>
        </p:grpSpPr>
        <p:sp>
          <p:nvSpPr>
            <p:cNvPr id="1226" name="object 1226"/>
            <p:cNvSpPr/>
            <p:nvPr/>
          </p:nvSpPr>
          <p:spPr>
            <a:xfrm>
              <a:off x="3615353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7" name="object 1227"/>
            <p:cNvSpPr/>
            <p:nvPr/>
          </p:nvSpPr>
          <p:spPr>
            <a:xfrm>
              <a:off x="3615353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8" name="object 1228"/>
          <p:cNvGrpSpPr/>
          <p:nvPr/>
        </p:nvGrpSpPr>
        <p:grpSpPr>
          <a:xfrm>
            <a:off x="3790767" y="5504936"/>
            <a:ext cx="24130" cy="24130"/>
            <a:chOff x="3790767" y="5504936"/>
            <a:chExt cx="24130" cy="24130"/>
          </a:xfrm>
        </p:grpSpPr>
        <p:sp>
          <p:nvSpPr>
            <p:cNvPr id="1229" name="object 1229"/>
            <p:cNvSpPr/>
            <p:nvPr/>
          </p:nvSpPr>
          <p:spPr>
            <a:xfrm>
              <a:off x="3793942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0" name="object 1230"/>
            <p:cNvSpPr/>
            <p:nvPr/>
          </p:nvSpPr>
          <p:spPr>
            <a:xfrm>
              <a:off x="3793942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31" name="object 1231"/>
          <p:cNvGrpSpPr/>
          <p:nvPr/>
        </p:nvGrpSpPr>
        <p:grpSpPr>
          <a:xfrm>
            <a:off x="3969355" y="5504936"/>
            <a:ext cx="24130" cy="24130"/>
            <a:chOff x="3969355" y="5504936"/>
            <a:chExt cx="24130" cy="24130"/>
          </a:xfrm>
        </p:grpSpPr>
        <p:sp>
          <p:nvSpPr>
            <p:cNvPr id="1232" name="object 1232"/>
            <p:cNvSpPr/>
            <p:nvPr/>
          </p:nvSpPr>
          <p:spPr>
            <a:xfrm>
              <a:off x="3972530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3" name="object 1233"/>
            <p:cNvSpPr/>
            <p:nvPr/>
          </p:nvSpPr>
          <p:spPr>
            <a:xfrm>
              <a:off x="3972530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34" name="object 1234"/>
          <p:cNvGrpSpPr/>
          <p:nvPr/>
        </p:nvGrpSpPr>
        <p:grpSpPr>
          <a:xfrm>
            <a:off x="4147944" y="5504936"/>
            <a:ext cx="24130" cy="24130"/>
            <a:chOff x="4147944" y="5504936"/>
            <a:chExt cx="24130" cy="24130"/>
          </a:xfrm>
        </p:grpSpPr>
        <p:sp>
          <p:nvSpPr>
            <p:cNvPr id="1235" name="object 1235"/>
            <p:cNvSpPr/>
            <p:nvPr/>
          </p:nvSpPr>
          <p:spPr>
            <a:xfrm>
              <a:off x="4151119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6" name="object 1236"/>
            <p:cNvSpPr/>
            <p:nvPr/>
          </p:nvSpPr>
          <p:spPr>
            <a:xfrm>
              <a:off x="4151119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37" name="object 1237"/>
          <p:cNvGrpSpPr/>
          <p:nvPr/>
        </p:nvGrpSpPr>
        <p:grpSpPr>
          <a:xfrm>
            <a:off x="4326532" y="5504936"/>
            <a:ext cx="24130" cy="24130"/>
            <a:chOff x="4326532" y="5504936"/>
            <a:chExt cx="24130" cy="24130"/>
          </a:xfrm>
        </p:grpSpPr>
        <p:sp>
          <p:nvSpPr>
            <p:cNvPr id="1238" name="object 1238"/>
            <p:cNvSpPr/>
            <p:nvPr/>
          </p:nvSpPr>
          <p:spPr>
            <a:xfrm>
              <a:off x="4329707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9" name="object 1239"/>
            <p:cNvSpPr/>
            <p:nvPr/>
          </p:nvSpPr>
          <p:spPr>
            <a:xfrm>
              <a:off x="4329707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40" name="object 1240"/>
          <p:cNvGrpSpPr/>
          <p:nvPr/>
        </p:nvGrpSpPr>
        <p:grpSpPr>
          <a:xfrm>
            <a:off x="4505120" y="5504936"/>
            <a:ext cx="24130" cy="24130"/>
            <a:chOff x="4505120" y="5504936"/>
            <a:chExt cx="24130" cy="24130"/>
          </a:xfrm>
        </p:grpSpPr>
        <p:sp>
          <p:nvSpPr>
            <p:cNvPr id="1241" name="object 1241"/>
            <p:cNvSpPr/>
            <p:nvPr/>
          </p:nvSpPr>
          <p:spPr>
            <a:xfrm>
              <a:off x="4508295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2" name="object 1242"/>
            <p:cNvSpPr/>
            <p:nvPr/>
          </p:nvSpPr>
          <p:spPr>
            <a:xfrm>
              <a:off x="4508295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43" name="object 1243"/>
          <p:cNvGrpSpPr/>
          <p:nvPr/>
        </p:nvGrpSpPr>
        <p:grpSpPr>
          <a:xfrm>
            <a:off x="4683709" y="5504936"/>
            <a:ext cx="24130" cy="24130"/>
            <a:chOff x="4683709" y="5504936"/>
            <a:chExt cx="24130" cy="24130"/>
          </a:xfrm>
        </p:grpSpPr>
        <p:sp>
          <p:nvSpPr>
            <p:cNvPr id="1244" name="object 1244"/>
            <p:cNvSpPr/>
            <p:nvPr/>
          </p:nvSpPr>
          <p:spPr>
            <a:xfrm>
              <a:off x="4686884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5" name="object 1245"/>
            <p:cNvSpPr/>
            <p:nvPr/>
          </p:nvSpPr>
          <p:spPr>
            <a:xfrm>
              <a:off x="4686884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46" name="object 1246"/>
          <p:cNvGrpSpPr/>
          <p:nvPr/>
        </p:nvGrpSpPr>
        <p:grpSpPr>
          <a:xfrm>
            <a:off x="4862297" y="5504936"/>
            <a:ext cx="24130" cy="24130"/>
            <a:chOff x="4862297" y="5504936"/>
            <a:chExt cx="24130" cy="24130"/>
          </a:xfrm>
        </p:grpSpPr>
        <p:sp>
          <p:nvSpPr>
            <p:cNvPr id="1247" name="object 1247"/>
            <p:cNvSpPr/>
            <p:nvPr/>
          </p:nvSpPr>
          <p:spPr>
            <a:xfrm>
              <a:off x="4865472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8" name="object 1248"/>
            <p:cNvSpPr/>
            <p:nvPr/>
          </p:nvSpPr>
          <p:spPr>
            <a:xfrm>
              <a:off x="4865472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49" name="object 1249"/>
          <p:cNvGrpSpPr/>
          <p:nvPr/>
        </p:nvGrpSpPr>
        <p:grpSpPr>
          <a:xfrm>
            <a:off x="5040886" y="5504936"/>
            <a:ext cx="24130" cy="24130"/>
            <a:chOff x="5040886" y="5504936"/>
            <a:chExt cx="24130" cy="24130"/>
          </a:xfrm>
        </p:grpSpPr>
        <p:sp>
          <p:nvSpPr>
            <p:cNvPr id="1250" name="object 1250"/>
            <p:cNvSpPr/>
            <p:nvPr/>
          </p:nvSpPr>
          <p:spPr>
            <a:xfrm>
              <a:off x="5044061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1" name="object 1251"/>
            <p:cNvSpPr/>
            <p:nvPr/>
          </p:nvSpPr>
          <p:spPr>
            <a:xfrm>
              <a:off x="5044061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52" name="object 1252"/>
          <p:cNvGrpSpPr/>
          <p:nvPr/>
        </p:nvGrpSpPr>
        <p:grpSpPr>
          <a:xfrm>
            <a:off x="5219682" y="2290509"/>
            <a:ext cx="24130" cy="24130"/>
            <a:chOff x="5219682" y="2290509"/>
            <a:chExt cx="24130" cy="24130"/>
          </a:xfrm>
        </p:grpSpPr>
        <p:sp>
          <p:nvSpPr>
            <p:cNvPr id="1253" name="object 1253"/>
            <p:cNvSpPr/>
            <p:nvPr/>
          </p:nvSpPr>
          <p:spPr>
            <a:xfrm>
              <a:off x="5222857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4" name="object 1254"/>
            <p:cNvSpPr/>
            <p:nvPr/>
          </p:nvSpPr>
          <p:spPr>
            <a:xfrm>
              <a:off x="5222857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55" name="object 1255"/>
          <p:cNvGrpSpPr/>
          <p:nvPr/>
        </p:nvGrpSpPr>
        <p:grpSpPr>
          <a:xfrm>
            <a:off x="5398270" y="2290509"/>
            <a:ext cx="24130" cy="24130"/>
            <a:chOff x="5398270" y="2290509"/>
            <a:chExt cx="24130" cy="24130"/>
          </a:xfrm>
        </p:grpSpPr>
        <p:sp>
          <p:nvSpPr>
            <p:cNvPr id="1256" name="object 1256"/>
            <p:cNvSpPr/>
            <p:nvPr/>
          </p:nvSpPr>
          <p:spPr>
            <a:xfrm>
              <a:off x="5401445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7" name="object 1257"/>
            <p:cNvSpPr/>
            <p:nvPr/>
          </p:nvSpPr>
          <p:spPr>
            <a:xfrm>
              <a:off x="5401445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58" name="object 1258"/>
          <p:cNvGrpSpPr/>
          <p:nvPr/>
        </p:nvGrpSpPr>
        <p:grpSpPr>
          <a:xfrm>
            <a:off x="5576859" y="2290509"/>
            <a:ext cx="24130" cy="24130"/>
            <a:chOff x="5576859" y="2290509"/>
            <a:chExt cx="24130" cy="24130"/>
          </a:xfrm>
        </p:grpSpPr>
        <p:sp>
          <p:nvSpPr>
            <p:cNvPr id="1259" name="object 1259"/>
            <p:cNvSpPr/>
            <p:nvPr/>
          </p:nvSpPr>
          <p:spPr>
            <a:xfrm>
              <a:off x="5580034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0" name="object 1260"/>
            <p:cNvSpPr/>
            <p:nvPr/>
          </p:nvSpPr>
          <p:spPr>
            <a:xfrm>
              <a:off x="5580034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61" name="object 1261"/>
          <p:cNvGrpSpPr/>
          <p:nvPr/>
        </p:nvGrpSpPr>
        <p:grpSpPr>
          <a:xfrm>
            <a:off x="5755448" y="2290509"/>
            <a:ext cx="24130" cy="24130"/>
            <a:chOff x="5755448" y="2290509"/>
            <a:chExt cx="24130" cy="24130"/>
          </a:xfrm>
        </p:grpSpPr>
        <p:sp>
          <p:nvSpPr>
            <p:cNvPr id="1262" name="object 1262"/>
            <p:cNvSpPr/>
            <p:nvPr/>
          </p:nvSpPr>
          <p:spPr>
            <a:xfrm>
              <a:off x="5758623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3" name="object 1263"/>
            <p:cNvSpPr/>
            <p:nvPr/>
          </p:nvSpPr>
          <p:spPr>
            <a:xfrm>
              <a:off x="5758623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64" name="object 1264"/>
          <p:cNvGrpSpPr/>
          <p:nvPr/>
        </p:nvGrpSpPr>
        <p:grpSpPr>
          <a:xfrm>
            <a:off x="5934037" y="2290509"/>
            <a:ext cx="24130" cy="24130"/>
            <a:chOff x="5934037" y="2290509"/>
            <a:chExt cx="24130" cy="24130"/>
          </a:xfrm>
        </p:grpSpPr>
        <p:sp>
          <p:nvSpPr>
            <p:cNvPr id="1265" name="object 1265"/>
            <p:cNvSpPr/>
            <p:nvPr/>
          </p:nvSpPr>
          <p:spPr>
            <a:xfrm>
              <a:off x="5937212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6" name="object 1266"/>
            <p:cNvSpPr/>
            <p:nvPr/>
          </p:nvSpPr>
          <p:spPr>
            <a:xfrm>
              <a:off x="5937212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67" name="object 1267"/>
          <p:cNvGrpSpPr/>
          <p:nvPr/>
        </p:nvGrpSpPr>
        <p:grpSpPr>
          <a:xfrm>
            <a:off x="6112624" y="2290509"/>
            <a:ext cx="24130" cy="24130"/>
            <a:chOff x="6112624" y="2290509"/>
            <a:chExt cx="24130" cy="24130"/>
          </a:xfrm>
        </p:grpSpPr>
        <p:sp>
          <p:nvSpPr>
            <p:cNvPr id="1268" name="object 1268"/>
            <p:cNvSpPr/>
            <p:nvPr/>
          </p:nvSpPr>
          <p:spPr>
            <a:xfrm>
              <a:off x="6115799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9" name="object 1269"/>
            <p:cNvSpPr/>
            <p:nvPr/>
          </p:nvSpPr>
          <p:spPr>
            <a:xfrm>
              <a:off x="6115799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70" name="object 1270"/>
          <p:cNvGrpSpPr/>
          <p:nvPr/>
        </p:nvGrpSpPr>
        <p:grpSpPr>
          <a:xfrm>
            <a:off x="6291212" y="2290509"/>
            <a:ext cx="24130" cy="24130"/>
            <a:chOff x="6291212" y="2290509"/>
            <a:chExt cx="24130" cy="24130"/>
          </a:xfrm>
        </p:grpSpPr>
        <p:sp>
          <p:nvSpPr>
            <p:cNvPr id="1271" name="object 1271"/>
            <p:cNvSpPr/>
            <p:nvPr/>
          </p:nvSpPr>
          <p:spPr>
            <a:xfrm>
              <a:off x="6294387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2" name="object 1272"/>
            <p:cNvSpPr/>
            <p:nvPr/>
          </p:nvSpPr>
          <p:spPr>
            <a:xfrm>
              <a:off x="6294387" y="22936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73" name="object 1273"/>
          <p:cNvGrpSpPr/>
          <p:nvPr/>
        </p:nvGrpSpPr>
        <p:grpSpPr>
          <a:xfrm>
            <a:off x="5219682" y="3004959"/>
            <a:ext cx="24130" cy="24130"/>
            <a:chOff x="5219682" y="3004959"/>
            <a:chExt cx="24130" cy="24130"/>
          </a:xfrm>
        </p:grpSpPr>
        <p:sp>
          <p:nvSpPr>
            <p:cNvPr id="1274" name="object 1274"/>
            <p:cNvSpPr/>
            <p:nvPr/>
          </p:nvSpPr>
          <p:spPr>
            <a:xfrm>
              <a:off x="5222857" y="30081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5" name="object 1275"/>
            <p:cNvSpPr/>
            <p:nvPr/>
          </p:nvSpPr>
          <p:spPr>
            <a:xfrm>
              <a:off x="5222857" y="30081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76" name="object 1276"/>
          <p:cNvGrpSpPr/>
          <p:nvPr/>
        </p:nvGrpSpPr>
        <p:grpSpPr>
          <a:xfrm>
            <a:off x="5398270" y="3004959"/>
            <a:ext cx="24130" cy="24130"/>
            <a:chOff x="5398270" y="3004959"/>
            <a:chExt cx="24130" cy="24130"/>
          </a:xfrm>
        </p:grpSpPr>
        <p:sp>
          <p:nvSpPr>
            <p:cNvPr id="1277" name="object 1277"/>
            <p:cNvSpPr/>
            <p:nvPr/>
          </p:nvSpPr>
          <p:spPr>
            <a:xfrm>
              <a:off x="5401445" y="30081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8" name="object 1278"/>
            <p:cNvSpPr/>
            <p:nvPr/>
          </p:nvSpPr>
          <p:spPr>
            <a:xfrm>
              <a:off x="5401445" y="300813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79" name="object 1279"/>
          <p:cNvGrpSpPr/>
          <p:nvPr/>
        </p:nvGrpSpPr>
        <p:grpSpPr>
          <a:xfrm>
            <a:off x="5576859" y="3004550"/>
            <a:ext cx="24130" cy="24130"/>
            <a:chOff x="5576859" y="3004550"/>
            <a:chExt cx="24130" cy="24130"/>
          </a:xfrm>
        </p:grpSpPr>
        <p:sp>
          <p:nvSpPr>
            <p:cNvPr id="1280" name="object 1280"/>
            <p:cNvSpPr/>
            <p:nvPr/>
          </p:nvSpPr>
          <p:spPr>
            <a:xfrm>
              <a:off x="5580034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1" name="object 1281"/>
            <p:cNvSpPr/>
            <p:nvPr/>
          </p:nvSpPr>
          <p:spPr>
            <a:xfrm>
              <a:off x="5580034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82" name="object 1282"/>
          <p:cNvGrpSpPr/>
          <p:nvPr/>
        </p:nvGrpSpPr>
        <p:grpSpPr>
          <a:xfrm>
            <a:off x="5755448" y="3004550"/>
            <a:ext cx="24130" cy="24130"/>
            <a:chOff x="5755448" y="3004550"/>
            <a:chExt cx="24130" cy="24130"/>
          </a:xfrm>
        </p:grpSpPr>
        <p:sp>
          <p:nvSpPr>
            <p:cNvPr id="1283" name="object 1283"/>
            <p:cNvSpPr/>
            <p:nvPr/>
          </p:nvSpPr>
          <p:spPr>
            <a:xfrm>
              <a:off x="5758623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4" name="object 1284"/>
            <p:cNvSpPr/>
            <p:nvPr/>
          </p:nvSpPr>
          <p:spPr>
            <a:xfrm>
              <a:off x="5758623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85" name="object 1285"/>
          <p:cNvGrpSpPr/>
          <p:nvPr/>
        </p:nvGrpSpPr>
        <p:grpSpPr>
          <a:xfrm>
            <a:off x="5934037" y="3004550"/>
            <a:ext cx="24130" cy="24130"/>
            <a:chOff x="5934037" y="3004550"/>
            <a:chExt cx="24130" cy="24130"/>
          </a:xfrm>
        </p:grpSpPr>
        <p:sp>
          <p:nvSpPr>
            <p:cNvPr id="1286" name="object 1286"/>
            <p:cNvSpPr/>
            <p:nvPr/>
          </p:nvSpPr>
          <p:spPr>
            <a:xfrm>
              <a:off x="5937212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7" name="object 1287"/>
            <p:cNvSpPr/>
            <p:nvPr/>
          </p:nvSpPr>
          <p:spPr>
            <a:xfrm>
              <a:off x="5937212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88" name="object 1288"/>
          <p:cNvGrpSpPr/>
          <p:nvPr/>
        </p:nvGrpSpPr>
        <p:grpSpPr>
          <a:xfrm>
            <a:off x="6112624" y="3004550"/>
            <a:ext cx="24130" cy="24130"/>
            <a:chOff x="6112624" y="3004550"/>
            <a:chExt cx="24130" cy="24130"/>
          </a:xfrm>
        </p:grpSpPr>
        <p:sp>
          <p:nvSpPr>
            <p:cNvPr id="1289" name="object 1289"/>
            <p:cNvSpPr/>
            <p:nvPr/>
          </p:nvSpPr>
          <p:spPr>
            <a:xfrm>
              <a:off x="6115799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3" y="13754"/>
                  </a:lnTo>
                  <a:lnTo>
                    <a:pt x="17653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0" name="object 1290"/>
            <p:cNvSpPr/>
            <p:nvPr/>
          </p:nvSpPr>
          <p:spPr>
            <a:xfrm>
              <a:off x="6115799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3" y="13754"/>
                  </a:lnTo>
                  <a:lnTo>
                    <a:pt x="17653" y="8864"/>
                  </a:lnTo>
                  <a:lnTo>
                    <a:pt x="17653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91" name="object 1291"/>
          <p:cNvGrpSpPr/>
          <p:nvPr/>
        </p:nvGrpSpPr>
        <p:grpSpPr>
          <a:xfrm>
            <a:off x="6291212" y="3004550"/>
            <a:ext cx="24130" cy="24130"/>
            <a:chOff x="6291212" y="3004550"/>
            <a:chExt cx="24130" cy="24130"/>
          </a:xfrm>
        </p:grpSpPr>
        <p:sp>
          <p:nvSpPr>
            <p:cNvPr id="1292" name="object 1292"/>
            <p:cNvSpPr/>
            <p:nvPr/>
          </p:nvSpPr>
          <p:spPr>
            <a:xfrm>
              <a:off x="6294387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3" y="13754"/>
                  </a:lnTo>
                  <a:lnTo>
                    <a:pt x="17653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3" name="object 1293"/>
            <p:cNvSpPr/>
            <p:nvPr/>
          </p:nvSpPr>
          <p:spPr>
            <a:xfrm>
              <a:off x="6294387" y="30077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3" y="13754"/>
                  </a:lnTo>
                  <a:lnTo>
                    <a:pt x="17653" y="8864"/>
                  </a:lnTo>
                  <a:lnTo>
                    <a:pt x="17653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94" name="object 1294"/>
          <p:cNvGrpSpPr/>
          <p:nvPr/>
        </p:nvGrpSpPr>
        <p:grpSpPr>
          <a:xfrm>
            <a:off x="5576859" y="2469227"/>
            <a:ext cx="24130" cy="24130"/>
            <a:chOff x="5576859" y="2469227"/>
            <a:chExt cx="24130" cy="24130"/>
          </a:xfrm>
        </p:grpSpPr>
        <p:sp>
          <p:nvSpPr>
            <p:cNvPr id="1295" name="object 1295"/>
            <p:cNvSpPr/>
            <p:nvPr/>
          </p:nvSpPr>
          <p:spPr>
            <a:xfrm>
              <a:off x="5580034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6" name="object 1296"/>
            <p:cNvSpPr/>
            <p:nvPr/>
          </p:nvSpPr>
          <p:spPr>
            <a:xfrm>
              <a:off x="5580034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97" name="object 1297"/>
          <p:cNvGrpSpPr/>
          <p:nvPr/>
        </p:nvGrpSpPr>
        <p:grpSpPr>
          <a:xfrm>
            <a:off x="5755448" y="2469227"/>
            <a:ext cx="24130" cy="24130"/>
            <a:chOff x="5755448" y="2469227"/>
            <a:chExt cx="24130" cy="24130"/>
          </a:xfrm>
        </p:grpSpPr>
        <p:sp>
          <p:nvSpPr>
            <p:cNvPr id="1298" name="object 1298"/>
            <p:cNvSpPr/>
            <p:nvPr/>
          </p:nvSpPr>
          <p:spPr>
            <a:xfrm>
              <a:off x="5758623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9" name="object 1299"/>
            <p:cNvSpPr/>
            <p:nvPr/>
          </p:nvSpPr>
          <p:spPr>
            <a:xfrm>
              <a:off x="5758623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00" name="object 1300"/>
          <p:cNvGrpSpPr/>
          <p:nvPr/>
        </p:nvGrpSpPr>
        <p:grpSpPr>
          <a:xfrm>
            <a:off x="5934037" y="2469227"/>
            <a:ext cx="24130" cy="24130"/>
            <a:chOff x="5934037" y="2469227"/>
            <a:chExt cx="24130" cy="24130"/>
          </a:xfrm>
        </p:grpSpPr>
        <p:sp>
          <p:nvSpPr>
            <p:cNvPr id="1301" name="object 1301"/>
            <p:cNvSpPr/>
            <p:nvPr/>
          </p:nvSpPr>
          <p:spPr>
            <a:xfrm>
              <a:off x="5937212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2" name="object 1302"/>
            <p:cNvSpPr/>
            <p:nvPr/>
          </p:nvSpPr>
          <p:spPr>
            <a:xfrm>
              <a:off x="5937212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03" name="object 1303"/>
          <p:cNvGrpSpPr/>
          <p:nvPr/>
        </p:nvGrpSpPr>
        <p:grpSpPr>
          <a:xfrm>
            <a:off x="6112624" y="2469227"/>
            <a:ext cx="24130" cy="24130"/>
            <a:chOff x="6112624" y="2469227"/>
            <a:chExt cx="24130" cy="24130"/>
          </a:xfrm>
        </p:grpSpPr>
        <p:sp>
          <p:nvSpPr>
            <p:cNvPr id="1304" name="object 1304"/>
            <p:cNvSpPr/>
            <p:nvPr/>
          </p:nvSpPr>
          <p:spPr>
            <a:xfrm>
              <a:off x="6115799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5" name="object 1305"/>
            <p:cNvSpPr/>
            <p:nvPr/>
          </p:nvSpPr>
          <p:spPr>
            <a:xfrm>
              <a:off x="6115799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06" name="object 1306"/>
          <p:cNvGrpSpPr/>
          <p:nvPr/>
        </p:nvGrpSpPr>
        <p:grpSpPr>
          <a:xfrm>
            <a:off x="6291212" y="2469227"/>
            <a:ext cx="24130" cy="24130"/>
            <a:chOff x="6291212" y="2469227"/>
            <a:chExt cx="24130" cy="24130"/>
          </a:xfrm>
        </p:grpSpPr>
        <p:sp>
          <p:nvSpPr>
            <p:cNvPr id="1307" name="object 1307"/>
            <p:cNvSpPr/>
            <p:nvPr/>
          </p:nvSpPr>
          <p:spPr>
            <a:xfrm>
              <a:off x="6294387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8" name="object 1308"/>
            <p:cNvSpPr/>
            <p:nvPr/>
          </p:nvSpPr>
          <p:spPr>
            <a:xfrm>
              <a:off x="6294387" y="247240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09" name="object 1309"/>
          <p:cNvGrpSpPr/>
          <p:nvPr/>
        </p:nvGrpSpPr>
        <p:grpSpPr>
          <a:xfrm>
            <a:off x="5219682" y="3183577"/>
            <a:ext cx="24130" cy="24130"/>
            <a:chOff x="5219682" y="3183577"/>
            <a:chExt cx="24130" cy="24130"/>
          </a:xfrm>
        </p:grpSpPr>
        <p:sp>
          <p:nvSpPr>
            <p:cNvPr id="1310" name="object 1310"/>
            <p:cNvSpPr/>
            <p:nvPr/>
          </p:nvSpPr>
          <p:spPr>
            <a:xfrm>
              <a:off x="5222857" y="318675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1" name="object 1311"/>
            <p:cNvSpPr/>
            <p:nvPr/>
          </p:nvSpPr>
          <p:spPr>
            <a:xfrm>
              <a:off x="5222857" y="318675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12" name="object 1312"/>
          <p:cNvGrpSpPr/>
          <p:nvPr/>
        </p:nvGrpSpPr>
        <p:grpSpPr>
          <a:xfrm>
            <a:off x="5398270" y="3183577"/>
            <a:ext cx="24130" cy="24130"/>
            <a:chOff x="5398270" y="3183577"/>
            <a:chExt cx="24130" cy="24130"/>
          </a:xfrm>
        </p:grpSpPr>
        <p:sp>
          <p:nvSpPr>
            <p:cNvPr id="1313" name="object 1313"/>
            <p:cNvSpPr/>
            <p:nvPr/>
          </p:nvSpPr>
          <p:spPr>
            <a:xfrm>
              <a:off x="5401445" y="318675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4" name="object 1314"/>
            <p:cNvSpPr/>
            <p:nvPr/>
          </p:nvSpPr>
          <p:spPr>
            <a:xfrm>
              <a:off x="5401445" y="318675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15" name="object 1315"/>
          <p:cNvGrpSpPr/>
          <p:nvPr/>
        </p:nvGrpSpPr>
        <p:grpSpPr>
          <a:xfrm>
            <a:off x="5576859" y="3183267"/>
            <a:ext cx="24130" cy="24130"/>
            <a:chOff x="5576859" y="3183267"/>
            <a:chExt cx="24130" cy="24130"/>
          </a:xfrm>
        </p:grpSpPr>
        <p:sp>
          <p:nvSpPr>
            <p:cNvPr id="1316" name="object 1316"/>
            <p:cNvSpPr/>
            <p:nvPr/>
          </p:nvSpPr>
          <p:spPr>
            <a:xfrm>
              <a:off x="5580034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7" name="object 1317"/>
            <p:cNvSpPr/>
            <p:nvPr/>
          </p:nvSpPr>
          <p:spPr>
            <a:xfrm>
              <a:off x="5580034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18" name="object 1318"/>
          <p:cNvGrpSpPr/>
          <p:nvPr/>
        </p:nvGrpSpPr>
        <p:grpSpPr>
          <a:xfrm>
            <a:off x="5755448" y="3183267"/>
            <a:ext cx="24130" cy="24130"/>
            <a:chOff x="5755448" y="3183267"/>
            <a:chExt cx="24130" cy="24130"/>
          </a:xfrm>
        </p:grpSpPr>
        <p:sp>
          <p:nvSpPr>
            <p:cNvPr id="1319" name="object 1319"/>
            <p:cNvSpPr/>
            <p:nvPr/>
          </p:nvSpPr>
          <p:spPr>
            <a:xfrm>
              <a:off x="5758623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0" name="object 1320"/>
            <p:cNvSpPr/>
            <p:nvPr/>
          </p:nvSpPr>
          <p:spPr>
            <a:xfrm>
              <a:off x="5758623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21" name="object 1321"/>
          <p:cNvGrpSpPr/>
          <p:nvPr/>
        </p:nvGrpSpPr>
        <p:grpSpPr>
          <a:xfrm>
            <a:off x="5934037" y="3183267"/>
            <a:ext cx="24130" cy="24130"/>
            <a:chOff x="5934037" y="3183267"/>
            <a:chExt cx="24130" cy="24130"/>
          </a:xfrm>
        </p:grpSpPr>
        <p:sp>
          <p:nvSpPr>
            <p:cNvPr id="1322" name="object 1322"/>
            <p:cNvSpPr/>
            <p:nvPr/>
          </p:nvSpPr>
          <p:spPr>
            <a:xfrm>
              <a:off x="5937212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3" name="object 1323"/>
            <p:cNvSpPr/>
            <p:nvPr/>
          </p:nvSpPr>
          <p:spPr>
            <a:xfrm>
              <a:off x="5937212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24" name="object 1324"/>
          <p:cNvGrpSpPr/>
          <p:nvPr/>
        </p:nvGrpSpPr>
        <p:grpSpPr>
          <a:xfrm>
            <a:off x="6112624" y="3183267"/>
            <a:ext cx="24130" cy="24130"/>
            <a:chOff x="6112624" y="3183267"/>
            <a:chExt cx="24130" cy="24130"/>
          </a:xfrm>
        </p:grpSpPr>
        <p:sp>
          <p:nvSpPr>
            <p:cNvPr id="1325" name="object 1325"/>
            <p:cNvSpPr/>
            <p:nvPr/>
          </p:nvSpPr>
          <p:spPr>
            <a:xfrm>
              <a:off x="6115799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3" y="13754"/>
                  </a:lnTo>
                  <a:lnTo>
                    <a:pt x="17653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6" name="object 1326"/>
            <p:cNvSpPr/>
            <p:nvPr/>
          </p:nvSpPr>
          <p:spPr>
            <a:xfrm>
              <a:off x="6115799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3" y="13754"/>
                  </a:lnTo>
                  <a:lnTo>
                    <a:pt x="17653" y="8864"/>
                  </a:lnTo>
                  <a:lnTo>
                    <a:pt x="17653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27" name="object 1327"/>
          <p:cNvGrpSpPr/>
          <p:nvPr/>
        </p:nvGrpSpPr>
        <p:grpSpPr>
          <a:xfrm>
            <a:off x="6291212" y="3183267"/>
            <a:ext cx="24130" cy="24130"/>
            <a:chOff x="6291212" y="3183267"/>
            <a:chExt cx="24130" cy="24130"/>
          </a:xfrm>
        </p:grpSpPr>
        <p:sp>
          <p:nvSpPr>
            <p:cNvPr id="1328" name="object 1328"/>
            <p:cNvSpPr/>
            <p:nvPr/>
          </p:nvSpPr>
          <p:spPr>
            <a:xfrm>
              <a:off x="6294387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3" y="13754"/>
                  </a:lnTo>
                  <a:lnTo>
                    <a:pt x="17653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9" name="object 1329"/>
            <p:cNvSpPr/>
            <p:nvPr/>
          </p:nvSpPr>
          <p:spPr>
            <a:xfrm>
              <a:off x="6294387" y="3186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16"/>
                  </a:moveTo>
                  <a:lnTo>
                    <a:pt x="13703" y="17716"/>
                  </a:lnTo>
                  <a:lnTo>
                    <a:pt x="17653" y="13754"/>
                  </a:lnTo>
                  <a:lnTo>
                    <a:pt x="17653" y="8864"/>
                  </a:lnTo>
                  <a:lnTo>
                    <a:pt x="17653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30" name="object 1330"/>
          <p:cNvGrpSpPr/>
          <p:nvPr/>
        </p:nvGrpSpPr>
        <p:grpSpPr>
          <a:xfrm>
            <a:off x="5576859" y="2647944"/>
            <a:ext cx="24130" cy="24130"/>
            <a:chOff x="5576859" y="2647944"/>
            <a:chExt cx="24130" cy="24130"/>
          </a:xfrm>
        </p:grpSpPr>
        <p:sp>
          <p:nvSpPr>
            <p:cNvPr id="1331" name="object 1331"/>
            <p:cNvSpPr/>
            <p:nvPr/>
          </p:nvSpPr>
          <p:spPr>
            <a:xfrm>
              <a:off x="5580034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2" name="object 1332"/>
            <p:cNvSpPr/>
            <p:nvPr/>
          </p:nvSpPr>
          <p:spPr>
            <a:xfrm>
              <a:off x="5580034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33" name="object 1333"/>
          <p:cNvGrpSpPr/>
          <p:nvPr/>
        </p:nvGrpSpPr>
        <p:grpSpPr>
          <a:xfrm>
            <a:off x="5755448" y="2647944"/>
            <a:ext cx="24130" cy="24130"/>
            <a:chOff x="5755448" y="2647944"/>
            <a:chExt cx="24130" cy="24130"/>
          </a:xfrm>
        </p:grpSpPr>
        <p:sp>
          <p:nvSpPr>
            <p:cNvPr id="1334" name="object 1334"/>
            <p:cNvSpPr/>
            <p:nvPr/>
          </p:nvSpPr>
          <p:spPr>
            <a:xfrm>
              <a:off x="5758623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5" name="object 1335"/>
            <p:cNvSpPr/>
            <p:nvPr/>
          </p:nvSpPr>
          <p:spPr>
            <a:xfrm>
              <a:off x="5758623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36" name="object 1336"/>
          <p:cNvGrpSpPr/>
          <p:nvPr/>
        </p:nvGrpSpPr>
        <p:grpSpPr>
          <a:xfrm>
            <a:off x="5934037" y="2647944"/>
            <a:ext cx="24130" cy="24130"/>
            <a:chOff x="5934037" y="2647944"/>
            <a:chExt cx="24130" cy="24130"/>
          </a:xfrm>
        </p:grpSpPr>
        <p:sp>
          <p:nvSpPr>
            <p:cNvPr id="1337" name="object 1337"/>
            <p:cNvSpPr/>
            <p:nvPr/>
          </p:nvSpPr>
          <p:spPr>
            <a:xfrm>
              <a:off x="5937212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8" name="object 1338"/>
            <p:cNvSpPr/>
            <p:nvPr/>
          </p:nvSpPr>
          <p:spPr>
            <a:xfrm>
              <a:off x="5937212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39" name="object 1339"/>
          <p:cNvGrpSpPr/>
          <p:nvPr/>
        </p:nvGrpSpPr>
        <p:grpSpPr>
          <a:xfrm>
            <a:off x="6112624" y="2647944"/>
            <a:ext cx="24130" cy="24130"/>
            <a:chOff x="6112624" y="2647944"/>
            <a:chExt cx="24130" cy="24130"/>
          </a:xfrm>
        </p:grpSpPr>
        <p:sp>
          <p:nvSpPr>
            <p:cNvPr id="1340" name="object 1340"/>
            <p:cNvSpPr/>
            <p:nvPr/>
          </p:nvSpPr>
          <p:spPr>
            <a:xfrm>
              <a:off x="6115799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1" name="object 1341"/>
            <p:cNvSpPr/>
            <p:nvPr/>
          </p:nvSpPr>
          <p:spPr>
            <a:xfrm>
              <a:off x="6115799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42" name="object 1342"/>
          <p:cNvGrpSpPr/>
          <p:nvPr/>
        </p:nvGrpSpPr>
        <p:grpSpPr>
          <a:xfrm>
            <a:off x="6291212" y="2647944"/>
            <a:ext cx="24130" cy="24130"/>
            <a:chOff x="6291212" y="2647944"/>
            <a:chExt cx="24130" cy="24130"/>
          </a:xfrm>
        </p:grpSpPr>
        <p:sp>
          <p:nvSpPr>
            <p:cNvPr id="1343" name="object 1343"/>
            <p:cNvSpPr/>
            <p:nvPr/>
          </p:nvSpPr>
          <p:spPr>
            <a:xfrm>
              <a:off x="6294387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4" name="object 1344"/>
            <p:cNvSpPr/>
            <p:nvPr/>
          </p:nvSpPr>
          <p:spPr>
            <a:xfrm>
              <a:off x="6294387" y="265111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45" name="object 1345"/>
          <p:cNvGrpSpPr/>
          <p:nvPr/>
        </p:nvGrpSpPr>
        <p:grpSpPr>
          <a:xfrm>
            <a:off x="5219682" y="3362209"/>
            <a:ext cx="24130" cy="24130"/>
            <a:chOff x="5219682" y="3362209"/>
            <a:chExt cx="24130" cy="24130"/>
          </a:xfrm>
        </p:grpSpPr>
        <p:sp>
          <p:nvSpPr>
            <p:cNvPr id="1346" name="object 1346"/>
            <p:cNvSpPr/>
            <p:nvPr/>
          </p:nvSpPr>
          <p:spPr>
            <a:xfrm>
              <a:off x="5222857" y="33653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7" name="object 1347"/>
            <p:cNvSpPr/>
            <p:nvPr/>
          </p:nvSpPr>
          <p:spPr>
            <a:xfrm>
              <a:off x="5222857" y="33653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48" name="object 1348"/>
          <p:cNvGrpSpPr/>
          <p:nvPr/>
        </p:nvGrpSpPr>
        <p:grpSpPr>
          <a:xfrm>
            <a:off x="5398270" y="3362209"/>
            <a:ext cx="24130" cy="24130"/>
            <a:chOff x="5398270" y="3362209"/>
            <a:chExt cx="24130" cy="24130"/>
          </a:xfrm>
        </p:grpSpPr>
        <p:sp>
          <p:nvSpPr>
            <p:cNvPr id="1349" name="object 1349"/>
            <p:cNvSpPr/>
            <p:nvPr/>
          </p:nvSpPr>
          <p:spPr>
            <a:xfrm>
              <a:off x="5401445" y="33653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0" name="object 1350"/>
            <p:cNvSpPr/>
            <p:nvPr/>
          </p:nvSpPr>
          <p:spPr>
            <a:xfrm>
              <a:off x="5401445" y="336538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51" name="object 1351"/>
          <p:cNvGrpSpPr/>
          <p:nvPr/>
        </p:nvGrpSpPr>
        <p:grpSpPr>
          <a:xfrm>
            <a:off x="5576859" y="3361985"/>
            <a:ext cx="24130" cy="24130"/>
            <a:chOff x="5576859" y="3361985"/>
            <a:chExt cx="24130" cy="24130"/>
          </a:xfrm>
        </p:grpSpPr>
        <p:sp>
          <p:nvSpPr>
            <p:cNvPr id="1352" name="object 1352"/>
            <p:cNvSpPr/>
            <p:nvPr/>
          </p:nvSpPr>
          <p:spPr>
            <a:xfrm>
              <a:off x="5580034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3" name="object 1353"/>
            <p:cNvSpPr/>
            <p:nvPr/>
          </p:nvSpPr>
          <p:spPr>
            <a:xfrm>
              <a:off x="5580034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54" name="object 1354"/>
          <p:cNvGrpSpPr/>
          <p:nvPr/>
        </p:nvGrpSpPr>
        <p:grpSpPr>
          <a:xfrm>
            <a:off x="5755448" y="3361985"/>
            <a:ext cx="24130" cy="24130"/>
            <a:chOff x="5755448" y="3361985"/>
            <a:chExt cx="24130" cy="24130"/>
          </a:xfrm>
        </p:grpSpPr>
        <p:sp>
          <p:nvSpPr>
            <p:cNvPr id="1355" name="object 1355"/>
            <p:cNvSpPr/>
            <p:nvPr/>
          </p:nvSpPr>
          <p:spPr>
            <a:xfrm>
              <a:off x="5758623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6" name="object 1356"/>
            <p:cNvSpPr/>
            <p:nvPr/>
          </p:nvSpPr>
          <p:spPr>
            <a:xfrm>
              <a:off x="5758623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57" name="object 1357"/>
          <p:cNvGrpSpPr/>
          <p:nvPr/>
        </p:nvGrpSpPr>
        <p:grpSpPr>
          <a:xfrm>
            <a:off x="5934037" y="3361985"/>
            <a:ext cx="24130" cy="24130"/>
            <a:chOff x="5934037" y="3361985"/>
            <a:chExt cx="24130" cy="24130"/>
          </a:xfrm>
        </p:grpSpPr>
        <p:sp>
          <p:nvSpPr>
            <p:cNvPr id="1358" name="object 1358"/>
            <p:cNvSpPr/>
            <p:nvPr/>
          </p:nvSpPr>
          <p:spPr>
            <a:xfrm>
              <a:off x="5937212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9" name="object 1359"/>
            <p:cNvSpPr/>
            <p:nvPr/>
          </p:nvSpPr>
          <p:spPr>
            <a:xfrm>
              <a:off x="5937212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60" name="object 1360"/>
          <p:cNvGrpSpPr/>
          <p:nvPr/>
        </p:nvGrpSpPr>
        <p:grpSpPr>
          <a:xfrm>
            <a:off x="6112624" y="3361985"/>
            <a:ext cx="24130" cy="24130"/>
            <a:chOff x="6112624" y="3361985"/>
            <a:chExt cx="24130" cy="24130"/>
          </a:xfrm>
        </p:grpSpPr>
        <p:sp>
          <p:nvSpPr>
            <p:cNvPr id="1361" name="object 1361"/>
            <p:cNvSpPr/>
            <p:nvPr/>
          </p:nvSpPr>
          <p:spPr>
            <a:xfrm>
              <a:off x="6115799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3" y="13754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2" name="object 1362"/>
            <p:cNvSpPr/>
            <p:nvPr/>
          </p:nvSpPr>
          <p:spPr>
            <a:xfrm>
              <a:off x="6115799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3" y="13754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63" name="object 1363"/>
          <p:cNvGrpSpPr/>
          <p:nvPr/>
        </p:nvGrpSpPr>
        <p:grpSpPr>
          <a:xfrm>
            <a:off x="6291212" y="3361985"/>
            <a:ext cx="24130" cy="24130"/>
            <a:chOff x="6291212" y="3361985"/>
            <a:chExt cx="24130" cy="24130"/>
          </a:xfrm>
        </p:grpSpPr>
        <p:sp>
          <p:nvSpPr>
            <p:cNvPr id="1364" name="object 1364"/>
            <p:cNvSpPr/>
            <p:nvPr/>
          </p:nvSpPr>
          <p:spPr>
            <a:xfrm>
              <a:off x="6294387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3" y="13754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5" name="object 1365"/>
            <p:cNvSpPr/>
            <p:nvPr/>
          </p:nvSpPr>
          <p:spPr>
            <a:xfrm>
              <a:off x="6294387" y="33651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3" y="13754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66" name="object 1366"/>
          <p:cNvGrpSpPr/>
          <p:nvPr/>
        </p:nvGrpSpPr>
        <p:grpSpPr>
          <a:xfrm>
            <a:off x="5576859" y="2826675"/>
            <a:ext cx="24130" cy="24130"/>
            <a:chOff x="5576859" y="2826675"/>
            <a:chExt cx="24130" cy="24130"/>
          </a:xfrm>
        </p:grpSpPr>
        <p:sp>
          <p:nvSpPr>
            <p:cNvPr id="1367" name="object 1367"/>
            <p:cNvSpPr/>
            <p:nvPr/>
          </p:nvSpPr>
          <p:spPr>
            <a:xfrm>
              <a:off x="5580034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8" name="object 1368"/>
            <p:cNvSpPr/>
            <p:nvPr/>
          </p:nvSpPr>
          <p:spPr>
            <a:xfrm>
              <a:off x="5580034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69" name="object 1369"/>
          <p:cNvGrpSpPr/>
          <p:nvPr/>
        </p:nvGrpSpPr>
        <p:grpSpPr>
          <a:xfrm>
            <a:off x="5755448" y="2826675"/>
            <a:ext cx="24130" cy="24130"/>
            <a:chOff x="5755448" y="2826675"/>
            <a:chExt cx="24130" cy="24130"/>
          </a:xfrm>
        </p:grpSpPr>
        <p:sp>
          <p:nvSpPr>
            <p:cNvPr id="1370" name="object 1370"/>
            <p:cNvSpPr/>
            <p:nvPr/>
          </p:nvSpPr>
          <p:spPr>
            <a:xfrm>
              <a:off x="5758623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1" name="object 1371"/>
            <p:cNvSpPr/>
            <p:nvPr/>
          </p:nvSpPr>
          <p:spPr>
            <a:xfrm>
              <a:off x="5758623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72" name="object 1372"/>
          <p:cNvGrpSpPr/>
          <p:nvPr/>
        </p:nvGrpSpPr>
        <p:grpSpPr>
          <a:xfrm>
            <a:off x="5934037" y="2826675"/>
            <a:ext cx="24130" cy="24130"/>
            <a:chOff x="5934037" y="2826675"/>
            <a:chExt cx="24130" cy="24130"/>
          </a:xfrm>
        </p:grpSpPr>
        <p:sp>
          <p:nvSpPr>
            <p:cNvPr id="1373" name="object 1373"/>
            <p:cNvSpPr/>
            <p:nvPr/>
          </p:nvSpPr>
          <p:spPr>
            <a:xfrm>
              <a:off x="5937212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4" name="object 1374"/>
            <p:cNvSpPr/>
            <p:nvPr/>
          </p:nvSpPr>
          <p:spPr>
            <a:xfrm>
              <a:off x="5937212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75" name="object 1375"/>
          <p:cNvGrpSpPr/>
          <p:nvPr/>
        </p:nvGrpSpPr>
        <p:grpSpPr>
          <a:xfrm>
            <a:off x="6112624" y="2826675"/>
            <a:ext cx="24130" cy="24130"/>
            <a:chOff x="6112624" y="2826675"/>
            <a:chExt cx="24130" cy="24130"/>
          </a:xfrm>
        </p:grpSpPr>
        <p:sp>
          <p:nvSpPr>
            <p:cNvPr id="1376" name="object 1376"/>
            <p:cNvSpPr/>
            <p:nvPr/>
          </p:nvSpPr>
          <p:spPr>
            <a:xfrm>
              <a:off x="6115799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7" name="object 1377"/>
            <p:cNvSpPr/>
            <p:nvPr/>
          </p:nvSpPr>
          <p:spPr>
            <a:xfrm>
              <a:off x="6115799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78" name="object 1378"/>
          <p:cNvGrpSpPr/>
          <p:nvPr/>
        </p:nvGrpSpPr>
        <p:grpSpPr>
          <a:xfrm>
            <a:off x="6291212" y="2826675"/>
            <a:ext cx="24130" cy="24130"/>
            <a:chOff x="6291212" y="2826675"/>
            <a:chExt cx="24130" cy="24130"/>
          </a:xfrm>
        </p:grpSpPr>
        <p:sp>
          <p:nvSpPr>
            <p:cNvPr id="1379" name="object 1379"/>
            <p:cNvSpPr/>
            <p:nvPr/>
          </p:nvSpPr>
          <p:spPr>
            <a:xfrm>
              <a:off x="6294387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0" name="object 1380"/>
            <p:cNvSpPr/>
            <p:nvPr/>
          </p:nvSpPr>
          <p:spPr>
            <a:xfrm>
              <a:off x="6294387" y="282985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80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81" name="object 1381"/>
          <p:cNvGrpSpPr/>
          <p:nvPr/>
        </p:nvGrpSpPr>
        <p:grpSpPr>
          <a:xfrm>
            <a:off x="5219682" y="3540814"/>
            <a:ext cx="24130" cy="24130"/>
            <a:chOff x="5219682" y="3540814"/>
            <a:chExt cx="24130" cy="24130"/>
          </a:xfrm>
        </p:grpSpPr>
        <p:sp>
          <p:nvSpPr>
            <p:cNvPr id="1382" name="object 1382"/>
            <p:cNvSpPr/>
            <p:nvPr/>
          </p:nvSpPr>
          <p:spPr>
            <a:xfrm>
              <a:off x="5222857" y="354398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3" name="object 1383"/>
            <p:cNvSpPr/>
            <p:nvPr/>
          </p:nvSpPr>
          <p:spPr>
            <a:xfrm>
              <a:off x="5222857" y="354398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84" name="object 1384"/>
          <p:cNvGrpSpPr/>
          <p:nvPr/>
        </p:nvGrpSpPr>
        <p:grpSpPr>
          <a:xfrm>
            <a:off x="5398270" y="3540814"/>
            <a:ext cx="24130" cy="24130"/>
            <a:chOff x="5398270" y="3540814"/>
            <a:chExt cx="24130" cy="24130"/>
          </a:xfrm>
        </p:grpSpPr>
        <p:sp>
          <p:nvSpPr>
            <p:cNvPr id="1385" name="object 1385"/>
            <p:cNvSpPr/>
            <p:nvPr/>
          </p:nvSpPr>
          <p:spPr>
            <a:xfrm>
              <a:off x="5401445" y="354398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6" name="object 1386"/>
            <p:cNvSpPr/>
            <p:nvPr/>
          </p:nvSpPr>
          <p:spPr>
            <a:xfrm>
              <a:off x="5401445" y="354398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87" name="object 1387"/>
          <p:cNvGrpSpPr/>
          <p:nvPr/>
        </p:nvGrpSpPr>
        <p:grpSpPr>
          <a:xfrm>
            <a:off x="5576859" y="3540715"/>
            <a:ext cx="24130" cy="24130"/>
            <a:chOff x="5576859" y="3540715"/>
            <a:chExt cx="24130" cy="24130"/>
          </a:xfrm>
        </p:grpSpPr>
        <p:sp>
          <p:nvSpPr>
            <p:cNvPr id="1388" name="object 1388"/>
            <p:cNvSpPr/>
            <p:nvPr/>
          </p:nvSpPr>
          <p:spPr>
            <a:xfrm>
              <a:off x="5580034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9" name="object 1389"/>
            <p:cNvSpPr/>
            <p:nvPr/>
          </p:nvSpPr>
          <p:spPr>
            <a:xfrm>
              <a:off x="5580034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90" name="object 1390"/>
          <p:cNvGrpSpPr/>
          <p:nvPr/>
        </p:nvGrpSpPr>
        <p:grpSpPr>
          <a:xfrm>
            <a:off x="5755448" y="3540715"/>
            <a:ext cx="24130" cy="24130"/>
            <a:chOff x="5755448" y="3540715"/>
            <a:chExt cx="24130" cy="24130"/>
          </a:xfrm>
        </p:grpSpPr>
        <p:sp>
          <p:nvSpPr>
            <p:cNvPr id="1391" name="object 1391"/>
            <p:cNvSpPr/>
            <p:nvPr/>
          </p:nvSpPr>
          <p:spPr>
            <a:xfrm>
              <a:off x="5758623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2" name="object 1392"/>
            <p:cNvSpPr/>
            <p:nvPr/>
          </p:nvSpPr>
          <p:spPr>
            <a:xfrm>
              <a:off x="5758623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93" name="object 1393"/>
          <p:cNvGrpSpPr/>
          <p:nvPr/>
        </p:nvGrpSpPr>
        <p:grpSpPr>
          <a:xfrm>
            <a:off x="5934037" y="3540715"/>
            <a:ext cx="24130" cy="24130"/>
            <a:chOff x="5934037" y="3540715"/>
            <a:chExt cx="24130" cy="24130"/>
          </a:xfrm>
        </p:grpSpPr>
        <p:sp>
          <p:nvSpPr>
            <p:cNvPr id="1394" name="object 1394"/>
            <p:cNvSpPr/>
            <p:nvPr/>
          </p:nvSpPr>
          <p:spPr>
            <a:xfrm>
              <a:off x="5937212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5" name="object 1395"/>
            <p:cNvSpPr/>
            <p:nvPr/>
          </p:nvSpPr>
          <p:spPr>
            <a:xfrm>
              <a:off x="5937212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96" name="object 1396"/>
          <p:cNvGrpSpPr/>
          <p:nvPr/>
        </p:nvGrpSpPr>
        <p:grpSpPr>
          <a:xfrm>
            <a:off x="6112624" y="3540715"/>
            <a:ext cx="24130" cy="24130"/>
            <a:chOff x="6112624" y="3540715"/>
            <a:chExt cx="24130" cy="24130"/>
          </a:xfrm>
        </p:grpSpPr>
        <p:sp>
          <p:nvSpPr>
            <p:cNvPr id="1397" name="object 1397"/>
            <p:cNvSpPr/>
            <p:nvPr/>
          </p:nvSpPr>
          <p:spPr>
            <a:xfrm>
              <a:off x="6115799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3" y="13754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8" name="object 1398"/>
            <p:cNvSpPr/>
            <p:nvPr/>
          </p:nvSpPr>
          <p:spPr>
            <a:xfrm>
              <a:off x="6115799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3" y="13754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99" name="object 1399"/>
          <p:cNvGrpSpPr/>
          <p:nvPr/>
        </p:nvGrpSpPr>
        <p:grpSpPr>
          <a:xfrm>
            <a:off x="6291212" y="3540715"/>
            <a:ext cx="24130" cy="24130"/>
            <a:chOff x="6291212" y="3540715"/>
            <a:chExt cx="24130" cy="24130"/>
          </a:xfrm>
        </p:grpSpPr>
        <p:sp>
          <p:nvSpPr>
            <p:cNvPr id="1400" name="object 1400"/>
            <p:cNvSpPr/>
            <p:nvPr/>
          </p:nvSpPr>
          <p:spPr>
            <a:xfrm>
              <a:off x="6294387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3" y="13754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1" name="object 1401"/>
            <p:cNvSpPr/>
            <p:nvPr/>
          </p:nvSpPr>
          <p:spPr>
            <a:xfrm>
              <a:off x="6294387" y="354389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3" y="13754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02" name="object 1402"/>
          <p:cNvGrpSpPr/>
          <p:nvPr/>
        </p:nvGrpSpPr>
        <p:grpSpPr>
          <a:xfrm>
            <a:off x="5219682" y="3719433"/>
            <a:ext cx="24130" cy="24130"/>
            <a:chOff x="5219682" y="3719433"/>
            <a:chExt cx="24130" cy="24130"/>
          </a:xfrm>
        </p:grpSpPr>
        <p:sp>
          <p:nvSpPr>
            <p:cNvPr id="1403" name="object 1403"/>
            <p:cNvSpPr/>
            <p:nvPr/>
          </p:nvSpPr>
          <p:spPr>
            <a:xfrm>
              <a:off x="5222857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4" name="object 1404"/>
            <p:cNvSpPr/>
            <p:nvPr/>
          </p:nvSpPr>
          <p:spPr>
            <a:xfrm>
              <a:off x="5222857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05" name="object 1405"/>
          <p:cNvGrpSpPr/>
          <p:nvPr/>
        </p:nvGrpSpPr>
        <p:grpSpPr>
          <a:xfrm>
            <a:off x="5398270" y="3719433"/>
            <a:ext cx="24130" cy="24130"/>
            <a:chOff x="5398270" y="3719433"/>
            <a:chExt cx="24130" cy="24130"/>
          </a:xfrm>
        </p:grpSpPr>
        <p:sp>
          <p:nvSpPr>
            <p:cNvPr id="1406" name="object 1406"/>
            <p:cNvSpPr/>
            <p:nvPr/>
          </p:nvSpPr>
          <p:spPr>
            <a:xfrm>
              <a:off x="5401445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7" name="object 1407"/>
            <p:cNvSpPr/>
            <p:nvPr/>
          </p:nvSpPr>
          <p:spPr>
            <a:xfrm>
              <a:off x="5401445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08" name="object 1408"/>
          <p:cNvGrpSpPr/>
          <p:nvPr/>
        </p:nvGrpSpPr>
        <p:grpSpPr>
          <a:xfrm>
            <a:off x="5576859" y="3719433"/>
            <a:ext cx="24130" cy="24130"/>
            <a:chOff x="5576859" y="3719433"/>
            <a:chExt cx="24130" cy="24130"/>
          </a:xfrm>
        </p:grpSpPr>
        <p:sp>
          <p:nvSpPr>
            <p:cNvPr id="1409" name="object 1409"/>
            <p:cNvSpPr/>
            <p:nvPr/>
          </p:nvSpPr>
          <p:spPr>
            <a:xfrm>
              <a:off x="5580034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0" name="object 1410"/>
            <p:cNvSpPr/>
            <p:nvPr/>
          </p:nvSpPr>
          <p:spPr>
            <a:xfrm>
              <a:off x="5580034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11" name="object 1411"/>
          <p:cNvGrpSpPr/>
          <p:nvPr/>
        </p:nvGrpSpPr>
        <p:grpSpPr>
          <a:xfrm>
            <a:off x="5755448" y="3719433"/>
            <a:ext cx="24130" cy="24130"/>
            <a:chOff x="5755448" y="3719433"/>
            <a:chExt cx="24130" cy="24130"/>
          </a:xfrm>
        </p:grpSpPr>
        <p:sp>
          <p:nvSpPr>
            <p:cNvPr id="1412" name="object 1412"/>
            <p:cNvSpPr/>
            <p:nvPr/>
          </p:nvSpPr>
          <p:spPr>
            <a:xfrm>
              <a:off x="5758623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3" name="object 1413"/>
            <p:cNvSpPr/>
            <p:nvPr/>
          </p:nvSpPr>
          <p:spPr>
            <a:xfrm>
              <a:off x="5758623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14" name="object 1414"/>
          <p:cNvGrpSpPr/>
          <p:nvPr/>
        </p:nvGrpSpPr>
        <p:grpSpPr>
          <a:xfrm>
            <a:off x="5934037" y="3719433"/>
            <a:ext cx="24130" cy="24130"/>
            <a:chOff x="5934037" y="3719433"/>
            <a:chExt cx="24130" cy="24130"/>
          </a:xfrm>
        </p:grpSpPr>
        <p:sp>
          <p:nvSpPr>
            <p:cNvPr id="1415" name="object 1415"/>
            <p:cNvSpPr/>
            <p:nvPr/>
          </p:nvSpPr>
          <p:spPr>
            <a:xfrm>
              <a:off x="5937212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6" name="object 1416"/>
            <p:cNvSpPr/>
            <p:nvPr/>
          </p:nvSpPr>
          <p:spPr>
            <a:xfrm>
              <a:off x="5937212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17" name="object 1417"/>
          <p:cNvGrpSpPr/>
          <p:nvPr/>
        </p:nvGrpSpPr>
        <p:grpSpPr>
          <a:xfrm>
            <a:off x="6112624" y="3719433"/>
            <a:ext cx="24130" cy="24130"/>
            <a:chOff x="6112624" y="3719433"/>
            <a:chExt cx="24130" cy="24130"/>
          </a:xfrm>
        </p:grpSpPr>
        <p:sp>
          <p:nvSpPr>
            <p:cNvPr id="1418" name="object 1418"/>
            <p:cNvSpPr/>
            <p:nvPr/>
          </p:nvSpPr>
          <p:spPr>
            <a:xfrm>
              <a:off x="6115799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9" name="object 1419"/>
            <p:cNvSpPr/>
            <p:nvPr/>
          </p:nvSpPr>
          <p:spPr>
            <a:xfrm>
              <a:off x="6115799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20" name="object 1420"/>
          <p:cNvGrpSpPr/>
          <p:nvPr/>
        </p:nvGrpSpPr>
        <p:grpSpPr>
          <a:xfrm>
            <a:off x="6291212" y="3719433"/>
            <a:ext cx="24130" cy="24130"/>
            <a:chOff x="6291212" y="3719433"/>
            <a:chExt cx="24130" cy="24130"/>
          </a:xfrm>
        </p:grpSpPr>
        <p:sp>
          <p:nvSpPr>
            <p:cNvPr id="1421" name="object 1421"/>
            <p:cNvSpPr/>
            <p:nvPr/>
          </p:nvSpPr>
          <p:spPr>
            <a:xfrm>
              <a:off x="6294387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2" name="object 1422"/>
            <p:cNvSpPr/>
            <p:nvPr/>
          </p:nvSpPr>
          <p:spPr>
            <a:xfrm>
              <a:off x="6294387" y="372260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23" name="object 1423"/>
          <p:cNvGrpSpPr/>
          <p:nvPr/>
        </p:nvGrpSpPr>
        <p:grpSpPr>
          <a:xfrm>
            <a:off x="5219682" y="3897506"/>
            <a:ext cx="24130" cy="24130"/>
            <a:chOff x="5219682" y="3897506"/>
            <a:chExt cx="24130" cy="24130"/>
          </a:xfrm>
        </p:grpSpPr>
        <p:sp>
          <p:nvSpPr>
            <p:cNvPr id="1424" name="object 1424"/>
            <p:cNvSpPr/>
            <p:nvPr/>
          </p:nvSpPr>
          <p:spPr>
            <a:xfrm>
              <a:off x="5222857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5" name="object 1425"/>
            <p:cNvSpPr/>
            <p:nvPr/>
          </p:nvSpPr>
          <p:spPr>
            <a:xfrm>
              <a:off x="5222857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26" name="object 1426"/>
          <p:cNvGrpSpPr/>
          <p:nvPr/>
        </p:nvGrpSpPr>
        <p:grpSpPr>
          <a:xfrm>
            <a:off x="5398270" y="3897506"/>
            <a:ext cx="24130" cy="24130"/>
            <a:chOff x="5398270" y="3897506"/>
            <a:chExt cx="24130" cy="24130"/>
          </a:xfrm>
        </p:grpSpPr>
        <p:sp>
          <p:nvSpPr>
            <p:cNvPr id="1427" name="object 1427"/>
            <p:cNvSpPr/>
            <p:nvPr/>
          </p:nvSpPr>
          <p:spPr>
            <a:xfrm>
              <a:off x="5401445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8" name="object 1428"/>
            <p:cNvSpPr/>
            <p:nvPr/>
          </p:nvSpPr>
          <p:spPr>
            <a:xfrm>
              <a:off x="5401445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29" name="object 1429"/>
          <p:cNvGrpSpPr/>
          <p:nvPr/>
        </p:nvGrpSpPr>
        <p:grpSpPr>
          <a:xfrm>
            <a:off x="5576859" y="3897506"/>
            <a:ext cx="24130" cy="24130"/>
            <a:chOff x="5576859" y="3897506"/>
            <a:chExt cx="24130" cy="24130"/>
          </a:xfrm>
        </p:grpSpPr>
        <p:sp>
          <p:nvSpPr>
            <p:cNvPr id="1430" name="object 1430"/>
            <p:cNvSpPr/>
            <p:nvPr/>
          </p:nvSpPr>
          <p:spPr>
            <a:xfrm>
              <a:off x="5580034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1" name="object 1431"/>
            <p:cNvSpPr/>
            <p:nvPr/>
          </p:nvSpPr>
          <p:spPr>
            <a:xfrm>
              <a:off x="5580034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32" name="object 1432"/>
          <p:cNvGrpSpPr/>
          <p:nvPr/>
        </p:nvGrpSpPr>
        <p:grpSpPr>
          <a:xfrm>
            <a:off x="5755448" y="3897506"/>
            <a:ext cx="24130" cy="24130"/>
            <a:chOff x="5755448" y="3897506"/>
            <a:chExt cx="24130" cy="24130"/>
          </a:xfrm>
        </p:grpSpPr>
        <p:sp>
          <p:nvSpPr>
            <p:cNvPr id="1433" name="object 1433"/>
            <p:cNvSpPr/>
            <p:nvPr/>
          </p:nvSpPr>
          <p:spPr>
            <a:xfrm>
              <a:off x="5758623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4" name="object 1434"/>
            <p:cNvSpPr/>
            <p:nvPr/>
          </p:nvSpPr>
          <p:spPr>
            <a:xfrm>
              <a:off x="5758623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35" name="object 1435"/>
          <p:cNvGrpSpPr/>
          <p:nvPr/>
        </p:nvGrpSpPr>
        <p:grpSpPr>
          <a:xfrm>
            <a:off x="5934037" y="3897506"/>
            <a:ext cx="24130" cy="24130"/>
            <a:chOff x="5934037" y="3897506"/>
            <a:chExt cx="24130" cy="24130"/>
          </a:xfrm>
        </p:grpSpPr>
        <p:sp>
          <p:nvSpPr>
            <p:cNvPr id="1436" name="object 1436"/>
            <p:cNvSpPr/>
            <p:nvPr/>
          </p:nvSpPr>
          <p:spPr>
            <a:xfrm>
              <a:off x="5937212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7" name="object 1437"/>
            <p:cNvSpPr/>
            <p:nvPr/>
          </p:nvSpPr>
          <p:spPr>
            <a:xfrm>
              <a:off x="5937212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38" name="object 1438"/>
          <p:cNvGrpSpPr/>
          <p:nvPr/>
        </p:nvGrpSpPr>
        <p:grpSpPr>
          <a:xfrm>
            <a:off x="6112624" y="3897506"/>
            <a:ext cx="24130" cy="24130"/>
            <a:chOff x="6112624" y="3897506"/>
            <a:chExt cx="24130" cy="24130"/>
          </a:xfrm>
        </p:grpSpPr>
        <p:sp>
          <p:nvSpPr>
            <p:cNvPr id="1439" name="object 1439"/>
            <p:cNvSpPr/>
            <p:nvPr/>
          </p:nvSpPr>
          <p:spPr>
            <a:xfrm>
              <a:off x="6115799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0" name="object 1440"/>
            <p:cNvSpPr/>
            <p:nvPr/>
          </p:nvSpPr>
          <p:spPr>
            <a:xfrm>
              <a:off x="6115799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77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41" name="object 1441"/>
          <p:cNvGrpSpPr/>
          <p:nvPr/>
        </p:nvGrpSpPr>
        <p:grpSpPr>
          <a:xfrm>
            <a:off x="6291212" y="3897506"/>
            <a:ext cx="24130" cy="24130"/>
            <a:chOff x="6291212" y="3897506"/>
            <a:chExt cx="24130" cy="24130"/>
          </a:xfrm>
        </p:grpSpPr>
        <p:sp>
          <p:nvSpPr>
            <p:cNvPr id="1442" name="object 1442"/>
            <p:cNvSpPr/>
            <p:nvPr/>
          </p:nvSpPr>
          <p:spPr>
            <a:xfrm>
              <a:off x="6294387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3" name="object 1443"/>
            <p:cNvSpPr/>
            <p:nvPr/>
          </p:nvSpPr>
          <p:spPr>
            <a:xfrm>
              <a:off x="6294387" y="390068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77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44" name="object 1444"/>
          <p:cNvGrpSpPr/>
          <p:nvPr/>
        </p:nvGrpSpPr>
        <p:grpSpPr>
          <a:xfrm>
            <a:off x="5219682" y="4611980"/>
            <a:ext cx="24130" cy="24130"/>
            <a:chOff x="5219682" y="4611980"/>
            <a:chExt cx="24130" cy="24130"/>
          </a:xfrm>
        </p:grpSpPr>
        <p:sp>
          <p:nvSpPr>
            <p:cNvPr id="1445" name="object 1445"/>
            <p:cNvSpPr/>
            <p:nvPr/>
          </p:nvSpPr>
          <p:spPr>
            <a:xfrm>
              <a:off x="5222857" y="461515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6" name="object 1446"/>
            <p:cNvSpPr/>
            <p:nvPr/>
          </p:nvSpPr>
          <p:spPr>
            <a:xfrm>
              <a:off x="5222857" y="461515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47" name="object 1447"/>
          <p:cNvGrpSpPr/>
          <p:nvPr/>
        </p:nvGrpSpPr>
        <p:grpSpPr>
          <a:xfrm>
            <a:off x="5398270" y="4611980"/>
            <a:ext cx="24130" cy="24130"/>
            <a:chOff x="5398270" y="4611980"/>
            <a:chExt cx="24130" cy="24130"/>
          </a:xfrm>
        </p:grpSpPr>
        <p:sp>
          <p:nvSpPr>
            <p:cNvPr id="1448" name="object 1448"/>
            <p:cNvSpPr/>
            <p:nvPr/>
          </p:nvSpPr>
          <p:spPr>
            <a:xfrm>
              <a:off x="5401445" y="461515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9" name="object 1449"/>
            <p:cNvSpPr/>
            <p:nvPr/>
          </p:nvSpPr>
          <p:spPr>
            <a:xfrm>
              <a:off x="5401445" y="461515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50" name="object 1450"/>
          <p:cNvGrpSpPr/>
          <p:nvPr/>
        </p:nvGrpSpPr>
        <p:grpSpPr>
          <a:xfrm>
            <a:off x="5576859" y="4611546"/>
            <a:ext cx="24130" cy="24130"/>
            <a:chOff x="5576859" y="4611546"/>
            <a:chExt cx="24130" cy="24130"/>
          </a:xfrm>
        </p:grpSpPr>
        <p:sp>
          <p:nvSpPr>
            <p:cNvPr id="1451" name="object 1451"/>
            <p:cNvSpPr/>
            <p:nvPr/>
          </p:nvSpPr>
          <p:spPr>
            <a:xfrm>
              <a:off x="5580034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2" name="object 1452"/>
            <p:cNvSpPr/>
            <p:nvPr/>
          </p:nvSpPr>
          <p:spPr>
            <a:xfrm>
              <a:off x="5580034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53" name="object 1453"/>
          <p:cNvGrpSpPr/>
          <p:nvPr/>
        </p:nvGrpSpPr>
        <p:grpSpPr>
          <a:xfrm>
            <a:off x="5755448" y="4611546"/>
            <a:ext cx="24130" cy="24130"/>
            <a:chOff x="5755448" y="4611546"/>
            <a:chExt cx="24130" cy="24130"/>
          </a:xfrm>
        </p:grpSpPr>
        <p:sp>
          <p:nvSpPr>
            <p:cNvPr id="1454" name="object 1454"/>
            <p:cNvSpPr/>
            <p:nvPr/>
          </p:nvSpPr>
          <p:spPr>
            <a:xfrm>
              <a:off x="5758623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5" name="object 1455"/>
            <p:cNvSpPr/>
            <p:nvPr/>
          </p:nvSpPr>
          <p:spPr>
            <a:xfrm>
              <a:off x="5758623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56" name="object 1456"/>
          <p:cNvGrpSpPr/>
          <p:nvPr/>
        </p:nvGrpSpPr>
        <p:grpSpPr>
          <a:xfrm>
            <a:off x="5934037" y="4611546"/>
            <a:ext cx="24130" cy="24130"/>
            <a:chOff x="5934037" y="4611546"/>
            <a:chExt cx="24130" cy="24130"/>
          </a:xfrm>
        </p:grpSpPr>
        <p:sp>
          <p:nvSpPr>
            <p:cNvPr id="1457" name="object 1457"/>
            <p:cNvSpPr/>
            <p:nvPr/>
          </p:nvSpPr>
          <p:spPr>
            <a:xfrm>
              <a:off x="5937212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8" name="object 1458"/>
            <p:cNvSpPr/>
            <p:nvPr/>
          </p:nvSpPr>
          <p:spPr>
            <a:xfrm>
              <a:off x="5937212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59" name="object 1459"/>
          <p:cNvGrpSpPr/>
          <p:nvPr/>
        </p:nvGrpSpPr>
        <p:grpSpPr>
          <a:xfrm>
            <a:off x="6112624" y="4611546"/>
            <a:ext cx="24130" cy="24130"/>
            <a:chOff x="6112624" y="4611546"/>
            <a:chExt cx="24130" cy="24130"/>
          </a:xfrm>
        </p:grpSpPr>
        <p:sp>
          <p:nvSpPr>
            <p:cNvPr id="1460" name="object 1460"/>
            <p:cNvSpPr/>
            <p:nvPr/>
          </p:nvSpPr>
          <p:spPr>
            <a:xfrm>
              <a:off x="6115799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1" name="object 1461"/>
            <p:cNvSpPr/>
            <p:nvPr/>
          </p:nvSpPr>
          <p:spPr>
            <a:xfrm>
              <a:off x="6115799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62" name="object 1462"/>
          <p:cNvGrpSpPr/>
          <p:nvPr/>
        </p:nvGrpSpPr>
        <p:grpSpPr>
          <a:xfrm>
            <a:off x="6291212" y="4611546"/>
            <a:ext cx="24130" cy="24130"/>
            <a:chOff x="6291212" y="4611546"/>
            <a:chExt cx="24130" cy="24130"/>
          </a:xfrm>
        </p:grpSpPr>
        <p:sp>
          <p:nvSpPr>
            <p:cNvPr id="1463" name="object 1463"/>
            <p:cNvSpPr/>
            <p:nvPr/>
          </p:nvSpPr>
          <p:spPr>
            <a:xfrm>
              <a:off x="6294387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4" name="object 1464"/>
            <p:cNvSpPr/>
            <p:nvPr/>
          </p:nvSpPr>
          <p:spPr>
            <a:xfrm>
              <a:off x="6294387" y="461472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65" name="object 1465"/>
          <p:cNvGrpSpPr/>
          <p:nvPr/>
        </p:nvGrpSpPr>
        <p:grpSpPr>
          <a:xfrm>
            <a:off x="5219682" y="4076124"/>
            <a:ext cx="24130" cy="24130"/>
            <a:chOff x="5219682" y="4076124"/>
            <a:chExt cx="24130" cy="24130"/>
          </a:xfrm>
        </p:grpSpPr>
        <p:sp>
          <p:nvSpPr>
            <p:cNvPr id="1466" name="object 1466"/>
            <p:cNvSpPr/>
            <p:nvPr/>
          </p:nvSpPr>
          <p:spPr>
            <a:xfrm>
              <a:off x="5222857" y="40792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7" name="object 1467"/>
            <p:cNvSpPr/>
            <p:nvPr/>
          </p:nvSpPr>
          <p:spPr>
            <a:xfrm>
              <a:off x="5222857" y="40792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68" name="object 1468"/>
          <p:cNvGrpSpPr/>
          <p:nvPr/>
        </p:nvGrpSpPr>
        <p:grpSpPr>
          <a:xfrm>
            <a:off x="5398270" y="4076124"/>
            <a:ext cx="24130" cy="24130"/>
            <a:chOff x="5398270" y="4076124"/>
            <a:chExt cx="24130" cy="24130"/>
          </a:xfrm>
        </p:grpSpPr>
        <p:sp>
          <p:nvSpPr>
            <p:cNvPr id="1469" name="object 1469"/>
            <p:cNvSpPr/>
            <p:nvPr/>
          </p:nvSpPr>
          <p:spPr>
            <a:xfrm>
              <a:off x="5401445" y="40792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0" name="object 1470"/>
            <p:cNvSpPr/>
            <p:nvPr/>
          </p:nvSpPr>
          <p:spPr>
            <a:xfrm>
              <a:off x="5401445" y="40792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71" name="object 1471"/>
          <p:cNvGrpSpPr/>
          <p:nvPr/>
        </p:nvGrpSpPr>
        <p:grpSpPr>
          <a:xfrm>
            <a:off x="5576859" y="4076223"/>
            <a:ext cx="24130" cy="24130"/>
            <a:chOff x="5576859" y="4076223"/>
            <a:chExt cx="24130" cy="24130"/>
          </a:xfrm>
        </p:grpSpPr>
        <p:sp>
          <p:nvSpPr>
            <p:cNvPr id="1472" name="object 1472"/>
            <p:cNvSpPr/>
            <p:nvPr/>
          </p:nvSpPr>
          <p:spPr>
            <a:xfrm>
              <a:off x="5580034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3" name="object 1473"/>
            <p:cNvSpPr/>
            <p:nvPr/>
          </p:nvSpPr>
          <p:spPr>
            <a:xfrm>
              <a:off x="5580034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74" name="object 1474"/>
          <p:cNvGrpSpPr/>
          <p:nvPr/>
        </p:nvGrpSpPr>
        <p:grpSpPr>
          <a:xfrm>
            <a:off x="5755448" y="4076223"/>
            <a:ext cx="24130" cy="24130"/>
            <a:chOff x="5755448" y="4076223"/>
            <a:chExt cx="24130" cy="24130"/>
          </a:xfrm>
        </p:grpSpPr>
        <p:sp>
          <p:nvSpPr>
            <p:cNvPr id="1475" name="object 1475"/>
            <p:cNvSpPr/>
            <p:nvPr/>
          </p:nvSpPr>
          <p:spPr>
            <a:xfrm>
              <a:off x="5758623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6" name="object 1476"/>
            <p:cNvSpPr/>
            <p:nvPr/>
          </p:nvSpPr>
          <p:spPr>
            <a:xfrm>
              <a:off x="5758623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77" name="object 1477"/>
          <p:cNvGrpSpPr/>
          <p:nvPr/>
        </p:nvGrpSpPr>
        <p:grpSpPr>
          <a:xfrm>
            <a:off x="5934037" y="4076223"/>
            <a:ext cx="24130" cy="24130"/>
            <a:chOff x="5934037" y="4076223"/>
            <a:chExt cx="24130" cy="24130"/>
          </a:xfrm>
        </p:grpSpPr>
        <p:sp>
          <p:nvSpPr>
            <p:cNvPr id="1478" name="object 1478"/>
            <p:cNvSpPr/>
            <p:nvPr/>
          </p:nvSpPr>
          <p:spPr>
            <a:xfrm>
              <a:off x="5937212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9" name="object 1479"/>
            <p:cNvSpPr/>
            <p:nvPr/>
          </p:nvSpPr>
          <p:spPr>
            <a:xfrm>
              <a:off x="5937212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80" name="object 1480"/>
          <p:cNvGrpSpPr/>
          <p:nvPr/>
        </p:nvGrpSpPr>
        <p:grpSpPr>
          <a:xfrm>
            <a:off x="6112624" y="4076223"/>
            <a:ext cx="24130" cy="24130"/>
            <a:chOff x="6112624" y="4076223"/>
            <a:chExt cx="24130" cy="24130"/>
          </a:xfrm>
        </p:grpSpPr>
        <p:sp>
          <p:nvSpPr>
            <p:cNvPr id="1481" name="object 1481"/>
            <p:cNvSpPr/>
            <p:nvPr/>
          </p:nvSpPr>
          <p:spPr>
            <a:xfrm>
              <a:off x="6115799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2" name="object 1482"/>
            <p:cNvSpPr/>
            <p:nvPr/>
          </p:nvSpPr>
          <p:spPr>
            <a:xfrm>
              <a:off x="6115799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77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83" name="object 1483"/>
          <p:cNvGrpSpPr/>
          <p:nvPr/>
        </p:nvGrpSpPr>
        <p:grpSpPr>
          <a:xfrm>
            <a:off x="6291212" y="4076223"/>
            <a:ext cx="24130" cy="24130"/>
            <a:chOff x="6291212" y="4076223"/>
            <a:chExt cx="24130" cy="24130"/>
          </a:xfrm>
        </p:grpSpPr>
        <p:sp>
          <p:nvSpPr>
            <p:cNvPr id="1484" name="object 1484"/>
            <p:cNvSpPr/>
            <p:nvPr/>
          </p:nvSpPr>
          <p:spPr>
            <a:xfrm>
              <a:off x="6294387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5" name="object 1485"/>
            <p:cNvSpPr/>
            <p:nvPr/>
          </p:nvSpPr>
          <p:spPr>
            <a:xfrm>
              <a:off x="6294387" y="407939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77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86" name="object 1486"/>
          <p:cNvGrpSpPr/>
          <p:nvPr/>
        </p:nvGrpSpPr>
        <p:grpSpPr>
          <a:xfrm>
            <a:off x="5219682" y="4790585"/>
            <a:ext cx="24130" cy="24130"/>
            <a:chOff x="5219682" y="4790585"/>
            <a:chExt cx="24130" cy="24130"/>
          </a:xfrm>
        </p:grpSpPr>
        <p:sp>
          <p:nvSpPr>
            <p:cNvPr id="1487" name="object 1487"/>
            <p:cNvSpPr/>
            <p:nvPr/>
          </p:nvSpPr>
          <p:spPr>
            <a:xfrm>
              <a:off x="5222857" y="47937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8" name="object 1488"/>
            <p:cNvSpPr/>
            <p:nvPr/>
          </p:nvSpPr>
          <p:spPr>
            <a:xfrm>
              <a:off x="5222857" y="47937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89" name="object 1489"/>
          <p:cNvGrpSpPr/>
          <p:nvPr/>
        </p:nvGrpSpPr>
        <p:grpSpPr>
          <a:xfrm>
            <a:off x="5398270" y="4790585"/>
            <a:ext cx="24130" cy="24130"/>
            <a:chOff x="5398270" y="4790585"/>
            <a:chExt cx="24130" cy="24130"/>
          </a:xfrm>
        </p:grpSpPr>
        <p:sp>
          <p:nvSpPr>
            <p:cNvPr id="1490" name="object 1490"/>
            <p:cNvSpPr/>
            <p:nvPr/>
          </p:nvSpPr>
          <p:spPr>
            <a:xfrm>
              <a:off x="5401445" y="47937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1" name="object 1491"/>
            <p:cNvSpPr/>
            <p:nvPr/>
          </p:nvSpPr>
          <p:spPr>
            <a:xfrm>
              <a:off x="5401445" y="479376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92" name="object 1492"/>
          <p:cNvGrpSpPr/>
          <p:nvPr/>
        </p:nvGrpSpPr>
        <p:grpSpPr>
          <a:xfrm>
            <a:off x="5576859" y="4790264"/>
            <a:ext cx="24130" cy="24130"/>
            <a:chOff x="5576859" y="4790264"/>
            <a:chExt cx="24130" cy="24130"/>
          </a:xfrm>
        </p:grpSpPr>
        <p:sp>
          <p:nvSpPr>
            <p:cNvPr id="1493" name="object 1493"/>
            <p:cNvSpPr/>
            <p:nvPr/>
          </p:nvSpPr>
          <p:spPr>
            <a:xfrm>
              <a:off x="5580034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4" name="object 1494"/>
            <p:cNvSpPr/>
            <p:nvPr/>
          </p:nvSpPr>
          <p:spPr>
            <a:xfrm>
              <a:off x="5580034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95" name="object 1495"/>
          <p:cNvGrpSpPr/>
          <p:nvPr/>
        </p:nvGrpSpPr>
        <p:grpSpPr>
          <a:xfrm>
            <a:off x="5755448" y="4790264"/>
            <a:ext cx="24130" cy="24130"/>
            <a:chOff x="5755448" y="4790264"/>
            <a:chExt cx="24130" cy="24130"/>
          </a:xfrm>
        </p:grpSpPr>
        <p:sp>
          <p:nvSpPr>
            <p:cNvPr id="1496" name="object 1496"/>
            <p:cNvSpPr/>
            <p:nvPr/>
          </p:nvSpPr>
          <p:spPr>
            <a:xfrm>
              <a:off x="5758623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7" name="object 1497"/>
            <p:cNvSpPr/>
            <p:nvPr/>
          </p:nvSpPr>
          <p:spPr>
            <a:xfrm>
              <a:off x="5758623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98" name="object 1498"/>
          <p:cNvGrpSpPr/>
          <p:nvPr/>
        </p:nvGrpSpPr>
        <p:grpSpPr>
          <a:xfrm>
            <a:off x="5934037" y="4790264"/>
            <a:ext cx="24130" cy="24130"/>
            <a:chOff x="5934037" y="4790264"/>
            <a:chExt cx="24130" cy="24130"/>
          </a:xfrm>
        </p:grpSpPr>
        <p:sp>
          <p:nvSpPr>
            <p:cNvPr id="1499" name="object 1499"/>
            <p:cNvSpPr/>
            <p:nvPr/>
          </p:nvSpPr>
          <p:spPr>
            <a:xfrm>
              <a:off x="5937212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0" name="object 1500"/>
            <p:cNvSpPr/>
            <p:nvPr/>
          </p:nvSpPr>
          <p:spPr>
            <a:xfrm>
              <a:off x="5937212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01" name="object 1501"/>
          <p:cNvGrpSpPr/>
          <p:nvPr/>
        </p:nvGrpSpPr>
        <p:grpSpPr>
          <a:xfrm>
            <a:off x="6112624" y="4790264"/>
            <a:ext cx="24130" cy="24130"/>
            <a:chOff x="6112624" y="4790264"/>
            <a:chExt cx="24130" cy="24130"/>
          </a:xfrm>
        </p:grpSpPr>
        <p:sp>
          <p:nvSpPr>
            <p:cNvPr id="1502" name="object 1502"/>
            <p:cNvSpPr/>
            <p:nvPr/>
          </p:nvSpPr>
          <p:spPr>
            <a:xfrm>
              <a:off x="6115799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3" name="object 1503"/>
            <p:cNvSpPr/>
            <p:nvPr/>
          </p:nvSpPr>
          <p:spPr>
            <a:xfrm>
              <a:off x="6115799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04" name="object 1504"/>
          <p:cNvGrpSpPr/>
          <p:nvPr/>
        </p:nvGrpSpPr>
        <p:grpSpPr>
          <a:xfrm>
            <a:off x="6291212" y="4790264"/>
            <a:ext cx="24130" cy="24130"/>
            <a:chOff x="6291212" y="4790264"/>
            <a:chExt cx="24130" cy="24130"/>
          </a:xfrm>
        </p:grpSpPr>
        <p:sp>
          <p:nvSpPr>
            <p:cNvPr id="1505" name="object 1505"/>
            <p:cNvSpPr/>
            <p:nvPr/>
          </p:nvSpPr>
          <p:spPr>
            <a:xfrm>
              <a:off x="6294387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6" name="object 1506"/>
            <p:cNvSpPr/>
            <p:nvPr/>
          </p:nvSpPr>
          <p:spPr>
            <a:xfrm>
              <a:off x="6294387" y="479343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07" name="object 1507"/>
          <p:cNvGrpSpPr/>
          <p:nvPr/>
        </p:nvGrpSpPr>
        <p:grpSpPr>
          <a:xfrm>
            <a:off x="5219682" y="4254730"/>
            <a:ext cx="24130" cy="24130"/>
            <a:chOff x="5219682" y="4254730"/>
            <a:chExt cx="24130" cy="24130"/>
          </a:xfrm>
        </p:grpSpPr>
        <p:sp>
          <p:nvSpPr>
            <p:cNvPr id="1508" name="object 1508"/>
            <p:cNvSpPr/>
            <p:nvPr/>
          </p:nvSpPr>
          <p:spPr>
            <a:xfrm>
              <a:off x="5222857" y="425790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9" name="object 1509"/>
            <p:cNvSpPr/>
            <p:nvPr/>
          </p:nvSpPr>
          <p:spPr>
            <a:xfrm>
              <a:off x="5222857" y="425790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10" name="object 1510"/>
          <p:cNvGrpSpPr/>
          <p:nvPr/>
        </p:nvGrpSpPr>
        <p:grpSpPr>
          <a:xfrm>
            <a:off x="5398270" y="4254730"/>
            <a:ext cx="24130" cy="24130"/>
            <a:chOff x="5398270" y="4254730"/>
            <a:chExt cx="24130" cy="24130"/>
          </a:xfrm>
        </p:grpSpPr>
        <p:sp>
          <p:nvSpPr>
            <p:cNvPr id="1511" name="object 1511"/>
            <p:cNvSpPr/>
            <p:nvPr/>
          </p:nvSpPr>
          <p:spPr>
            <a:xfrm>
              <a:off x="5401445" y="425790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2" name="object 1512"/>
            <p:cNvSpPr/>
            <p:nvPr/>
          </p:nvSpPr>
          <p:spPr>
            <a:xfrm>
              <a:off x="5401445" y="425790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13" name="object 1513"/>
          <p:cNvGrpSpPr/>
          <p:nvPr/>
        </p:nvGrpSpPr>
        <p:grpSpPr>
          <a:xfrm>
            <a:off x="5576859" y="4254954"/>
            <a:ext cx="24130" cy="24130"/>
            <a:chOff x="5576859" y="4254954"/>
            <a:chExt cx="24130" cy="24130"/>
          </a:xfrm>
        </p:grpSpPr>
        <p:sp>
          <p:nvSpPr>
            <p:cNvPr id="1514" name="object 1514"/>
            <p:cNvSpPr/>
            <p:nvPr/>
          </p:nvSpPr>
          <p:spPr>
            <a:xfrm>
              <a:off x="5580034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5" name="object 1515"/>
            <p:cNvSpPr/>
            <p:nvPr/>
          </p:nvSpPr>
          <p:spPr>
            <a:xfrm>
              <a:off x="5580034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16" name="object 1516"/>
          <p:cNvGrpSpPr/>
          <p:nvPr/>
        </p:nvGrpSpPr>
        <p:grpSpPr>
          <a:xfrm>
            <a:off x="5755448" y="4254954"/>
            <a:ext cx="24130" cy="24130"/>
            <a:chOff x="5755448" y="4254954"/>
            <a:chExt cx="24130" cy="24130"/>
          </a:xfrm>
        </p:grpSpPr>
        <p:sp>
          <p:nvSpPr>
            <p:cNvPr id="1517" name="object 1517"/>
            <p:cNvSpPr/>
            <p:nvPr/>
          </p:nvSpPr>
          <p:spPr>
            <a:xfrm>
              <a:off x="5758623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8" name="object 1518"/>
            <p:cNvSpPr/>
            <p:nvPr/>
          </p:nvSpPr>
          <p:spPr>
            <a:xfrm>
              <a:off x="5758623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19" name="object 1519"/>
          <p:cNvGrpSpPr/>
          <p:nvPr/>
        </p:nvGrpSpPr>
        <p:grpSpPr>
          <a:xfrm>
            <a:off x="5934037" y="4254954"/>
            <a:ext cx="24130" cy="24130"/>
            <a:chOff x="5934037" y="4254954"/>
            <a:chExt cx="24130" cy="24130"/>
          </a:xfrm>
        </p:grpSpPr>
        <p:sp>
          <p:nvSpPr>
            <p:cNvPr id="1520" name="object 1520"/>
            <p:cNvSpPr/>
            <p:nvPr/>
          </p:nvSpPr>
          <p:spPr>
            <a:xfrm>
              <a:off x="5937212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1" name="object 1521"/>
            <p:cNvSpPr/>
            <p:nvPr/>
          </p:nvSpPr>
          <p:spPr>
            <a:xfrm>
              <a:off x="5937212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22" name="object 1522"/>
          <p:cNvGrpSpPr/>
          <p:nvPr/>
        </p:nvGrpSpPr>
        <p:grpSpPr>
          <a:xfrm>
            <a:off x="6112624" y="4254954"/>
            <a:ext cx="24130" cy="24130"/>
            <a:chOff x="6112624" y="4254954"/>
            <a:chExt cx="24130" cy="24130"/>
          </a:xfrm>
        </p:grpSpPr>
        <p:sp>
          <p:nvSpPr>
            <p:cNvPr id="1523" name="object 1523"/>
            <p:cNvSpPr/>
            <p:nvPr/>
          </p:nvSpPr>
          <p:spPr>
            <a:xfrm>
              <a:off x="6115799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4" name="object 1524"/>
            <p:cNvSpPr/>
            <p:nvPr/>
          </p:nvSpPr>
          <p:spPr>
            <a:xfrm>
              <a:off x="6115799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77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25" name="object 1525"/>
          <p:cNvGrpSpPr/>
          <p:nvPr/>
        </p:nvGrpSpPr>
        <p:grpSpPr>
          <a:xfrm>
            <a:off x="6291212" y="4254954"/>
            <a:ext cx="24130" cy="24130"/>
            <a:chOff x="6291212" y="4254954"/>
            <a:chExt cx="24130" cy="24130"/>
          </a:xfrm>
        </p:grpSpPr>
        <p:sp>
          <p:nvSpPr>
            <p:cNvPr id="1526" name="object 1526"/>
            <p:cNvSpPr/>
            <p:nvPr/>
          </p:nvSpPr>
          <p:spPr>
            <a:xfrm>
              <a:off x="6294387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7" name="object 1527"/>
            <p:cNvSpPr/>
            <p:nvPr/>
          </p:nvSpPr>
          <p:spPr>
            <a:xfrm>
              <a:off x="6294387" y="425812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77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28" name="object 1528"/>
          <p:cNvGrpSpPr/>
          <p:nvPr/>
        </p:nvGrpSpPr>
        <p:grpSpPr>
          <a:xfrm>
            <a:off x="5219682" y="4969205"/>
            <a:ext cx="24130" cy="24130"/>
            <a:chOff x="5219682" y="4969205"/>
            <a:chExt cx="24130" cy="24130"/>
          </a:xfrm>
        </p:grpSpPr>
        <p:sp>
          <p:nvSpPr>
            <p:cNvPr id="1529" name="object 1529"/>
            <p:cNvSpPr/>
            <p:nvPr/>
          </p:nvSpPr>
          <p:spPr>
            <a:xfrm>
              <a:off x="5222857" y="49723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0" name="object 1530"/>
            <p:cNvSpPr/>
            <p:nvPr/>
          </p:nvSpPr>
          <p:spPr>
            <a:xfrm>
              <a:off x="5222857" y="49723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31" name="object 1531"/>
          <p:cNvGrpSpPr/>
          <p:nvPr/>
        </p:nvGrpSpPr>
        <p:grpSpPr>
          <a:xfrm>
            <a:off x="5398270" y="4969205"/>
            <a:ext cx="24130" cy="24130"/>
            <a:chOff x="5398270" y="4969205"/>
            <a:chExt cx="24130" cy="24130"/>
          </a:xfrm>
        </p:grpSpPr>
        <p:sp>
          <p:nvSpPr>
            <p:cNvPr id="1532" name="object 1532"/>
            <p:cNvSpPr/>
            <p:nvPr/>
          </p:nvSpPr>
          <p:spPr>
            <a:xfrm>
              <a:off x="5401445" y="49723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3" name="object 1533"/>
            <p:cNvSpPr/>
            <p:nvPr/>
          </p:nvSpPr>
          <p:spPr>
            <a:xfrm>
              <a:off x="5401445" y="4972380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34" name="object 1534"/>
          <p:cNvGrpSpPr/>
          <p:nvPr/>
        </p:nvGrpSpPr>
        <p:grpSpPr>
          <a:xfrm>
            <a:off x="5576859" y="4968994"/>
            <a:ext cx="24130" cy="24130"/>
            <a:chOff x="5576859" y="4968994"/>
            <a:chExt cx="24130" cy="24130"/>
          </a:xfrm>
        </p:grpSpPr>
        <p:sp>
          <p:nvSpPr>
            <p:cNvPr id="1535" name="object 1535"/>
            <p:cNvSpPr/>
            <p:nvPr/>
          </p:nvSpPr>
          <p:spPr>
            <a:xfrm>
              <a:off x="5580034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6" name="object 1536"/>
            <p:cNvSpPr/>
            <p:nvPr/>
          </p:nvSpPr>
          <p:spPr>
            <a:xfrm>
              <a:off x="5580034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37" name="object 1537"/>
          <p:cNvGrpSpPr/>
          <p:nvPr/>
        </p:nvGrpSpPr>
        <p:grpSpPr>
          <a:xfrm>
            <a:off x="5755448" y="4968994"/>
            <a:ext cx="24130" cy="24130"/>
            <a:chOff x="5755448" y="4968994"/>
            <a:chExt cx="24130" cy="24130"/>
          </a:xfrm>
        </p:grpSpPr>
        <p:sp>
          <p:nvSpPr>
            <p:cNvPr id="1538" name="object 1538"/>
            <p:cNvSpPr/>
            <p:nvPr/>
          </p:nvSpPr>
          <p:spPr>
            <a:xfrm>
              <a:off x="5758623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9" name="object 1539"/>
            <p:cNvSpPr/>
            <p:nvPr/>
          </p:nvSpPr>
          <p:spPr>
            <a:xfrm>
              <a:off x="5758623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40" name="object 1540"/>
          <p:cNvGrpSpPr/>
          <p:nvPr/>
        </p:nvGrpSpPr>
        <p:grpSpPr>
          <a:xfrm>
            <a:off x="5934037" y="4968994"/>
            <a:ext cx="24130" cy="24130"/>
            <a:chOff x="5934037" y="4968994"/>
            <a:chExt cx="24130" cy="24130"/>
          </a:xfrm>
        </p:grpSpPr>
        <p:sp>
          <p:nvSpPr>
            <p:cNvPr id="1541" name="object 1541"/>
            <p:cNvSpPr/>
            <p:nvPr/>
          </p:nvSpPr>
          <p:spPr>
            <a:xfrm>
              <a:off x="5937212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2" name="object 1542"/>
            <p:cNvSpPr/>
            <p:nvPr/>
          </p:nvSpPr>
          <p:spPr>
            <a:xfrm>
              <a:off x="5937212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43" name="object 1543"/>
          <p:cNvGrpSpPr/>
          <p:nvPr/>
        </p:nvGrpSpPr>
        <p:grpSpPr>
          <a:xfrm>
            <a:off x="6112624" y="4968994"/>
            <a:ext cx="24130" cy="24130"/>
            <a:chOff x="6112624" y="4968994"/>
            <a:chExt cx="24130" cy="24130"/>
          </a:xfrm>
        </p:grpSpPr>
        <p:sp>
          <p:nvSpPr>
            <p:cNvPr id="1544" name="object 1544"/>
            <p:cNvSpPr/>
            <p:nvPr/>
          </p:nvSpPr>
          <p:spPr>
            <a:xfrm>
              <a:off x="6115799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5" name="object 1545"/>
            <p:cNvSpPr/>
            <p:nvPr/>
          </p:nvSpPr>
          <p:spPr>
            <a:xfrm>
              <a:off x="6115799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46" name="object 1546"/>
          <p:cNvGrpSpPr/>
          <p:nvPr/>
        </p:nvGrpSpPr>
        <p:grpSpPr>
          <a:xfrm>
            <a:off x="6291212" y="4968994"/>
            <a:ext cx="24130" cy="24130"/>
            <a:chOff x="6291212" y="4968994"/>
            <a:chExt cx="24130" cy="24130"/>
          </a:xfrm>
        </p:grpSpPr>
        <p:sp>
          <p:nvSpPr>
            <p:cNvPr id="1547" name="object 1547"/>
            <p:cNvSpPr/>
            <p:nvPr/>
          </p:nvSpPr>
          <p:spPr>
            <a:xfrm>
              <a:off x="6294387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8" name="object 1548"/>
            <p:cNvSpPr/>
            <p:nvPr/>
          </p:nvSpPr>
          <p:spPr>
            <a:xfrm>
              <a:off x="6294387" y="497216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49" name="object 1549"/>
          <p:cNvGrpSpPr/>
          <p:nvPr/>
        </p:nvGrpSpPr>
        <p:grpSpPr>
          <a:xfrm>
            <a:off x="5219682" y="4433361"/>
            <a:ext cx="24130" cy="24130"/>
            <a:chOff x="5219682" y="4433361"/>
            <a:chExt cx="24130" cy="24130"/>
          </a:xfrm>
        </p:grpSpPr>
        <p:sp>
          <p:nvSpPr>
            <p:cNvPr id="1550" name="object 1550"/>
            <p:cNvSpPr/>
            <p:nvPr/>
          </p:nvSpPr>
          <p:spPr>
            <a:xfrm>
              <a:off x="5222857" y="443653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1" name="object 1551"/>
            <p:cNvSpPr/>
            <p:nvPr/>
          </p:nvSpPr>
          <p:spPr>
            <a:xfrm>
              <a:off x="5222857" y="443653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52" name="object 1552"/>
          <p:cNvGrpSpPr/>
          <p:nvPr/>
        </p:nvGrpSpPr>
        <p:grpSpPr>
          <a:xfrm>
            <a:off x="5398270" y="4433361"/>
            <a:ext cx="24130" cy="24130"/>
            <a:chOff x="5398270" y="4433361"/>
            <a:chExt cx="24130" cy="24130"/>
          </a:xfrm>
        </p:grpSpPr>
        <p:sp>
          <p:nvSpPr>
            <p:cNvPr id="1553" name="object 1553"/>
            <p:cNvSpPr/>
            <p:nvPr/>
          </p:nvSpPr>
          <p:spPr>
            <a:xfrm>
              <a:off x="5401445" y="443653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62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lnTo>
                    <a:pt x="13703" y="17716"/>
                  </a:lnTo>
                  <a:lnTo>
                    <a:pt x="17652" y="13754"/>
                  </a:lnTo>
                  <a:lnTo>
                    <a:pt x="17652" y="3962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4" name="object 1554"/>
            <p:cNvSpPr/>
            <p:nvPr/>
          </p:nvSpPr>
          <p:spPr>
            <a:xfrm>
              <a:off x="5401445" y="443653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16"/>
                  </a:moveTo>
                  <a:lnTo>
                    <a:pt x="13703" y="17716"/>
                  </a:lnTo>
                  <a:lnTo>
                    <a:pt x="17652" y="13754"/>
                  </a:lnTo>
                  <a:lnTo>
                    <a:pt x="17652" y="8864"/>
                  </a:lnTo>
                  <a:lnTo>
                    <a:pt x="17652" y="3962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62"/>
                  </a:lnTo>
                  <a:lnTo>
                    <a:pt x="0" y="8864"/>
                  </a:lnTo>
                  <a:lnTo>
                    <a:pt x="0" y="13754"/>
                  </a:lnTo>
                  <a:lnTo>
                    <a:pt x="3949" y="17716"/>
                  </a:lnTo>
                  <a:lnTo>
                    <a:pt x="8826" y="17716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55" name="object 1555"/>
          <p:cNvGrpSpPr/>
          <p:nvPr/>
        </p:nvGrpSpPr>
        <p:grpSpPr>
          <a:xfrm>
            <a:off x="5576859" y="4433671"/>
            <a:ext cx="24130" cy="24130"/>
            <a:chOff x="5576859" y="4433671"/>
            <a:chExt cx="24130" cy="24130"/>
          </a:xfrm>
        </p:grpSpPr>
        <p:sp>
          <p:nvSpPr>
            <p:cNvPr id="1556" name="object 1556"/>
            <p:cNvSpPr/>
            <p:nvPr/>
          </p:nvSpPr>
          <p:spPr>
            <a:xfrm>
              <a:off x="5580034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7" name="object 1557"/>
            <p:cNvSpPr/>
            <p:nvPr/>
          </p:nvSpPr>
          <p:spPr>
            <a:xfrm>
              <a:off x="5580034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58" name="object 1558"/>
          <p:cNvGrpSpPr/>
          <p:nvPr/>
        </p:nvGrpSpPr>
        <p:grpSpPr>
          <a:xfrm>
            <a:off x="5755448" y="4433671"/>
            <a:ext cx="24130" cy="24130"/>
            <a:chOff x="5755448" y="4433671"/>
            <a:chExt cx="24130" cy="24130"/>
          </a:xfrm>
        </p:grpSpPr>
        <p:sp>
          <p:nvSpPr>
            <p:cNvPr id="1559" name="object 1559"/>
            <p:cNvSpPr/>
            <p:nvPr/>
          </p:nvSpPr>
          <p:spPr>
            <a:xfrm>
              <a:off x="5758623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0" name="object 1560"/>
            <p:cNvSpPr/>
            <p:nvPr/>
          </p:nvSpPr>
          <p:spPr>
            <a:xfrm>
              <a:off x="5758623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61" name="object 1561"/>
          <p:cNvGrpSpPr/>
          <p:nvPr/>
        </p:nvGrpSpPr>
        <p:grpSpPr>
          <a:xfrm>
            <a:off x="5934037" y="4433671"/>
            <a:ext cx="24130" cy="24130"/>
            <a:chOff x="5934037" y="4433671"/>
            <a:chExt cx="24130" cy="24130"/>
          </a:xfrm>
        </p:grpSpPr>
        <p:sp>
          <p:nvSpPr>
            <p:cNvPr id="1562" name="object 1562"/>
            <p:cNvSpPr/>
            <p:nvPr/>
          </p:nvSpPr>
          <p:spPr>
            <a:xfrm>
              <a:off x="5937212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3" name="object 1563"/>
            <p:cNvSpPr/>
            <p:nvPr/>
          </p:nvSpPr>
          <p:spPr>
            <a:xfrm>
              <a:off x="5937212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64" name="object 1564"/>
          <p:cNvGrpSpPr/>
          <p:nvPr/>
        </p:nvGrpSpPr>
        <p:grpSpPr>
          <a:xfrm>
            <a:off x="6112624" y="4433671"/>
            <a:ext cx="24130" cy="24130"/>
            <a:chOff x="6112624" y="4433671"/>
            <a:chExt cx="24130" cy="24130"/>
          </a:xfrm>
        </p:grpSpPr>
        <p:sp>
          <p:nvSpPr>
            <p:cNvPr id="1565" name="object 1565"/>
            <p:cNvSpPr/>
            <p:nvPr/>
          </p:nvSpPr>
          <p:spPr>
            <a:xfrm>
              <a:off x="6115799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6" name="object 1566"/>
            <p:cNvSpPr/>
            <p:nvPr/>
          </p:nvSpPr>
          <p:spPr>
            <a:xfrm>
              <a:off x="6115799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77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67" name="object 1567"/>
          <p:cNvGrpSpPr/>
          <p:nvPr/>
        </p:nvGrpSpPr>
        <p:grpSpPr>
          <a:xfrm>
            <a:off x="6291212" y="4433671"/>
            <a:ext cx="24130" cy="24130"/>
            <a:chOff x="6291212" y="4433671"/>
            <a:chExt cx="24130" cy="24130"/>
          </a:xfrm>
        </p:grpSpPr>
        <p:sp>
          <p:nvSpPr>
            <p:cNvPr id="1568" name="object 1568"/>
            <p:cNvSpPr/>
            <p:nvPr/>
          </p:nvSpPr>
          <p:spPr>
            <a:xfrm>
              <a:off x="6294387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9" name="object 1569"/>
            <p:cNvSpPr/>
            <p:nvPr/>
          </p:nvSpPr>
          <p:spPr>
            <a:xfrm>
              <a:off x="6294387" y="4436846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77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70" name="object 1570"/>
          <p:cNvGrpSpPr/>
          <p:nvPr/>
        </p:nvGrpSpPr>
        <p:grpSpPr>
          <a:xfrm>
            <a:off x="5219682" y="5147824"/>
            <a:ext cx="24130" cy="24130"/>
            <a:chOff x="5219682" y="5147824"/>
            <a:chExt cx="24130" cy="24130"/>
          </a:xfrm>
        </p:grpSpPr>
        <p:sp>
          <p:nvSpPr>
            <p:cNvPr id="1571" name="object 1571"/>
            <p:cNvSpPr/>
            <p:nvPr/>
          </p:nvSpPr>
          <p:spPr>
            <a:xfrm>
              <a:off x="5222857" y="51509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2" name="object 1572"/>
            <p:cNvSpPr/>
            <p:nvPr/>
          </p:nvSpPr>
          <p:spPr>
            <a:xfrm>
              <a:off x="5222857" y="51509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73" name="object 1573"/>
          <p:cNvGrpSpPr/>
          <p:nvPr/>
        </p:nvGrpSpPr>
        <p:grpSpPr>
          <a:xfrm>
            <a:off x="5219682" y="5326317"/>
            <a:ext cx="24130" cy="24765"/>
            <a:chOff x="5219682" y="5326317"/>
            <a:chExt cx="24130" cy="24765"/>
          </a:xfrm>
        </p:grpSpPr>
        <p:sp>
          <p:nvSpPr>
            <p:cNvPr id="1574" name="object 1574"/>
            <p:cNvSpPr/>
            <p:nvPr/>
          </p:nvSpPr>
          <p:spPr>
            <a:xfrm>
              <a:off x="5222857" y="532949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5" name="object 1575"/>
            <p:cNvSpPr/>
            <p:nvPr/>
          </p:nvSpPr>
          <p:spPr>
            <a:xfrm>
              <a:off x="5222857" y="532949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6" name="object 1576"/>
            <p:cNvSpPr/>
            <p:nvPr/>
          </p:nvSpPr>
          <p:spPr>
            <a:xfrm>
              <a:off x="5222857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7" name="object 1577"/>
            <p:cNvSpPr/>
            <p:nvPr/>
          </p:nvSpPr>
          <p:spPr>
            <a:xfrm>
              <a:off x="5222857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78" name="object 1578"/>
          <p:cNvGrpSpPr/>
          <p:nvPr/>
        </p:nvGrpSpPr>
        <p:grpSpPr>
          <a:xfrm>
            <a:off x="5398270" y="5147824"/>
            <a:ext cx="24130" cy="24130"/>
            <a:chOff x="5398270" y="5147824"/>
            <a:chExt cx="24130" cy="24130"/>
          </a:xfrm>
        </p:grpSpPr>
        <p:sp>
          <p:nvSpPr>
            <p:cNvPr id="1579" name="object 1579"/>
            <p:cNvSpPr/>
            <p:nvPr/>
          </p:nvSpPr>
          <p:spPr>
            <a:xfrm>
              <a:off x="5401445" y="51509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0" name="object 1580"/>
            <p:cNvSpPr/>
            <p:nvPr/>
          </p:nvSpPr>
          <p:spPr>
            <a:xfrm>
              <a:off x="5401445" y="5150999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81" name="object 1581"/>
          <p:cNvGrpSpPr/>
          <p:nvPr/>
        </p:nvGrpSpPr>
        <p:grpSpPr>
          <a:xfrm>
            <a:off x="5398270" y="5326317"/>
            <a:ext cx="24130" cy="24765"/>
            <a:chOff x="5398270" y="5326317"/>
            <a:chExt cx="24130" cy="24765"/>
          </a:xfrm>
        </p:grpSpPr>
        <p:sp>
          <p:nvSpPr>
            <p:cNvPr id="1582" name="object 1582"/>
            <p:cNvSpPr/>
            <p:nvPr/>
          </p:nvSpPr>
          <p:spPr>
            <a:xfrm>
              <a:off x="5401445" y="532949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3" name="object 1583"/>
            <p:cNvSpPr/>
            <p:nvPr/>
          </p:nvSpPr>
          <p:spPr>
            <a:xfrm>
              <a:off x="5401445" y="532949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4" name="object 1584"/>
            <p:cNvSpPr/>
            <p:nvPr/>
          </p:nvSpPr>
          <p:spPr>
            <a:xfrm>
              <a:off x="5401445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5" name="object 1585"/>
            <p:cNvSpPr/>
            <p:nvPr/>
          </p:nvSpPr>
          <p:spPr>
            <a:xfrm>
              <a:off x="5401445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86" name="object 1586"/>
          <p:cNvGrpSpPr/>
          <p:nvPr/>
        </p:nvGrpSpPr>
        <p:grpSpPr>
          <a:xfrm>
            <a:off x="5576859" y="5147712"/>
            <a:ext cx="24130" cy="24130"/>
            <a:chOff x="5576859" y="5147712"/>
            <a:chExt cx="24130" cy="24130"/>
          </a:xfrm>
        </p:grpSpPr>
        <p:sp>
          <p:nvSpPr>
            <p:cNvPr id="1587" name="object 1587"/>
            <p:cNvSpPr/>
            <p:nvPr/>
          </p:nvSpPr>
          <p:spPr>
            <a:xfrm>
              <a:off x="5580034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8" name="object 1588"/>
            <p:cNvSpPr/>
            <p:nvPr/>
          </p:nvSpPr>
          <p:spPr>
            <a:xfrm>
              <a:off x="5580034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89" name="object 1589"/>
          <p:cNvGrpSpPr/>
          <p:nvPr/>
        </p:nvGrpSpPr>
        <p:grpSpPr>
          <a:xfrm>
            <a:off x="5576859" y="5326207"/>
            <a:ext cx="24130" cy="24765"/>
            <a:chOff x="5576859" y="5326207"/>
            <a:chExt cx="24130" cy="24765"/>
          </a:xfrm>
        </p:grpSpPr>
        <p:sp>
          <p:nvSpPr>
            <p:cNvPr id="1590" name="object 1590"/>
            <p:cNvSpPr/>
            <p:nvPr/>
          </p:nvSpPr>
          <p:spPr>
            <a:xfrm>
              <a:off x="5580034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1" name="object 1591"/>
            <p:cNvSpPr/>
            <p:nvPr/>
          </p:nvSpPr>
          <p:spPr>
            <a:xfrm>
              <a:off x="5580034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2" name="object 1592"/>
            <p:cNvSpPr/>
            <p:nvPr/>
          </p:nvSpPr>
          <p:spPr>
            <a:xfrm>
              <a:off x="5580034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3" name="object 1593"/>
            <p:cNvSpPr/>
            <p:nvPr/>
          </p:nvSpPr>
          <p:spPr>
            <a:xfrm>
              <a:off x="5580034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94" name="object 1594"/>
          <p:cNvGrpSpPr/>
          <p:nvPr/>
        </p:nvGrpSpPr>
        <p:grpSpPr>
          <a:xfrm>
            <a:off x="5755448" y="5147712"/>
            <a:ext cx="24130" cy="24130"/>
            <a:chOff x="5755448" y="5147712"/>
            <a:chExt cx="24130" cy="24130"/>
          </a:xfrm>
        </p:grpSpPr>
        <p:sp>
          <p:nvSpPr>
            <p:cNvPr id="1595" name="object 1595"/>
            <p:cNvSpPr/>
            <p:nvPr/>
          </p:nvSpPr>
          <p:spPr>
            <a:xfrm>
              <a:off x="5758623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6" name="object 1596"/>
            <p:cNvSpPr/>
            <p:nvPr/>
          </p:nvSpPr>
          <p:spPr>
            <a:xfrm>
              <a:off x="5758623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97" name="object 1597"/>
          <p:cNvGrpSpPr/>
          <p:nvPr/>
        </p:nvGrpSpPr>
        <p:grpSpPr>
          <a:xfrm>
            <a:off x="5755448" y="5326207"/>
            <a:ext cx="24130" cy="24765"/>
            <a:chOff x="5755448" y="5326207"/>
            <a:chExt cx="24130" cy="24765"/>
          </a:xfrm>
        </p:grpSpPr>
        <p:sp>
          <p:nvSpPr>
            <p:cNvPr id="1598" name="object 1598"/>
            <p:cNvSpPr/>
            <p:nvPr/>
          </p:nvSpPr>
          <p:spPr>
            <a:xfrm>
              <a:off x="5758623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9" name="object 1599"/>
            <p:cNvSpPr/>
            <p:nvPr/>
          </p:nvSpPr>
          <p:spPr>
            <a:xfrm>
              <a:off x="5758623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0" name="object 1600"/>
            <p:cNvSpPr/>
            <p:nvPr/>
          </p:nvSpPr>
          <p:spPr>
            <a:xfrm>
              <a:off x="5758623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1" name="object 1601"/>
            <p:cNvSpPr/>
            <p:nvPr/>
          </p:nvSpPr>
          <p:spPr>
            <a:xfrm>
              <a:off x="5758623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02" name="object 1602"/>
          <p:cNvGrpSpPr/>
          <p:nvPr/>
        </p:nvGrpSpPr>
        <p:grpSpPr>
          <a:xfrm>
            <a:off x="5934037" y="5147712"/>
            <a:ext cx="24130" cy="24130"/>
            <a:chOff x="5934037" y="5147712"/>
            <a:chExt cx="24130" cy="24130"/>
          </a:xfrm>
        </p:grpSpPr>
        <p:sp>
          <p:nvSpPr>
            <p:cNvPr id="1603" name="object 1603"/>
            <p:cNvSpPr/>
            <p:nvPr/>
          </p:nvSpPr>
          <p:spPr>
            <a:xfrm>
              <a:off x="5937212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4" name="object 1604"/>
            <p:cNvSpPr/>
            <p:nvPr/>
          </p:nvSpPr>
          <p:spPr>
            <a:xfrm>
              <a:off x="5937212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05" name="object 1605"/>
          <p:cNvGrpSpPr/>
          <p:nvPr/>
        </p:nvGrpSpPr>
        <p:grpSpPr>
          <a:xfrm>
            <a:off x="5934037" y="5326207"/>
            <a:ext cx="24130" cy="24765"/>
            <a:chOff x="5934037" y="5326207"/>
            <a:chExt cx="24130" cy="24765"/>
          </a:xfrm>
        </p:grpSpPr>
        <p:sp>
          <p:nvSpPr>
            <p:cNvPr id="1606" name="object 1606"/>
            <p:cNvSpPr/>
            <p:nvPr/>
          </p:nvSpPr>
          <p:spPr>
            <a:xfrm>
              <a:off x="5937212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7" name="object 1607"/>
            <p:cNvSpPr/>
            <p:nvPr/>
          </p:nvSpPr>
          <p:spPr>
            <a:xfrm>
              <a:off x="5937212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64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8" name="object 1608"/>
            <p:cNvSpPr/>
            <p:nvPr/>
          </p:nvSpPr>
          <p:spPr>
            <a:xfrm>
              <a:off x="5937212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9" name="object 1609"/>
            <p:cNvSpPr/>
            <p:nvPr/>
          </p:nvSpPr>
          <p:spPr>
            <a:xfrm>
              <a:off x="5937212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10" name="object 1610"/>
          <p:cNvGrpSpPr/>
          <p:nvPr/>
        </p:nvGrpSpPr>
        <p:grpSpPr>
          <a:xfrm>
            <a:off x="6112624" y="5147712"/>
            <a:ext cx="24130" cy="24130"/>
            <a:chOff x="6112624" y="5147712"/>
            <a:chExt cx="24130" cy="24130"/>
          </a:xfrm>
        </p:grpSpPr>
        <p:sp>
          <p:nvSpPr>
            <p:cNvPr id="1611" name="object 1611"/>
            <p:cNvSpPr/>
            <p:nvPr/>
          </p:nvSpPr>
          <p:spPr>
            <a:xfrm>
              <a:off x="6115799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2" name="object 1612"/>
            <p:cNvSpPr/>
            <p:nvPr/>
          </p:nvSpPr>
          <p:spPr>
            <a:xfrm>
              <a:off x="6115799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13" name="object 1613"/>
          <p:cNvGrpSpPr/>
          <p:nvPr/>
        </p:nvGrpSpPr>
        <p:grpSpPr>
          <a:xfrm>
            <a:off x="6112624" y="5326207"/>
            <a:ext cx="24130" cy="24765"/>
            <a:chOff x="6112624" y="5326207"/>
            <a:chExt cx="24130" cy="24765"/>
          </a:xfrm>
        </p:grpSpPr>
        <p:sp>
          <p:nvSpPr>
            <p:cNvPr id="1614" name="object 1614"/>
            <p:cNvSpPr/>
            <p:nvPr/>
          </p:nvSpPr>
          <p:spPr>
            <a:xfrm>
              <a:off x="6115799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5" name="object 1615"/>
            <p:cNvSpPr/>
            <p:nvPr/>
          </p:nvSpPr>
          <p:spPr>
            <a:xfrm>
              <a:off x="6115799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6" name="object 1616"/>
            <p:cNvSpPr/>
            <p:nvPr/>
          </p:nvSpPr>
          <p:spPr>
            <a:xfrm>
              <a:off x="6115799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7" name="object 1617"/>
            <p:cNvSpPr/>
            <p:nvPr/>
          </p:nvSpPr>
          <p:spPr>
            <a:xfrm>
              <a:off x="6115799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77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18" name="object 1618"/>
          <p:cNvGrpSpPr/>
          <p:nvPr/>
        </p:nvGrpSpPr>
        <p:grpSpPr>
          <a:xfrm>
            <a:off x="6291212" y="5147712"/>
            <a:ext cx="24130" cy="24130"/>
            <a:chOff x="6291212" y="5147712"/>
            <a:chExt cx="24130" cy="24130"/>
          </a:xfrm>
        </p:grpSpPr>
        <p:sp>
          <p:nvSpPr>
            <p:cNvPr id="1619" name="object 1619"/>
            <p:cNvSpPr/>
            <p:nvPr/>
          </p:nvSpPr>
          <p:spPr>
            <a:xfrm>
              <a:off x="6294387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0" name="object 1620"/>
            <p:cNvSpPr/>
            <p:nvPr/>
          </p:nvSpPr>
          <p:spPr>
            <a:xfrm>
              <a:off x="6294387" y="515088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21" name="object 1621"/>
          <p:cNvGrpSpPr/>
          <p:nvPr/>
        </p:nvGrpSpPr>
        <p:grpSpPr>
          <a:xfrm>
            <a:off x="6291212" y="5326207"/>
            <a:ext cx="24130" cy="24765"/>
            <a:chOff x="6291212" y="5326207"/>
            <a:chExt cx="24130" cy="24765"/>
          </a:xfrm>
        </p:grpSpPr>
        <p:sp>
          <p:nvSpPr>
            <p:cNvPr id="1622" name="object 1622"/>
            <p:cNvSpPr/>
            <p:nvPr/>
          </p:nvSpPr>
          <p:spPr>
            <a:xfrm>
              <a:off x="6294387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3" name="object 1623"/>
            <p:cNvSpPr/>
            <p:nvPr/>
          </p:nvSpPr>
          <p:spPr>
            <a:xfrm>
              <a:off x="6294387" y="532938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64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64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4" name="object 1624"/>
            <p:cNvSpPr/>
            <p:nvPr/>
          </p:nvSpPr>
          <p:spPr>
            <a:xfrm>
              <a:off x="6294387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5" name="object 1625"/>
            <p:cNvSpPr/>
            <p:nvPr/>
          </p:nvSpPr>
          <p:spPr>
            <a:xfrm>
              <a:off x="6294387" y="5329604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77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26" name="object 1626"/>
          <p:cNvGrpSpPr/>
          <p:nvPr/>
        </p:nvGrpSpPr>
        <p:grpSpPr>
          <a:xfrm>
            <a:off x="5219682" y="5504936"/>
            <a:ext cx="24130" cy="24130"/>
            <a:chOff x="5219682" y="5504936"/>
            <a:chExt cx="24130" cy="24130"/>
          </a:xfrm>
        </p:grpSpPr>
        <p:sp>
          <p:nvSpPr>
            <p:cNvPr id="1627" name="object 1627"/>
            <p:cNvSpPr/>
            <p:nvPr/>
          </p:nvSpPr>
          <p:spPr>
            <a:xfrm>
              <a:off x="5222857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8" name="object 1628"/>
            <p:cNvSpPr/>
            <p:nvPr/>
          </p:nvSpPr>
          <p:spPr>
            <a:xfrm>
              <a:off x="5222857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29" name="object 1629"/>
          <p:cNvGrpSpPr/>
          <p:nvPr/>
        </p:nvGrpSpPr>
        <p:grpSpPr>
          <a:xfrm>
            <a:off x="5398270" y="5504936"/>
            <a:ext cx="24130" cy="24130"/>
            <a:chOff x="5398270" y="5504936"/>
            <a:chExt cx="24130" cy="24130"/>
          </a:xfrm>
        </p:grpSpPr>
        <p:sp>
          <p:nvSpPr>
            <p:cNvPr id="1630" name="object 1630"/>
            <p:cNvSpPr/>
            <p:nvPr/>
          </p:nvSpPr>
          <p:spPr>
            <a:xfrm>
              <a:off x="5401445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1" name="object 1631"/>
            <p:cNvSpPr/>
            <p:nvPr/>
          </p:nvSpPr>
          <p:spPr>
            <a:xfrm>
              <a:off x="5401445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32" name="object 1632"/>
          <p:cNvGrpSpPr/>
          <p:nvPr/>
        </p:nvGrpSpPr>
        <p:grpSpPr>
          <a:xfrm>
            <a:off x="5576859" y="5504936"/>
            <a:ext cx="24130" cy="24130"/>
            <a:chOff x="5576859" y="5504936"/>
            <a:chExt cx="24130" cy="24130"/>
          </a:xfrm>
        </p:grpSpPr>
        <p:sp>
          <p:nvSpPr>
            <p:cNvPr id="1633" name="object 1633"/>
            <p:cNvSpPr/>
            <p:nvPr/>
          </p:nvSpPr>
          <p:spPr>
            <a:xfrm>
              <a:off x="5580034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4" name="object 1634"/>
            <p:cNvSpPr/>
            <p:nvPr/>
          </p:nvSpPr>
          <p:spPr>
            <a:xfrm>
              <a:off x="5580034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35" name="object 1635"/>
          <p:cNvGrpSpPr/>
          <p:nvPr/>
        </p:nvGrpSpPr>
        <p:grpSpPr>
          <a:xfrm>
            <a:off x="5755448" y="5504936"/>
            <a:ext cx="24130" cy="24130"/>
            <a:chOff x="5755448" y="5504936"/>
            <a:chExt cx="24130" cy="24130"/>
          </a:xfrm>
        </p:grpSpPr>
        <p:sp>
          <p:nvSpPr>
            <p:cNvPr id="1636" name="object 1636"/>
            <p:cNvSpPr/>
            <p:nvPr/>
          </p:nvSpPr>
          <p:spPr>
            <a:xfrm>
              <a:off x="5758623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7" name="object 1637"/>
            <p:cNvSpPr/>
            <p:nvPr/>
          </p:nvSpPr>
          <p:spPr>
            <a:xfrm>
              <a:off x="5758623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38" name="object 1638"/>
          <p:cNvGrpSpPr/>
          <p:nvPr/>
        </p:nvGrpSpPr>
        <p:grpSpPr>
          <a:xfrm>
            <a:off x="5934037" y="5504936"/>
            <a:ext cx="24130" cy="24130"/>
            <a:chOff x="5934037" y="5504936"/>
            <a:chExt cx="24130" cy="24130"/>
          </a:xfrm>
        </p:grpSpPr>
        <p:sp>
          <p:nvSpPr>
            <p:cNvPr id="1639" name="object 1639"/>
            <p:cNvSpPr/>
            <p:nvPr/>
          </p:nvSpPr>
          <p:spPr>
            <a:xfrm>
              <a:off x="5937212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2" y="13766"/>
                  </a:lnTo>
                  <a:lnTo>
                    <a:pt x="17652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0" name="object 1640"/>
            <p:cNvSpPr/>
            <p:nvPr/>
          </p:nvSpPr>
          <p:spPr>
            <a:xfrm>
              <a:off x="5937212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2" y="13766"/>
                  </a:lnTo>
                  <a:lnTo>
                    <a:pt x="17652" y="8877"/>
                  </a:lnTo>
                  <a:lnTo>
                    <a:pt x="17652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41" name="object 1641"/>
          <p:cNvGrpSpPr/>
          <p:nvPr/>
        </p:nvGrpSpPr>
        <p:grpSpPr>
          <a:xfrm>
            <a:off x="6112624" y="5504936"/>
            <a:ext cx="24130" cy="24130"/>
            <a:chOff x="6112624" y="5504936"/>
            <a:chExt cx="24130" cy="24130"/>
          </a:xfrm>
        </p:grpSpPr>
        <p:sp>
          <p:nvSpPr>
            <p:cNvPr id="1642" name="object 1642"/>
            <p:cNvSpPr/>
            <p:nvPr/>
          </p:nvSpPr>
          <p:spPr>
            <a:xfrm>
              <a:off x="6115799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3" name="object 1643"/>
            <p:cNvSpPr/>
            <p:nvPr/>
          </p:nvSpPr>
          <p:spPr>
            <a:xfrm>
              <a:off x="6115799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77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44" name="object 1644"/>
          <p:cNvGrpSpPr/>
          <p:nvPr/>
        </p:nvGrpSpPr>
        <p:grpSpPr>
          <a:xfrm>
            <a:off x="6291212" y="5504936"/>
            <a:ext cx="24130" cy="24130"/>
            <a:chOff x="6291212" y="5504936"/>
            <a:chExt cx="24130" cy="24130"/>
          </a:xfrm>
        </p:grpSpPr>
        <p:sp>
          <p:nvSpPr>
            <p:cNvPr id="1645" name="object 1645"/>
            <p:cNvSpPr/>
            <p:nvPr/>
          </p:nvSpPr>
          <p:spPr>
            <a:xfrm>
              <a:off x="6294387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13703" y="0"/>
                  </a:moveTo>
                  <a:lnTo>
                    <a:pt x="3949" y="0"/>
                  </a:lnTo>
                  <a:lnTo>
                    <a:pt x="0" y="3975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lnTo>
                    <a:pt x="13703" y="17729"/>
                  </a:lnTo>
                  <a:lnTo>
                    <a:pt x="17653" y="13766"/>
                  </a:lnTo>
                  <a:lnTo>
                    <a:pt x="17653" y="3975"/>
                  </a:lnTo>
                  <a:lnTo>
                    <a:pt x="13703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6" name="object 1646"/>
            <p:cNvSpPr/>
            <p:nvPr/>
          </p:nvSpPr>
          <p:spPr>
            <a:xfrm>
              <a:off x="6294387" y="5508111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79" h="17779">
                  <a:moveTo>
                    <a:pt x="8826" y="17729"/>
                  </a:moveTo>
                  <a:lnTo>
                    <a:pt x="13703" y="17729"/>
                  </a:lnTo>
                  <a:lnTo>
                    <a:pt x="17653" y="13766"/>
                  </a:lnTo>
                  <a:lnTo>
                    <a:pt x="17653" y="8877"/>
                  </a:lnTo>
                  <a:lnTo>
                    <a:pt x="17653" y="3975"/>
                  </a:lnTo>
                  <a:lnTo>
                    <a:pt x="13703" y="0"/>
                  </a:lnTo>
                  <a:lnTo>
                    <a:pt x="8826" y="0"/>
                  </a:lnTo>
                  <a:lnTo>
                    <a:pt x="3949" y="0"/>
                  </a:lnTo>
                  <a:lnTo>
                    <a:pt x="0" y="3975"/>
                  </a:lnTo>
                  <a:lnTo>
                    <a:pt x="0" y="8877"/>
                  </a:lnTo>
                  <a:lnTo>
                    <a:pt x="0" y="13766"/>
                  </a:lnTo>
                  <a:lnTo>
                    <a:pt x="3949" y="17729"/>
                  </a:lnTo>
                  <a:lnTo>
                    <a:pt x="8826" y="17729"/>
                  </a:lnTo>
                  <a:close/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7" name="object 1647"/>
          <p:cNvSpPr txBox="1"/>
          <p:nvPr/>
        </p:nvSpPr>
        <p:spPr>
          <a:xfrm>
            <a:off x="679060" y="6194346"/>
            <a:ext cx="142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135" dirty="0">
                <a:solidFill>
                  <a:srgbClr val="EF5BA1"/>
                </a:solidFill>
                <a:latin typeface="Verdana"/>
                <a:cs typeface="Verdana"/>
              </a:rPr>
              <a:t>3.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648" name="object 1648"/>
          <p:cNvGrpSpPr/>
          <p:nvPr/>
        </p:nvGrpSpPr>
        <p:grpSpPr>
          <a:xfrm>
            <a:off x="3135275" y="6742078"/>
            <a:ext cx="1849755" cy="335280"/>
            <a:chOff x="3135275" y="6742078"/>
            <a:chExt cx="1849755" cy="335280"/>
          </a:xfrm>
        </p:grpSpPr>
        <p:sp>
          <p:nvSpPr>
            <p:cNvPr id="1649" name="object 1649"/>
            <p:cNvSpPr/>
            <p:nvPr/>
          </p:nvSpPr>
          <p:spPr>
            <a:xfrm>
              <a:off x="3138450" y="6745253"/>
              <a:ext cx="1843405" cy="327025"/>
            </a:xfrm>
            <a:custGeom>
              <a:avLst/>
              <a:gdLst/>
              <a:ahLst/>
              <a:cxnLst/>
              <a:rect l="l" t="t" r="r" b="b"/>
              <a:pathLst>
                <a:path w="1843404" h="327025">
                  <a:moveTo>
                    <a:pt x="0" y="326466"/>
                  </a:moveTo>
                  <a:lnTo>
                    <a:pt x="1843265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0" name="object 1650"/>
            <p:cNvSpPr/>
            <p:nvPr/>
          </p:nvSpPr>
          <p:spPr>
            <a:xfrm>
              <a:off x="3613388" y="6866579"/>
              <a:ext cx="71120" cy="207645"/>
            </a:xfrm>
            <a:custGeom>
              <a:avLst/>
              <a:gdLst/>
              <a:ahLst/>
              <a:cxnLst/>
              <a:rect l="l" t="t" r="r" b="b"/>
              <a:pathLst>
                <a:path w="71120" h="207645">
                  <a:moveTo>
                    <a:pt x="70637" y="207124"/>
                  </a:moveTo>
                  <a:lnTo>
                    <a:pt x="66190" y="153647"/>
                  </a:lnTo>
                  <a:lnTo>
                    <a:pt x="52892" y="101180"/>
                  </a:lnTo>
                  <a:lnTo>
                    <a:pt x="30807" y="49904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1" name="object 1651"/>
          <p:cNvSpPr txBox="1"/>
          <p:nvPr/>
        </p:nvSpPr>
        <p:spPr>
          <a:xfrm>
            <a:off x="4690685" y="6232669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1652" name="object 1652"/>
          <p:cNvSpPr txBox="1"/>
          <p:nvPr/>
        </p:nvSpPr>
        <p:spPr>
          <a:xfrm>
            <a:off x="4990570" y="6652055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850">
              <a:latin typeface="Arial"/>
              <a:cs typeface="Arial"/>
            </a:endParaRPr>
          </a:p>
        </p:txBody>
      </p:sp>
      <p:sp>
        <p:nvSpPr>
          <p:cNvPr id="1653" name="object 1653"/>
          <p:cNvSpPr txBox="1"/>
          <p:nvPr/>
        </p:nvSpPr>
        <p:spPr>
          <a:xfrm>
            <a:off x="3736731" y="6940498"/>
            <a:ext cx="19558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5" dirty="0">
                <a:solidFill>
                  <a:srgbClr val="231F20"/>
                </a:solidFill>
                <a:latin typeface="Arial"/>
                <a:cs typeface="Arial"/>
              </a:rPr>
              <a:t>10°</a:t>
            </a:r>
            <a:endParaRPr sz="850">
              <a:latin typeface="Arial"/>
              <a:cs typeface="Arial"/>
            </a:endParaRPr>
          </a:p>
        </p:txBody>
      </p:sp>
      <p:sp>
        <p:nvSpPr>
          <p:cNvPr id="1654" name="object 1654"/>
          <p:cNvSpPr txBox="1"/>
          <p:nvPr/>
        </p:nvSpPr>
        <p:spPr>
          <a:xfrm rot="20700000">
            <a:off x="3651255" y="6801535"/>
            <a:ext cx="514375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i="1" spc="70" dirty="0">
                <a:solidFill>
                  <a:srgbClr val="231F20"/>
                </a:solidFill>
                <a:latin typeface="Arial"/>
                <a:cs typeface="Arial"/>
              </a:rPr>
              <a:t>3x</a:t>
            </a:r>
            <a:r>
              <a:rPr sz="850" i="1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850" i="1" spc="80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850" i="1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850" i="1" spc="75" dirty="0">
                <a:solidFill>
                  <a:srgbClr val="231F20"/>
                </a:solidFill>
                <a:latin typeface="Arial"/>
                <a:cs typeface="Arial"/>
              </a:rPr>
              <a:t>20°</a:t>
            </a:r>
            <a:endParaRPr sz="850">
              <a:latin typeface="Arial"/>
              <a:cs typeface="Arial"/>
            </a:endParaRPr>
          </a:p>
        </p:txBody>
      </p:sp>
      <p:sp>
        <p:nvSpPr>
          <p:cNvPr id="1655" name="object 1655"/>
          <p:cNvSpPr txBox="1"/>
          <p:nvPr/>
        </p:nvSpPr>
        <p:spPr>
          <a:xfrm>
            <a:off x="5198647" y="7004868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1656" name="object 1656"/>
          <p:cNvSpPr txBox="1"/>
          <p:nvPr/>
        </p:nvSpPr>
        <p:spPr>
          <a:xfrm>
            <a:off x="3005427" y="7012102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0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850">
              <a:latin typeface="Arial"/>
              <a:cs typeface="Arial"/>
            </a:endParaRPr>
          </a:p>
        </p:txBody>
      </p:sp>
      <p:sp>
        <p:nvSpPr>
          <p:cNvPr id="1657" name="object 1657"/>
          <p:cNvSpPr/>
          <p:nvPr/>
        </p:nvSpPr>
        <p:spPr>
          <a:xfrm>
            <a:off x="3141533" y="6368345"/>
            <a:ext cx="2042160" cy="703580"/>
          </a:xfrm>
          <a:custGeom>
            <a:avLst/>
            <a:gdLst/>
            <a:ahLst/>
            <a:cxnLst/>
            <a:rect l="l" t="t" r="r" b="b"/>
            <a:pathLst>
              <a:path w="2042160" h="703579">
                <a:moveTo>
                  <a:pt x="1607667" y="0"/>
                </a:moveTo>
                <a:lnTo>
                  <a:pt x="0" y="703338"/>
                </a:lnTo>
                <a:lnTo>
                  <a:pt x="2041753" y="703338"/>
                </a:lnTo>
                <a:lnTo>
                  <a:pt x="1607667" y="0"/>
                </a:lnTo>
                <a:close/>
              </a:path>
            </a:pathLst>
          </a:custGeom>
          <a:ln w="6350">
            <a:solidFill>
              <a:srgbClr val="E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8" name="object 1658"/>
          <p:cNvSpPr txBox="1"/>
          <p:nvPr/>
        </p:nvSpPr>
        <p:spPr>
          <a:xfrm>
            <a:off x="2508203" y="7294693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59" name="object 1659"/>
          <p:cNvSpPr txBox="1"/>
          <p:nvPr/>
        </p:nvSpPr>
        <p:spPr>
          <a:xfrm>
            <a:off x="927399" y="7394646"/>
            <a:ext cx="30035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ADE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[DF],</a:t>
            </a:r>
            <a:r>
              <a:rPr sz="1000" i="1" spc="3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RDE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'nin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açıortayıdır.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60" name="object 1660"/>
          <p:cNvSpPr txBox="1"/>
          <p:nvPr/>
        </p:nvSpPr>
        <p:spPr>
          <a:xfrm>
            <a:off x="927355" y="7582592"/>
            <a:ext cx="3545840" cy="1465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ts val="994"/>
              </a:lnSpc>
              <a:spcBef>
                <a:spcPts val="100"/>
              </a:spcBef>
              <a:tabLst>
                <a:tab pos="2046605" algn="l"/>
              </a:tabLst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	%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994"/>
              </a:lnSpc>
              <a:tabLst>
                <a:tab pos="1513205" algn="l"/>
                <a:tab pos="1855470" algn="l"/>
              </a:tabLst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RD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3x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0°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v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1000" i="1" spc="19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10°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x'in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35" dirty="0">
                <a:solidFill>
                  <a:srgbClr val="231F20"/>
                </a:solidFill>
                <a:latin typeface="Verdana"/>
                <a:cs typeface="Verdana"/>
              </a:rPr>
              <a:t>derece</a:t>
            </a:r>
            <a:r>
              <a:rPr sz="1000" b="1" i="1" spc="1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0" dirty="0">
                <a:solidFill>
                  <a:srgbClr val="231F20"/>
                </a:solidFill>
                <a:latin typeface="Verdana"/>
                <a:cs typeface="Verdana"/>
              </a:rPr>
              <a:t>bulunuz.</a:t>
            </a:r>
            <a:endParaRPr sz="1000">
              <a:latin typeface="Verdana"/>
              <a:cs typeface="Verdana"/>
            </a:endParaRPr>
          </a:p>
          <a:p>
            <a:pPr marR="2569845" algn="r">
              <a:lnSpc>
                <a:spcPct val="100000"/>
              </a:lnSpc>
              <a:spcBef>
                <a:spcPts val="1065"/>
              </a:spcBef>
            </a:pPr>
            <a:r>
              <a:rPr sz="1000" i="1" spc="85" dirty="0">
                <a:solidFill>
                  <a:srgbClr val="EC008C"/>
                </a:solidFill>
                <a:latin typeface="Arial"/>
                <a:cs typeface="Arial"/>
              </a:rPr>
              <a:t>3x</a:t>
            </a:r>
            <a:r>
              <a:rPr sz="1000" i="1" spc="20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EC008C"/>
                </a:solidFill>
                <a:latin typeface="Arial"/>
                <a:cs typeface="Arial"/>
              </a:rPr>
              <a:t>–</a:t>
            </a:r>
            <a:r>
              <a:rPr sz="1000" i="1" spc="20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170" dirty="0">
                <a:solidFill>
                  <a:srgbClr val="EC008C"/>
                </a:solidFill>
                <a:latin typeface="Arial"/>
                <a:cs typeface="Arial"/>
              </a:rPr>
              <a:t>20</a:t>
            </a:r>
            <a:r>
              <a:rPr sz="1000" i="1" spc="20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r>
              <a:rPr sz="1000" i="1" spc="20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EC008C"/>
                </a:solidFill>
                <a:latin typeface="Arial"/>
                <a:cs typeface="Arial"/>
              </a:rPr>
              <a:t>10°</a:t>
            </a:r>
            <a:endParaRPr sz="1000">
              <a:latin typeface="Arial"/>
              <a:cs typeface="Arial"/>
            </a:endParaRPr>
          </a:p>
          <a:p>
            <a:pPr marR="2526030" algn="r">
              <a:lnSpc>
                <a:spcPct val="100000"/>
              </a:lnSpc>
              <a:spcBef>
                <a:spcPts val="1065"/>
              </a:spcBef>
            </a:pPr>
            <a:r>
              <a:rPr sz="1000" i="1" spc="85" dirty="0">
                <a:solidFill>
                  <a:srgbClr val="EC008C"/>
                </a:solidFill>
                <a:latin typeface="Arial"/>
                <a:cs typeface="Arial"/>
              </a:rPr>
              <a:t>3x</a:t>
            </a:r>
            <a:r>
              <a:rPr sz="1000" i="1" spc="17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r>
              <a:rPr sz="1000" i="1" spc="17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EC008C"/>
                </a:solidFill>
                <a:latin typeface="Arial"/>
                <a:cs typeface="Arial"/>
              </a:rPr>
              <a:t>30°</a:t>
            </a:r>
            <a:endParaRPr sz="1000">
              <a:latin typeface="Arial"/>
              <a:cs typeface="Arial"/>
            </a:endParaRPr>
          </a:p>
          <a:p>
            <a:pPr marR="2550795" algn="r">
              <a:lnSpc>
                <a:spcPct val="100000"/>
              </a:lnSpc>
              <a:spcBef>
                <a:spcPts val="1070"/>
              </a:spcBef>
            </a:pPr>
            <a:r>
              <a:rPr sz="1000" i="1" spc="60" dirty="0">
                <a:solidFill>
                  <a:srgbClr val="EC008C"/>
                </a:solidFill>
                <a:latin typeface="Arial"/>
                <a:cs typeface="Arial"/>
              </a:rPr>
              <a:t>x</a:t>
            </a:r>
            <a:r>
              <a:rPr sz="1000" i="1" spc="17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r>
              <a:rPr sz="1000" i="1" spc="17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EC008C"/>
                </a:solidFill>
                <a:latin typeface="Arial"/>
                <a:cs typeface="Arial"/>
              </a:rPr>
              <a:t>10°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661" name="object 1661"/>
          <p:cNvGrpSpPr/>
          <p:nvPr/>
        </p:nvGrpSpPr>
        <p:grpSpPr>
          <a:xfrm>
            <a:off x="723903" y="9092496"/>
            <a:ext cx="6656705" cy="127000"/>
            <a:chOff x="723903" y="9092496"/>
            <a:chExt cx="6656705" cy="127000"/>
          </a:xfrm>
        </p:grpSpPr>
        <p:sp>
          <p:nvSpPr>
            <p:cNvPr id="1662" name="object 1662"/>
            <p:cNvSpPr/>
            <p:nvPr/>
          </p:nvSpPr>
          <p:spPr>
            <a:xfrm>
              <a:off x="723903" y="9155996"/>
              <a:ext cx="6656705" cy="0"/>
            </a:xfrm>
            <a:custGeom>
              <a:avLst/>
              <a:gdLst/>
              <a:ahLst/>
              <a:cxnLst/>
              <a:rect l="l" t="t" r="r" b="b"/>
              <a:pathLst>
                <a:path w="6656705">
                  <a:moveTo>
                    <a:pt x="665609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58CC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3" name="object 1663"/>
            <p:cNvSpPr/>
            <p:nvPr/>
          </p:nvSpPr>
          <p:spPr>
            <a:xfrm>
              <a:off x="3215450" y="9092496"/>
              <a:ext cx="1673225" cy="127000"/>
            </a:xfrm>
            <a:custGeom>
              <a:avLst/>
              <a:gdLst/>
              <a:ahLst/>
              <a:cxnLst/>
              <a:rect l="l" t="t" r="r" b="b"/>
              <a:pathLst>
                <a:path w="1673225" h="127000">
                  <a:moveTo>
                    <a:pt x="0" y="126999"/>
                  </a:moveTo>
                  <a:lnTo>
                    <a:pt x="1672996" y="126999"/>
                  </a:lnTo>
                  <a:lnTo>
                    <a:pt x="1672996" y="0"/>
                  </a:lnTo>
                  <a:lnTo>
                    <a:pt x="0" y="0"/>
                  </a:lnTo>
                  <a:lnTo>
                    <a:pt x="0" y="126999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4" name="object 1664"/>
          <p:cNvSpPr txBox="1"/>
          <p:nvPr/>
        </p:nvSpPr>
        <p:spPr>
          <a:xfrm>
            <a:off x="3223704" y="2340440"/>
            <a:ext cx="1092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5" dirty="0">
                <a:solidFill>
                  <a:srgbClr val="EC008C"/>
                </a:solidFill>
                <a:latin typeface="Arial"/>
                <a:cs typeface="Arial"/>
              </a:rPr>
              <a:t>P</a:t>
            </a:r>
            <a:endParaRPr sz="850">
              <a:latin typeface="Arial"/>
              <a:cs typeface="Arial"/>
            </a:endParaRPr>
          </a:p>
        </p:txBody>
      </p:sp>
      <p:sp>
        <p:nvSpPr>
          <p:cNvPr id="1665" name="object 1665"/>
          <p:cNvSpPr txBox="1"/>
          <p:nvPr/>
        </p:nvSpPr>
        <p:spPr>
          <a:xfrm>
            <a:off x="2837459" y="2846617"/>
            <a:ext cx="1257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5" dirty="0">
                <a:solidFill>
                  <a:srgbClr val="EC008C"/>
                </a:solidFill>
                <a:latin typeface="Arial"/>
                <a:cs typeface="Arial"/>
              </a:rPr>
              <a:t>M</a:t>
            </a:r>
            <a:endParaRPr sz="850">
              <a:latin typeface="Arial"/>
              <a:cs typeface="Arial"/>
            </a:endParaRPr>
          </a:p>
        </p:txBody>
      </p:sp>
      <p:sp>
        <p:nvSpPr>
          <p:cNvPr id="1666" name="object 1666"/>
          <p:cNvSpPr txBox="1"/>
          <p:nvPr/>
        </p:nvSpPr>
        <p:spPr>
          <a:xfrm>
            <a:off x="3588143" y="2846617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5" dirty="0">
                <a:solidFill>
                  <a:srgbClr val="EC008C"/>
                </a:solidFill>
                <a:latin typeface="Arial"/>
                <a:cs typeface="Arial"/>
              </a:rPr>
              <a:t>R</a:t>
            </a:r>
            <a:endParaRPr sz="850">
              <a:latin typeface="Arial"/>
              <a:cs typeface="Arial"/>
            </a:endParaRPr>
          </a:p>
        </p:txBody>
      </p:sp>
      <p:sp>
        <p:nvSpPr>
          <p:cNvPr id="1667" name="object 1667"/>
          <p:cNvSpPr/>
          <p:nvPr/>
        </p:nvSpPr>
        <p:spPr>
          <a:xfrm>
            <a:off x="3266692" y="2486275"/>
            <a:ext cx="0" cy="356870"/>
          </a:xfrm>
          <a:custGeom>
            <a:avLst/>
            <a:gdLst/>
            <a:ahLst/>
            <a:cxnLst/>
            <a:rect l="l" t="t" r="r" b="b"/>
            <a:pathLst>
              <a:path h="356869">
                <a:moveTo>
                  <a:pt x="0" y="0"/>
                </a:moveTo>
                <a:lnTo>
                  <a:pt x="0" y="356387"/>
                </a:lnTo>
              </a:path>
            </a:pathLst>
          </a:custGeom>
          <a:ln w="6350">
            <a:solidFill>
              <a:srgbClr val="EC008C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8" name="object 1668"/>
          <p:cNvSpPr txBox="1"/>
          <p:nvPr/>
        </p:nvSpPr>
        <p:spPr>
          <a:xfrm>
            <a:off x="5348126" y="2337559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EC008C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1669" name="object 1669"/>
          <p:cNvSpPr txBox="1"/>
          <p:nvPr/>
        </p:nvSpPr>
        <p:spPr>
          <a:xfrm>
            <a:off x="4660484" y="2337559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EC008C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1670" name="object 1670"/>
          <p:cNvSpPr txBox="1"/>
          <p:nvPr/>
        </p:nvSpPr>
        <p:spPr>
          <a:xfrm>
            <a:off x="5358813" y="2850537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EC008C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671" name="object 1671"/>
          <p:cNvGrpSpPr/>
          <p:nvPr/>
        </p:nvGrpSpPr>
        <p:grpSpPr>
          <a:xfrm>
            <a:off x="4689823" y="2482244"/>
            <a:ext cx="726440" cy="367030"/>
            <a:chOff x="4689823" y="2482244"/>
            <a:chExt cx="726440" cy="367030"/>
          </a:xfrm>
        </p:grpSpPr>
        <p:sp>
          <p:nvSpPr>
            <p:cNvPr id="1672" name="object 1672"/>
            <p:cNvSpPr/>
            <p:nvPr/>
          </p:nvSpPr>
          <p:spPr>
            <a:xfrm>
              <a:off x="4692998" y="2485419"/>
              <a:ext cx="720090" cy="360680"/>
            </a:xfrm>
            <a:custGeom>
              <a:avLst/>
              <a:gdLst/>
              <a:ahLst/>
              <a:cxnLst/>
              <a:rect l="l" t="t" r="r" b="b"/>
              <a:pathLst>
                <a:path w="720089" h="360680">
                  <a:moveTo>
                    <a:pt x="0" y="0"/>
                  </a:moveTo>
                  <a:lnTo>
                    <a:pt x="720026" y="0"/>
                  </a:lnTo>
                  <a:lnTo>
                    <a:pt x="720026" y="36026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73" name="object 167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0659" y="2483897"/>
              <a:ext cx="244496" cy="246133"/>
            </a:xfrm>
            <a:prstGeom prst="rect">
              <a:avLst/>
            </a:prstGeom>
          </p:spPr>
        </p:pic>
      </p:grpSp>
      <p:sp>
        <p:nvSpPr>
          <p:cNvPr id="1674" name="object 1674"/>
          <p:cNvSpPr txBox="1"/>
          <p:nvPr/>
        </p:nvSpPr>
        <p:spPr>
          <a:xfrm>
            <a:off x="3745796" y="9374982"/>
            <a:ext cx="246379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15" dirty="0">
                <a:solidFill>
                  <a:srgbClr val="FFFFFF"/>
                </a:solidFill>
                <a:latin typeface="Arial"/>
                <a:cs typeface="Arial"/>
              </a:rPr>
              <a:t>9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4500" y="899995"/>
            <a:ext cx="7025640" cy="8280400"/>
            <a:chOff x="264500" y="899995"/>
            <a:chExt cx="7025640" cy="8280400"/>
          </a:xfrm>
        </p:grpSpPr>
        <p:sp>
          <p:nvSpPr>
            <p:cNvPr id="3" name="object 3"/>
            <p:cNvSpPr/>
            <p:nvPr/>
          </p:nvSpPr>
          <p:spPr>
            <a:xfrm>
              <a:off x="3958878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69789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80686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91597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02508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13432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2434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35241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46152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5706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6797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78884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89795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00706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11617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22528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33439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44350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55260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66171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77082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8799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98904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09802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2071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3162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42534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53445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64356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75267" y="1060056"/>
              <a:ext cx="108585" cy="104139"/>
            </a:xfrm>
            <a:custGeom>
              <a:avLst/>
              <a:gdLst/>
              <a:ahLst/>
              <a:cxnLst/>
              <a:rect l="l" t="t" r="r" b="b"/>
              <a:pathLst>
                <a:path w="108584" h="104140">
                  <a:moveTo>
                    <a:pt x="108389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</a:pathLst>
            </a:custGeom>
            <a:ln w="3221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58878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69789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180686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91597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02508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13432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62434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735241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46152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5706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06797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178884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289795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400706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511617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622528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733439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844350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955260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66171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177082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8799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398904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509802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62071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73162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842534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53445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064356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175267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958878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069789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180686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291597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02508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513432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62434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735241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846152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95706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06797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178884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289795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400706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511617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622528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733439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844350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955260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066171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177082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28799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398904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509802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62071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73162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842534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953445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064356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175267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958878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069789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180686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291597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402508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513432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62434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735241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846152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95706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06797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178884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289795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400706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511617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622528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733439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844350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955260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066171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177082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28799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398904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509802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62071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73162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42534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953445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064356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175267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958878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069789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180686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291597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402508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513432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62434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735241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846152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95706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06797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178884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289795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400706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5511617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622528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733439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844350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5955260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066171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6177082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28799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6398904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6509802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62071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73162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6842534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6953445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064356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175267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958878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069789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180686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4291597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402508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513432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62434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735241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4846152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95706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506797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5178884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5289795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5400706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5511617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5622528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5733439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5844350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5955260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6066171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6177082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628799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6398904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6509802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662071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673162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6842534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6953445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064356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175267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958878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4069789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4180686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4291597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4402508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4513432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462434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4735241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4846152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495706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506797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5178884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5289795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5400706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5511617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5622528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5733439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5844350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5955260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6066171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6177082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628799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6398904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6509802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662071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673162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6842534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6953445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7064356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7175267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3958878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4069789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4180686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4291597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4402508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4513432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462434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4735241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4846152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495706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506797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5178884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5289795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5400706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5511617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5622528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5733439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5844350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5955260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6066171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6177082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628799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6398904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6509802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662071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673162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6842534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6953445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7064356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7175267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3958878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4069789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4180686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4291597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4402508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4513432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462434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4735241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4846152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495706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506797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5178884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5289795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5400706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5511617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5622528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5733439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5844350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5955260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6066171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6177082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628799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6398904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6509802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662071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673162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6842534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6953445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7064356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7175267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3958878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4069789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4180686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4291597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4402508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4513432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462434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4735241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4846152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495706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506797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5178884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5289795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5400706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5511617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5622528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5733439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5844350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5955260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6066171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6177082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628799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6398904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6509802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662071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673162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6842534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6953445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7064356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7175267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3958878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4069789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4180686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4291597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4402508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4513432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462434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4735241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4846152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495706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506797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5178884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5289795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5400706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5511617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5622528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5733439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5844350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5955260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6066171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6177082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628799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6398904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6509802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662071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673162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6842534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6953445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7064356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7175267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3958878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4069789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4180686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4291597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4402508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4513432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462434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4735241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4846152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495706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506797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5178884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5289795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5400706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5511617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5622528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5733439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5844350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5955260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6066171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6177082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628799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6398904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6509802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662071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673162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6842534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6953445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7064356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7175267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3958878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4069789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4180686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4291597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4402508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4513432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462434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4735241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4846152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495706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506797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5178884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5289795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5400706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5511617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5622528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5733439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5844350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5955260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6066171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6177082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628799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6398904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6509802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662071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673162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6842534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6953445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7064356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7175267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3958878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4069789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4180686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4291597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4402508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4513432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462434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4735241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4846152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495706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506797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5178884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5289795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5400706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5511617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5622528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5733439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5844350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5955260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6066171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6177082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628799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6398904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6509802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662071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673162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6842534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6953445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7064356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7175267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3958878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4069789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4180686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4291597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4402508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4513432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462434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4735241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4846152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495706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506797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5178884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5289795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5400706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5511617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5622528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5733439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5844350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5955260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6066171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6177082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628799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6398904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6509802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662071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673162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6842534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6953445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7064356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7175267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3958878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4069789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4180686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4291597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4402508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4513432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462434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4735241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4846152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495706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506797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5178884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5289795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5400706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5511617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5622528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5733439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5844350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5955260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6066171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6177082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4" name="object 474"/>
            <p:cNvSpPr/>
            <p:nvPr/>
          </p:nvSpPr>
          <p:spPr>
            <a:xfrm>
              <a:off x="628799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6398904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6509802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662071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673162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6842534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6953445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7064356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7175267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3958878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4069789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4180686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4291597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4402508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4513432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462434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4735241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4846152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495706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3" name="object 493"/>
            <p:cNvSpPr/>
            <p:nvPr/>
          </p:nvSpPr>
          <p:spPr>
            <a:xfrm>
              <a:off x="506797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4" name="object 494"/>
            <p:cNvSpPr/>
            <p:nvPr/>
          </p:nvSpPr>
          <p:spPr>
            <a:xfrm>
              <a:off x="5178884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5289795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6" name="object 496"/>
            <p:cNvSpPr/>
            <p:nvPr/>
          </p:nvSpPr>
          <p:spPr>
            <a:xfrm>
              <a:off x="5400706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5511617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5622528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5733439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5844350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5955260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2" name="object 502"/>
            <p:cNvSpPr/>
            <p:nvPr/>
          </p:nvSpPr>
          <p:spPr>
            <a:xfrm>
              <a:off x="6066171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6177082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/>
            <p:cNvSpPr/>
            <p:nvPr/>
          </p:nvSpPr>
          <p:spPr>
            <a:xfrm>
              <a:off x="628799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5" name="object 505"/>
            <p:cNvSpPr/>
            <p:nvPr/>
          </p:nvSpPr>
          <p:spPr>
            <a:xfrm>
              <a:off x="6398904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6509802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7" name="object 507"/>
            <p:cNvSpPr/>
            <p:nvPr/>
          </p:nvSpPr>
          <p:spPr>
            <a:xfrm>
              <a:off x="662071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08"/>
            <p:cNvSpPr/>
            <p:nvPr/>
          </p:nvSpPr>
          <p:spPr>
            <a:xfrm>
              <a:off x="673162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9" name="object 509"/>
            <p:cNvSpPr/>
            <p:nvPr/>
          </p:nvSpPr>
          <p:spPr>
            <a:xfrm>
              <a:off x="6842534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0" name="object 510"/>
            <p:cNvSpPr/>
            <p:nvPr/>
          </p:nvSpPr>
          <p:spPr>
            <a:xfrm>
              <a:off x="6953445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7064356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7175267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3" name="object 513"/>
            <p:cNvSpPr/>
            <p:nvPr/>
          </p:nvSpPr>
          <p:spPr>
            <a:xfrm>
              <a:off x="3958878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4069789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4180686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4291597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17"/>
            <p:cNvSpPr/>
            <p:nvPr/>
          </p:nvSpPr>
          <p:spPr>
            <a:xfrm>
              <a:off x="4402508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4513432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9" name="object 519"/>
            <p:cNvSpPr/>
            <p:nvPr/>
          </p:nvSpPr>
          <p:spPr>
            <a:xfrm>
              <a:off x="462434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4735241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1"/>
            <p:cNvSpPr/>
            <p:nvPr/>
          </p:nvSpPr>
          <p:spPr>
            <a:xfrm>
              <a:off x="4846152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495706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/>
            <p:cNvSpPr/>
            <p:nvPr/>
          </p:nvSpPr>
          <p:spPr>
            <a:xfrm>
              <a:off x="506797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5178884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5289795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5400706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5511617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5622528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5733439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5844350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1" name="object 531"/>
            <p:cNvSpPr/>
            <p:nvPr/>
          </p:nvSpPr>
          <p:spPr>
            <a:xfrm>
              <a:off x="5955260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2"/>
            <p:cNvSpPr/>
            <p:nvPr/>
          </p:nvSpPr>
          <p:spPr>
            <a:xfrm>
              <a:off x="6066171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3" name="object 533"/>
            <p:cNvSpPr/>
            <p:nvPr/>
          </p:nvSpPr>
          <p:spPr>
            <a:xfrm>
              <a:off x="6177082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4" name="object 534"/>
            <p:cNvSpPr/>
            <p:nvPr/>
          </p:nvSpPr>
          <p:spPr>
            <a:xfrm>
              <a:off x="628799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535"/>
            <p:cNvSpPr/>
            <p:nvPr/>
          </p:nvSpPr>
          <p:spPr>
            <a:xfrm>
              <a:off x="6398904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36"/>
            <p:cNvSpPr/>
            <p:nvPr/>
          </p:nvSpPr>
          <p:spPr>
            <a:xfrm>
              <a:off x="6509802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662071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673162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6842534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6953445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1"/>
            <p:cNvSpPr/>
            <p:nvPr/>
          </p:nvSpPr>
          <p:spPr>
            <a:xfrm>
              <a:off x="7064356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2" name="object 542"/>
            <p:cNvSpPr/>
            <p:nvPr/>
          </p:nvSpPr>
          <p:spPr>
            <a:xfrm>
              <a:off x="7175267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3958878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4069789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5" name="object 545"/>
            <p:cNvSpPr/>
            <p:nvPr/>
          </p:nvSpPr>
          <p:spPr>
            <a:xfrm>
              <a:off x="4180686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4291597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4402508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48"/>
            <p:cNvSpPr/>
            <p:nvPr/>
          </p:nvSpPr>
          <p:spPr>
            <a:xfrm>
              <a:off x="4513432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49"/>
            <p:cNvSpPr/>
            <p:nvPr/>
          </p:nvSpPr>
          <p:spPr>
            <a:xfrm>
              <a:off x="462434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0"/>
            <p:cNvSpPr/>
            <p:nvPr/>
          </p:nvSpPr>
          <p:spPr>
            <a:xfrm>
              <a:off x="4735241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4846152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495706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3"/>
            <p:cNvSpPr/>
            <p:nvPr/>
          </p:nvSpPr>
          <p:spPr>
            <a:xfrm>
              <a:off x="506797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54"/>
            <p:cNvSpPr/>
            <p:nvPr/>
          </p:nvSpPr>
          <p:spPr>
            <a:xfrm>
              <a:off x="5178884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5289795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5400706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5511617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5622528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5733439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5844350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5955260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6066171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6177082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628799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6398904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6509802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662071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68"/>
            <p:cNvSpPr/>
            <p:nvPr/>
          </p:nvSpPr>
          <p:spPr>
            <a:xfrm>
              <a:off x="673162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569"/>
            <p:cNvSpPr/>
            <p:nvPr/>
          </p:nvSpPr>
          <p:spPr>
            <a:xfrm>
              <a:off x="6842534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/>
            <p:cNvSpPr/>
            <p:nvPr/>
          </p:nvSpPr>
          <p:spPr>
            <a:xfrm>
              <a:off x="6953445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7064356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/>
            <p:cNvSpPr/>
            <p:nvPr/>
          </p:nvSpPr>
          <p:spPr>
            <a:xfrm>
              <a:off x="7175267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573"/>
            <p:cNvSpPr/>
            <p:nvPr/>
          </p:nvSpPr>
          <p:spPr>
            <a:xfrm>
              <a:off x="3958878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4" name="object 574"/>
            <p:cNvSpPr/>
            <p:nvPr/>
          </p:nvSpPr>
          <p:spPr>
            <a:xfrm>
              <a:off x="4069789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575"/>
            <p:cNvSpPr/>
            <p:nvPr/>
          </p:nvSpPr>
          <p:spPr>
            <a:xfrm>
              <a:off x="4180686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4291597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77"/>
            <p:cNvSpPr/>
            <p:nvPr/>
          </p:nvSpPr>
          <p:spPr>
            <a:xfrm>
              <a:off x="4402508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78"/>
            <p:cNvSpPr/>
            <p:nvPr/>
          </p:nvSpPr>
          <p:spPr>
            <a:xfrm>
              <a:off x="4513432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579"/>
            <p:cNvSpPr/>
            <p:nvPr/>
          </p:nvSpPr>
          <p:spPr>
            <a:xfrm>
              <a:off x="462434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0" name="object 580"/>
            <p:cNvSpPr/>
            <p:nvPr/>
          </p:nvSpPr>
          <p:spPr>
            <a:xfrm>
              <a:off x="4735241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1" name="object 581"/>
            <p:cNvSpPr/>
            <p:nvPr/>
          </p:nvSpPr>
          <p:spPr>
            <a:xfrm>
              <a:off x="4846152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495706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3"/>
            <p:cNvSpPr/>
            <p:nvPr/>
          </p:nvSpPr>
          <p:spPr>
            <a:xfrm>
              <a:off x="506797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5178884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5289795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86"/>
            <p:cNvSpPr/>
            <p:nvPr/>
          </p:nvSpPr>
          <p:spPr>
            <a:xfrm>
              <a:off x="5400706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87"/>
            <p:cNvSpPr/>
            <p:nvPr/>
          </p:nvSpPr>
          <p:spPr>
            <a:xfrm>
              <a:off x="5511617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5622528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89"/>
            <p:cNvSpPr/>
            <p:nvPr/>
          </p:nvSpPr>
          <p:spPr>
            <a:xfrm>
              <a:off x="5733439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0" name="object 590"/>
            <p:cNvSpPr/>
            <p:nvPr/>
          </p:nvSpPr>
          <p:spPr>
            <a:xfrm>
              <a:off x="5844350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5955260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6066171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3" name="object 593"/>
            <p:cNvSpPr/>
            <p:nvPr/>
          </p:nvSpPr>
          <p:spPr>
            <a:xfrm>
              <a:off x="6177082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628799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595"/>
            <p:cNvSpPr/>
            <p:nvPr/>
          </p:nvSpPr>
          <p:spPr>
            <a:xfrm>
              <a:off x="6398904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6" name="object 596"/>
            <p:cNvSpPr/>
            <p:nvPr/>
          </p:nvSpPr>
          <p:spPr>
            <a:xfrm>
              <a:off x="6509802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7" name="object 597"/>
            <p:cNvSpPr/>
            <p:nvPr/>
          </p:nvSpPr>
          <p:spPr>
            <a:xfrm>
              <a:off x="662071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8" name="object 598"/>
            <p:cNvSpPr/>
            <p:nvPr/>
          </p:nvSpPr>
          <p:spPr>
            <a:xfrm>
              <a:off x="673162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9" name="object 599"/>
            <p:cNvSpPr/>
            <p:nvPr/>
          </p:nvSpPr>
          <p:spPr>
            <a:xfrm>
              <a:off x="6842534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0" name="object 600"/>
            <p:cNvSpPr/>
            <p:nvPr/>
          </p:nvSpPr>
          <p:spPr>
            <a:xfrm>
              <a:off x="6953445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1" name="object 601"/>
            <p:cNvSpPr/>
            <p:nvPr/>
          </p:nvSpPr>
          <p:spPr>
            <a:xfrm>
              <a:off x="7064356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2" name="object 602"/>
            <p:cNvSpPr/>
            <p:nvPr/>
          </p:nvSpPr>
          <p:spPr>
            <a:xfrm>
              <a:off x="7175267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3" name="object 603"/>
            <p:cNvSpPr/>
            <p:nvPr/>
          </p:nvSpPr>
          <p:spPr>
            <a:xfrm>
              <a:off x="3958878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4" name="object 604"/>
            <p:cNvSpPr/>
            <p:nvPr/>
          </p:nvSpPr>
          <p:spPr>
            <a:xfrm>
              <a:off x="4069789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5" name="object 605"/>
            <p:cNvSpPr/>
            <p:nvPr/>
          </p:nvSpPr>
          <p:spPr>
            <a:xfrm>
              <a:off x="4180686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6" name="object 606"/>
            <p:cNvSpPr/>
            <p:nvPr/>
          </p:nvSpPr>
          <p:spPr>
            <a:xfrm>
              <a:off x="4291597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7" name="object 607"/>
            <p:cNvSpPr/>
            <p:nvPr/>
          </p:nvSpPr>
          <p:spPr>
            <a:xfrm>
              <a:off x="4402508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8" name="object 608"/>
            <p:cNvSpPr/>
            <p:nvPr/>
          </p:nvSpPr>
          <p:spPr>
            <a:xfrm>
              <a:off x="4513432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9" name="object 609"/>
            <p:cNvSpPr/>
            <p:nvPr/>
          </p:nvSpPr>
          <p:spPr>
            <a:xfrm>
              <a:off x="462434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0" name="object 610"/>
            <p:cNvSpPr/>
            <p:nvPr/>
          </p:nvSpPr>
          <p:spPr>
            <a:xfrm>
              <a:off x="4735241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611"/>
            <p:cNvSpPr/>
            <p:nvPr/>
          </p:nvSpPr>
          <p:spPr>
            <a:xfrm>
              <a:off x="4846152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2" name="object 612"/>
            <p:cNvSpPr/>
            <p:nvPr/>
          </p:nvSpPr>
          <p:spPr>
            <a:xfrm>
              <a:off x="495706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3" name="object 613"/>
            <p:cNvSpPr/>
            <p:nvPr/>
          </p:nvSpPr>
          <p:spPr>
            <a:xfrm>
              <a:off x="506797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4" name="object 614"/>
            <p:cNvSpPr/>
            <p:nvPr/>
          </p:nvSpPr>
          <p:spPr>
            <a:xfrm>
              <a:off x="5178884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5" name="object 615"/>
            <p:cNvSpPr/>
            <p:nvPr/>
          </p:nvSpPr>
          <p:spPr>
            <a:xfrm>
              <a:off x="5289795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6" name="object 616"/>
            <p:cNvSpPr/>
            <p:nvPr/>
          </p:nvSpPr>
          <p:spPr>
            <a:xfrm>
              <a:off x="5400706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7" name="object 617"/>
            <p:cNvSpPr/>
            <p:nvPr/>
          </p:nvSpPr>
          <p:spPr>
            <a:xfrm>
              <a:off x="5511617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8" name="object 618"/>
            <p:cNvSpPr/>
            <p:nvPr/>
          </p:nvSpPr>
          <p:spPr>
            <a:xfrm>
              <a:off x="5622528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9" name="object 619"/>
            <p:cNvSpPr/>
            <p:nvPr/>
          </p:nvSpPr>
          <p:spPr>
            <a:xfrm>
              <a:off x="5733439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0" name="object 620"/>
            <p:cNvSpPr/>
            <p:nvPr/>
          </p:nvSpPr>
          <p:spPr>
            <a:xfrm>
              <a:off x="5844350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1" name="object 621"/>
            <p:cNvSpPr/>
            <p:nvPr/>
          </p:nvSpPr>
          <p:spPr>
            <a:xfrm>
              <a:off x="5955260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2" name="object 622"/>
            <p:cNvSpPr/>
            <p:nvPr/>
          </p:nvSpPr>
          <p:spPr>
            <a:xfrm>
              <a:off x="6066171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3" name="object 623"/>
            <p:cNvSpPr/>
            <p:nvPr/>
          </p:nvSpPr>
          <p:spPr>
            <a:xfrm>
              <a:off x="6177082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4" name="object 624"/>
            <p:cNvSpPr/>
            <p:nvPr/>
          </p:nvSpPr>
          <p:spPr>
            <a:xfrm>
              <a:off x="628799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5" name="object 625"/>
            <p:cNvSpPr/>
            <p:nvPr/>
          </p:nvSpPr>
          <p:spPr>
            <a:xfrm>
              <a:off x="6398904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626"/>
            <p:cNvSpPr/>
            <p:nvPr/>
          </p:nvSpPr>
          <p:spPr>
            <a:xfrm>
              <a:off x="6509802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627"/>
            <p:cNvSpPr/>
            <p:nvPr/>
          </p:nvSpPr>
          <p:spPr>
            <a:xfrm>
              <a:off x="662071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8" name="object 628"/>
            <p:cNvSpPr/>
            <p:nvPr/>
          </p:nvSpPr>
          <p:spPr>
            <a:xfrm>
              <a:off x="673162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9" name="object 629"/>
            <p:cNvSpPr/>
            <p:nvPr/>
          </p:nvSpPr>
          <p:spPr>
            <a:xfrm>
              <a:off x="6842534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630"/>
            <p:cNvSpPr/>
            <p:nvPr/>
          </p:nvSpPr>
          <p:spPr>
            <a:xfrm>
              <a:off x="6953445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631"/>
            <p:cNvSpPr/>
            <p:nvPr/>
          </p:nvSpPr>
          <p:spPr>
            <a:xfrm>
              <a:off x="7064356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2" name="object 632"/>
            <p:cNvSpPr/>
            <p:nvPr/>
          </p:nvSpPr>
          <p:spPr>
            <a:xfrm>
              <a:off x="7175267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3" name="object 633"/>
            <p:cNvSpPr/>
            <p:nvPr/>
          </p:nvSpPr>
          <p:spPr>
            <a:xfrm>
              <a:off x="3958878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4" name="object 634"/>
            <p:cNvSpPr/>
            <p:nvPr/>
          </p:nvSpPr>
          <p:spPr>
            <a:xfrm>
              <a:off x="4069789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5" name="object 635"/>
            <p:cNvSpPr/>
            <p:nvPr/>
          </p:nvSpPr>
          <p:spPr>
            <a:xfrm>
              <a:off x="4180686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6" name="object 636"/>
            <p:cNvSpPr/>
            <p:nvPr/>
          </p:nvSpPr>
          <p:spPr>
            <a:xfrm>
              <a:off x="4291597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7" name="object 637"/>
            <p:cNvSpPr/>
            <p:nvPr/>
          </p:nvSpPr>
          <p:spPr>
            <a:xfrm>
              <a:off x="4402508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8" name="object 638"/>
            <p:cNvSpPr/>
            <p:nvPr/>
          </p:nvSpPr>
          <p:spPr>
            <a:xfrm>
              <a:off x="4513432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9" name="object 639"/>
            <p:cNvSpPr/>
            <p:nvPr/>
          </p:nvSpPr>
          <p:spPr>
            <a:xfrm>
              <a:off x="462434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0" name="object 640"/>
            <p:cNvSpPr/>
            <p:nvPr/>
          </p:nvSpPr>
          <p:spPr>
            <a:xfrm>
              <a:off x="4735241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1" name="object 641"/>
            <p:cNvSpPr/>
            <p:nvPr/>
          </p:nvSpPr>
          <p:spPr>
            <a:xfrm>
              <a:off x="4846152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2" name="object 642"/>
            <p:cNvSpPr/>
            <p:nvPr/>
          </p:nvSpPr>
          <p:spPr>
            <a:xfrm>
              <a:off x="495706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3" name="object 643"/>
            <p:cNvSpPr/>
            <p:nvPr/>
          </p:nvSpPr>
          <p:spPr>
            <a:xfrm>
              <a:off x="506797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4" name="object 644"/>
            <p:cNvSpPr/>
            <p:nvPr/>
          </p:nvSpPr>
          <p:spPr>
            <a:xfrm>
              <a:off x="5178884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5" name="object 645"/>
            <p:cNvSpPr/>
            <p:nvPr/>
          </p:nvSpPr>
          <p:spPr>
            <a:xfrm>
              <a:off x="5289795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6" name="object 646"/>
            <p:cNvSpPr/>
            <p:nvPr/>
          </p:nvSpPr>
          <p:spPr>
            <a:xfrm>
              <a:off x="5400706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7" name="object 647"/>
            <p:cNvSpPr/>
            <p:nvPr/>
          </p:nvSpPr>
          <p:spPr>
            <a:xfrm>
              <a:off x="5511617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8" name="object 648"/>
            <p:cNvSpPr/>
            <p:nvPr/>
          </p:nvSpPr>
          <p:spPr>
            <a:xfrm>
              <a:off x="5622528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9" name="object 649"/>
            <p:cNvSpPr/>
            <p:nvPr/>
          </p:nvSpPr>
          <p:spPr>
            <a:xfrm>
              <a:off x="5733439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0" name="object 650"/>
            <p:cNvSpPr/>
            <p:nvPr/>
          </p:nvSpPr>
          <p:spPr>
            <a:xfrm>
              <a:off x="5844350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1" name="object 651"/>
            <p:cNvSpPr/>
            <p:nvPr/>
          </p:nvSpPr>
          <p:spPr>
            <a:xfrm>
              <a:off x="5955260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2" name="object 652"/>
            <p:cNvSpPr/>
            <p:nvPr/>
          </p:nvSpPr>
          <p:spPr>
            <a:xfrm>
              <a:off x="6066171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3" name="object 653"/>
            <p:cNvSpPr/>
            <p:nvPr/>
          </p:nvSpPr>
          <p:spPr>
            <a:xfrm>
              <a:off x="6177082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4" name="object 654"/>
            <p:cNvSpPr/>
            <p:nvPr/>
          </p:nvSpPr>
          <p:spPr>
            <a:xfrm>
              <a:off x="628799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5" name="object 655"/>
            <p:cNvSpPr/>
            <p:nvPr/>
          </p:nvSpPr>
          <p:spPr>
            <a:xfrm>
              <a:off x="6398904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6" name="object 656"/>
            <p:cNvSpPr/>
            <p:nvPr/>
          </p:nvSpPr>
          <p:spPr>
            <a:xfrm>
              <a:off x="6509802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7" name="object 657"/>
            <p:cNvSpPr/>
            <p:nvPr/>
          </p:nvSpPr>
          <p:spPr>
            <a:xfrm>
              <a:off x="662071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658"/>
            <p:cNvSpPr/>
            <p:nvPr/>
          </p:nvSpPr>
          <p:spPr>
            <a:xfrm>
              <a:off x="673162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9" name="object 659"/>
            <p:cNvSpPr/>
            <p:nvPr/>
          </p:nvSpPr>
          <p:spPr>
            <a:xfrm>
              <a:off x="6842534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0" name="object 660"/>
            <p:cNvSpPr/>
            <p:nvPr/>
          </p:nvSpPr>
          <p:spPr>
            <a:xfrm>
              <a:off x="6953445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1" name="object 661"/>
            <p:cNvSpPr/>
            <p:nvPr/>
          </p:nvSpPr>
          <p:spPr>
            <a:xfrm>
              <a:off x="7064356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2" name="object 662"/>
            <p:cNvSpPr/>
            <p:nvPr/>
          </p:nvSpPr>
          <p:spPr>
            <a:xfrm>
              <a:off x="7175267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3" name="object 663"/>
            <p:cNvSpPr/>
            <p:nvPr/>
          </p:nvSpPr>
          <p:spPr>
            <a:xfrm>
              <a:off x="3958878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4" name="object 664"/>
            <p:cNvSpPr/>
            <p:nvPr/>
          </p:nvSpPr>
          <p:spPr>
            <a:xfrm>
              <a:off x="4069789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5" name="object 665"/>
            <p:cNvSpPr/>
            <p:nvPr/>
          </p:nvSpPr>
          <p:spPr>
            <a:xfrm>
              <a:off x="4180686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6" name="object 666"/>
            <p:cNvSpPr/>
            <p:nvPr/>
          </p:nvSpPr>
          <p:spPr>
            <a:xfrm>
              <a:off x="4291597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7" name="object 667"/>
            <p:cNvSpPr/>
            <p:nvPr/>
          </p:nvSpPr>
          <p:spPr>
            <a:xfrm>
              <a:off x="4402508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8" name="object 668"/>
            <p:cNvSpPr/>
            <p:nvPr/>
          </p:nvSpPr>
          <p:spPr>
            <a:xfrm>
              <a:off x="4513432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9" name="object 669"/>
            <p:cNvSpPr/>
            <p:nvPr/>
          </p:nvSpPr>
          <p:spPr>
            <a:xfrm>
              <a:off x="462434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0" name="object 670"/>
            <p:cNvSpPr/>
            <p:nvPr/>
          </p:nvSpPr>
          <p:spPr>
            <a:xfrm>
              <a:off x="4735241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1" name="object 671"/>
            <p:cNvSpPr/>
            <p:nvPr/>
          </p:nvSpPr>
          <p:spPr>
            <a:xfrm>
              <a:off x="4846152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2" name="object 672"/>
            <p:cNvSpPr/>
            <p:nvPr/>
          </p:nvSpPr>
          <p:spPr>
            <a:xfrm>
              <a:off x="495706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3" name="object 673"/>
            <p:cNvSpPr/>
            <p:nvPr/>
          </p:nvSpPr>
          <p:spPr>
            <a:xfrm>
              <a:off x="506797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4" name="object 674"/>
            <p:cNvSpPr/>
            <p:nvPr/>
          </p:nvSpPr>
          <p:spPr>
            <a:xfrm>
              <a:off x="5178884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5" name="object 675"/>
            <p:cNvSpPr/>
            <p:nvPr/>
          </p:nvSpPr>
          <p:spPr>
            <a:xfrm>
              <a:off x="5289795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6" name="object 676"/>
            <p:cNvSpPr/>
            <p:nvPr/>
          </p:nvSpPr>
          <p:spPr>
            <a:xfrm>
              <a:off x="5400706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7" name="object 677"/>
            <p:cNvSpPr/>
            <p:nvPr/>
          </p:nvSpPr>
          <p:spPr>
            <a:xfrm>
              <a:off x="5511617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8" name="object 678"/>
            <p:cNvSpPr/>
            <p:nvPr/>
          </p:nvSpPr>
          <p:spPr>
            <a:xfrm>
              <a:off x="5622528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9" name="object 679"/>
            <p:cNvSpPr/>
            <p:nvPr/>
          </p:nvSpPr>
          <p:spPr>
            <a:xfrm>
              <a:off x="5733439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0" name="object 680"/>
            <p:cNvSpPr/>
            <p:nvPr/>
          </p:nvSpPr>
          <p:spPr>
            <a:xfrm>
              <a:off x="5844350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1" name="object 681"/>
            <p:cNvSpPr/>
            <p:nvPr/>
          </p:nvSpPr>
          <p:spPr>
            <a:xfrm>
              <a:off x="5955260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682"/>
            <p:cNvSpPr/>
            <p:nvPr/>
          </p:nvSpPr>
          <p:spPr>
            <a:xfrm>
              <a:off x="6066171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3" name="object 683"/>
            <p:cNvSpPr/>
            <p:nvPr/>
          </p:nvSpPr>
          <p:spPr>
            <a:xfrm>
              <a:off x="6177082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4" name="object 684"/>
            <p:cNvSpPr/>
            <p:nvPr/>
          </p:nvSpPr>
          <p:spPr>
            <a:xfrm>
              <a:off x="628799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5" name="object 685"/>
            <p:cNvSpPr/>
            <p:nvPr/>
          </p:nvSpPr>
          <p:spPr>
            <a:xfrm>
              <a:off x="6398904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6" name="object 686"/>
            <p:cNvSpPr/>
            <p:nvPr/>
          </p:nvSpPr>
          <p:spPr>
            <a:xfrm>
              <a:off x="6509802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7" name="object 687"/>
            <p:cNvSpPr/>
            <p:nvPr/>
          </p:nvSpPr>
          <p:spPr>
            <a:xfrm>
              <a:off x="662071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8" name="object 688"/>
            <p:cNvSpPr/>
            <p:nvPr/>
          </p:nvSpPr>
          <p:spPr>
            <a:xfrm>
              <a:off x="673162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9" name="object 689"/>
            <p:cNvSpPr/>
            <p:nvPr/>
          </p:nvSpPr>
          <p:spPr>
            <a:xfrm>
              <a:off x="6842534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0" name="object 690"/>
            <p:cNvSpPr/>
            <p:nvPr/>
          </p:nvSpPr>
          <p:spPr>
            <a:xfrm>
              <a:off x="6953445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1" name="object 691"/>
            <p:cNvSpPr/>
            <p:nvPr/>
          </p:nvSpPr>
          <p:spPr>
            <a:xfrm>
              <a:off x="7064356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2" name="object 692"/>
            <p:cNvSpPr/>
            <p:nvPr/>
          </p:nvSpPr>
          <p:spPr>
            <a:xfrm>
              <a:off x="7175267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3" name="object 693"/>
            <p:cNvSpPr/>
            <p:nvPr/>
          </p:nvSpPr>
          <p:spPr>
            <a:xfrm>
              <a:off x="3958878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4" name="object 694"/>
            <p:cNvSpPr/>
            <p:nvPr/>
          </p:nvSpPr>
          <p:spPr>
            <a:xfrm>
              <a:off x="4069789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5" name="object 695"/>
            <p:cNvSpPr/>
            <p:nvPr/>
          </p:nvSpPr>
          <p:spPr>
            <a:xfrm>
              <a:off x="4180686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6" name="object 696"/>
            <p:cNvSpPr/>
            <p:nvPr/>
          </p:nvSpPr>
          <p:spPr>
            <a:xfrm>
              <a:off x="4291597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7" name="object 697"/>
            <p:cNvSpPr/>
            <p:nvPr/>
          </p:nvSpPr>
          <p:spPr>
            <a:xfrm>
              <a:off x="4402508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8" name="object 698"/>
            <p:cNvSpPr/>
            <p:nvPr/>
          </p:nvSpPr>
          <p:spPr>
            <a:xfrm>
              <a:off x="4513432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9" name="object 699"/>
            <p:cNvSpPr/>
            <p:nvPr/>
          </p:nvSpPr>
          <p:spPr>
            <a:xfrm>
              <a:off x="462434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0" name="object 700"/>
            <p:cNvSpPr/>
            <p:nvPr/>
          </p:nvSpPr>
          <p:spPr>
            <a:xfrm>
              <a:off x="4735241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1" name="object 701"/>
            <p:cNvSpPr/>
            <p:nvPr/>
          </p:nvSpPr>
          <p:spPr>
            <a:xfrm>
              <a:off x="4846152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2" name="object 702"/>
            <p:cNvSpPr/>
            <p:nvPr/>
          </p:nvSpPr>
          <p:spPr>
            <a:xfrm>
              <a:off x="495706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3" name="object 703"/>
            <p:cNvSpPr/>
            <p:nvPr/>
          </p:nvSpPr>
          <p:spPr>
            <a:xfrm>
              <a:off x="506797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4" name="object 704"/>
            <p:cNvSpPr/>
            <p:nvPr/>
          </p:nvSpPr>
          <p:spPr>
            <a:xfrm>
              <a:off x="5178884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5" name="object 705"/>
            <p:cNvSpPr/>
            <p:nvPr/>
          </p:nvSpPr>
          <p:spPr>
            <a:xfrm>
              <a:off x="5289795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6" name="object 706"/>
            <p:cNvSpPr/>
            <p:nvPr/>
          </p:nvSpPr>
          <p:spPr>
            <a:xfrm>
              <a:off x="5400706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7" name="object 707"/>
            <p:cNvSpPr/>
            <p:nvPr/>
          </p:nvSpPr>
          <p:spPr>
            <a:xfrm>
              <a:off x="5511617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8" name="object 708"/>
            <p:cNvSpPr/>
            <p:nvPr/>
          </p:nvSpPr>
          <p:spPr>
            <a:xfrm>
              <a:off x="5622528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9" name="object 709"/>
            <p:cNvSpPr/>
            <p:nvPr/>
          </p:nvSpPr>
          <p:spPr>
            <a:xfrm>
              <a:off x="5733439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0" name="object 710"/>
            <p:cNvSpPr/>
            <p:nvPr/>
          </p:nvSpPr>
          <p:spPr>
            <a:xfrm>
              <a:off x="5844350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1" name="object 711"/>
            <p:cNvSpPr/>
            <p:nvPr/>
          </p:nvSpPr>
          <p:spPr>
            <a:xfrm>
              <a:off x="5955260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2" name="object 712"/>
            <p:cNvSpPr/>
            <p:nvPr/>
          </p:nvSpPr>
          <p:spPr>
            <a:xfrm>
              <a:off x="6066171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3" name="object 713"/>
            <p:cNvSpPr/>
            <p:nvPr/>
          </p:nvSpPr>
          <p:spPr>
            <a:xfrm>
              <a:off x="6177082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4" name="object 714"/>
            <p:cNvSpPr/>
            <p:nvPr/>
          </p:nvSpPr>
          <p:spPr>
            <a:xfrm>
              <a:off x="628799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5" name="object 715"/>
            <p:cNvSpPr/>
            <p:nvPr/>
          </p:nvSpPr>
          <p:spPr>
            <a:xfrm>
              <a:off x="6398904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6" name="object 716"/>
            <p:cNvSpPr/>
            <p:nvPr/>
          </p:nvSpPr>
          <p:spPr>
            <a:xfrm>
              <a:off x="6509802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7" name="object 717"/>
            <p:cNvSpPr/>
            <p:nvPr/>
          </p:nvSpPr>
          <p:spPr>
            <a:xfrm>
              <a:off x="662071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8" name="object 718"/>
            <p:cNvSpPr/>
            <p:nvPr/>
          </p:nvSpPr>
          <p:spPr>
            <a:xfrm>
              <a:off x="673162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9" name="object 719"/>
            <p:cNvSpPr/>
            <p:nvPr/>
          </p:nvSpPr>
          <p:spPr>
            <a:xfrm>
              <a:off x="6842534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0" name="object 720"/>
            <p:cNvSpPr/>
            <p:nvPr/>
          </p:nvSpPr>
          <p:spPr>
            <a:xfrm>
              <a:off x="6953445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1" name="object 721"/>
            <p:cNvSpPr/>
            <p:nvPr/>
          </p:nvSpPr>
          <p:spPr>
            <a:xfrm>
              <a:off x="7064356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2" name="object 722"/>
            <p:cNvSpPr/>
            <p:nvPr/>
          </p:nvSpPr>
          <p:spPr>
            <a:xfrm>
              <a:off x="7175267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3" name="object 723"/>
            <p:cNvSpPr/>
            <p:nvPr/>
          </p:nvSpPr>
          <p:spPr>
            <a:xfrm>
              <a:off x="3958878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4" name="object 724"/>
            <p:cNvSpPr/>
            <p:nvPr/>
          </p:nvSpPr>
          <p:spPr>
            <a:xfrm>
              <a:off x="4069789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5" name="object 725"/>
            <p:cNvSpPr/>
            <p:nvPr/>
          </p:nvSpPr>
          <p:spPr>
            <a:xfrm>
              <a:off x="4180686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6" name="object 726"/>
            <p:cNvSpPr/>
            <p:nvPr/>
          </p:nvSpPr>
          <p:spPr>
            <a:xfrm>
              <a:off x="4291597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7" name="object 727"/>
            <p:cNvSpPr/>
            <p:nvPr/>
          </p:nvSpPr>
          <p:spPr>
            <a:xfrm>
              <a:off x="4402508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8" name="object 728"/>
            <p:cNvSpPr/>
            <p:nvPr/>
          </p:nvSpPr>
          <p:spPr>
            <a:xfrm>
              <a:off x="4513432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9" name="object 729"/>
            <p:cNvSpPr/>
            <p:nvPr/>
          </p:nvSpPr>
          <p:spPr>
            <a:xfrm>
              <a:off x="462434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0" name="object 730"/>
            <p:cNvSpPr/>
            <p:nvPr/>
          </p:nvSpPr>
          <p:spPr>
            <a:xfrm>
              <a:off x="4735241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1" name="object 731"/>
            <p:cNvSpPr/>
            <p:nvPr/>
          </p:nvSpPr>
          <p:spPr>
            <a:xfrm>
              <a:off x="4846152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2" name="object 732"/>
            <p:cNvSpPr/>
            <p:nvPr/>
          </p:nvSpPr>
          <p:spPr>
            <a:xfrm>
              <a:off x="495706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3" name="object 733"/>
            <p:cNvSpPr/>
            <p:nvPr/>
          </p:nvSpPr>
          <p:spPr>
            <a:xfrm>
              <a:off x="506797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4" name="object 734"/>
            <p:cNvSpPr/>
            <p:nvPr/>
          </p:nvSpPr>
          <p:spPr>
            <a:xfrm>
              <a:off x="5178884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5" name="object 735"/>
            <p:cNvSpPr/>
            <p:nvPr/>
          </p:nvSpPr>
          <p:spPr>
            <a:xfrm>
              <a:off x="5289795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6" name="object 736"/>
            <p:cNvSpPr/>
            <p:nvPr/>
          </p:nvSpPr>
          <p:spPr>
            <a:xfrm>
              <a:off x="5400706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7" name="object 737"/>
            <p:cNvSpPr/>
            <p:nvPr/>
          </p:nvSpPr>
          <p:spPr>
            <a:xfrm>
              <a:off x="5511617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8" name="object 738"/>
            <p:cNvSpPr/>
            <p:nvPr/>
          </p:nvSpPr>
          <p:spPr>
            <a:xfrm>
              <a:off x="5622528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9" name="object 739"/>
            <p:cNvSpPr/>
            <p:nvPr/>
          </p:nvSpPr>
          <p:spPr>
            <a:xfrm>
              <a:off x="5733439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0" name="object 740"/>
            <p:cNvSpPr/>
            <p:nvPr/>
          </p:nvSpPr>
          <p:spPr>
            <a:xfrm>
              <a:off x="5844350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1" name="object 741"/>
            <p:cNvSpPr/>
            <p:nvPr/>
          </p:nvSpPr>
          <p:spPr>
            <a:xfrm>
              <a:off x="5955260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2" name="object 742"/>
            <p:cNvSpPr/>
            <p:nvPr/>
          </p:nvSpPr>
          <p:spPr>
            <a:xfrm>
              <a:off x="6066171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3" name="object 743"/>
            <p:cNvSpPr/>
            <p:nvPr/>
          </p:nvSpPr>
          <p:spPr>
            <a:xfrm>
              <a:off x="6177082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4" name="object 744"/>
            <p:cNvSpPr/>
            <p:nvPr/>
          </p:nvSpPr>
          <p:spPr>
            <a:xfrm>
              <a:off x="628799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5" name="object 745"/>
            <p:cNvSpPr/>
            <p:nvPr/>
          </p:nvSpPr>
          <p:spPr>
            <a:xfrm>
              <a:off x="6398904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6" name="object 746"/>
            <p:cNvSpPr/>
            <p:nvPr/>
          </p:nvSpPr>
          <p:spPr>
            <a:xfrm>
              <a:off x="6509802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7" name="object 747"/>
            <p:cNvSpPr/>
            <p:nvPr/>
          </p:nvSpPr>
          <p:spPr>
            <a:xfrm>
              <a:off x="662071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8" name="object 748"/>
            <p:cNvSpPr/>
            <p:nvPr/>
          </p:nvSpPr>
          <p:spPr>
            <a:xfrm>
              <a:off x="673162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9" name="object 749"/>
            <p:cNvSpPr/>
            <p:nvPr/>
          </p:nvSpPr>
          <p:spPr>
            <a:xfrm>
              <a:off x="6842534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0" name="object 750"/>
            <p:cNvSpPr/>
            <p:nvPr/>
          </p:nvSpPr>
          <p:spPr>
            <a:xfrm>
              <a:off x="6953445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1" name="object 751"/>
            <p:cNvSpPr/>
            <p:nvPr/>
          </p:nvSpPr>
          <p:spPr>
            <a:xfrm>
              <a:off x="7064356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2" name="object 752"/>
            <p:cNvSpPr/>
            <p:nvPr/>
          </p:nvSpPr>
          <p:spPr>
            <a:xfrm>
              <a:off x="7175267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3" name="object 753"/>
            <p:cNvSpPr/>
            <p:nvPr/>
          </p:nvSpPr>
          <p:spPr>
            <a:xfrm>
              <a:off x="3958878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4" name="object 754"/>
            <p:cNvSpPr/>
            <p:nvPr/>
          </p:nvSpPr>
          <p:spPr>
            <a:xfrm>
              <a:off x="4069789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5" name="object 755"/>
            <p:cNvSpPr/>
            <p:nvPr/>
          </p:nvSpPr>
          <p:spPr>
            <a:xfrm>
              <a:off x="4180686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6" name="object 756"/>
            <p:cNvSpPr/>
            <p:nvPr/>
          </p:nvSpPr>
          <p:spPr>
            <a:xfrm>
              <a:off x="4291597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7" name="object 757"/>
            <p:cNvSpPr/>
            <p:nvPr/>
          </p:nvSpPr>
          <p:spPr>
            <a:xfrm>
              <a:off x="4402508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8" name="object 758"/>
            <p:cNvSpPr/>
            <p:nvPr/>
          </p:nvSpPr>
          <p:spPr>
            <a:xfrm>
              <a:off x="4513432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462434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0" name="object 760"/>
            <p:cNvSpPr/>
            <p:nvPr/>
          </p:nvSpPr>
          <p:spPr>
            <a:xfrm>
              <a:off x="4735241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1" name="object 761"/>
            <p:cNvSpPr/>
            <p:nvPr/>
          </p:nvSpPr>
          <p:spPr>
            <a:xfrm>
              <a:off x="4846152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2" name="object 762"/>
            <p:cNvSpPr/>
            <p:nvPr/>
          </p:nvSpPr>
          <p:spPr>
            <a:xfrm>
              <a:off x="495706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3" name="object 763"/>
            <p:cNvSpPr/>
            <p:nvPr/>
          </p:nvSpPr>
          <p:spPr>
            <a:xfrm>
              <a:off x="506797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4" name="object 764"/>
            <p:cNvSpPr/>
            <p:nvPr/>
          </p:nvSpPr>
          <p:spPr>
            <a:xfrm>
              <a:off x="5178884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5" name="object 765"/>
            <p:cNvSpPr/>
            <p:nvPr/>
          </p:nvSpPr>
          <p:spPr>
            <a:xfrm>
              <a:off x="5289795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6" name="object 766"/>
            <p:cNvSpPr/>
            <p:nvPr/>
          </p:nvSpPr>
          <p:spPr>
            <a:xfrm>
              <a:off x="5400706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7" name="object 767"/>
            <p:cNvSpPr/>
            <p:nvPr/>
          </p:nvSpPr>
          <p:spPr>
            <a:xfrm>
              <a:off x="5511617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8" name="object 768"/>
            <p:cNvSpPr/>
            <p:nvPr/>
          </p:nvSpPr>
          <p:spPr>
            <a:xfrm>
              <a:off x="5622528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9" name="object 769"/>
            <p:cNvSpPr/>
            <p:nvPr/>
          </p:nvSpPr>
          <p:spPr>
            <a:xfrm>
              <a:off x="5733439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0" name="object 770"/>
            <p:cNvSpPr/>
            <p:nvPr/>
          </p:nvSpPr>
          <p:spPr>
            <a:xfrm>
              <a:off x="5844350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1" name="object 771"/>
            <p:cNvSpPr/>
            <p:nvPr/>
          </p:nvSpPr>
          <p:spPr>
            <a:xfrm>
              <a:off x="5955260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2" name="object 772"/>
            <p:cNvSpPr/>
            <p:nvPr/>
          </p:nvSpPr>
          <p:spPr>
            <a:xfrm>
              <a:off x="6066171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3" name="object 773"/>
            <p:cNvSpPr/>
            <p:nvPr/>
          </p:nvSpPr>
          <p:spPr>
            <a:xfrm>
              <a:off x="6177082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4" name="object 774"/>
            <p:cNvSpPr/>
            <p:nvPr/>
          </p:nvSpPr>
          <p:spPr>
            <a:xfrm>
              <a:off x="628799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5" name="object 775"/>
            <p:cNvSpPr/>
            <p:nvPr/>
          </p:nvSpPr>
          <p:spPr>
            <a:xfrm>
              <a:off x="6398904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6" name="object 776"/>
            <p:cNvSpPr/>
            <p:nvPr/>
          </p:nvSpPr>
          <p:spPr>
            <a:xfrm>
              <a:off x="6509802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7" name="object 777"/>
            <p:cNvSpPr/>
            <p:nvPr/>
          </p:nvSpPr>
          <p:spPr>
            <a:xfrm>
              <a:off x="662071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8" name="object 778"/>
            <p:cNvSpPr/>
            <p:nvPr/>
          </p:nvSpPr>
          <p:spPr>
            <a:xfrm>
              <a:off x="673162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9" name="object 779"/>
            <p:cNvSpPr/>
            <p:nvPr/>
          </p:nvSpPr>
          <p:spPr>
            <a:xfrm>
              <a:off x="6842534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0" name="object 780"/>
            <p:cNvSpPr/>
            <p:nvPr/>
          </p:nvSpPr>
          <p:spPr>
            <a:xfrm>
              <a:off x="6953445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1" name="object 781"/>
            <p:cNvSpPr/>
            <p:nvPr/>
          </p:nvSpPr>
          <p:spPr>
            <a:xfrm>
              <a:off x="7064356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2" name="object 782"/>
            <p:cNvSpPr/>
            <p:nvPr/>
          </p:nvSpPr>
          <p:spPr>
            <a:xfrm>
              <a:off x="7175267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3" name="object 783"/>
            <p:cNvSpPr/>
            <p:nvPr/>
          </p:nvSpPr>
          <p:spPr>
            <a:xfrm>
              <a:off x="3958878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4" name="object 784"/>
            <p:cNvSpPr/>
            <p:nvPr/>
          </p:nvSpPr>
          <p:spPr>
            <a:xfrm>
              <a:off x="4069789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5" name="object 785"/>
            <p:cNvSpPr/>
            <p:nvPr/>
          </p:nvSpPr>
          <p:spPr>
            <a:xfrm>
              <a:off x="4180686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6" name="object 786"/>
            <p:cNvSpPr/>
            <p:nvPr/>
          </p:nvSpPr>
          <p:spPr>
            <a:xfrm>
              <a:off x="4291597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7" name="object 787"/>
            <p:cNvSpPr/>
            <p:nvPr/>
          </p:nvSpPr>
          <p:spPr>
            <a:xfrm>
              <a:off x="4402508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8" name="object 788"/>
            <p:cNvSpPr/>
            <p:nvPr/>
          </p:nvSpPr>
          <p:spPr>
            <a:xfrm>
              <a:off x="4513432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9" name="object 789"/>
            <p:cNvSpPr/>
            <p:nvPr/>
          </p:nvSpPr>
          <p:spPr>
            <a:xfrm>
              <a:off x="462434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0" name="object 790"/>
            <p:cNvSpPr/>
            <p:nvPr/>
          </p:nvSpPr>
          <p:spPr>
            <a:xfrm>
              <a:off x="4735241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1" name="object 791"/>
            <p:cNvSpPr/>
            <p:nvPr/>
          </p:nvSpPr>
          <p:spPr>
            <a:xfrm>
              <a:off x="4846152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2" name="object 792"/>
            <p:cNvSpPr/>
            <p:nvPr/>
          </p:nvSpPr>
          <p:spPr>
            <a:xfrm>
              <a:off x="495706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3" name="object 793"/>
            <p:cNvSpPr/>
            <p:nvPr/>
          </p:nvSpPr>
          <p:spPr>
            <a:xfrm>
              <a:off x="506797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4" name="object 794"/>
            <p:cNvSpPr/>
            <p:nvPr/>
          </p:nvSpPr>
          <p:spPr>
            <a:xfrm>
              <a:off x="5178884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5" name="object 795"/>
            <p:cNvSpPr/>
            <p:nvPr/>
          </p:nvSpPr>
          <p:spPr>
            <a:xfrm>
              <a:off x="5289795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6" name="object 796"/>
            <p:cNvSpPr/>
            <p:nvPr/>
          </p:nvSpPr>
          <p:spPr>
            <a:xfrm>
              <a:off x="5400706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7" name="object 797"/>
            <p:cNvSpPr/>
            <p:nvPr/>
          </p:nvSpPr>
          <p:spPr>
            <a:xfrm>
              <a:off x="5511617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8" name="object 798"/>
            <p:cNvSpPr/>
            <p:nvPr/>
          </p:nvSpPr>
          <p:spPr>
            <a:xfrm>
              <a:off x="5622528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9" name="object 799"/>
            <p:cNvSpPr/>
            <p:nvPr/>
          </p:nvSpPr>
          <p:spPr>
            <a:xfrm>
              <a:off x="5733439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0" name="object 800"/>
            <p:cNvSpPr/>
            <p:nvPr/>
          </p:nvSpPr>
          <p:spPr>
            <a:xfrm>
              <a:off x="5844350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1" name="object 801"/>
            <p:cNvSpPr/>
            <p:nvPr/>
          </p:nvSpPr>
          <p:spPr>
            <a:xfrm>
              <a:off x="5955260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2" name="object 802"/>
            <p:cNvSpPr/>
            <p:nvPr/>
          </p:nvSpPr>
          <p:spPr>
            <a:xfrm>
              <a:off x="6066171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3" name="object 803"/>
            <p:cNvSpPr/>
            <p:nvPr/>
          </p:nvSpPr>
          <p:spPr>
            <a:xfrm>
              <a:off x="6177082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4" name="object 804"/>
            <p:cNvSpPr/>
            <p:nvPr/>
          </p:nvSpPr>
          <p:spPr>
            <a:xfrm>
              <a:off x="628799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5" name="object 805"/>
            <p:cNvSpPr/>
            <p:nvPr/>
          </p:nvSpPr>
          <p:spPr>
            <a:xfrm>
              <a:off x="6398904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6" name="object 806"/>
            <p:cNvSpPr/>
            <p:nvPr/>
          </p:nvSpPr>
          <p:spPr>
            <a:xfrm>
              <a:off x="6509802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7" name="object 807"/>
            <p:cNvSpPr/>
            <p:nvPr/>
          </p:nvSpPr>
          <p:spPr>
            <a:xfrm>
              <a:off x="662071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8" name="object 808"/>
            <p:cNvSpPr/>
            <p:nvPr/>
          </p:nvSpPr>
          <p:spPr>
            <a:xfrm>
              <a:off x="673162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9" name="object 809"/>
            <p:cNvSpPr/>
            <p:nvPr/>
          </p:nvSpPr>
          <p:spPr>
            <a:xfrm>
              <a:off x="6842534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0" name="object 810"/>
            <p:cNvSpPr/>
            <p:nvPr/>
          </p:nvSpPr>
          <p:spPr>
            <a:xfrm>
              <a:off x="6953445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1" name="object 811"/>
            <p:cNvSpPr/>
            <p:nvPr/>
          </p:nvSpPr>
          <p:spPr>
            <a:xfrm>
              <a:off x="7064356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2" name="object 812"/>
            <p:cNvSpPr/>
            <p:nvPr/>
          </p:nvSpPr>
          <p:spPr>
            <a:xfrm>
              <a:off x="7175267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3" name="object 813"/>
            <p:cNvSpPr/>
            <p:nvPr/>
          </p:nvSpPr>
          <p:spPr>
            <a:xfrm>
              <a:off x="3958878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4" name="object 814"/>
            <p:cNvSpPr/>
            <p:nvPr/>
          </p:nvSpPr>
          <p:spPr>
            <a:xfrm>
              <a:off x="4069789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5" name="object 815"/>
            <p:cNvSpPr/>
            <p:nvPr/>
          </p:nvSpPr>
          <p:spPr>
            <a:xfrm>
              <a:off x="4180686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6" name="object 816"/>
            <p:cNvSpPr/>
            <p:nvPr/>
          </p:nvSpPr>
          <p:spPr>
            <a:xfrm>
              <a:off x="4291597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7" name="object 817"/>
            <p:cNvSpPr/>
            <p:nvPr/>
          </p:nvSpPr>
          <p:spPr>
            <a:xfrm>
              <a:off x="4402508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8" name="object 818"/>
            <p:cNvSpPr/>
            <p:nvPr/>
          </p:nvSpPr>
          <p:spPr>
            <a:xfrm>
              <a:off x="4513432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9" name="object 819"/>
            <p:cNvSpPr/>
            <p:nvPr/>
          </p:nvSpPr>
          <p:spPr>
            <a:xfrm>
              <a:off x="462434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0" name="object 820"/>
            <p:cNvSpPr/>
            <p:nvPr/>
          </p:nvSpPr>
          <p:spPr>
            <a:xfrm>
              <a:off x="4735241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1" name="object 821"/>
            <p:cNvSpPr/>
            <p:nvPr/>
          </p:nvSpPr>
          <p:spPr>
            <a:xfrm>
              <a:off x="4846152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2" name="object 822"/>
            <p:cNvSpPr/>
            <p:nvPr/>
          </p:nvSpPr>
          <p:spPr>
            <a:xfrm>
              <a:off x="495706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3" name="object 823"/>
            <p:cNvSpPr/>
            <p:nvPr/>
          </p:nvSpPr>
          <p:spPr>
            <a:xfrm>
              <a:off x="506797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4" name="object 824"/>
            <p:cNvSpPr/>
            <p:nvPr/>
          </p:nvSpPr>
          <p:spPr>
            <a:xfrm>
              <a:off x="5178884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5" name="object 825"/>
            <p:cNvSpPr/>
            <p:nvPr/>
          </p:nvSpPr>
          <p:spPr>
            <a:xfrm>
              <a:off x="5289795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6" name="object 826"/>
            <p:cNvSpPr/>
            <p:nvPr/>
          </p:nvSpPr>
          <p:spPr>
            <a:xfrm>
              <a:off x="5400706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7" name="object 827"/>
            <p:cNvSpPr/>
            <p:nvPr/>
          </p:nvSpPr>
          <p:spPr>
            <a:xfrm>
              <a:off x="5511617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8" name="object 828"/>
            <p:cNvSpPr/>
            <p:nvPr/>
          </p:nvSpPr>
          <p:spPr>
            <a:xfrm>
              <a:off x="5622528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9" name="object 829"/>
            <p:cNvSpPr/>
            <p:nvPr/>
          </p:nvSpPr>
          <p:spPr>
            <a:xfrm>
              <a:off x="5733439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0" name="object 830"/>
            <p:cNvSpPr/>
            <p:nvPr/>
          </p:nvSpPr>
          <p:spPr>
            <a:xfrm>
              <a:off x="5844350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1" name="object 831"/>
            <p:cNvSpPr/>
            <p:nvPr/>
          </p:nvSpPr>
          <p:spPr>
            <a:xfrm>
              <a:off x="5955260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2" name="object 832"/>
            <p:cNvSpPr/>
            <p:nvPr/>
          </p:nvSpPr>
          <p:spPr>
            <a:xfrm>
              <a:off x="6066171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3" name="object 833"/>
            <p:cNvSpPr/>
            <p:nvPr/>
          </p:nvSpPr>
          <p:spPr>
            <a:xfrm>
              <a:off x="6177082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4" name="object 834"/>
            <p:cNvSpPr/>
            <p:nvPr/>
          </p:nvSpPr>
          <p:spPr>
            <a:xfrm>
              <a:off x="628799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5" name="object 835"/>
            <p:cNvSpPr/>
            <p:nvPr/>
          </p:nvSpPr>
          <p:spPr>
            <a:xfrm>
              <a:off x="6398904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6" name="object 836"/>
            <p:cNvSpPr/>
            <p:nvPr/>
          </p:nvSpPr>
          <p:spPr>
            <a:xfrm>
              <a:off x="6509802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7" name="object 837"/>
            <p:cNvSpPr/>
            <p:nvPr/>
          </p:nvSpPr>
          <p:spPr>
            <a:xfrm>
              <a:off x="662071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8" name="object 838"/>
            <p:cNvSpPr/>
            <p:nvPr/>
          </p:nvSpPr>
          <p:spPr>
            <a:xfrm>
              <a:off x="673162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9" name="object 839"/>
            <p:cNvSpPr/>
            <p:nvPr/>
          </p:nvSpPr>
          <p:spPr>
            <a:xfrm>
              <a:off x="6842534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0" name="object 840"/>
            <p:cNvSpPr/>
            <p:nvPr/>
          </p:nvSpPr>
          <p:spPr>
            <a:xfrm>
              <a:off x="6953445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1" name="object 841"/>
            <p:cNvSpPr/>
            <p:nvPr/>
          </p:nvSpPr>
          <p:spPr>
            <a:xfrm>
              <a:off x="7064356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2" name="object 842"/>
            <p:cNvSpPr/>
            <p:nvPr/>
          </p:nvSpPr>
          <p:spPr>
            <a:xfrm>
              <a:off x="7175267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3" name="object 843"/>
            <p:cNvSpPr/>
            <p:nvPr/>
          </p:nvSpPr>
          <p:spPr>
            <a:xfrm>
              <a:off x="3958878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4" name="object 844"/>
            <p:cNvSpPr/>
            <p:nvPr/>
          </p:nvSpPr>
          <p:spPr>
            <a:xfrm>
              <a:off x="4069789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5" name="object 845"/>
            <p:cNvSpPr/>
            <p:nvPr/>
          </p:nvSpPr>
          <p:spPr>
            <a:xfrm>
              <a:off x="4180686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6" name="object 846"/>
            <p:cNvSpPr/>
            <p:nvPr/>
          </p:nvSpPr>
          <p:spPr>
            <a:xfrm>
              <a:off x="4291597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7" name="object 847"/>
            <p:cNvSpPr/>
            <p:nvPr/>
          </p:nvSpPr>
          <p:spPr>
            <a:xfrm>
              <a:off x="4402508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8" name="object 848"/>
            <p:cNvSpPr/>
            <p:nvPr/>
          </p:nvSpPr>
          <p:spPr>
            <a:xfrm>
              <a:off x="4513432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9" name="object 849"/>
            <p:cNvSpPr/>
            <p:nvPr/>
          </p:nvSpPr>
          <p:spPr>
            <a:xfrm>
              <a:off x="462434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0" name="object 850"/>
            <p:cNvSpPr/>
            <p:nvPr/>
          </p:nvSpPr>
          <p:spPr>
            <a:xfrm>
              <a:off x="4735241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1" name="object 851"/>
            <p:cNvSpPr/>
            <p:nvPr/>
          </p:nvSpPr>
          <p:spPr>
            <a:xfrm>
              <a:off x="4846152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2" name="object 852"/>
            <p:cNvSpPr/>
            <p:nvPr/>
          </p:nvSpPr>
          <p:spPr>
            <a:xfrm>
              <a:off x="495706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3" name="object 853"/>
            <p:cNvSpPr/>
            <p:nvPr/>
          </p:nvSpPr>
          <p:spPr>
            <a:xfrm>
              <a:off x="506797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4" name="object 854"/>
            <p:cNvSpPr/>
            <p:nvPr/>
          </p:nvSpPr>
          <p:spPr>
            <a:xfrm>
              <a:off x="5178884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5" name="object 855"/>
            <p:cNvSpPr/>
            <p:nvPr/>
          </p:nvSpPr>
          <p:spPr>
            <a:xfrm>
              <a:off x="5289795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6" name="object 856"/>
            <p:cNvSpPr/>
            <p:nvPr/>
          </p:nvSpPr>
          <p:spPr>
            <a:xfrm>
              <a:off x="5400706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7" name="object 857"/>
            <p:cNvSpPr/>
            <p:nvPr/>
          </p:nvSpPr>
          <p:spPr>
            <a:xfrm>
              <a:off x="5511617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8" name="object 858"/>
            <p:cNvSpPr/>
            <p:nvPr/>
          </p:nvSpPr>
          <p:spPr>
            <a:xfrm>
              <a:off x="5622528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9" name="object 859"/>
            <p:cNvSpPr/>
            <p:nvPr/>
          </p:nvSpPr>
          <p:spPr>
            <a:xfrm>
              <a:off x="5733439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0" name="object 860"/>
            <p:cNvSpPr/>
            <p:nvPr/>
          </p:nvSpPr>
          <p:spPr>
            <a:xfrm>
              <a:off x="5844350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1" name="object 861"/>
            <p:cNvSpPr/>
            <p:nvPr/>
          </p:nvSpPr>
          <p:spPr>
            <a:xfrm>
              <a:off x="5955260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2" name="object 862"/>
            <p:cNvSpPr/>
            <p:nvPr/>
          </p:nvSpPr>
          <p:spPr>
            <a:xfrm>
              <a:off x="6066171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3" name="object 863"/>
            <p:cNvSpPr/>
            <p:nvPr/>
          </p:nvSpPr>
          <p:spPr>
            <a:xfrm>
              <a:off x="6177082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4" name="object 864"/>
            <p:cNvSpPr/>
            <p:nvPr/>
          </p:nvSpPr>
          <p:spPr>
            <a:xfrm>
              <a:off x="628799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5" name="object 865"/>
            <p:cNvSpPr/>
            <p:nvPr/>
          </p:nvSpPr>
          <p:spPr>
            <a:xfrm>
              <a:off x="6398904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6" name="object 866"/>
            <p:cNvSpPr/>
            <p:nvPr/>
          </p:nvSpPr>
          <p:spPr>
            <a:xfrm>
              <a:off x="6509802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7" name="object 867"/>
            <p:cNvSpPr/>
            <p:nvPr/>
          </p:nvSpPr>
          <p:spPr>
            <a:xfrm>
              <a:off x="662071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8" name="object 868"/>
            <p:cNvSpPr/>
            <p:nvPr/>
          </p:nvSpPr>
          <p:spPr>
            <a:xfrm>
              <a:off x="673162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9" name="object 869"/>
            <p:cNvSpPr/>
            <p:nvPr/>
          </p:nvSpPr>
          <p:spPr>
            <a:xfrm>
              <a:off x="6842534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0" name="object 870"/>
            <p:cNvSpPr/>
            <p:nvPr/>
          </p:nvSpPr>
          <p:spPr>
            <a:xfrm>
              <a:off x="6953445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1" name="object 871"/>
            <p:cNvSpPr/>
            <p:nvPr/>
          </p:nvSpPr>
          <p:spPr>
            <a:xfrm>
              <a:off x="7064356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2" name="object 872"/>
            <p:cNvSpPr/>
            <p:nvPr/>
          </p:nvSpPr>
          <p:spPr>
            <a:xfrm>
              <a:off x="7175267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3" name="object 873"/>
            <p:cNvSpPr/>
            <p:nvPr/>
          </p:nvSpPr>
          <p:spPr>
            <a:xfrm>
              <a:off x="3958878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4" name="object 874"/>
            <p:cNvSpPr/>
            <p:nvPr/>
          </p:nvSpPr>
          <p:spPr>
            <a:xfrm>
              <a:off x="4069789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5" name="object 875"/>
            <p:cNvSpPr/>
            <p:nvPr/>
          </p:nvSpPr>
          <p:spPr>
            <a:xfrm>
              <a:off x="4180686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6" name="object 876"/>
            <p:cNvSpPr/>
            <p:nvPr/>
          </p:nvSpPr>
          <p:spPr>
            <a:xfrm>
              <a:off x="4291597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7" name="object 877"/>
            <p:cNvSpPr/>
            <p:nvPr/>
          </p:nvSpPr>
          <p:spPr>
            <a:xfrm>
              <a:off x="4402508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8" name="object 878"/>
            <p:cNvSpPr/>
            <p:nvPr/>
          </p:nvSpPr>
          <p:spPr>
            <a:xfrm>
              <a:off x="4513432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9" name="object 879"/>
            <p:cNvSpPr/>
            <p:nvPr/>
          </p:nvSpPr>
          <p:spPr>
            <a:xfrm>
              <a:off x="462434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0" name="object 880"/>
            <p:cNvSpPr/>
            <p:nvPr/>
          </p:nvSpPr>
          <p:spPr>
            <a:xfrm>
              <a:off x="4735241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1" name="object 881"/>
            <p:cNvSpPr/>
            <p:nvPr/>
          </p:nvSpPr>
          <p:spPr>
            <a:xfrm>
              <a:off x="4846152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2" name="object 882"/>
            <p:cNvSpPr/>
            <p:nvPr/>
          </p:nvSpPr>
          <p:spPr>
            <a:xfrm>
              <a:off x="495706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3" name="object 883"/>
            <p:cNvSpPr/>
            <p:nvPr/>
          </p:nvSpPr>
          <p:spPr>
            <a:xfrm>
              <a:off x="506797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4" name="object 884"/>
            <p:cNvSpPr/>
            <p:nvPr/>
          </p:nvSpPr>
          <p:spPr>
            <a:xfrm>
              <a:off x="5178884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5" name="object 885"/>
            <p:cNvSpPr/>
            <p:nvPr/>
          </p:nvSpPr>
          <p:spPr>
            <a:xfrm>
              <a:off x="5289795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6" name="object 886"/>
            <p:cNvSpPr/>
            <p:nvPr/>
          </p:nvSpPr>
          <p:spPr>
            <a:xfrm>
              <a:off x="5400706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7" name="object 887"/>
            <p:cNvSpPr/>
            <p:nvPr/>
          </p:nvSpPr>
          <p:spPr>
            <a:xfrm>
              <a:off x="5511617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8" name="object 888"/>
            <p:cNvSpPr/>
            <p:nvPr/>
          </p:nvSpPr>
          <p:spPr>
            <a:xfrm>
              <a:off x="5622528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9" name="object 889"/>
            <p:cNvSpPr/>
            <p:nvPr/>
          </p:nvSpPr>
          <p:spPr>
            <a:xfrm>
              <a:off x="5733439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0" name="object 890"/>
            <p:cNvSpPr/>
            <p:nvPr/>
          </p:nvSpPr>
          <p:spPr>
            <a:xfrm>
              <a:off x="5844350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1" name="object 891"/>
            <p:cNvSpPr/>
            <p:nvPr/>
          </p:nvSpPr>
          <p:spPr>
            <a:xfrm>
              <a:off x="5955260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2" name="object 892"/>
            <p:cNvSpPr/>
            <p:nvPr/>
          </p:nvSpPr>
          <p:spPr>
            <a:xfrm>
              <a:off x="6066171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3" name="object 893"/>
            <p:cNvSpPr/>
            <p:nvPr/>
          </p:nvSpPr>
          <p:spPr>
            <a:xfrm>
              <a:off x="6177082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4" name="object 894"/>
            <p:cNvSpPr/>
            <p:nvPr/>
          </p:nvSpPr>
          <p:spPr>
            <a:xfrm>
              <a:off x="628799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5" name="object 895"/>
            <p:cNvSpPr/>
            <p:nvPr/>
          </p:nvSpPr>
          <p:spPr>
            <a:xfrm>
              <a:off x="6398904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6" name="object 896"/>
            <p:cNvSpPr/>
            <p:nvPr/>
          </p:nvSpPr>
          <p:spPr>
            <a:xfrm>
              <a:off x="6509802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7" name="object 897"/>
            <p:cNvSpPr/>
            <p:nvPr/>
          </p:nvSpPr>
          <p:spPr>
            <a:xfrm>
              <a:off x="662071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8" name="object 898"/>
            <p:cNvSpPr/>
            <p:nvPr/>
          </p:nvSpPr>
          <p:spPr>
            <a:xfrm>
              <a:off x="673162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9" name="object 899"/>
            <p:cNvSpPr/>
            <p:nvPr/>
          </p:nvSpPr>
          <p:spPr>
            <a:xfrm>
              <a:off x="6842534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0" name="object 900"/>
            <p:cNvSpPr/>
            <p:nvPr/>
          </p:nvSpPr>
          <p:spPr>
            <a:xfrm>
              <a:off x="6953445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1" name="object 901"/>
            <p:cNvSpPr/>
            <p:nvPr/>
          </p:nvSpPr>
          <p:spPr>
            <a:xfrm>
              <a:off x="7064356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2" name="object 902"/>
            <p:cNvSpPr/>
            <p:nvPr/>
          </p:nvSpPr>
          <p:spPr>
            <a:xfrm>
              <a:off x="7175267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3" name="object 903"/>
            <p:cNvSpPr/>
            <p:nvPr/>
          </p:nvSpPr>
          <p:spPr>
            <a:xfrm>
              <a:off x="3958878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4" name="object 904"/>
            <p:cNvSpPr/>
            <p:nvPr/>
          </p:nvSpPr>
          <p:spPr>
            <a:xfrm>
              <a:off x="4069789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5" name="object 905"/>
            <p:cNvSpPr/>
            <p:nvPr/>
          </p:nvSpPr>
          <p:spPr>
            <a:xfrm>
              <a:off x="4180686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6" name="object 906"/>
            <p:cNvSpPr/>
            <p:nvPr/>
          </p:nvSpPr>
          <p:spPr>
            <a:xfrm>
              <a:off x="4291597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7" name="object 907"/>
            <p:cNvSpPr/>
            <p:nvPr/>
          </p:nvSpPr>
          <p:spPr>
            <a:xfrm>
              <a:off x="4402508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8" name="object 908"/>
            <p:cNvSpPr/>
            <p:nvPr/>
          </p:nvSpPr>
          <p:spPr>
            <a:xfrm>
              <a:off x="4513432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9" name="object 909"/>
            <p:cNvSpPr/>
            <p:nvPr/>
          </p:nvSpPr>
          <p:spPr>
            <a:xfrm>
              <a:off x="462434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0" name="object 910"/>
            <p:cNvSpPr/>
            <p:nvPr/>
          </p:nvSpPr>
          <p:spPr>
            <a:xfrm>
              <a:off x="4735241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1" name="object 911"/>
            <p:cNvSpPr/>
            <p:nvPr/>
          </p:nvSpPr>
          <p:spPr>
            <a:xfrm>
              <a:off x="4846152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2" name="object 912"/>
            <p:cNvSpPr/>
            <p:nvPr/>
          </p:nvSpPr>
          <p:spPr>
            <a:xfrm>
              <a:off x="495706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3" name="object 913"/>
            <p:cNvSpPr/>
            <p:nvPr/>
          </p:nvSpPr>
          <p:spPr>
            <a:xfrm>
              <a:off x="506797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4" name="object 914"/>
            <p:cNvSpPr/>
            <p:nvPr/>
          </p:nvSpPr>
          <p:spPr>
            <a:xfrm>
              <a:off x="5178884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5" name="object 915"/>
            <p:cNvSpPr/>
            <p:nvPr/>
          </p:nvSpPr>
          <p:spPr>
            <a:xfrm>
              <a:off x="5289795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6" name="object 916"/>
            <p:cNvSpPr/>
            <p:nvPr/>
          </p:nvSpPr>
          <p:spPr>
            <a:xfrm>
              <a:off x="5400706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7" name="object 917"/>
            <p:cNvSpPr/>
            <p:nvPr/>
          </p:nvSpPr>
          <p:spPr>
            <a:xfrm>
              <a:off x="5511617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8" name="object 918"/>
            <p:cNvSpPr/>
            <p:nvPr/>
          </p:nvSpPr>
          <p:spPr>
            <a:xfrm>
              <a:off x="5622528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9" name="object 919"/>
            <p:cNvSpPr/>
            <p:nvPr/>
          </p:nvSpPr>
          <p:spPr>
            <a:xfrm>
              <a:off x="5733439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0" name="object 920"/>
            <p:cNvSpPr/>
            <p:nvPr/>
          </p:nvSpPr>
          <p:spPr>
            <a:xfrm>
              <a:off x="5844350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1" name="object 921"/>
            <p:cNvSpPr/>
            <p:nvPr/>
          </p:nvSpPr>
          <p:spPr>
            <a:xfrm>
              <a:off x="5955260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2" name="object 922"/>
            <p:cNvSpPr/>
            <p:nvPr/>
          </p:nvSpPr>
          <p:spPr>
            <a:xfrm>
              <a:off x="6066171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3" name="object 923"/>
            <p:cNvSpPr/>
            <p:nvPr/>
          </p:nvSpPr>
          <p:spPr>
            <a:xfrm>
              <a:off x="6177082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4" name="object 924"/>
            <p:cNvSpPr/>
            <p:nvPr/>
          </p:nvSpPr>
          <p:spPr>
            <a:xfrm>
              <a:off x="628799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5" name="object 925"/>
            <p:cNvSpPr/>
            <p:nvPr/>
          </p:nvSpPr>
          <p:spPr>
            <a:xfrm>
              <a:off x="6398904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6" name="object 926"/>
            <p:cNvSpPr/>
            <p:nvPr/>
          </p:nvSpPr>
          <p:spPr>
            <a:xfrm>
              <a:off x="6509802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7" name="object 927"/>
            <p:cNvSpPr/>
            <p:nvPr/>
          </p:nvSpPr>
          <p:spPr>
            <a:xfrm>
              <a:off x="662071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8" name="object 928"/>
            <p:cNvSpPr/>
            <p:nvPr/>
          </p:nvSpPr>
          <p:spPr>
            <a:xfrm>
              <a:off x="673162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9" name="object 929"/>
            <p:cNvSpPr/>
            <p:nvPr/>
          </p:nvSpPr>
          <p:spPr>
            <a:xfrm>
              <a:off x="6842534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0" name="object 930"/>
            <p:cNvSpPr/>
            <p:nvPr/>
          </p:nvSpPr>
          <p:spPr>
            <a:xfrm>
              <a:off x="6953445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1" name="object 931"/>
            <p:cNvSpPr/>
            <p:nvPr/>
          </p:nvSpPr>
          <p:spPr>
            <a:xfrm>
              <a:off x="7064356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2" name="object 932"/>
            <p:cNvSpPr/>
            <p:nvPr/>
          </p:nvSpPr>
          <p:spPr>
            <a:xfrm>
              <a:off x="7175267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3" name="object 933"/>
            <p:cNvSpPr/>
            <p:nvPr/>
          </p:nvSpPr>
          <p:spPr>
            <a:xfrm>
              <a:off x="3958878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4" name="object 934"/>
            <p:cNvSpPr/>
            <p:nvPr/>
          </p:nvSpPr>
          <p:spPr>
            <a:xfrm>
              <a:off x="4069789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5" name="object 935"/>
            <p:cNvSpPr/>
            <p:nvPr/>
          </p:nvSpPr>
          <p:spPr>
            <a:xfrm>
              <a:off x="4180686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6" name="object 936"/>
            <p:cNvSpPr/>
            <p:nvPr/>
          </p:nvSpPr>
          <p:spPr>
            <a:xfrm>
              <a:off x="4291597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7" name="object 937"/>
            <p:cNvSpPr/>
            <p:nvPr/>
          </p:nvSpPr>
          <p:spPr>
            <a:xfrm>
              <a:off x="4402508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8" name="object 938"/>
            <p:cNvSpPr/>
            <p:nvPr/>
          </p:nvSpPr>
          <p:spPr>
            <a:xfrm>
              <a:off x="4513432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9" name="object 939"/>
            <p:cNvSpPr/>
            <p:nvPr/>
          </p:nvSpPr>
          <p:spPr>
            <a:xfrm>
              <a:off x="462434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0" name="object 940"/>
            <p:cNvSpPr/>
            <p:nvPr/>
          </p:nvSpPr>
          <p:spPr>
            <a:xfrm>
              <a:off x="4735241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1" name="object 941"/>
            <p:cNvSpPr/>
            <p:nvPr/>
          </p:nvSpPr>
          <p:spPr>
            <a:xfrm>
              <a:off x="4846152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2" name="object 942"/>
            <p:cNvSpPr/>
            <p:nvPr/>
          </p:nvSpPr>
          <p:spPr>
            <a:xfrm>
              <a:off x="495706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3" name="object 943"/>
            <p:cNvSpPr/>
            <p:nvPr/>
          </p:nvSpPr>
          <p:spPr>
            <a:xfrm>
              <a:off x="506797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4" name="object 944"/>
            <p:cNvSpPr/>
            <p:nvPr/>
          </p:nvSpPr>
          <p:spPr>
            <a:xfrm>
              <a:off x="5178884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5" name="object 945"/>
            <p:cNvSpPr/>
            <p:nvPr/>
          </p:nvSpPr>
          <p:spPr>
            <a:xfrm>
              <a:off x="5289795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6" name="object 946"/>
            <p:cNvSpPr/>
            <p:nvPr/>
          </p:nvSpPr>
          <p:spPr>
            <a:xfrm>
              <a:off x="5400706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7" name="object 947"/>
            <p:cNvSpPr/>
            <p:nvPr/>
          </p:nvSpPr>
          <p:spPr>
            <a:xfrm>
              <a:off x="5511617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8" name="object 948"/>
            <p:cNvSpPr/>
            <p:nvPr/>
          </p:nvSpPr>
          <p:spPr>
            <a:xfrm>
              <a:off x="5622528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9" name="object 949"/>
            <p:cNvSpPr/>
            <p:nvPr/>
          </p:nvSpPr>
          <p:spPr>
            <a:xfrm>
              <a:off x="5733439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0" name="object 950"/>
            <p:cNvSpPr/>
            <p:nvPr/>
          </p:nvSpPr>
          <p:spPr>
            <a:xfrm>
              <a:off x="5844350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1" name="object 951"/>
            <p:cNvSpPr/>
            <p:nvPr/>
          </p:nvSpPr>
          <p:spPr>
            <a:xfrm>
              <a:off x="5955260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2" name="object 952"/>
            <p:cNvSpPr/>
            <p:nvPr/>
          </p:nvSpPr>
          <p:spPr>
            <a:xfrm>
              <a:off x="6066171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3" name="object 953"/>
            <p:cNvSpPr/>
            <p:nvPr/>
          </p:nvSpPr>
          <p:spPr>
            <a:xfrm>
              <a:off x="6177082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4" name="object 954"/>
            <p:cNvSpPr/>
            <p:nvPr/>
          </p:nvSpPr>
          <p:spPr>
            <a:xfrm>
              <a:off x="628799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5" name="object 955"/>
            <p:cNvSpPr/>
            <p:nvPr/>
          </p:nvSpPr>
          <p:spPr>
            <a:xfrm>
              <a:off x="6398904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6" name="object 956"/>
            <p:cNvSpPr/>
            <p:nvPr/>
          </p:nvSpPr>
          <p:spPr>
            <a:xfrm>
              <a:off x="6509802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7" name="object 957"/>
            <p:cNvSpPr/>
            <p:nvPr/>
          </p:nvSpPr>
          <p:spPr>
            <a:xfrm>
              <a:off x="662071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8" name="object 958"/>
            <p:cNvSpPr/>
            <p:nvPr/>
          </p:nvSpPr>
          <p:spPr>
            <a:xfrm>
              <a:off x="673162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9" name="object 959"/>
            <p:cNvSpPr/>
            <p:nvPr/>
          </p:nvSpPr>
          <p:spPr>
            <a:xfrm>
              <a:off x="6842534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0" name="object 960"/>
            <p:cNvSpPr/>
            <p:nvPr/>
          </p:nvSpPr>
          <p:spPr>
            <a:xfrm>
              <a:off x="6953445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1" name="object 961"/>
            <p:cNvSpPr/>
            <p:nvPr/>
          </p:nvSpPr>
          <p:spPr>
            <a:xfrm>
              <a:off x="7064356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2" name="object 962"/>
            <p:cNvSpPr/>
            <p:nvPr/>
          </p:nvSpPr>
          <p:spPr>
            <a:xfrm>
              <a:off x="7175267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3" name="object 963"/>
            <p:cNvSpPr/>
            <p:nvPr/>
          </p:nvSpPr>
          <p:spPr>
            <a:xfrm>
              <a:off x="3958878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4" name="object 964"/>
            <p:cNvSpPr/>
            <p:nvPr/>
          </p:nvSpPr>
          <p:spPr>
            <a:xfrm>
              <a:off x="4069789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5" name="object 965"/>
            <p:cNvSpPr/>
            <p:nvPr/>
          </p:nvSpPr>
          <p:spPr>
            <a:xfrm>
              <a:off x="4180686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6" name="object 966"/>
            <p:cNvSpPr/>
            <p:nvPr/>
          </p:nvSpPr>
          <p:spPr>
            <a:xfrm>
              <a:off x="4291597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7" name="object 967"/>
            <p:cNvSpPr/>
            <p:nvPr/>
          </p:nvSpPr>
          <p:spPr>
            <a:xfrm>
              <a:off x="4402508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8" name="object 968"/>
            <p:cNvSpPr/>
            <p:nvPr/>
          </p:nvSpPr>
          <p:spPr>
            <a:xfrm>
              <a:off x="4513432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9" name="object 969"/>
            <p:cNvSpPr/>
            <p:nvPr/>
          </p:nvSpPr>
          <p:spPr>
            <a:xfrm>
              <a:off x="462434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0" name="object 970"/>
            <p:cNvSpPr/>
            <p:nvPr/>
          </p:nvSpPr>
          <p:spPr>
            <a:xfrm>
              <a:off x="4735241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1" name="object 971"/>
            <p:cNvSpPr/>
            <p:nvPr/>
          </p:nvSpPr>
          <p:spPr>
            <a:xfrm>
              <a:off x="4846152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2" name="object 972"/>
            <p:cNvSpPr/>
            <p:nvPr/>
          </p:nvSpPr>
          <p:spPr>
            <a:xfrm>
              <a:off x="495706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3" name="object 973"/>
            <p:cNvSpPr/>
            <p:nvPr/>
          </p:nvSpPr>
          <p:spPr>
            <a:xfrm>
              <a:off x="506797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4" name="object 974"/>
            <p:cNvSpPr/>
            <p:nvPr/>
          </p:nvSpPr>
          <p:spPr>
            <a:xfrm>
              <a:off x="5178884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5" name="object 975"/>
            <p:cNvSpPr/>
            <p:nvPr/>
          </p:nvSpPr>
          <p:spPr>
            <a:xfrm>
              <a:off x="5289795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6" name="object 976"/>
            <p:cNvSpPr/>
            <p:nvPr/>
          </p:nvSpPr>
          <p:spPr>
            <a:xfrm>
              <a:off x="5400706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7" name="object 977"/>
            <p:cNvSpPr/>
            <p:nvPr/>
          </p:nvSpPr>
          <p:spPr>
            <a:xfrm>
              <a:off x="5511617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8" name="object 978"/>
            <p:cNvSpPr/>
            <p:nvPr/>
          </p:nvSpPr>
          <p:spPr>
            <a:xfrm>
              <a:off x="5622528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9" name="object 979"/>
            <p:cNvSpPr/>
            <p:nvPr/>
          </p:nvSpPr>
          <p:spPr>
            <a:xfrm>
              <a:off x="5733439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0" name="object 980"/>
            <p:cNvSpPr/>
            <p:nvPr/>
          </p:nvSpPr>
          <p:spPr>
            <a:xfrm>
              <a:off x="5844350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1" name="object 981"/>
            <p:cNvSpPr/>
            <p:nvPr/>
          </p:nvSpPr>
          <p:spPr>
            <a:xfrm>
              <a:off x="5955260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2" name="object 982"/>
            <p:cNvSpPr/>
            <p:nvPr/>
          </p:nvSpPr>
          <p:spPr>
            <a:xfrm>
              <a:off x="6066171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3" name="object 983"/>
            <p:cNvSpPr/>
            <p:nvPr/>
          </p:nvSpPr>
          <p:spPr>
            <a:xfrm>
              <a:off x="6177082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4" name="object 984"/>
            <p:cNvSpPr/>
            <p:nvPr/>
          </p:nvSpPr>
          <p:spPr>
            <a:xfrm>
              <a:off x="628799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5" name="object 985"/>
            <p:cNvSpPr/>
            <p:nvPr/>
          </p:nvSpPr>
          <p:spPr>
            <a:xfrm>
              <a:off x="6398904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6" name="object 986"/>
            <p:cNvSpPr/>
            <p:nvPr/>
          </p:nvSpPr>
          <p:spPr>
            <a:xfrm>
              <a:off x="6509802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7" name="object 987"/>
            <p:cNvSpPr/>
            <p:nvPr/>
          </p:nvSpPr>
          <p:spPr>
            <a:xfrm>
              <a:off x="662071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8" name="object 988"/>
            <p:cNvSpPr/>
            <p:nvPr/>
          </p:nvSpPr>
          <p:spPr>
            <a:xfrm>
              <a:off x="673162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9" name="object 989"/>
            <p:cNvSpPr/>
            <p:nvPr/>
          </p:nvSpPr>
          <p:spPr>
            <a:xfrm>
              <a:off x="6842534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0" name="object 990"/>
            <p:cNvSpPr/>
            <p:nvPr/>
          </p:nvSpPr>
          <p:spPr>
            <a:xfrm>
              <a:off x="6953445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1" name="object 991"/>
            <p:cNvSpPr/>
            <p:nvPr/>
          </p:nvSpPr>
          <p:spPr>
            <a:xfrm>
              <a:off x="7064356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2" name="object 992"/>
            <p:cNvSpPr/>
            <p:nvPr/>
          </p:nvSpPr>
          <p:spPr>
            <a:xfrm>
              <a:off x="7175267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3" name="object 993"/>
            <p:cNvSpPr/>
            <p:nvPr/>
          </p:nvSpPr>
          <p:spPr>
            <a:xfrm>
              <a:off x="3958878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4" name="object 994"/>
            <p:cNvSpPr/>
            <p:nvPr/>
          </p:nvSpPr>
          <p:spPr>
            <a:xfrm>
              <a:off x="4069789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5" name="object 995"/>
            <p:cNvSpPr/>
            <p:nvPr/>
          </p:nvSpPr>
          <p:spPr>
            <a:xfrm>
              <a:off x="4180686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6" name="object 996"/>
            <p:cNvSpPr/>
            <p:nvPr/>
          </p:nvSpPr>
          <p:spPr>
            <a:xfrm>
              <a:off x="4291597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7" name="object 997"/>
            <p:cNvSpPr/>
            <p:nvPr/>
          </p:nvSpPr>
          <p:spPr>
            <a:xfrm>
              <a:off x="4402508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8" name="object 998"/>
            <p:cNvSpPr/>
            <p:nvPr/>
          </p:nvSpPr>
          <p:spPr>
            <a:xfrm>
              <a:off x="4513432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9" name="object 999"/>
            <p:cNvSpPr/>
            <p:nvPr/>
          </p:nvSpPr>
          <p:spPr>
            <a:xfrm>
              <a:off x="462434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4735241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4846152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495706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506797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5178884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5289795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6" name="object 1006"/>
            <p:cNvSpPr/>
            <p:nvPr/>
          </p:nvSpPr>
          <p:spPr>
            <a:xfrm>
              <a:off x="5400706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5511617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5622528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9" name="object 1009"/>
            <p:cNvSpPr/>
            <p:nvPr/>
          </p:nvSpPr>
          <p:spPr>
            <a:xfrm>
              <a:off x="5733439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0" name="object 1010"/>
            <p:cNvSpPr/>
            <p:nvPr/>
          </p:nvSpPr>
          <p:spPr>
            <a:xfrm>
              <a:off x="5844350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5955260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2" name="object 1012"/>
            <p:cNvSpPr/>
            <p:nvPr/>
          </p:nvSpPr>
          <p:spPr>
            <a:xfrm>
              <a:off x="6066171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3" name="object 1013"/>
            <p:cNvSpPr/>
            <p:nvPr/>
          </p:nvSpPr>
          <p:spPr>
            <a:xfrm>
              <a:off x="6177082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4" name="object 1014"/>
            <p:cNvSpPr/>
            <p:nvPr/>
          </p:nvSpPr>
          <p:spPr>
            <a:xfrm>
              <a:off x="628799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5" name="object 1015"/>
            <p:cNvSpPr/>
            <p:nvPr/>
          </p:nvSpPr>
          <p:spPr>
            <a:xfrm>
              <a:off x="6398904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6" name="object 1016"/>
            <p:cNvSpPr/>
            <p:nvPr/>
          </p:nvSpPr>
          <p:spPr>
            <a:xfrm>
              <a:off x="6509802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7" name="object 1017"/>
            <p:cNvSpPr/>
            <p:nvPr/>
          </p:nvSpPr>
          <p:spPr>
            <a:xfrm>
              <a:off x="662071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8" name="object 1018"/>
            <p:cNvSpPr/>
            <p:nvPr/>
          </p:nvSpPr>
          <p:spPr>
            <a:xfrm>
              <a:off x="673162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9" name="object 1019"/>
            <p:cNvSpPr/>
            <p:nvPr/>
          </p:nvSpPr>
          <p:spPr>
            <a:xfrm>
              <a:off x="6842534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0" name="object 1020"/>
            <p:cNvSpPr/>
            <p:nvPr/>
          </p:nvSpPr>
          <p:spPr>
            <a:xfrm>
              <a:off x="6953445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1" name="object 1021"/>
            <p:cNvSpPr/>
            <p:nvPr/>
          </p:nvSpPr>
          <p:spPr>
            <a:xfrm>
              <a:off x="7064356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2" name="object 1022"/>
            <p:cNvSpPr/>
            <p:nvPr/>
          </p:nvSpPr>
          <p:spPr>
            <a:xfrm>
              <a:off x="7175267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3" name="object 1023"/>
            <p:cNvSpPr/>
            <p:nvPr/>
          </p:nvSpPr>
          <p:spPr>
            <a:xfrm>
              <a:off x="3958878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4069789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4180686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6" name="object 1026"/>
            <p:cNvSpPr/>
            <p:nvPr/>
          </p:nvSpPr>
          <p:spPr>
            <a:xfrm>
              <a:off x="4291597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7" name="object 1027"/>
            <p:cNvSpPr/>
            <p:nvPr/>
          </p:nvSpPr>
          <p:spPr>
            <a:xfrm>
              <a:off x="4402508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8" name="object 1028"/>
            <p:cNvSpPr/>
            <p:nvPr/>
          </p:nvSpPr>
          <p:spPr>
            <a:xfrm>
              <a:off x="4513432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9" name="object 1029"/>
            <p:cNvSpPr/>
            <p:nvPr/>
          </p:nvSpPr>
          <p:spPr>
            <a:xfrm>
              <a:off x="462434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0" name="object 1030"/>
            <p:cNvSpPr/>
            <p:nvPr/>
          </p:nvSpPr>
          <p:spPr>
            <a:xfrm>
              <a:off x="4735241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1" name="object 1031"/>
            <p:cNvSpPr/>
            <p:nvPr/>
          </p:nvSpPr>
          <p:spPr>
            <a:xfrm>
              <a:off x="4846152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495706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3" name="object 1033"/>
            <p:cNvSpPr/>
            <p:nvPr/>
          </p:nvSpPr>
          <p:spPr>
            <a:xfrm>
              <a:off x="506797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4" name="object 1034"/>
            <p:cNvSpPr/>
            <p:nvPr/>
          </p:nvSpPr>
          <p:spPr>
            <a:xfrm>
              <a:off x="5178884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5289795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6" name="object 1036"/>
            <p:cNvSpPr/>
            <p:nvPr/>
          </p:nvSpPr>
          <p:spPr>
            <a:xfrm>
              <a:off x="5400706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7" name="object 1037"/>
            <p:cNvSpPr/>
            <p:nvPr/>
          </p:nvSpPr>
          <p:spPr>
            <a:xfrm>
              <a:off x="5511617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5622528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9" name="object 1039"/>
            <p:cNvSpPr/>
            <p:nvPr/>
          </p:nvSpPr>
          <p:spPr>
            <a:xfrm>
              <a:off x="5733439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0" name="object 1040"/>
            <p:cNvSpPr/>
            <p:nvPr/>
          </p:nvSpPr>
          <p:spPr>
            <a:xfrm>
              <a:off x="5844350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5955260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2" name="object 1042"/>
            <p:cNvSpPr/>
            <p:nvPr/>
          </p:nvSpPr>
          <p:spPr>
            <a:xfrm>
              <a:off x="6066171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3" name="object 1043"/>
            <p:cNvSpPr/>
            <p:nvPr/>
          </p:nvSpPr>
          <p:spPr>
            <a:xfrm>
              <a:off x="6177082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628799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5" name="object 1045"/>
            <p:cNvSpPr/>
            <p:nvPr/>
          </p:nvSpPr>
          <p:spPr>
            <a:xfrm>
              <a:off x="6398904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6" name="object 1046"/>
            <p:cNvSpPr/>
            <p:nvPr/>
          </p:nvSpPr>
          <p:spPr>
            <a:xfrm>
              <a:off x="6509802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662071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" name="object 1048"/>
            <p:cNvSpPr/>
            <p:nvPr/>
          </p:nvSpPr>
          <p:spPr>
            <a:xfrm>
              <a:off x="673162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6842534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6953445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7064356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7175267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3958878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4069789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4180686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4291597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7" name="object 1057"/>
            <p:cNvSpPr/>
            <p:nvPr/>
          </p:nvSpPr>
          <p:spPr>
            <a:xfrm>
              <a:off x="4402508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8" name="object 1058"/>
            <p:cNvSpPr/>
            <p:nvPr/>
          </p:nvSpPr>
          <p:spPr>
            <a:xfrm>
              <a:off x="4513432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462434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0" name="object 1060"/>
            <p:cNvSpPr/>
            <p:nvPr/>
          </p:nvSpPr>
          <p:spPr>
            <a:xfrm>
              <a:off x="4735241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1" name="object 1061"/>
            <p:cNvSpPr/>
            <p:nvPr/>
          </p:nvSpPr>
          <p:spPr>
            <a:xfrm>
              <a:off x="4846152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495706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3" name="object 1063"/>
            <p:cNvSpPr/>
            <p:nvPr/>
          </p:nvSpPr>
          <p:spPr>
            <a:xfrm>
              <a:off x="506797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4" name="object 1064"/>
            <p:cNvSpPr/>
            <p:nvPr/>
          </p:nvSpPr>
          <p:spPr>
            <a:xfrm>
              <a:off x="5178884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5" name="object 1065"/>
            <p:cNvSpPr/>
            <p:nvPr/>
          </p:nvSpPr>
          <p:spPr>
            <a:xfrm>
              <a:off x="5289795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6" name="object 1066"/>
            <p:cNvSpPr/>
            <p:nvPr/>
          </p:nvSpPr>
          <p:spPr>
            <a:xfrm>
              <a:off x="5400706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7" name="object 1067"/>
            <p:cNvSpPr/>
            <p:nvPr/>
          </p:nvSpPr>
          <p:spPr>
            <a:xfrm>
              <a:off x="5511617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8" name="object 1068"/>
            <p:cNvSpPr/>
            <p:nvPr/>
          </p:nvSpPr>
          <p:spPr>
            <a:xfrm>
              <a:off x="5622528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9" name="object 1069"/>
            <p:cNvSpPr/>
            <p:nvPr/>
          </p:nvSpPr>
          <p:spPr>
            <a:xfrm>
              <a:off x="5733439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0" name="object 1070"/>
            <p:cNvSpPr/>
            <p:nvPr/>
          </p:nvSpPr>
          <p:spPr>
            <a:xfrm>
              <a:off x="5844350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1" name="object 1071"/>
            <p:cNvSpPr/>
            <p:nvPr/>
          </p:nvSpPr>
          <p:spPr>
            <a:xfrm>
              <a:off x="5955260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2" name="object 1072"/>
            <p:cNvSpPr/>
            <p:nvPr/>
          </p:nvSpPr>
          <p:spPr>
            <a:xfrm>
              <a:off x="6066171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3" name="object 1073"/>
            <p:cNvSpPr/>
            <p:nvPr/>
          </p:nvSpPr>
          <p:spPr>
            <a:xfrm>
              <a:off x="6177082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628799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5" name="object 1075"/>
            <p:cNvSpPr/>
            <p:nvPr/>
          </p:nvSpPr>
          <p:spPr>
            <a:xfrm>
              <a:off x="6398904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6" name="object 1076"/>
            <p:cNvSpPr/>
            <p:nvPr/>
          </p:nvSpPr>
          <p:spPr>
            <a:xfrm>
              <a:off x="6509802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662071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8" name="object 1078"/>
            <p:cNvSpPr/>
            <p:nvPr/>
          </p:nvSpPr>
          <p:spPr>
            <a:xfrm>
              <a:off x="673162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9" name="object 1079"/>
            <p:cNvSpPr/>
            <p:nvPr/>
          </p:nvSpPr>
          <p:spPr>
            <a:xfrm>
              <a:off x="6842534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6953445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1" name="object 1081"/>
            <p:cNvSpPr/>
            <p:nvPr/>
          </p:nvSpPr>
          <p:spPr>
            <a:xfrm>
              <a:off x="7064356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2" name="object 1082"/>
            <p:cNvSpPr/>
            <p:nvPr/>
          </p:nvSpPr>
          <p:spPr>
            <a:xfrm>
              <a:off x="7175267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3958878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4" name="object 1084"/>
            <p:cNvSpPr/>
            <p:nvPr/>
          </p:nvSpPr>
          <p:spPr>
            <a:xfrm>
              <a:off x="4069789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5" name="object 1085"/>
            <p:cNvSpPr/>
            <p:nvPr/>
          </p:nvSpPr>
          <p:spPr>
            <a:xfrm>
              <a:off x="4180686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4291597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7" name="object 1087"/>
            <p:cNvSpPr/>
            <p:nvPr/>
          </p:nvSpPr>
          <p:spPr>
            <a:xfrm>
              <a:off x="4402508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8" name="object 1088"/>
            <p:cNvSpPr/>
            <p:nvPr/>
          </p:nvSpPr>
          <p:spPr>
            <a:xfrm>
              <a:off x="4513432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462434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0" name="object 1090"/>
            <p:cNvSpPr/>
            <p:nvPr/>
          </p:nvSpPr>
          <p:spPr>
            <a:xfrm>
              <a:off x="4735241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1" name="object 1091"/>
            <p:cNvSpPr/>
            <p:nvPr/>
          </p:nvSpPr>
          <p:spPr>
            <a:xfrm>
              <a:off x="4846152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495706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3" name="object 1093"/>
            <p:cNvSpPr/>
            <p:nvPr/>
          </p:nvSpPr>
          <p:spPr>
            <a:xfrm>
              <a:off x="506797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5178884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5289795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5400706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5511617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5622528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9" name="object 1099"/>
            <p:cNvSpPr/>
            <p:nvPr/>
          </p:nvSpPr>
          <p:spPr>
            <a:xfrm>
              <a:off x="5733439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0" name="object 1100"/>
            <p:cNvSpPr/>
            <p:nvPr/>
          </p:nvSpPr>
          <p:spPr>
            <a:xfrm>
              <a:off x="5844350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5955260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2" name="object 1102"/>
            <p:cNvSpPr/>
            <p:nvPr/>
          </p:nvSpPr>
          <p:spPr>
            <a:xfrm>
              <a:off x="6066171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3" name="object 1103"/>
            <p:cNvSpPr/>
            <p:nvPr/>
          </p:nvSpPr>
          <p:spPr>
            <a:xfrm>
              <a:off x="6177082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628799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5" name="object 1105"/>
            <p:cNvSpPr/>
            <p:nvPr/>
          </p:nvSpPr>
          <p:spPr>
            <a:xfrm>
              <a:off x="6398904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6" name="object 1106"/>
            <p:cNvSpPr/>
            <p:nvPr/>
          </p:nvSpPr>
          <p:spPr>
            <a:xfrm>
              <a:off x="6509802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662071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8" name="object 1108"/>
            <p:cNvSpPr/>
            <p:nvPr/>
          </p:nvSpPr>
          <p:spPr>
            <a:xfrm>
              <a:off x="673162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9" name="object 1109"/>
            <p:cNvSpPr/>
            <p:nvPr/>
          </p:nvSpPr>
          <p:spPr>
            <a:xfrm>
              <a:off x="6842534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6953445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1" name="object 1111"/>
            <p:cNvSpPr/>
            <p:nvPr/>
          </p:nvSpPr>
          <p:spPr>
            <a:xfrm>
              <a:off x="7064356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2" name="object 1112"/>
            <p:cNvSpPr/>
            <p:nvPr/>
          </p:nvSpPr>
          <p:spPr>
            <a:xfrm>
              <a:off x="7175267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3958878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4" name="object 1114"/>
            <p:cNvSpPr/>
            <p:nvPr/>
          </p:nvSpPr>
          <p:spPr>
            <a:xfrm>
              <a:off x="4069789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5" name="object 1115"/>
            <p:cNvSpPr/>
            <p:nvPr/>
          </p:nvSpPr>
          <p:spPr>
            <a:xfrm>
              <a:off x="4180686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4291597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7" name="object 1117"/>
            <p:cNvSpPr/>
            <p:nvPr/>
          </p:nvSpPr>
          <p:spPr>
            <a:xfrm>
              <a:off x="4402508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8" name="object 1118"/>
            <p:cNvSpPr/>
            <p:nvPr/>
          </p:nvSpPr>
          <p:spPr>
            <a:xfrm>
              <a:off x="4513432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462434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0" name="object 1120"/>
            <p:cNvSpPr/>
            <p:nvPr/>
          </p:nvSpPr>
          <p:spPr>
            <a:xfrm>
              <a:off x="4735241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1" name="object 1121"/>
            <p:cNvSpPr/>
            <p:nvPr/>
          </p:nvSpPr>
          <p:spPr>
            <a:xfrm>
              <a:off x="4846152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495706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3" name="object 1123"/>
            <p:cNvSpPr/>
            <p:nvPr/>
          </p:nvSpPr>
          <p:spPr>
            <a:xfrm>
              <a:off x="506797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4" name="object 1124"/>
            <p:cNvSpPr/>
            <p:nvPr/>
          </p:nvSpPr>
          <p:spPr>
            <a:xfrm>
              <a:off x="5178884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5289795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6" name="object 1126"/>
            <p:cNvSpPr/>
            <p:nvPr/>
          </p:nvSpPr>
          <p:spPr>
            <a:xfrm>
              <a:off x="5400706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7" name="object 1127"/>
            <p:cNvSpPr/>
            <p:nvPr/>
          </p:nvSpPr>
          <p:spPr>
            <a:xfrm>
              <a:off x="5511617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5622528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9" name="object 1129"/>
            <p:cNvSpPr/>
            <p:nvPr/>
          </p:nvSpPr>
          <p:spPr>
            <a:xfrm>
              <a:off x="5733439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0" name="object 1130"/>
            <p:cNvSpPr/>
            <p:nvPr/>
          </p:nvSpPr>
          <p:spPr>
            <a:xfrm>
              <a:off x="5844350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5955260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2" name="object 1132"/>
            <p:cNvSpPr/>
            <p:nvPr/>
          </p:nvSpPr>
          <p:spPr>
            <a:xfrm>
              <a:off x="6066171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3" name="object 1133"/>
            <p:cNvSpPr/>
            <p:nvPr/>
          </p:nvSpPr>
          <p:spPr>
            <a:xfrm>
              <a:off x="6177082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628799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5" name="object 1135"/>
            <p:cNvSpPr/>
            <p:nvPr/>
          </p:nvSpPr>
          <p:spPr>
            <a:xfrm>
              <a:off x="6398904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6" name="object 1136"/>
            <p:cNvSpPr/>
            <p:nvPr/>
          </p:nvSpPr>
          <p:spPr>
            <a:xfrm>
              <a:off x="6509802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662071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8" name="object 1138"/>
            <p:cNvSpPr/>
            <p:nvPr/>
          </p:nvSpPr>
          <p:spPr>
            <a:xfrm>
              <a:off x="673162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9" name="object 1139"/>
            <p:cNvSpPr/>
            <p:nvPr/>
          </p:nvSpPr>
          <p:spPr>
            <a:xfrm>
              <a:off x="6842534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6953445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7064356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7175267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3958878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4069789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4180686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4291597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4402508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8" name="object 1148"/>
            <p:cNvSpPr/>
            <p:nvPr/>
          </p:nvSpPr>
          <p:spPr>
            <a:xfrm>
              <a:off x="4513432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462434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0" name="object 1150"/>
            <p:cNvSpPr/>
            <p:nvPr/>
          </p:nvSpPr>
          <p:spPr>
            <a:xfrm>
              <a:off x="4735241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1" name="object 1151"/>
            <p:cNvSpPr/>
            <p:nvPr/>
          </p:nvSpPr>
          <p:spPr>
            <a:xfrm>
              <a:off x="4846152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495706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3" name="object 1153"/>
            <p:cNvSpPr/>
            <p:nvPr/>
          </p:nvSpPr>
          <p:spPr>
            <a:xfrm>
              <a:off x="506797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4" name="object 1154"/>
            <p:cNvSpPr/>
            <p:nvPr/>
          </p:nvSpPr>
          <p:spPr>
            <a:xfrm>
              <a:off x="5178884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5289795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6" name="object 1156"/>
            <p:cNvSpPr/>
            <p:nvPr/>
          </p:nvSpPr>
          <p:spPr>
            <a:xfrm>
              <a:off x="5400706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7" name="object 1157"/>
            <p:cNvSpPr/>
            <p:nvPr/>
          </p:nvSpPr>
          <p:spPr>
            <a:xfrm>
              <a:off x="5511617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8" name="object 1158"/>
            <p:cNvSpPr/>
            <p:nvPr/>
          </p:nvSpPr>
          <p:spPr>
            <a:xfrm>
              <a:off x="5622528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9" name="object 1159"/>
            <p:cNvSpPr/>
            <p:nvPr/>
          </p:nvSpPr>
          <p:spPr>
            <a:xfrm>
              <a:off x="5733439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0" name="object 1160"/>
            <p:cNvSpPr/>
            <p:nvPr/>
          </p:nvSpPr>
          <p:spPr>
            <a:xfrm>
              <a:off x="5844350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1" name="object 1161"/>
            <p:cNvSpPr/>
            <p:nvPr/>
          </p:nvSpPr>
          <p:spPr>
            <a:xfrm>
              <a:off x="5955260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2" name="object 1162"/>
            <p:cNvSpPr/>
            <p:nvPr/>
          </p:nvSpPr>
          <p:spPr>
            <a:xfrm>
              <a:off x="6066171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3" name="object 1163"/>
            <p:cNvSpPr/>
            <p:nvPr/>
          </p:nvSpPr>
          <p:spPr>
            <a:xfrm>
              <a:off x="6177082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4" name="object 1164"/>
            <p:cNvSpPr/>
            <p:nvPr/>
          </p:nvSpPr>
          <p:spPr>
            <a:xfrm>
              <a:off x="628799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5" name="object 1165"/>
            <p:cNvSpPr/>
            <p:nvPr/>
          </p:nvSpPr>
          <p:spPr>
            <a:xfrm>
              <a:off x="6398904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6" name="object 1166"/>
            <p:cNvSpPr/>
            <p:nvPr/>
          </p:nvSpPr>
          <p:spPr>
            <a:xfrm>
              <a:off x="6509802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662071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673162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9" name="object 1169"/>
            <p:cNvSpPr/>
            <p:nvPr/>
          </p:nvSpPr>
          <p:spPr>
            <a:xfrm>
              <a:off x="6842534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0" name="object 1170"/>
            <p:cNvSpPr/>
            <p:nvPr/>
          </p:nvSpPr>
          <p:spPr>
            <a:xfrm>
              <a:off x="6953445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1" name="object 1171"/>
            <p:cNvSpPr/>
            <p:nvPr/>
          </p:nvSpPr>
          <p:spPr>
            <a:xfrm>
              <a:off x="7064356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2" name="object 1172"/>
            <p:cNvSpPr/>
            <p:nvPr/>
          </p:nvSpPr>
          <p:spPr>
            <a:xfrm>
              <a:off x="7175267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3" name="object 1173"/>
            <p:cNvSpPr/>
            <p:nvPr/>
          </p:nvSpPr>
          <p:spPr>
            <a:xfrm>
              <a:off x="3958878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4" name="object 1174"/>
            <p:cNvSpPr/>
            <p:nvPr/>
          </p:nvSpPr>
          <p:spPr>
            <a:xfrm>
              <a:off x="4069789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5" name="object 1175"/>
            <p:cNvSpPr/>
            <p:nvPr/>
          </p:nvSpPr>
          <p:spPr>
            <a:xfrm>
              <a:off x="4180686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6" name="object 1176"/>
            <p:cNvSpPr/>
            <p:nvPr/>
          </p:nvSpPr>
          <p:spPr>
            <a:xfrm>
              <a:off x="4291597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7" name="object 1177"/>
            <p:cNvSpPr/>
            <p:nvPr/>
          </p:nvSpPr>
          <p:spPr>
            <a:xfrm>
              <a:off x="4402508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8" name="object 1178"/>
            <p:cNvSpPr/>
            <p:nvPr/>
          </p:nvSpPr>
          <p:spPr>
            <a:xfrm>
              <a:off x="4513432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9" name="object 1179"/>
            <p:cNvSpPr/>
            <p:nvPr/>
          </p:nvSpPr>
          <p:spPr>
            <a:xfrm>
              <a:off x="462434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0" name="object 1180"/>
            <p:cNvSpPr/>
            <p:nvPr/>
          </p:nvSpPr>
          <p:spPr>
            <a:xfrm>
              <a:off x="4735241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1" name="object 1181"/>
            <p:cNvSpPr/>
            <p:nvPr/>
          </p:nvSpPr>
          <p:spPr>
            <a:xfrm>
              <a:off x="4846152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2" name="object 1182"/>
            <p:cNvSpPr/>
            <p:nvPr/>
          </p:nvSpPr>
          <p:spPr>
            <a:xfrm>
              <a:off x="495706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3" name="object 1183"/>
            <p:cNvSpPr/>
            <p:nvPr/>
          </p:nvSpPr>
          <p:spPr>
            <a:xfrm>
              <a:off x="506797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4" name="object 1184"/>
            <p:cNvSpPr/>
            <p:nvPr/>
          </p:nvSpPr>
          <p:spPr>
            <a:xfrm>
              <a:off x="5178884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5" name="object 1185"/>
            <p:cNvSpPr/>
            <p:nvPr/>
          </p:nvSpPr>
          <p:spPr>
            <a:xfrm>
              <a:off x="5289795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6" name="object 1186"/>
            <p:cNvSpPr/>
            <p:nvPr/>
          </p:nvSpPr>
          <p:spPr>
            <a:xfrm>
              <a:off x="5400706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5511617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8" name="object 1188"/>
            <p:cNvSpPr/>
            <p:nvPr/>
          </p:nvSpPr>
          <p:spPr>
            <a:xfrm>
              <a:off x="5622528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9" name="object 1189"/>
            <p:cNvSpPr/>
            <p:nvPr/>
          </p:nvSpPr>
          <p:spPr>
            <a:xfrm>
              <a:off x="5733439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5844350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5955260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6066171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3" name="object 1193"/>
            <p:cNvSpPr/>
            <p:nvPr/>
          </p:nvSpPr>
          <p:spPr>
            <a:xfrm>
              <a:off x="6177082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4" name="object 1194"/>
            <p:cNvSpPr/>
            <p:nvPr/>
          </p:nvSpPr>
          <p:spPr>
            <a:xfrm>
              <a:off x="628799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5" name="object 1195"/>
            <p:cNvSpPr/>
            <p:nvPr/>
          </p:nvSpPr>
          <p:spPr>
            <a:xfrm>
              <a:off x="6398904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6" name="object 1196"/>
            <p:cNvSpPr/>
            <p:nvPr/>
          </p:nvSpPr>
          <p:spPr>
            <a:xfrm>
              <a:off x="6509802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7" name="object 1197"/>
            <p:cNvSpPr/>
            <p:nvPr/>
          </p:nvSpPr>
          <p:spPr>
            <a:xfrm>
              <a:off x="662071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8" name="object 1198"/>
            <p:cNvSpPr/>
            <p:nvPr/>
          </p:nvSpPr>
          <p:spPr>
            <a:xfrm>
              <a:off x="673162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9" name="object 1199"/>
            <p:cNvSpPr/>
            <p:nvPr/>
          </p:nvSpPr>
          <p:spPr>
            <a:xfrm>
              <a:off x="6842534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0" name="object 1200"/>
            <p:cNvSpPr/>
            <p:nvPr/>
          </p:nvSpPr>
          <p:spPr>
            <a:xfrm>
              <a:off x="6953445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1" name="object 1201"/>
            <p:cNvSpPr/>
            <p:nvPr/>
          </p:nvSpPr>
          <p:spPr>
            <a:xfrm>
              <a:off x="7064356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2" name="object 1202"/>
            <p:cNvSpPr/>
            <p:nvPr/>
          </p:nvSpPr>
          <p:spPr>
            <a:xfrm>
              <a:off x="7175267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3" name="object 1203"/>
            <p:cNvSpPr/>
            <p:nvPr/>
          </p:nvSpPr>
          <p:spPr>
            <a:xfrm>
              <a:off x="3958878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4" name="object 1204"/>
            <p:cNvSpPr/>
            <p:nvPr/>
          </p:nvSpPr>
          <p:spPr>
            <a:xfrm>
              <a:off x="4069789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5" name="object 1205"/>
            <p:cNvSpPr/>
            <p:nvPr/>
          </p:nvSpPr>
          <p:spPr>
            <a:xfrm>
              <a:off x="4180686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6" name="object 1206"/>
            <p:cNvSpPr/>
            <p:nvPr/>
          </p:nvSpPr>
          <p:spPr>
            <a:xfrm>
              <a:off x="4291597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7" name="object 1207"/>
            <p:cNvSpPr/>
            <p:nvPr/>
          </p:nvSpPr>
          <p:spPr>
            <a:xfrm>
              <a:off x="4402508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8" name="object 1208"/>
            <p:cNvSpPr/>
            <p:nvPr/>
          </p:nvSpPr>
          <p:spPr>
            <a:xfrm>
              <a:off x="4513432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9" name="object 1209"/>
            <p:cNvSpPr/>
            <p:nvPr/>
          </p:nvSpPr>
          <p:spPr>
            <a:xfrm>
              <a:off x="462434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0" name="object 1210"/>
            <p:cNvSpPr/>
            <p:nvPr/>
          </p:nvSpPr>
          <p:spPr>
            <a:xfrm>
              <a:off x="4735241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1" name="object 1211"/>
            <p:cNvSpPr/>
            <p:nvPr/>
          </p:nvSpPr>
          <p:spPr>
            <a:xfrm>
              <a:off x="4846152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2" name="object 1212"/>
            <p:cNvSpPr/>
            <p:nvPr/>
          </p:nvSpPr>
          <p:spPr>
            <a:xfrm>
              <a:off x="495706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3" name="object 1213"/>
            <p:cNvSpPr/>
            <p:nvPr/>
          </p:nvSpPr>
          <p:spPr>
            <a:xfrm>
              <a:off x="506797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4" name="object 1214"/>
            <p:cNvSpPr/>
            <p:nvPr/>
          </p:nvSpPr>
          <p:spPr>
            <a:xfrm>
              <a:off x="5178884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5" name="object 1215"/>
            <p:cNvSpPr/>
            <p:nvPr/>
          </p:nvSpPr>
          <p:spPr>
            <a:xfrm>
              <a:off x="5289795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6" name="object 1216"/>
            <p:cNvSpPr/>
            <p:nvPr/>
          </p:nvSpPr>
          <p:spPr>
            <a:xfrm>
              <a:off x="5400706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7" name="object 1217"/>
            <p:cNvSpPr/>
            <p:nvPr/>
          </p:nvSpPr>
          <p:spPr>
            <a:xfrm>
              <a:off x="5511617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8" name="object 1218"/>
            <p:cNvSpPr/>
            <p:nvPr/>
          </p:nvSpPr>
          <p:spPr>
            <a:xfrm>
              <a:off x="5622528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9" name="object 1219"/>
            <p:cNvSpPr/>
            <p:nvPr/>
          </p:nvSpPr>
          <p:spPr>
            <a:xfrm>
              <a:off x="5733439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0" name="object 1220"/>
            <p:cNvSpPr/>
            <p:nvPr/>
          </p:nvSpPr>
          <p:spPr>
            <a:xfrm>
              <a:off x="5844350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1" name="object 1221"/>
            <p:cNvSpPr/>
            <p:nvPr/>
          </p:nvSpPr>
          <p:spPr>
            <a:xfrm>
              <a:off x="5955260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2" name="object 1222"/>
            <p:cNvSpPr/>
            <p:nvPr/>
          </p:nvSpPr>
          <p:spPr>
            <a:xfrm>
              <a:off x="6066171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3" name="object 1223"/>
            <p:cNvSpPr/>
            <p:nvPr/>
          </p:nvSpPr>
          <p:spPr>
            <a:xfrm>
              <a:off x="6177082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4" name="object 1224"/>
            <p:cNvSpPr/>
            <p:nvPr/>
          </p:nvSpPr>
          <p:spPr>
            <a:xfrm>
              <a:off x="628799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5" name="object 1225"/>
            <p:cNvSpPr/>
            <p:nvPr/>
          </p:nvSpPr>
          <p:spPr>
            <a:xfrm>
              <a:off x="6398904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6" name="object 1226"/>
            <p:cNvSpPr/>
            <p:nvPr/>
          </p:nvSpPr>
          <p:spPr>
            <a:xfrm>
              <a:off x="6509802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7" name="object 1227"/>
            <p:cNvSpPr/>
            <p:nvPr/>
          </p:nvSpPr>
          <p:spPr>
            <a:xfrm>
              <a:off x="662071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8" name="object 1228"/>
            <p:cNvSpPr/>
            <p:nvPr/>
          </p:nvSpPr>
          <p:spPr>
            <a:xfrm>
              <a:off x="673162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9" name="object 1229"/>
            <p:cNvSpPr/>
            <p:nvPr/>
          </p:nvSpPr>
          <p:spPr>
            <a:xfrm>
              <a:off x="6842534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0" name="object 1230"/>
            <p:cNvSpPr/>
            <p:nvPr/>
          </p:nvSpPr>
          <p:spPr>
            <a:xfrm>
              <a:off x="6953445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1" name="object 1231"/>
            <p:cNvSpPr/>
            <p:nvPr/>
          </p:nvSpPr>
          <p:spPr>
            <a:xfrm>
              <a:off x="7064356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2" name="object 1232"/>
            <p:cNvSpPr/>
            <p:nvPr/>
          </p:nvSpPr>
          <p:spPr>
            <a:xfrm>
              <a:off x="7175267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3" name="object 1233"/>
            <p:cNvSpPr/>
            <p:nvPr/>
          </p:nvSpPr>
          <p:spPr>
            <a:xfrm>
              <a:off x="3958878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4" name="object 1234"/>
            <p:cNvSpPr/>
            <p:nvPr/>
          </p:nvSpPr>
          <p:spPr>
            <a:xfrm>
              <a:off x="4069789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5" name="object 1235"/>
            <p:cNvSpPr/>
            <p:nvPr/>
          </p:nvSpPr>
          <p:spPr>
            <a:xfrm>
              <a:off x="4180686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6" name="object 1236"/>
            <p:cNvSpPr/>
            <p:nvPr/>
          </p:nvSpPr>
          <p:spPr>
            <a:xfrm>
              <a:off x="4291597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7" name="object 1237"/>
            <p:cNvSpPr/>
            <p:nvPr/>
          </p:nvSpPr>
          <p:spPr>
            <a:xfrm>
              <a:off x="4402508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8" name="object 1238"/>
            <p:cNvSpPr/>
            <p:nvPr/>
          </p:nvSpPr>
          <p:spPr>
            <a:xfrm>
              <a:off x="4513432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9" name="object 1239"/>
            <p:cNvSpPr/>
            <p:nvPr/>
          </p:nvSpPr>
          <p:spPr>
            <a:xfrm>
              <a:off x="462434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0" name="object 1240"/>
            <p:cNvSpPr/>
            <p:nvPr/>
          </p:nvSpPr>
          <p:spPr>
            <a:xfrm>
              <a:off x="4735241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1" name="object 1241"/>
            <p:cNvSpPr/>
            <p:nvPr/>
          </p:nvSpPr>
          <p:spPr>
            <a:xfrm>
              <a:off x="4846152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2" name="object 1242"/>
            <p:cNvSpPr/>
            <p:nvPr/>
          </p:nvSpPr>
          <p:spPr>
            <a:xfrm>
              <a:off x="495706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3" name="object 1243"/>
            <p:cNvSpPr/>
            <p:nvPr/>
          </p:nvSpPr>
          <p:spPr>
            <a:xfrm>
              <a:off x="506797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4" name="object 1244"/>
            <p:cNvSpPr/>
            <p:nvPr/>
          </p:nvSpPr>
          <p:spPr>
            <a:xfrm>
              <a:off x="5178884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5" name="object 1245"/>
            <p:cNvSpPr/>
            <p:nvPr/>
          </p:nvSpPr>
          <p:spPr>
            <a:xfrm>
              <a:off x="5289795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6" name="object 1246"/>
            <p:cNvSpPr/>
            <p:nvPr/>
          </p:nvSpPr>
          <p:spPr>
            <a:xfrm>
              <a:off x="5400706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7" name="object 1247"/>
            <p:cNvSpPr/>
            <p:nvPr/>
          </p:nvSpPr>
          <p:spPr>
            <a:xfrm>
              <a:off x="5511617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8" name="object 1248"/>
            <p:cNvSpPr/>
            <p:nvPr/>
          </p:nvSpPr>
          <p:spPr>
            <a:xfrm>
              <a:off x="5622528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9" name="object 1249"/>
            <p:cNvSpPr/>
            <p:nvPr/>
          </p:nvSpPr>
          <p:spPr>
            <a:xfrm>
              <a:off x="5733439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0" name="object 1250"/>
            <p:cNvSpPr/>
            <p:nvPr/>
          </p:nvSpPr>
          <p:spPr>
            <a:xfrm>
              <a:off x="5844350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1" name="object 1251"/>
            <p:cNvSpPr/>
            <p:nvPr/>
          </p:nvSpPr>
          <p:spPr>
            <a:xfrm>
              <a:off x="5955260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2" name="object 1252"/>
            <p:cNvSpPr/>
            <p:nvPr/>
          </p:nvSpPr>
          <p:spPr>
            <a:xfrm>
              <a:off x="6066171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3" name="object 1253"/>
            <p:cNvSpPr/>
            <p:nvPr/>
          </p:nvSpPr>
          <p:spPr>
            <a:xfrm>
              <a:off x="6177082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4" name="object 1254"/>
            <p:cNvSpPr/>
            <p:nvPr/>
          </p:nvSpPr>
          <p:spPr>
            <a:xfrm>
              <a:off x="628799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5" name="object 1255"/>
            <p:cNvSpPr/>
            <p:nvPr/>
          </p:nvSpPr>
          <p:spPr>
            <a:xfrm>
              <a:off x="6398904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6" name="object 1256"/>
            <p:cNvSpPr/>
            <p:nvPr/>
          </p:nvSpPr>
          <p:spPr>
            <a:xfrm>
              <a:off x="6509802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7" name="object 1257"/>
            <p:cNvSpPr/>
            <p:nvPr/>
          </p:nvSpPr>
          <p:spPr>
            <a:xfrm>
              <a:off x="662071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8" name="object 1258"/>
            <p:cNvSpPr/>
            <p:nvPr/>
          </p:nvSpPr>
          <p:spPr>
            <a:xfrm>
              <a:off x="673162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9" name="object 1259"/>
            <p:cNvSpPr/>
            <p:nvPr/>
          </p:nvSpPr>
          <p:spPr>
            <a:xfrm>
              <a:off x="6842534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0" name="object 1260"/>
            <p:cNvSpPr/>
            <p:nvPr/>
          </p:nvSpPr>
          <p:spPr>
            <a:xfrm>
              <a:off x="6953445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1" name="object 1261"/>
            <p:cNvSpPr/>
            <p:nvPr/>
          </p:nvSpPr>
          <p:spPr>
            <a:xfrm>
              <a:off x="7064356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2" name="object 1262"/>
            <p:cNvSpPr/>
            <p:nvPr/>
          </p:nvSpPr>
          <p:spPr>
            <a:xfrm>
              <a:off x="7175267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3" name="object 1263"/>
            <p:cNvSpPr/>
            <p:nvPr/>
          </p:nvSpPr>
          <p:spPr>
            <a:xfrm>
              <a:off x="3958878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4" name="object 1264"/>
            <p:cNvSpPr/>
            <p:nvPr/>
          </p:nvSpPr>
          <p:spPr>
            <a:xfrm>
              <a:off x="4069789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5" name="object 1265"/>
            <p:cNvSpPr/>
            <p:nvPr/>
          </p:nvSpPr>
          <p:spPr>
            <a:xfrm>
              <a:off x="4180686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6" name="object 1266"/>
            <p:cNvSpPr/>
            <p:nvPr/>
          </p:nvSpPr>
          <p:spPr>
            <a:xfrm>
              <a:off x="4291597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7" name="object 1267"/>
            <p:cNvSpPr/>
            <p:nvPr/>
          </p:nvSpPr>
          <p:spPr>
            <a:xfrm>
              <a:off x="4402508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8" name="object 1268"/>
            <p:cNvSpPr/>
            <p:nvPr/>
          </p:nvSpPr>
          <p:spPr>
            <a:xfrm>
              <a:off x="4513432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9" name="object 1269"/>
            <p:cNvSpPr/>
            <p:nvPr/>
          </p:nvSpPr>
          <p:spPr>
            <a:xfrm>
              <a:off x="462434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0" name="object 1270"/>
            <p:cNvSpPr/>
            <p:nvPr/>
          </p:nvSpPr>
          <p:spPr>
            <a:xfrm>
              <a:off x="4735241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1" name="object 1271"/>
            <p:cNvSpPr/>
            <p:nvPr/>
          </p:nvSpPr>
          <p:spPr>
            <a:xfrm>
              <a:off x="4846152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2" name="object 1272"/>
            <p:cNvSpPr/>
            <p:nvPr/>
          </p:nvSpPr>
          <p:spPr>
            <a:xfrm>
              <a:off x="495706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3" name="object 1273"/>
            <p:cNvSpPr/>
            <p:nvPr/>
          </p:nvSpPr>
          <p:spPr>
            <a:xfrm>
              <a:off x="506797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4" name="object 1274"/>
            <p:cNvSpPr/>
            <p:nvPr/>
          </p:nvSpPr>
          <p:spPr>
            <a:xfrm>
              <a:off x="5178884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5" name="object 1275"/>
            <p:cNvSpPr/>
            <p:nvPr/>
          </p:nvSpPr>
          <p:spPr>
            <a:xfrm>
              <a:off x="5289795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6" name="object 1276"/>
            <p:cNvSpPr/>
            <p:nvPr/>
          </p:nvSpPr>
          <p:spPr>
            <a:xfrm>
              <a:off x="5400706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7" name="object 1277"/>
            <p:cNvSpPr/>
            <p:nvPr/>
          </p:nvSpPr>
          <p:spPr>
            <a:xfrm>
              <a:off x="5511617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8" name="object 1278"/>
            <p:cNvSpPr/>
            <p:nvPr/>
          </p:nvSpPr>
          <p:spPr>
            <a:xfrm>
              <a:off x="5622528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9" name="object 1279"/>
            <p:cNvSpPr/>
            <p:nvPr/>
          </p:nvSpPr>
          <p:spPr>
            <a:xfrm>
              <a:off x="5733439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0" name="object 1280"/>
            <p:cNvSpPr/>
            <p:nvPr/>
          </p:nvSpPr>
          <p:spPr>
            <a:xfrm>
              <a:off x="5844350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1" name="object 1281"/>
            <p:cNvSpPr/>
            <p:nvPr/>
          </p:nvSpPr>
          <p:spPr>
            <a:xfrm>
              <a:off x="5955260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2" name="object 1282"/>
            <p:cNvSpPr/>
            <p:nvPr/>
          </p:nvSpPr>
          <p:spPr>
            <a:xfrm>
              <a:off x="6066171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3" name="object 1283"/>
            <p:cNvSpPr/>
            <p:nvPr/>
          </p:nvSpPr>
          <p:spPr>
            <a:xfrm>
              <a:off x="6177082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4" name="object 1284"/>
            <p:cNvSpPr/>
            <p:nvPr/>
          </p:nvSpPr>
          <p:spPr>
            <a:xfrm>
              <a:off x="628799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5" name="object 1285"/>
            <p:cNvSpPr/>
            <p:nvPr/>
          </p:nvSpPr>
          <p:spPr>
            <a:xfrm>
              <a:off x="6398904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6" name="object 1286"/>
            <p:cNvSpPr/>
            <p:nvPr/>
          </p:nvSpPr>
          <p:spPr>
            <a:xfrm>
              <a:off x="6509802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7" name="object 1287"/>
            <p:cNvSpPr/>
            <p:nvPr/>
          </p:nvSpPr>
          <p:spPr>
            <a:xfrm>
              <a:off x="662071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8" name="object 1288"/>
            <p:cNvSpPr/>
            <p:nvPr/>
          </p:nvSpPr>
          <p:spPr>
            <a:xfrm>
              <a:off x="673162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9" name="object 1289"/>
            <p:cNvSpPr/>
            <p:nvPr/>
          </p:nvSpPr>
          <p:spPr>
            <a:xfrm>
              <a:off x="6842534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0" name="object 1290"/>
            <p:cNvSpPr/>
            <p:nvPr/>
          </p:nvSpPr>
          <p:spPr>
            <a:xfrm>
              <a:off x="6953445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1" name="object 1291"/>
            <p:cNvSpPr/>
            <p:nvPr/>
          </p:nvSpPr>
          <p:spPr>
            <a:xfrm>
              <a:off x="7064356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2" name="object 1292"/>
            <p:cNvSpPr/>
            <p:nvPr/>
          </p:nvSpPr>
          <p:spPr>
            <a:xfrm>
              <a:off x="7175267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3" name="object 1293"/>
            <p:cNvSpPr/>
            <p:nvPr/>
          </p:nvSpPr>
          <p:spPr>
            <a:xfrm>
              <a:off x="3958878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4" name="object 1294"/>
            <p:cNvSpPr/>
            <p:nvPr/>
          </p:nvSpPr>
          <p:spPr>
            <a:xfrm>
              <a:off x="4069789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5" name="object 1295"/>
            <p:cNvSpPr/>
            <p:nvPr/>
          </p:nvSpPr>
          <p:spPr>
            <a:xfrm>
              <a:off x="4180686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6" name="object 1296"/>
            <p:cNvSpPr/>
            <p:nvPr/>
          </p:nvSpPr>
          <p:spPr>
            <a:xfrm>
              <a:off x="4291597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7" name="object 1297"/>
            <p:cNvSpPr/>
            <p:nvPr/>
          </p:nvSpPr>
          <p:spPr>
            <a:xfrm>
              <a:off x="4402508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8" name="object 1298"/>
            <p:cNvSpPr/>
            <p:nvPr/>
          </p:nvSpPr>
          <p:spPr>
            <a:xfrm>
              <a:off x="4513432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9" name="object 1299"/>
            <p:cNvSpPr/>
            <p:nvPr/>
          </p:nvSpPr>
          <p:spPr>
            <a:xfrm>
              <a:off x="462434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0" name="object 1300"/>
            <p:cNvSpPr/>
            <p:nvPr/>
          </p:nvSpPr>
          <p:spPr>
            <a:xfrm>
              <a:off x="4735241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1" name="object 1301"/>
            <p:cNvSpPr/>
            <p:nvPr/>
          </p:nvSpPr>
          <p:spPr>
            <a:xfrm>
              <a:off x="4846152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2" name="object 1302"/>
            <p:cNvSpPr/>
            <p:nvPr/>
          </p:nvSpPr>
          <p:spPr>
            <a:xfrm>
              <a:off x="495706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3" name="object 1303"/>
            <p:cNvSpPr/>
            <p:nvPr/>
          </p:nvSpPr>
          <p:spPr>
            <a:xfrm>
              <a:off x="506797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4" name="object 1304"/>
            <p:cNvSpPr/>
            <p:nvPr/>
          </p:nvSpPr>
          <p:spPr>
            <a:xfrm>
              <a:off x="5178884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5" name="object 1305"/>
            <p:cNvSpPr/>
            <p:nvPr/>
          </p:nvSpPr>
          <p:spPr>
            <a:xfrm>
              <a:off x="5289795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6" name="object 1306"/>
            <p:cNvSpPr/>
            <p:nvPr/>
          </p:nvSpPr>
          <p:spPr>
            <a:xfrm>
              <a:off x="5400706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7" name="object 1307"/>
            <p:cNvSpPr/>
            <p:nvPr/>
          </p:nvSpPr>
          <p:spPr>
            <a:xfrm>
              <a:off x="5511617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8" name="object 1308"/>
            <p:cNvSpPr/>
            <p:nvPr/>
          </p:nvSpPr>
          <p:spPr>
            <a:xfrm>
              <a:off x="5622528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9" name="object 1309"/>
            <p:cNvSpPr/>
            <p:nvPr/>
          </p:nvSpPr>
          <p:spPr>
            <a:xfrm>
              <a:off x="5733439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0" name="object 1310"/>
            <p:cNvSpPr/>
            <p:nvPr/>
          </p:nvSpPr>
          <p:spPr>
            <a:xfrm>
              <a:off x="5844350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1" name="object 1311"/>
            <p:cNvSpPr/>
            <p:nvPr/>
          </p:nvSpPr>
          <p:spPr>
            <a:xfrm>
              <a:off x="5955260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2" name="object 1312"/>
            <p:cNvSpPr/>
            <p:nvPr/>
          </p:nvSpPr>
          <p:spPr>
            <a:xfrm>
              <a:off x="6066171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3" name="object 1313"/>
            <p:cNvSpPr/>
            <p:nvPr/>
          </p:nvSpPr>
          <p:spPr>
            <a:xfrm>
              <a:off x="6177082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4" name="object 1314"/>
            <p:cNvSpPr/>
            <p:nvPr/>
          </p:nvSpPr>
          <p:spPr>
            <a:xfrm>
              <a:off x="628799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5" name="object 1315"/>
            <p:cNvSpPr/>
            <p:nvPr/>
          </p:nvSpPr>
          <p:spPr>
            <a:xfrm>
              <a:off x="6398904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6" name="object 1316"/>
            <p:cNvSpPr/>
            <p:nvPr/>
          </p:nvSpPr>
          <p:spPr>
            <a:xfrm>
              <a:off x="6509802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7" name="object 1317"/>
            <p:cNvSpPr/>
            <p:nvPr/>
          </p:nvSpPr>
          <p:spPr>
            <a:xfrm>
              <a:off x="662071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8" name="object 1318"/>
            <p:cNvSpPr/>
            <p:nvPr/>
          </p:nvSpPr>
          <p:spPr>
            <a:xfrm>
              <a:off x="673162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9" name="object 1319"/>
            <p:cNvSpPr/>
            <p:nvPr/>
          </p:nvSpPr>
          <p:spPr>
            <a:xfrm>
              <a:off x="6842534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0" name="object 1320"/>
            <p:cNvSpPr/>
            <p:nvPr/>
          </p:nvSpPr>
          <p:spPr>
            <a:xfrm>
              <a:off x="6953445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1" name="object 1321"/>
            <p:cNvSpPr/>
            <p:nvPr/>
          </p:nvSpPr>
          <p:spPr>
            <a:xfrm>
              <a:off x="7064356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2" name="object 1322"/>
            <p:cNvSpPr/>
            <p:nvPr/>
          </p:nvSpPr>
          <p:spPr>
            <a:xfrm>
              <a:off x="7175267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3" name="object 1323"/>
            <p:cNvSpPr/>
            <p:nvPr/>
          </p:nvSpPr>
          <p:spPr>
            <a:xfrm>
              <a:off x="3958878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4" name="object 1324"/>
            <p:cNvSpPr/>
            <p:nvPr/>
          </p:nvSpPr>
          <p:spPr>
            <a:xfrm>
              <a:off x="4069789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5" name="object 1325"/>
            <p:cNvSpPr/>
            <p:nvPr/>
          </p:nvSpPr>
          <p:spPr>
            <a:xfrm>
              <a:off x="4180686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6" name="object 1326"/>
            <p:cNvSpPr/>
            <p:nvPr/>
          </p:nvSpPr>
          <p:spPr>
            <a:xfrm>
              <a:off x="4291597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7" name="object 1327"/>
            <p:cNvSpPr/>
            <p:nvPr/>
          </p:nvSpPr>
          <p:spPr>
            <a:xfrm>
              <a:off x="4402508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8" name="object 1328"/>
            <p:cNvSpPr/>
            <p:nvPr/>
          </p:nvSpPr>
          <p:spPr>
            <a:xfrm>
              <a:off x="4513432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9" name="object 1329"/>
            <p:cNvSpPr/>
            <p:nvPr/>
          </p:nvSpPr>
          <p:spPr>
            <a:xfrm>
              <a:off x="462434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0" name="object 1330"/>
            <p:cNvSpPr/>
            <p:nvPr/>
          </p:nvSpPr>
          <p:spPr>
            <a:xfrm>
              <a:off x="4735241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1" name="object 1331"/>
            <p:cNvSpPr/>
            <p:nvPr/>
          </p:nvSpPr>
          <p:spPr>
            <a:xfrm>
              <a:off x="4846152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2" name="object 1332"/>
            <p:cNvSpPr/>
            <p:nvPr/>
          </p:nvSpPr>
          <p:spPr>
            <a:xfrm>
              <a:off x="495706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3" name="object 1333"/>
            <p:cNvSpPr/>
            <p:nvPr/>
          </p:nvSpPr>
          <p:spPr>
            <a:xfrm>
              <a:off x="506797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4" name="object 1334"/>
            <p:cNvSpPr/>
            <p:nvPr/>
          </p:nvSpPr>
          <p:spPr>
            <a:xfrm>
              <a:off x="5178884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5" name="object 1335"/>
            <p:cNvSpPr/>
            <p:nvPr/>
          </p:nvSpPr>
          <p:spPr>
            <a:xfrm>
              <a:off x="5289795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6" name="object 1336"/>
            <p:cNvSpPr/>
            <p:nvPr/>
          </p:nvSpPr>
          <p:spPr>
            <a:xfrm>
              <a:off x="5400706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7" name="object 1337"/>
            <p:cNvSpPr/>
            <p:nvPr/>
          </p:nvSpPr>
          <p:spPr>
            <a:xfrm>
              <a:off x="5511617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8" name="object 1338"/>
            <p:cNvSpPr/>
            <p:nvPr/>
          </p:nvSpPr>
          <p:spPr>
            <a:xfrm>
              <a:off x="5622528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9" name="object 1339"/>
            <p:cNvSpPr/>
            <p:nvPr/>
          </p:nvSpPr>
          <p:spPr>
            <a:xfrm>
              <a:off x="5733439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0" name="object 1340"/>
            <p:cNvSpPr/>
            <p:nvPr/>
          </p:nvSpPr>
          <p:spPr>
            <a:xfrm>
              <a:off x="5844350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1" name="object 1341"/>
            <p:cNvSpPr/>
            <p:nvPr/>
          </p:nvSpPr>
          <p:spPr>
            <a:xfrm>
              <a:off x="5955260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2" name="object 1342"/>
            <p:cNvSpPr/>
            <p:nvPr/>
          </p:nvSpPr>
          <p:spPr>
            <a:xfrm>
              <a:off x="6066171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3" name="object 1343"/>
            <p:cNvSpPr/>
            <p:nvPr/>
          </p:nvSpPr>
          <p:spPr>
            <a:xfrm>
              <a:off x="6177082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4" name="object 1344"/>
            <p:cNvSpPr/>
            <p:nvPr/>
          </p:nvSpPr>
          <p:spPr>
            <a:xfrm>
              <a:off x="628799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5" name="object 1345"/>
            <p:cNvSpPr/>
            <p:nvPr/>
          </p:nvSpPr>
          <p:spPr>
            <a:xfrm>
              <a:off x="6398904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6" name="object 1346"/>
            <p:cNvSpPr/>
            <p:nvPr/>
          </p:nvSpPr>
          <p:spPr>
            <a:xfrm>
              <a:off x="6509802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7" name="object 1347"/>
            <p:cNvSpPr/>
            <p:nvPr/>
          </p:nvSpPr>
          <p:spPr>
            <a:xfrm>
              <a:off x="662071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8" name="object 1348"/>
            <p:cNvSpPr/>
            <p:nvPr/>
          </p:nvSpPr>
          <p:spPr>
            <a:xfrm>
              <a:off x="673162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9" name="object 1349"/>
            <p:cNvSpPr/>
            <p:nvPr/>
          </p:nvSpPr>
          <p:spPr>
            <a:xfrm>
              <a:off x="6842534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0" name="object 1350"/>
            <p:cNvSpPr/>
            <p:nvPr/>
          </p:nvSpPr>
          <p:spPr>
            <a:xfrm>
              <a:off x="6953445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1" name="object 1351"/>
            <p:cNvSpPr/>
            <p:nvPr/>
          </p:nvSpPr>
          <p:spPr>
            <a:xfrm>
              <a:off x="7064356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2" name="object 1352"/>
            <p:cNvSpPr/>
            <p:nvPr/>
          </p:nvSpPr>
          <p:spPr>
            <a:xfrm>
              <a:off x="7175267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3" name="object 1353"/>
            <p:cNvSpPr/>
            <p:nvPr/>
          </p:nvSpPr>
          <p:spPr>
            <a:xfrm>
              <a:off x="3958878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4" name="object 1354"/>
            <p:cNvSpPr/>
            <p:nvPr/>
          </p:nvSpPr>
          <p:spPr>
            <a:xfrm>
              <a:off x="4069789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5" name="object 1355"/>
            <p:cNvSpPr/>
            <p:nvPr/>
          </p:nvSpPr>
          <p:spPr>
            <a:xfrm>
              <a:off x="4180686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6" name="object 1356"/>
            <p:cNvSpPr/>
            <p:nvPr/>
          </p:nvSpPr>
          <p:spPr>
            <a:xfrm>
              <a:off x="4291597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7" name="object 1357"/>
            <p:cNvSpPr/>
            <p:nvPr/>
          </p:nvSpPr>
          <p:spPr>
            <a:xfrm>
              <a:off x="4402508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8" name="object 1358"/>
            <p:cNvSpPr/>
            <p:nvPr/>
          </p:nvSpPr>
          <p:spPr>
            <a:xfrm>
              <a:off x="4513432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9" name="object 1359"/>
            <p:cNvSpPr/>
            <p:nvPr/>
          </p:nvSpPr>
          <p:spPr>
            <a:xfrm>
              <a:off x="462434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0" name="object 1360"/>
            <p:cNvSpPr/>
            <p:nvPr/>
          </p:nvSpPr>
          <p:spPr>
            <a:xfrm>
              <a:off x="4735241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1" name="object 1361"/>
            <p:cNvSpPr/>
            <p:nvPr/>
          </p:nvSpPr>
          <p:spPr>
            <a:xfrm>
              <a:off x="4846152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2" name="object 1362"/>
            <p:cNvSpPr/>
            <p:nvPr/>
          </p:nvSpPr>
          <p:spPr>
            <a:xfrm>
              <a:off x="495706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3" name="object 1363"/>
            <p:cNvSpPr/>
            <p:nvPr/>
          </p:nvSpPr>
          <p:spPr>
            <a:xfrm>
              <a:off x="506797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4" name="object 1364"/>
            <p:cNvSpPr/>
            <p:nvPr/>
          </p:nvSpPr>
          <p:spPr>
            <a:xfrm>
              <a:off x="5178884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5" name="object 1365"/>
            <p:cNvSpPr/>
            <p:nvPr/>
          </p:nvSpPr>
          <p:spPr>
            <a:xfrm>
              <a:off x="5289795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6" name="object 1366"/>
            <p:cNvSpPr/>
            <p:nvPr/>
          </p:nvSpPr>
          <p:spPr>
            <a:xfrm>
              <a:off x="5400706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7" name="object 1367"/>
            <p:cNvSpPr/>
            <p:nvPr/>
          </p:nvSpPr>
          <p:spPr>
            <a:xfrm>
              <a:off x="5511617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8" name="object 1368"/>
            <p:cNvSpPr/>
            <p:nvPr/>
          </p:nvSpPr>
          <p:spPr>
            <a:xfrm>
              <a:off x="5622528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9" name="object 1369"/>
            <p:cNvSpPr/>
            <p:nvPr/>
          </p:nvSpPr>
          <p:spPr>
            <a:xfrm>
              <a:off x="5733439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0" name="object 1370"/>
            <p:cNvSpPr/>
            <p:nvPr/>
          </p:nvSpPr>
          <p:spPr>
            <a:xfrm>
              <a:off x="5844350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1" name="object 1371"/>
            <p:cNvSpPr/>
            <p:nvPr/>
          </p:nvSpPr>
          <p:spPr>
            <a:xfrm>
              <a:off x="5955260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2" name="object 1372"/>
            <p:cNvSpPr/>
            <p:nvPr/>
          </p:nvSpPr>
          <p:spPr>
            <a:xfrm>
              <a:off x="6066171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3" name="object 1373"/>
            <p:cNvSpPr/>
            <p:nvPr/>
          </p:nvSpPr>
          <p:spPr>
            <a:xfrm>
              <a:off x="6177082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4" name="object 1374"/>
            <p:cNvSpPr/>
            <p:nvPr/>
          </p:nvSpPr>
          <p:spPr>
            <a:xfrm>
              <a:off x="628799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5" name="object 1375"/>
            <p:cNvSpPr/>
            <p:nvPr/>
          </p:nvSpPr>
          <p:spPr>
            <a:xfrm>
              <a:off x="6398904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6" name="object 1376"/>
            <p:cNvSpPr/>
            <p:nvPr/>
          </p:nvSpPr>
          <p:spPr>
            <a:xfrm>
              <a:off x="6509802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7" name="object 1377"/>
            <p:cNvSpPr/>
            <p:nvPr/>
          </p:nvSpPr>
          <p:spPr>
            <a:xfrm>
              <a:off x="662071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8" name="object 1378"/>
            <p:cNvSpPr/>
            <p:nvPr/>
          </p:nvSpPr>
          <p:spPr>
            <a:xfrm>
              <a:off x="673162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9" name="object 1379"/>
            <p:cNvSpPr/>
            <p:nvPr/>
          </p:nvSpPr>
          <p:spPr>
            <a:xfrm>
              <a:off x="6842534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0" name="object 1380"/>
            <p:cNvSpPr/>
            <p:nvPr/>
          </p:nvSpPr>
          <p:spPr>
            <a:xfrm>
              <a:off x="6953445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1" name="object 1381"/>
            <p:cNvSpPr/>
            <p:nvPr/>
          </p:nvSpPr>
          <p:spPr>
            <a:xfrm>
              <a:off x="7064356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2" name="object 1382"/>
            <p:cNvSpPr/>
            <p:nvPr/>
          </p:nvSpPr>
          <p:spPr>
            <a:xfrm>
              <a:off x="7175267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3" name="object 1383"/>
            <p:cNvSpPr/>
            <p:nvPr/>
          </p:nvSpPr>
          <p:spPr>
            <a:xfrm>
              <a:off x="3958878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4" name="object 1384"/>
            <p:cNvSpPr/>
            <p:nvPr/>
          </p:nvSpPr>
          <p:spPr>
            <a:xfrm>
              <a:off x="4069789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5" name="object 1385"/>
            <p:cNvSpPr/>
            <p:nvPr/>
          </p:nvSpPr>
          <p:spPr>
            <a:xfrm>
              <a:off x="4180686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6" name="object 1386"/>
            <p:cNvSpPr/>
            <p:nvPr/>
          </p:nvSpPr>
          <p:spPr>
            <a:xfrm>
              <a:off x="4291597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7" name="object 1387"/>
            <p:cNvSpPr/>
            <p:nvPr/>
          </p:nvSpPr>
          <p:spPr>
            <a:xfrm>
              <a:off x="4402508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8" name="object 1388"/>
            <p:cNvSpPr/>
            <p:nvPr/>
          </p:nvSpPr>
          <p:spPr>
            <a:xfrm>
              <a:off x="4513432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9" name="object 1389"/>
            <p:cNvSpPr/>
            <p:nvPr/>
          </p:nvSpPr>
          <p:spPr>
            <a:xfrm>
              <a:off x="462434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0" name="object 1390"/>
            <p:cNvSpPr/>
            <p:nvPr/>
          </p:nvSpPr>
          <p:spPr>
            <a:xfrm>
              <a:off x="4735241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1" name="object 1391"/>
            <p:cNvSpPr/>
            <p:nvPr/>
          </p:nvSpPr>
          <p:spPr>
            <a:xfrm>
              <a:off x="4846152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2" name="object 1392"/>
            <p:cNvSpPr/>
            <p:nvPr/>
          </p:nvSpPr>
          <p:spPr>
            <a:xfrm>
              <a:off x="495706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3" name="object 1393"/>
            <p:cNvSpPr/>
            <p:nvPr/>
          </p:nvSpPr>
          <p:spPr>
            <a:xfrm>
              <a:off x="506797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4" name="object 1394"/>
            <p:cNvSpPr/>
            <p:nvPr/>
          </p:nvSpPr>
          <p:spPr>
            <a:xfrm>
              <a:off x="5178884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5" name="object 1395"/>
            <p:cNvSpPr/>
            <p:nvPr/>
          </p:nvSpPr>
          <p:spPr>
            <a:xfrm>
              <a:off x="5289795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6" name="object 1396"/>
            <p:cNvSpPr/>
            <p:nvPr/>
          </p:nvSpPr>
          <p:spPr>
            <a:xfrm>
              <a:off x="5400706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7" name="object 1397"/>
            <p:cNvSpPr/>
            <p:nvPr/>
          </p:nvSpPr>
          <p:spPr>
            <a:xfrm>
              <a:off x="5511617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8" name="object 1398"/>
            <p:cNvSpPr/>
            <p:nvPr/>
          </p:nvSpPr>
          <p:spPr>
            <a:xfrm>
              <a:off x="5622528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9" name="object 1399"/>
            <p:cNvSpPr/>
            <p:nvPr/>
          </p:nvSpPr>
          <p:spPr>
            <a:xfrm>
              <a:off x="5733439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0" name="object 1400"/>
            <p:cNvSpPr/>
            <p:nvPr/>
          </p:nvSpPr>
          <p:spPr>
            <a:xfrm>
              <a:off x="5844350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1" name="object 1401"/>
            <p:cNvSpPr/>
            <p:nvPr/>
          </p:nvSpPr>
          <p:spPr>
            <a:xfrm>
              <a:off x="5955260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2" name="object 1402"/>
            <p:cNvSpPr/>
            <p:nvPr/>
          </p:nvSpPr>
          <p:spPr>
            <a:xfrm>
              <a:off x="6066171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3" name="object 1403"/>
            <p:cNvSpPr/>
            <p:nvPr/>
          </p:nvSpPr>
          <p:spPr>
            <a:xfrm>
              <a:off x="6177082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4" name="object 1404"/>
            <p:cNvSpPr/>
            <p:nvPr/>
          </p:nvSpPr>
          <p:spPr>
            <a:xfrm>
              <a:off x="628799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5" name="object 1405"/>
            <p:cNvSpPr/>
            <p:nvPr/>
          </p:nvSpPr>
          <p:spPr>
            <a:xfrm>
              <a:off x="6398904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6" name="object 1406"/>
            <p:cNvSpPr/>
            <p:nvPr/>
          </p:nvSpPr>
          <p:spPr>
            <a:xfrm>
              <a:off x="6509802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7" name="object 1407"/>
            <p:cNvSpPr/>
            <p:nvPr/>
          </p:nvSpPr>
          <p:spPr>
            <a:xfrm>
              <a:off x="662071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8" name="object 1408"/>
            <p:cNvSpPr/>
            <p:nvPr/>
          </p:nvSpPr>
          <p:spPr>
            <a:xfrm>
              <a:off x="673162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9" name="object 1409"/>
            <p:cNvSpPr/>
            <p:nvPr/>
          </p:nvSpPr>
          <p:spPr>
            <a:xfrm>
              <a:off x="6842534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0" name="object 1410"/>
            <p:cNvSpPr/>
            <p:nvPr/>
          </p:nvSpPr>
          <p:spPr>
            <a:xfrm>
              <a:off x="6953445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1" name="object 1411"/>
            <p:cNvSpPr/>
            <p:nvPr/>
          </p:nvSpPr>
          <p:spPr>
            <a:xfrm>
              <a:off x="7064356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2" name="object 1412"/>
            <p:cNvSpPr/>
            <p:nvPr/>
          </p:nvSpPr>
          <p:spPr>
            <a:xfrm>
              <a:off x="7175267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3" name="object 1413"/>
            <p:cNvSpPr/>
            <p:nvPr/>
          </p:nvSpPr>
          <p:spPr>
            <a:xfrm>
              <a:off x="3958878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4" name="object 1414"/>
            <p:cNvSpPr/>
            <p:nvPr/>
          </p:nvSpPr>
          <p:spPr>
            <a:xfrm>
              <a:off x="4069789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5" name="object 1415"/>
            <p:cNvSpPr/>
            <p:nvPr/>
          </p:nvSpPr>
          <p:spPr>
            <a:xfrm>
              <a:off x="4180686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6" name="object 1416"/>
            <p:cNvSpPr/>
            <p:nvPr/>
          </p:nvSpPr>
          <p:spPr>
            <a:xfrm>
              <a:off x="4291597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7" name="object 1417"/>
            <p:cNvSpPr/>
            <p:nvPr/>
          </p:nvSpPr>
          <p:spPr>
            <a:xfrm>
              <a:off x="4402508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8" name="object 1418"/>
            <p:cNvSpPr/>
            <p:nvPr/>
          </p:nvSpPr>
          <p:spPr>
            <a:xfrm>
              <a:off x="4513432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9" name="object 1419"/>
            <p:cNvSpPr/>
            <p:nvPr/>
          </p:nvSpPr>
          <p:spPr>
            <a:xfrm>
              <a:off x="462434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0" name="object 1420"/>
            <p:cNvSpPr/>
            <p:nvPr/>
          </p:nvSpPr>
          <p:spPr>
            <a:xfrm>
              <a:off x="4735241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1" name="object 1421"/>
            <p:cNvSpPr/>
            <p:nvPr/>
          </p:nvSpPr>
          <p:spPr>
            <a:xfrm>
              <a:off x="4846152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2" name="object 1422"/>
            <p:cNvSpPr/>
            <p:nvPr/>
          </p:nvSpPr>
          <p:spPr>
            <a:xfrm>
              <a:off x="495706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3" name="object 1423"/>
            <p:cNvSpPr/>
            <p:nvPr/>
          </p:nvSpPr>
          <p:spPr>
            <a:xfrm>
              <a:off x="506797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4" name="object 1424"/>
            <p:cNvSpPr/>
            <p:nvPr/>
          </p:nvSpPr>
          <p:spPr>
            <a:xfrm>
              <a:off x="5178884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5" name="object 1425"/>
            <p:cNvSpPr/>
            <p:nvPr/>
          </p:nvSpPr>
          <p:spPr>
            <a:xfrm>
              <a:off x="5289795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6" name="object 1426"/>
            <p:cNvSpPr/>
            <p:nvPr/>
          </p:nvSpPr>
          <p:spPr>
            <a:xfrm>
              <a:off x="5400706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7" name="object 1427"/>
            <p:cNvSpPr/>
            <p:nvPr/>
          </p:nvSpPr>
          <p:spPr>
            <a:xfrm>
              <a:off x="5511617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8" name="object 1428"/>
            <p:cNvSpPr/>
            <p:nvPr/>
          </p:nvSpPr>
          <p:spPr>
            <a:xfrm>
              <a:off x="5622528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9" name="object 1429"/>
            <p:cNvSpPr/>
            <p:nvPr/>
          </p:nvSpPr>
          <p:spPr>
            <a:xfrm>
              <a:off x="5733439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0" name="object 1430"/>
            <p:cNvSpPr/>
            <p:nvPr/>
          </p:nvSpPr>
          <p:spPr>
            <a:xfrm>
              <a:off x="5844350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1" name="object 1431"/>
            <p:cNvSpPr/>
            <p:nvPr/>
          </p:nvSpPr>
          <p:spPr>
            <a:xfrm>
              <a:off x="5955260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2" name="object 1432"/>
            <p:cNvSpPr/>
            <p:nvPr/>
          </p:nvSpPr>
          <p:spPr>
            <a:xfrm>
              <a:off x="6066171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3" name="object 1433"/>
            <p:cNvSpPr/>
            <p:nvPr/>
          </p:nvSpPr>
          <p:spPr>
            <a:xfrm>
              <a:off x="6177082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4" name="object 1434"/>
            <p:cNvSpPr/>
            <p:nvPr/>
          </p:nvSpPr>
          <p:spPr>
            <a:xfrm>
              <a:off x="628799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5" name="object 1435"/>
            <p:cNvSpPr/>
            <p:nvPr/>
          </p:nvSpPr>
          <p:spPr>
            <a:xfrm>
              <a:off x="6398904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6" name="object 1436"/>
            <p:cNvSpPr/>
            <p:nvPr/>
          </p:nvSpPr>
          <p:spPr>
            <a:xfrm>
              <a:off x="6509802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7" name="object 1437"/>
            <p:cNvSpPr/>
            <p:nvPr/>
          </p:nvSpPr>
          <p:spPr>
            <a:xfrm>
              <a:off x="662071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8" name="object 1438"/>
            <p:cNvSpPr/>
            <p:nvPr/>
          </p:nvSpPr>
          <p:spPr>
            <a:xfrm>
              <a:off x="673162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9" name="object 1439"/>
            <p:cNvSpPr/>
            <p:nvPr/>
          </p:nvSpPr>
          <p:spPr>
            <a:xfrm>
              <a:off x="6842534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0" name="object 1440"/>
            <p:cNvSpPr/>
            <p:nvPr/>
          </p:nvSpPr>
          <p:spPr>
            <a:xfrm>
              <a:off x="6953445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1" name="object 1441"/>
            <p:cNvSpPr/>
            <p:nvPr/>
          </p:nvSpPr>
          <p:spPr>
            <a:xfrm>
              <a:off x="7064356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2" name="object 1442"/>
            <p:cNvSpPr/>
            <p:nvPr/>
          </p:nvSpPr>
          <p:spPr>
            <a:xfrm>
              <a:off x="7175267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3" name="object 1443"/>
            <p:cNvSpPr/>
            <p:nvPr/>
          </p:nvSpPr>
          <p:spPr>
            <a:xfrm>
              <a:off x="3958878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4" name="object 1444"/>
            <p:cNvSpPr/>
            <p:nvPr/>
          </p:nvSpPr>
          <p:spPr>
            <a:xfrm>
              <a:off x="4069789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5" name="object 1445"/>
            <p:cNvSpPr/>
            <p:nvPr/>
          </p:nvSpPr>
          <p:spPr>
            <a:xfrm>
              <a:off x="4180686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6" name="object 1446"/>
            <p:cNvSpPr/>
            <p:nvPr/>
          </p:nvSpPr>
          <p:spPr>
            <a:xfrm>
              <a:off x="4291597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7" name="object 1447"/>
            <p:cNvSpPr/>
            <p:nvPr/>
          </p:nvSpPr>
          <p:spPr>
            <a:xfrm>
              <a:off x="4402508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8" name="object 1448"/>
            <p:cNvSpPr/>
            <p:nvPr/>
          </p:nvSpPr>
          <p:spPr>
            <a:xfrm>
              <a:off x="4513432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9" name="object 1449"/>
            <p:cNvSpPr/>
            <p:nvPr/>
          </p:nvSpPr>
          <p:spPr>
            <a:xfrm>
              <a:off x="462434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0" name="object 1450"/>
            <p:cNvSpPr/>
            <p:nvPr/>
          </p:nvSpPr>
          <p:spPr>
            <a:xfrm>
              <a:off x="4735241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1" name="object 1451"/>
            <p:cNvSpPr/>
            <p:nvPr/>
          </p:nvSpPr>
          <p:spPr>
            <a:xfrm>
              <a:off x="4846152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2" name="object 1452"/>
            <p:cNvSpPr/>
            <p:nvPr/>
          </p:nvSpPr>
          <p:spPr>
            <a:xfrm>
              <a:off x="495706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3" name="object 1453"/>
            <p:cNvSpPr/>
            <p:nvPr/>
          </p:nvSpPr>
          <p:spPr>
            <a:xfrm>
              <a:off x="506797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4" name="object 1454"/>
            <p:cNvSpPr/>
            <p:nvPr/>
          </p:nvSpPr>
          <p:spPr>
            <a:xfrm>
              <a:off x="5178884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5" name="object 1455"/>
            <p:cNvSpPr/>
            <p:nvPr/>
          </p:nvSpPr>
          <p:spPr>
            <a:xfrm>
              <a:off x="5289795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6" name="object 1456"/>
            <p:cNvSpPr/>
            <p:nvPr/>
          </p:nvSpPr>
          <p:spPr>
            <a:xfrm>
              <a:off x="5400706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7" name="object 1457"/>
            <p:cNvSpPr/>
            <p:nvPr/>
          </p:nvSpPr>
          <p:spPr>
            <a:xfrm>
              <a:off x="5511617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8" name="object 1458"/>
            <p:cNvSpPr/>
            <p:nvPr/>
          </p:nvSpPr>
          <p:spPr>
            <a:xfrm>
              <a:off x="5622528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9" name="object 1459"/>
            <p:cNvSpPr/>
            <p:nvPr/>
          </p:nvSpPr>
          <p:spPr>
            <a:xfrm>
              <a:off x="5733439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0" name="object 1460"/>
            <p:cNvSpPr/>
            <p:nvPr/>
          </p:nvSpPr>
          <p:spPr>
            <a:xfrm>
              <a:off x="5844350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1" name="object 1461"/>
            <p:cNvSpPr/>
            <p:nvPr/>
          </p:nvSpPr>
          <p:spPr>
            <a:xfrm>
              <a:off x="5955260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2" name="object 1462"/>
            <p:cNvSpPr/>
            <p:nvPr/>
          </p:nvSpPr>
          <p:spPr>
            <a:xfrm>
              <a:off x="6066171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3" name="object 1463"/>
            <p:cNvSpPr/>
            <p:nvPr/>
          </p:nvSpPr>
          <p:spPr>
            <a:xfrm>
              <a:off x="6177082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4" name="object 1464"/>
            <p:cNvSpPr/>
            <p:nvPr/>
          </p:nvSpPr>
          <p:spPr>
            <a:xfrm>
              <a:off x="628799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5" name="object 1465"/>
            <p:cNvSpPr/>
            <p:nvPr/>
          </p:nvSpPr>
          <p:spPr>
            <a:xfrm>
              <a:off x="6398904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6" name="object 1466"/>
            <p:cNvSpPr/>
            <p:nvPr/>
          </p:nvSpPr>
          <p:spPr>
            <a:xfrm>
              <a:off x="6509802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7" name="object 1467"/>
            <p:cNvSpPr/>
            <p:nvPr/>
          </p:nvSpPr>
          <p:spPr>
            <a:xfrm>
              <a:off x="662071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8" name="object 1468"/>
            <p:cNvSpPr/>
            <p:nvPr/>
          </p:nvSpPr>
          <p:spPr>
            <a:xfrm>
              <a:off x="673162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9" name="object 1469"/>
            <p:cNvSpPr/>
            <p:nvPr/>
          </p:nvSpPr>
          <p:spPr>
            <a:xfrm>
              <a:off x="6842534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0" name="object 1470"/>
            <p:cNvSpPr/>
            <p:nvPr/>
          </p:nvSpPr>
          <p:spPr>
            <a:xfrm>
              <a:off x="6953445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1" name="object 1471"/>
            <p:cNvSpPr/>
            <p:nvPr/>
          </p:nvSpPr>
          <p:spPr>
            <a:xfrm>
              <a:off x="7064356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2" name="object 1472"/>
            <p:cNvSpPr/>
            <p:nvPr/>
          </p:nvSpPr>
          <p:spPr>
            <a:xfrm>
              <a:off x="7175267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3" name="object 1473"/>
            <p:cNvSpPr/>
            <p:nvPr/>
          </p:nvSpPr>
          <p:spPr>
            <a:xfrm>
              <a:off x="3958878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4" name="object 1474"/>
            <p:cNvSpPr/>
            <p:nvPr/>
          </p:nvSpPr>
          <p:spPr>
            <a:xfrm>
              <a:off x="4069789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5" name="object 1475"/>
            <p:cNvSpPr/>
            <p:nvPr/>
          </p:nvSpPr>
          <p:spPr>
            <a:xfrm>
              <a:off x="4180686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6" name="object 1476"/>
            <p:cNvSpPr/>
            <p:nvPr/>
          </p:nvSpPr>
          <p:spPr>
            <a:xfrm>
              <a:off x="4291597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7" name="object 1477"/>
            <p:cNvSpPr/>
            <p:nvPr/>
          </p:nvSpPr>
          <p:spPr>
            <a:xfrm>
              <a:off x="4402508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8" name="object 1478"/>
            <p:cNvSpPr/>
            <p:nvPr/>
          </p:nvSpPr>
          <p:spPr>
            <a:xfrm>
              <a:off x="4513432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9" name="object 1479"/>
            <p:cNvSpPr/>
            <p:nvPr/>
          </p:nvSpPr>
          <p:spPr>
            <a:xfrm>
              <a:off x="462434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0" name="object 1480"/>
            <p:cNvSpPr/>
            <p:nvPr/>
          </p:nvSpPr>
          <p:spPr>
            <a:xfrm>
              <a:off x="4735241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1" name="object 1481"/>
            <p:cNvSpPr/>
            <p:nvPr/>
          </p:nvSpPr>
          <p:spPr>
            <a:xfrm>
              <a:off x="4846152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2" name="object 1482"/>
            <p:cNvSpPr/>
            <p:nvPr/>
          </p:nvSpPr>
          <p:spPr>
            <a:xfrm>
              <a:off x="495706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3" name="object 1483"/>
            <p:cNvSpPr/>
            <p:nvPr/>
          </p:nvSpPr>
          <p:spPr>
            <a:xfrm>
              <a:off x="506797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4" name="object 1484"/>
            <p:cNvSpPr/>
            <p:nvPr/>
          </p:nvSpPr>
          <p:spPr>
            <a:xfrm>
              <a:off x="5178884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5" name="object 1485"/>
            <p:cNvSpPr/>
            <p:nvPr/>
          </p:nvSpPr>
          <p:spPr>
            <a:xfrm>
              <a:off x="5289795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6" name="object 1486"/>
            <p:cNvSpPr/>
            <p:nvPr/>
          </p:nvSpPr>
          <p:spPr>
            <a:xfrm>
              <a:off x="5400706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7" name="object 1487"/>
            <p:cNvSpPr/>
            <p:nvPr/>
          </p:nvSpPr>
          <p:spPr>
            <a:xfrm>
              <a:off x="5511617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8" name="object 1488"/>
            <p:cNvSpPr/>
            <p:nvPr/>
          </p:nvSpPr>
          <p:spPr>
            <a:xfrm>
              <a:off x="5622528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9" name="object 1489"/>
            <p:cNvSpPr/>
            <p:nvPr/>
          </p:nvSpPr>
          <p:spPr>
            <a:xfrm>
              <a:off x="5733439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0" name="object 1490"/>
            <p:cNvSpPr/>
            <p:nvPr/>
          </p:nvSpPr>
          <p:spPr>
            <a:xfrm>
              <a:off x="5844350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1" name="object 1491"/>
            <p:cNvSpPr/>
            <p:nvPr/>
          </p:nvSpPr>
          <p:spPr>
            <a:xfrm>
              <a:off x="5955260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2" name="object 1492"/>
            <p:cNvSpPr/>
            <p:nvPr/>
          </p:nvSpPr>
          <p:spPr>
            <a:xfrm>
              <a:off x="6066171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3" name="object 1493"/>
            <p:cNvSpPr/>
            <p:nvPr/>
          </p:nvSpPr>
          <p:spPr>
            <a:xfrm>
              <a:off x="6177082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4" name="object 1494"/>
            <p:cNvSpPr/>
            <p:nvPr/>
          </p:nvSpPr>
          <p:spPr>
            <a:xfrm>
              <a:off x="628799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5" name="object 1495"/>
            <p:cNvSpPr/>
            <p:nvPr/>
          </p:nvSpPr>
          <p:spPr>
            <a:xfrm>
              <a:off x="6398904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6" name="object 1496"/>
            <p:cNvSpPr/>
            <p:nvPr/>
          </p:nvSpPr>
          <p:spPr>
            <a:xfrm>
              <a:off x="6509802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7" name="object 1497"/>
            <p:cNvSpPr/>
            <p:nvPr/>
          </p:nvSpPr>
          <p:spPr>
            <a:xfrm>
              <a:off x="662071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8" name="object 1498"/>
            <p:cNvSpPr/>
            <p:nvPr/>
          </p:nvSpPr>
          <p:spPr>
            <a:xfrm>
              <a:off x="673162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9" name="object 1499"/>
            <p:cNvSpPr/>
            <p:nvPr/>
          </p:nvSpPr>
          <p:spPr>
            <a:xfrm>
              <a:off x="6842534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0" name="object 1500"/>
            <p:cNvSpPr/>
            <p:nvPr/>
          </p:nvSpPr>
          <p:spPr>
            <a:xfrm>
              <a:off x="6953445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1" name="object 1501"/>
            <p:cNvSpPr/>
            <p:nvPr/>
          </p:nvSpPr>
          <p:spPr>
            <a:xfrm>
              <a:off x="7064356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2" name="object 1502"/>
            <p:cNvSpPr/>
            <p:nvPr/>
          </p:nvSpPr>
          <p:spPr>
            <a:xfrm>
              <a:off x="7175267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3" name="object 1503"/>
            <p:cNvSpPr/>
            <p:nvPr/>
          </p:nvSpPr>
          <p:spPr>
            <a:xfrm>
              <a:off x="3958878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4" name="object 1504"/>
            <p:cNvSpPr/>
            <p:nvPr/>
          </p:nvSpPr>
          <p:spPr>
            <a:xfrm>
              <a:off x="4069789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5" name="object 1505"/>
            <p:cNvSpPr/>
            <p:nvPr/>
          </p:nvSpPr>
          <p:spPr>
            <a:xfrm>
              <a:off x="4180686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6" name="object 1506"/>
            <p:cNvSpPr/>
            <p:nvPr/>
          </p:nvSpPr>
          <p:spPr>
            <a:xfrm>
              <a:off x="4291597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7" name="object 1507"/>
            <p:cNvSpPr/>
            <p:nvPr/>
          </p:nvSpPr>
          <p:spPr>
            <a:xfrm>
              <a:off x="4402508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8" name="object 1508"/>
            <p:cNvSpPr/>
            <p:nvPr/>
          </p:nvSpPr>
          <p:spPr>
            <a:xfrm>
              <a:off x="4513432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9" name="object 1509"/>
            <p:cNvSpPr/>
            <p:nvPr/>
          </p:nvSpPr>
          <p:spPr>
            <a:xfrm>
              <a:off x="462434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0" name="object 1510"/>
            <p:cNvSpPr/>
            <p:nvPr/>
          </p:nvSpPr>
          <p:spPr>
            <a:xfrm>
              <a:off x="4735241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1" name="object 1511"/>
            <p:cNvSpPr/>
            <p:nvPr/>
          </p:nvSpPr>
          <p:spPr>
            <a:xfrm>
              <a:off x="4846152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2" name="object 1512"/>
            <p:cNvSpPr/>
            <p:nvPr/>
          </p:nvSpPr>
          <p:spPr>
            <a:xfrm>
              <a:off x="495706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3" name="object 1513"/>
            <p:cNvSpPr/>
            <p:nvPr/>
          </p:nvSpPr>
          <p:spPr>
            <a:xfrm>
              <a:off x="506797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4" name="object 1514"/>
            <p:cNvSpPr/>
            <p:nvPr/>
          </p:nvSpPr>
          <p:spPr>
            <a:xfrm>
              <a:off x="5178884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5" name="object 1515"/>
            <p:cNvSpPr/>
            <p:nvPr/>
          </p:nvSpPr>
          <p:spPr>
            <a:xfrm>
              <a:off x="5289795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6" name="object 1516"/>
            <p:cNvSpPr/>
            <p:nvPr/>
          </p:nvSpPr>
          <p:spPr>
            <a:xfrm>
              <a:off x="5400706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7" name="object 1517"/>
            <p:cNvSpPr/>
            <p:nvPr/>
          </p:nvSpPr>
          <p:spPr>
            <a:xfrm>
              <a:off x="5511617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8" name="object 1518"/>
            <p:cNvSpPr/>
            <p:nvPr/>
          </p:nvSpPr>
          <p:spPr>
            <a:xfrm>
              <a:off x="5622528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9" name="object 1519"/>
            <p:cNvSpPr/>
            <p:nvPr/>
          </p:nvSpPr>
          <p:spPr>
            <a:xfrm>
              <a:off x="5733439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0" name="object 1520"/>
            <p:cNvSpPr/>
            <p:nvPr/>
          </p:nvSpPr>
          <p:spPr>
            <a:xfrm>
              <a:off x="5844350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1" name="object 1521"/>
            <p:cNvSpPr/>
            <p:nvPr/>
          </p:nvSpPr>
          <p:spPr>
            <a:xfrm>
              <a:off x="5955260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2" name="object 1522"/>
            <p:cNvSpPr/>
            <p:nvPr/>
          </p:nvSpPr>
          <p:spPr>
            <a:xfrm>
              <a:off x="6066171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3" name="object 1523"/>
            <p:cNvSpPr/>
            <p:nvPr/>
          </p:nvSpPr>
          <p:spPr>
            <a:xfrm>
              <a:off x="6177082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4" name="object 1524"/>
            <p:cNvSpPr/>
            <p:nvPr/>
          </p:nvSpPr>
          <p:spPr>
            <a:xfrm>
              <a:off x="628799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5" name="object 1525"/>
            <p:cNvSpPr/>
            <p:nvPr/>
          </p:nvSpPr>
          <p:spPr>
            <a:xfrm>
              <a:off x="6398904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6" name="object 1526"/>
            <p:cNvSpPr/>
            <p:nvPr/>
          </p:nvSpPr>
          <p:spPr>
            <a:xfrm>
              <a:off x="6509802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7" name="object 1527"/>
            <p:cNvSpPr/>
            <p:nvPr/>
          </p:nvSpPr>
          <p:spPr>
            <a:xfrm>
              <a:off x="662071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8" name="object 1528"/>
            <p:cNvSpPr/>
            <p:nvPr/>
          </p:nvSpPr>
          <p:spPr>
            <a:xfrm>
              <a:off x="673162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9" name="object 1529"/>
            <p:cNvSpPr/>
            <p:nvPr/>
          </p:nvSpPr>
          <p:spPr>
            <a:xfrm>
              <a:off x="6842534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0" name="object 1530"/>
            <p:cNvSpPr/>
            <p:nvPr/>
          </p:nvSpPr>
          <p:spPr>
            <a:xfrm>
              <a:off x="6953445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1" name="object 1531"/>
            <p:cNvSpPr/>
            <p:nvPr/>
          </p:nvSpPr>
          <p:spPr>
            <a:xfrm>
              <a:off x="7064356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2" name="object 1532"/>
            <p:cNvSpPr/>
            <p:nvPr/>
          </p:nvSpPr>
          <p:spPr>
            <a:xfrm>
              <a:off x="7175267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3" name="object 1533"/>
            <p:cNvSpPr/>
            <p:nvPr/>
          </p:nvSpPr>
          <p:spPr>
            <a:xfrm>
              <a:off x="3958878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4" name="object 1534"/>
            <p:cNvSpPr/>
            <p:nvPr/>
          </p:nvSpPr>
          <p:spPr>
            <a:xfrm>
              <a:off x="4069789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5" name="object 1535"/>
            <p:cNvSpPr/>
            <p:nvPr/>
          </p:nvSpPr>
          <p:spPr>
            <a:xfrm>
              <a:off x="4180686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6" name="object 1536"/>
            <p:cNvSpPr/>
            <p:nvPr/>
          </p:nvSpPr>
          <p:spPr>
            <a:xfrm>
              <a:off x="4291597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7" name="object 1537"/>
            <p:cNvSpPr/>
            <p:nvPr/>
          </p:nvSpPr>
          <p:spPr>
            <a:xfrm>
              <a:off x="4402508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8" name="object 1538"/>
            <p:cNvSpPr/>
            <p:nvPr/>
          </p:nvSpPr>
          <p:spPr>
            <a:xfrm>
              <a:off x="4513432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9" name="object 1539"/>
            <p:cNvSpPr/>
            <p:nvPr/>
          </p:nvSpPr>
          <p:spPr>
            <a:xfrm>
              <a:off x="462434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0" name="object 1540"/>
            <p:cNvSpPr/>
            <p:nvPr/>
          </p:nvSpPr>
          <p:spPr>
            <a:xfrm>
              <a:off x="4735241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1" name="object 1541"/>
            <p:cNvSpPr/>
            <p:nvPr/>
          </p:nvSpPr>
          <p:spPr>
            <a:xfrm>
              <a:off x="4846152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2" name="object 1542"/>
            <p:cNvSpPr/>
            <p:nvPr/>
          </p:nvSpPr>
          <p:spPr>
            <a:xfrm>
              <a:off x="495706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3" name="object 1543"/>
            <p:cNvSpPr/>
            <p:nvPr/>
          </p:nvSpPr>
          <p:spPr>
            <a:xfrm>
              <a:off x="506797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4" name="object 1544"/>
            <p:cNvSpPr/>
            <p:nvPr/>
          </p:nvSpPr>
          <p:spPr>
            <a:xfrm>
              <a:off x="5178884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5" name="object 1545"/>
            <p:cNvSpPr/>
            <p:nvPr/>
          </p:nvSpPr>
          <p:spPr>
            <a:xfrm>
              <a:off x="5289795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6" name="object 1546"/>
            <p:cNvSpPr/>
            <p:nvPr/>
          </p:nvSpPr>
          <p:spPr>
            <a:xfrm>
              <a:off x="5400706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7" name="object 1547"/>
            <p:cNvSpPr/>
            <p:nvPr/>
          </p:nvSpPr>
          <p:spPr>
            <a:xfrm>
              <a:off x="5511617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8" name="object 1548"/>
            <p:cNvSpPr/>
            <p:nvPr/>
          </p:nvSpPr>
          <p:spPr>
            <a:xfrm>
              <a:off x="5622528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9" name="object 1549"/>
            <p:cNvSpPr/>
            <p:nvPr/>
          </p:nvSpPr>
          <p:spPr>
            <a:xfrm>
              <a:off x="5733439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0" name="object 1550"/>
            <p:cNvSpPr/>
            <p:nvPr/>
          </p:nvSpPr>
          <p:spPr>
            <a:xfrm>
              <a:off x="5844350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1" name="object 1551"/>
            <p:cNvSpPr/>
            <p:nvPr/>
          </p:nvSpPr>
          <p:spPr>
            <a:xfrm>
              <a:off x="5955260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2" name="object 1552"/>
            <p:cNvSpPr/>
            <p:nvPr/>
          </p:nvSpPr>
          <p:spPr>
            <a:xfrm>
              <a:off x="6066171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3" name="object 1553"/>
            <p:cNvSpPr/>
            <p:nvPr/>
          </p:nvSpPr>
          <p:spPr>
            <a:xfrm>
              <a:off x="6177082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4" name="object 1554"/>
            <p:cNvSpPr/>
            <p:nvPr/>
          </p:nvSpPr>
          <p:spPr>
            <a:xfrm>
              <a:off x="628799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5" name="object 1555"/>
            <p:cNvSpPr/>
            <p:nvPr/>
          </p:nvSpPr>
          <p:spPr>
            <a:xfrm>
              <a:off x="6398904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6" name="object 1556"/>
            <p:cNvSpPr/>
            <p:nvPr/>
          </p:nvSpPr>
          <p:spPr>
            <a:xfrm>
              <a:off x="6509802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7" name="object 1557"/>
            <p:cNvSpPr/>
            <p:nvPr/>
          </p:nvSpPr>
          <p:spPr>
            <a:xfrm>
              <a:off x="662071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8" name="object 1558"/>
            <p:cNvSpPr/>
            <p:nvPr/>
          </p:nvSpPr>
          <p:spPr>
            <a:xfrm>
              <a:off x="673162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9" name="object 1559"/>
            <p:cNvSpPr/>
            <p:nvPr/>
          </p:nvSpPr>
          <p:spPr>
            <a:xfrm>
              <a:off x="6842534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0" name="object 1560"/>
            <p:cNvSpPr/>
            <p:nvPr/>
          </p:nvSpPr>
          <p:spPr>
            <a:xfrm>
              <a:off x="6953445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1" name="object 1561"/>
            <p:cNvSpPr/>
            <p:nvPr/>
          </p:nvSpPr>
          <p:spPr>
            <a:xfrm>
              <a:off x="7064356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2" name="object 1562"/>
            <p:cNvSpPr/>
            <p:nvPr/>
          </p:nvSpPr>
          <p:spPr>
            <a:xfrm>
              <a:off x="7175267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3" name="object 1563"/>
            <p:cNvSpPr/>
            <p:nvPr/>
          </p:nvSpPr>
          <p:spPr>
            <a:xfrm>
              <a:off x="3958878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4" name="object 1564"/>
            <p:cNvSpPr/>
            <p:nvPr/>
          </p:nvSpPr>
          <p:spPr>
            <a:xfrm>
              <a:off x="4069789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5" name="object 1565"/>
            <p:cNvSpPr/>
            <p:nvPr/>
          </p:nvSpPr>
          <p:spPr>
            <a:xfrm>
              <a:off x="4180686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6" name="object 1566"/>
            <p:cNvSpPr/>
            <p:nvPr/>
          </p:nvSpPr>
          <p:spPr>
            <a:xfrm>
              <a:off x="4291597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7" name="object 1567"/>
            <p:cNvSpPr/>
            <p:nvPr/>
          </p:nvSpPr>
          <p:spPr>
            <a:xfrm>
              <a:off x="4402508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8" name="object 1568"/>
            <p:cNvSpPr/>
            <p:nvPr/>
          </p:nvSpPr>
          <p:spPr>
            <a:xfrm>
              <a:off x="4513432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9" name="object 1569"/>
            <p:cNvSpPr/>
            <p:nvPr/>
          </p:nvSpPr>
          <p:spPr>
            <a:xfrm>
              <a:off x="462434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0" name="object 1570"/>
            <p:cNvSpPr/>
            <p:nvPr/>
          </p:nvSpPr>
          <p:spPr>
            <a:xfrm>
              <a:off x="4735241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1" name="object 1571"/>
            <p:cNvSpPr/>
            <p:nvPr/>
          </p:nvSpPr>
          <p:spPr>
            <a:xfrm>
              <a:off x="4846152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2" name="object 1572"/>
            <p:cNvSpPr/>
            <p:nvPr/>
          </p:nvSpPr>
          <p:spPr>
            <a:xfrm>
              <a:off x="495706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3" name="object 1573"/>
            <p:cNvSpPr/>
            <p:nvPr/>
          </p:nvSpPr>
          <p:spPr>
            <a:xfrm>
              <a:off x="506797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4" name="object 1574"/>
            <p:cNvSpPr/>
            <p:nvPr/>
          </p:nvSpPr>
          <p:spPr>
            <a:xfrm>
              <a:off x="5178884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5" name="object 1575"/>
            <p:cNvSpPr/>
            <p:nvPr/>
          </p:nvSpPr>
          <p:spPr>
            <a:xfrm>
              <a:off x="5289795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6" name="object 1576"/>
            <p:cNvSpPr/>
            <p:nvPr/>
          </p:nvSpPr>
          <p:spPr>
            <a:xfrm>
              <a:off x="5400706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7" name="object 1577"/>
            <p:cNvSpPr/>
            <p:nvPr/>
          </p:nvSpPr>
          <p:spPr>
            <a:xfrm>
              <a:off x="5511617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8" name="object 1578"/>
            <p:cNvSpPr/>
            <p:nvPr/>
          </p:nvSpPr>
          <p:spPr>
            <a:xfrm>
              <a:off x="5622528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9" name="object 1579"/>
            <p:cNvSpPr/>
            <p:nvPr/>
          </p:nvSpPr>
          <p:spPr>
            <a:xfrm>
              <a:off x="5733439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0" name="object 1580"/>
            <p:cNvSpPr/>
            <p:nvPr/>
          </p:nvSpPr>
          <p:spPr>
            <a:xfrm>
              <a:off x="5844350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1" name="object 1581"/>
            <p:cNvSpPr/>
            <p:nvPr/>
          </p:nvSpPr>
          <p:spPr>
            <a:xfrm>
              <a:off x="5955260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2" name="object 1582"/>
            <p:cNvSpPr/>
            <p:nvPr/>
          </p:nvSpPr>
          <p:spPr>
            <a:xfrm>
              <a:off x="6066171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3" name="object 1583"/>
            <p:cNvSpPr/>
            <p:nvPr/>
          </p:nvSpPr>
          <p:spPr>
            <a:xfrm>
              <a:off x="6177082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4" name="object 1584"/>
            <p:cNvSpPr/>
            <p:nvPr/>
          </p:nvSpPr>
          <p:spPr>
            <a:xfrm>
              <a:off x="628799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5" name="object 1585"/>
            <p:cNvSpPr/>
            <p:nvPr/>
          </p:nvSpPr>
          <p:spPr>
            <a:xfrm>
              <a:off x="6398904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6" name="object 1586"/>
            <p:cNvSpPr/>
            <p:nvPr/>
          </p:nvSpPr>
          <p:spPr>
            <a:xfrm>
              <a:off x="6509802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7" name="object 1587"/>
            <p:cNvSpPr/>
            <p:nvPr/>
          </p:nvSpPr>
          <p:spPr>
            <a:xfrm>
              <a:off x="662071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8" name="object 1588"/>
            <p:cNvSpPr/>
            <p:nvPr/>
          </p:nvSpPr>
          <p:spPr>
            <a:xfrm>
              <a:off x="673162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9" name="object 1589"/>
            <p:cNvSpPr/>
            <p:nvPr/>
          </p:nvSpPr>
          <p:spPr>
            <a:xfrm>
              <a:off x="6842534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0" name="object 1590"/>
            <p:cNvSpPr/>
            <p:nvPr/>
          </p:nvSpPr>
          <p:spPr>
            <a:xfrm>
              <a:off x="6953445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1" name="object 1591"/>
            <p:cNvSpPr/>
            <p:nvPr/>
          </p:nvSpPr>
          <p:spPr>
            <a:xfrm>
              <a:off x="7064356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2" name="object 1592"/>
            <p:cNvSpPr/>
            <p:nvPr/>
          </p:nvSpPr>
          <p:spPr>
            <a:xfrm>
              <a:off x="7175267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3" name="object 1593"/>
            <p:cNvSpPr/>
            <p:nvPr/>
          </p:nvSpPr>
          <p:spPr>
            <a:xfrm>
              <a:off x="3958878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4" name="object 1594"/>
            <p:cNvSpPr/>
            <p:nvPr/>
          </p:nvSpPr>
          <p:spPr>
            <a:xfrm>
              <a:off x="4069789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5" name="object 1595"/>
            <p:cNvSpPr/>
            <p:nvPr/>
          </p:nvSpPr>
          <p:spPr>
            <a:xfrm>
              <a:off x="4180686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6" name="object 1596"/>
            <p:cNvSpPr/>
            <p:nvPr/>
          </p:nvSpPr>
          <p:spPr>
            <a:xfrm>
              <a:off x="4291597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7" name="object 1597"/>
            <p:cNvSpPr/>
            <p:nvPr/>
          </p:nvSpPr>
          <p:spPr>
            <a:xfrm>
              <a:off x="4402508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8" name="object 1598"/>
            <p:cNvSpPr/>
            <p:nvPr/>
          </p:nvSpPr>
          <p:spPr>
            <a:xfrm>
              <a:off x="4513432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9" name="object 1599"/>
            <p:cNvSpPr/>
            <p:nvPr/>
          </p:nvSpPr>
          <p:spPr>
            <a:xfrm>
              <a:off x="4624343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0" name="object 1600"/>
            <p:cNvSpPr/>
            <p:nvPr/>
          </p:nvSpPr>
          <p:spPr>
            <a:xfrm>
              <a:off x="4735241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1" name="object 1601"/>
            <p:cNvSpPr/>
            <p:nvPr/>
          </p:nvSpPr>
          <p:spPr>
            <a:xfrm>
              <a:off x="4846152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2" name="object 1602"/>
            <p:cNvSpPr/>
            <p:nvPr/>
          </p:nvSpPr>
          <p:spPr>
            <a:xfrm>
              <a:off x="4957063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3" name="object 1603"/>
            <p:cNvSpPr/>
            <p:nvPr/>
          </p:nvSpPr>
          <p:spPr>
            <a:xfrm>
              <a:off x="5067973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4" name="object 1604"/>
            <p:cNvSpPr/>
            <p:nvPr/>
          </p:nvSpPr>
          <p:spPr>
            <a:xfrm>
              <a:off x="5178884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5" name="object 1605"/>
            <p:cNvSpPr/>
            <p:nvPr/>
          </p:nvSpPr>
          <p:spPr>
            <a:xfrm>
              <a:off x="5289795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6" name="object 1606"/>
            <p:cNvSpPr/>
            <p:nvPr/>
          </p:nvSpPr>
          <p:spPr>
            <a:xfrm>
              <a:off x="5400706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7" name="object 1607"/>
            <p:cNvSpPr/>
            <p:nvPr/>
          </p:nvSpPr>
          <p:spPr>
            <a:xfrm>
              <a:off x="5511617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8" name="object 1608"/>
            <p:cNvSpPr/>
            <p:nvPr/>
          </p:nvSpPr>
          <p:spPr>
            <a:xfrm>
              <a:off x="5622528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9" name="object 1609"/>
            <p:cNvSpPr/>
            <p:nvPr/>
          </p:nvSpPr>
          <p:spPr>
            <a:xfrm>
              <a:off x="5733439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0" name="object 1610"/>
            <p:cNvSpPr/>
            <p:nvPr/>
          </p:nvSpPr>
          <p:spPr>
            <a:xfrm>
              <a:off x="5844350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1" name="object 1611"/>
            <p:cNvSpPr/>
            <p:nvPr/>
          </p:nvSpPr>
          <p:spPr>
            <a:xfrm>
              <a:off x="5955260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2" name="object 1612"/>
            <p:cNvSpPr/>
            <p:nvPr/>
          </p:nvSpPr>
          <p:spPr>
            <a:xfrm>
              <a:off x="6066171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3" name="object 1613"/>
            <p:cNvSpPr/>
            <p:nvPr/>
          </p:nvSpPr>
          <p:spPr>
            <a:xfrm>
              <a:off x="6177082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4" name="object 1614"/>
            <p:cNvSpPr/>
            <p:nvPr/>
          </p:nvSpPr>
          <p:spPr>
            <a:xfrm>
              <a:off x="6287993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5" name="object 1615"/>
            <p:cNvSpPr/>
            <p:nvPr/>
          </p:nvSpPr>
          <p:spPr>
            <a:xfrm>
              <a:off x="6398904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6" name="object 1616"/>
            <p:cNvSpPr/>
            <p:nvPr/>
          </p:nvSpPr>
          <p:spPr>
            <a:xfrm>
              <a:off x="6509802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7" name="object 1617"/>
            <p:cNvSpPr/>
            <p:nvPr/>
          </p:nvSpPr>
          <p:spPr>
            <a:xfrm>
              <a:off x="6620713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8" name="object 1618"/>
            <p:cNvSpPr/>
            <p:nvPr/>
          </p:nvSpPr>
          <p:spPr>
            <a:xfrm>
              <a:off x="6731623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9" name="object 1619"/>
            <p:cNvSpPr/>
            <p:nvPr/>
          </p:nvSpPr>
          <p:spPr>
            <a:xfrm>
              <a:off x="6842534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0" name="object 1620"/>
            <p:cNvSpPr/>
            <p:nvPr/>
          </p:nvSpPr>
          <p:spPr>
            <a:xfrm>
              <a:off x="6953445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1" name="object 1621"/>
            <p:cNvSpPr/>
            <p:nvPr/>
          </p:nvSpPr>
          <p:spPr>
            <a:xfrm>
              <a:off x="7064356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2" name="object 1622"/>
            <p:cNvSpPr/>
            <p:nvPr/>
          </p:nvSpPr>
          <p:spPr>
            <a:xfrm>
              <a:off x="7175267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3" name="object 1623"/>
            <p:cNvSpPr/>
            <p:nvPr/>
          </p:nvSpPr>
          <p:spPr>
            <a:xfrm>
              <a:off x="3958878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4" name="object 1624"/>
            <p:cNvSpPr/>
            <p:nvPr/>
          </p:nvSpPr>
          <p:spPr>
            <a:xfrm>
              <a:off x="4069789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5" name="object 1625"/>
            <p:cNvSpPr/>
            <p:nvPr/>
          </p:nvSpPr>
          <p:spPr>
            <a:xfrm>
              <a:off x="4180686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6" name="object 1626"/>
            <p:cNvSpPr/>
            <p:nvPr/>
          </p:nvSpPr>
          <p:spPr>
            <a:xfrm>
              <a:off x="4291597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7" name="object 1627"/>
            <p:cNvSpPr/>
            <p:nvPr/>
          </p:nvSpPr>
          <p:spPr>
            <a:xfrm>
              <a:off x="4402508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8" name="object 1628"/>
            <p:cNvSpPr/>
            <p:nvPr/>
          </p:nvSpPr>
          <p:spPr>
            <a:xfrm>
              <a:off x="4513432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9" name="object 1629"/>
            <p:cNvSpPr/>
            <p:nvPr/>
          </p:nvSpPr>
          <p:spPr>
            <a:xfrm>
              <a:off x="4624343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0" name="object 1630"/>
            <p:cNvSpPr/>
            <p:nvPr/>
          </p:nvSpPr>
          <p:spPr>
            <a:xfrm>
              <a:off x="4735241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1" name="object 1631"/>
            <p:cNvSpPr/>
            <p:nvPr/>
          </p:nvSpPr>
          <p:spPr>
            <a:xfrm>
              <a:off x="4846152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2" name="object 1632"/>
            <p:cNvSpPr/>
            <p:nvPr/>
          </p:nvSpPr>
          <p:spPr>
            <a:xfrm>
              <a:off x="4957063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3" name="object 1633"/>
            <p:cNvSpPr/>
            <p:nvPr/>
          </p:nvSpPr>
          <p:spPr>
            <a:xfrm>
              <a:off x="5067973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4" name="object 1634"/>
            <p:cNvSpPr/>
            <p:nvPr/>
          </p:nvSpPr>
          <p:spPr>
            <a:xfrm>
              <a:off x="5178884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5" name="object 1635"/>
            <p:cNvSpPr/>
            <p:nvPr/>
          </p:nvSpPr>
          <p:spPr>
            <a:xfrm>
              <a:off x="5289795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6" name="object 1636"/>
            <p:cNvSpPr/>
            <p:nvPr/>
          </p:nvSpPr>
          <p:spPr>
            <a:xfrm>
              <a:off x="5400706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7" name="object 1637"/>
            <p:cNvSpPr/>
            <p:nvPr/>
          </p:nvSpPr>
          <p:spPr>
            <a:xfrm>
              <a:off x="5511617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8" name="object 1638"/>
            <p:cNvSpPr/>
            <p:nvPr/>
          </p:nvSpPr>
          <p:spPr>
            <a:xfrm>
              <a:off x="5622528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9" name="object 1639"/>
            <p:cNvSpPr/>
            <p:nvPr/>
          </p:nvSpPr>
          <p:spPr>
            <a:xfrm>
              <a:off x="5733439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0" name="object 1640"/>
            <p:cNvSpPr/>
            <p:nvPr/>
          </p:nvSpPr>
          <p:spPr>
            <a:xfrm>
              <a:off x="5844350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1" name="object 1641"/>
            <p:cNvSpPr/>
            <p:nvPr/>
          </p:nvSpPr>
          <p:spPr>
            <a:xfrm>
              <a:off x="5955260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2" name="object 1642"/>
            <p:cNvSpPr/>
            <p:nvPr/>
          </p:nvSpPr>
          <p:spPr>
            <a:xfrm>
              <a:off x="6066171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3" name="object 1643"/>
            <p:cNvSpPr/>
            <p:nvPr/>
          </p:nvSpPr>
          <p:spPr>
            <a:xfrm>
              <a:off x="6177082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4" name="object 1644"/>
            <p:cNvSpPr/>
            <p:nvPr/>
          </p:nvSpPr>
          <p:spPr>
            <a:xfrm>
              <a:off x="6287993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5" name="object 1645"/>
            <p:cNvSpPr/>
            <p:nvPr/>
          </p:nvSpPr>
          <p:spPr>
            <a:xfrm>
              <a:off x="6398904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6" name="object 1646"/>
            <p:cNvSpPr/>
            <p:nvPr/>
          </p:nvSpPr>
          <p:spPr>
            <a:xfrm>
              <a:off x="6509802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7" name="object 1647"/>
            <p:cNvSpPr/>
            <p:nvPr/>
          </p:nvSpPr>
          <p:spPr>
            <a:xfrm>
              <a:off x="6620713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8" name="object 1648"/>
            <p:cNvSpPr/>
            <p:nvPr/>
          </p:nvSpPr>
          <p:spPr>
            <a:xfrm>
              <a:off x="6731623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9" name="object 1649"/>
            <p:cNvSpPr/>
            <p:nvPr/>
          </p:nvSpPr>
          <p:spPr>
            <a:xfrm>
              <a:off x="6842534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0" name="object 1650"/>
            <p:cNvSpPr/>
            <p:nvPr/>
          </p:nvSpPr>
          <p:spPr>
            <a:xfrm>
              <a:off x="6953445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1" name="object 1651"/>
            <p:cNvSpPr/>
            <p:nvPr/>
          </p:nvSpPr>
          <p:spPr>
            <a:xfrm>
              <a:off x="7064356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2" name="object 1652"/>
            <p:cNvSpPr/>
            <p:nvPr/>
          </p:nvSpPr>
          <p:spPr>
            <a:xfrm>
              <a:off x="7175267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3" name="object 1653"/>
            <p:cNvSpPr/>
            <p:nvPr/>
          </p:nvSpPr>
          <p:spPr>
            <a:xfrm>
              <a:off x="3958878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4" name="object 1654"/>
            <p:cNvSpPr/>
            <p:nvPr/>
          </p:nvSpPr>
          <p:spPr>
            <a:xfrm>
              <a:off x="4069789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5" name="object 1655"/>
            <p:cNvSpPr/>
            <p:nvPr/>
          </p:nvSpPr>
          <p:spPr>
            <a:xfrm>
              <a:off x="4180686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6" name="object 1656"/>
            <p:cNvSpPr/>
            <p:nvPr/>
          </p:nvSpPr>
          <p:spPr>
            <a:xfrm>
              <a:off x="4291597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7" name="object 1657"/>
            <p:cNvSpPr/>
            <p:nvPr/>
          </p:nvSpPr>
          <p:spPr>
            <a:xfrm>
              <a:off x="4402508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8" name="object 1658"/>
            <p:cNvSpPr/>
            <p:nvPr/>
          </p:nvSpPr>
          <p:spPr>
            <a:xfrm>
              <a:off x="4513432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9" name="object 1659"/>
            <p:cNvSpPr/>
            <p:nvPr/>
          </p:nvSpPr>
          <p:spPr>
            <a:xfrm>
              <a:off x="4624343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0" name="object 1660"/>
            <p:cNvSpPr/>
            <p:nvPr/>
          </p:nvSpPr>
          <p:spPr>
            <a:xfrm>
              <a:off x="4735241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1" name="object 1661"/>
            <p:cNvSpPr/>
            <p:nvPr/>
          </p:nvSpPr>
          <p:spPr>
            <a:xfrm>
              <a:off x="4846152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2" name="object 1662"/>
            <p:cNvSpPr/>
            <p:nvPr/>
          </p:nvSpPr>
          <p:spPr>
            <a:xfrm>
              <a:off x="4957063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3" name="object 1663"/>
            <p:cNvSpPr/>
            <p:nvPr/>
          </p:nvSpPr>
          <p:spPr>
            <a:xfrm>
              <a:off x="5067973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4" name="object 1664"/>
            <p:cNvSpPr/>
            <p:nvPr/>
          </p:nvSpPr>
          <p:spPr>
            <a:xfrm>
              <a:off x="5178884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5" name="object 1665"/>
            <p:cNvSpPr/>
            <p:nvPr/>
          </p:nvSpPr>
          <p:spPr>
            <a:xfrm>
              <a:off x="5289795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6" name="object 1666"/>
            <p:cNvSpPr/>
            <p:nvPr/>
          </p:nvSpPr>
          <p:spPr>
            <a:xfrm>
              <a:off x="5400706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7" name="object 1667"/>
            <p:cNvSpPr/>
            <p:nvPr/>
          </p:nvSpPr>
          <p:spPr>
            <a:xfrm>
              <a:off x="5511617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8" name="object 1668"/>
            <p:cNvSpPr/>
            <p:nvPr/>
          </p:nvSpPr>
          <p:spPr>
            <a:xfrm>
              <a:off x="5622528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9" name="object 1669"/>
            <p:cNvSpPr/>
            <p:nvPr/>
          </p:nvSpPr>
          <p:spPr>
            <a:xfrm>
              <a:off x="5733439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0" name="object 1670"/>
            <p:cNvSpPr/>
            <p:nvPr/>
          </p:nvSpPr>
          <p:spPr>
            <a:xfrm>
              <a:off x="5844350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1" name="object 1671"/>
            <p:cNvSpPr/>
            <p:nvPr/>
          </p:nvSpPr>
          <p:spPr>
            <a:xfrm>
              <a:off x="5955260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2" name="object 1672"/>
            <p:cNvSpPr/>
            <p:nvPr/>
          </p:nvSpPr>
          <p:spPr>
            <a:xfrm>
              <a:off x="6066171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3" name="object 1673"/>
            <p:cNvSpPr/>
            <p:nvPr/>
          </p:nvSpPr>
          <p:spPr>
            <a:xfrm>
              <a:off x="6177082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4" name="object 1674"/>
            <p:cNvSpPr/>
            <p:nvPr/>
          </p:nvSpPr>
          <p:spPr>
            <a:xfrm>
              <a:off x="6287993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5" name="object 1675"/>
            <p:cNvSpPr/>
            <p:nvPr/>
          </p:nvSpPr>
          <p:spPr>
            <a:xfrm>
              <a:off x="6398904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6" name="object 1676"/>
            <p:cNvSpPr/>
            <p:nvPr/>
          </p:nvSpPr>
          <p:spPr>
            <a:xfrm>
              <a:off x="6509802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7" name="object 1677"/>
            <p:cNvSpPr/>
            <p:nvPr/>
          </p:nvSpPr>
          <p:spPr>
            <a:xfrm>
              <a:off x="6620713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8" name="object 1678"/>
            <p:cNvSpPr/>
            <p:nvPr/>
          </p:nvSpPr>
          <p:spPr>
            <a:xfrm>
              <a:off x="6731623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9" name="object 1679"/>
            <p:cNvSpPr/>
            <p:nvPr/>
          </p:nvSpPr>
          <p:spPr>
            <a:xfrm>
              <a:off x="6842534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0" name="object 1680"/>
            <p:cNvSpPr/>
            <p:nvPr/>
          </p:nvSpPr>
          <p:spPr>
            <a:xfrm>
              <a:off x="6953445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1" name="object 1681"/>
            <p:cNvSpPr/>
            <p:nvPr/>
          </p:nvSpPr>
          <p:spPr>
            <a:xfrm>
              <a:off x="7064356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2" name="object 1682"/>
            <p:cNvSpPr/>
            <p:nvPr/>
          </p:nvSpPr>
          <p:spPr>
            <a:xfrm>
              <a:off x="7175267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3" name="object 1683"/>
            <p:cNvSpPr/>
            <p:nvPr/>
          </p:nvSpPr>
          <p:spPr>
            <a:xfrm>
              <a:off x="3958878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4" name="object 1684"/>
            <p:cNvSpPr/>
            <p:nvPr/>
          </p:nvSpPr>
          <p:spPr>
            <a:xfrm>
              <a:off x="4069789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5" name="object 1685"/>
            <p:cNvSpPr/>
            <p:nvPr/>
          </p:nvSpPr>
          <p:spPr>
            <a:xfrm>
              <a:off x="4180686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6" name="object 1686"/>
            <p:cNvSpPr/>
            <p:nvPr/>
          </p:nvSpPr>
          <p:spPr>
            <a:xfrm>
              <a:off x="4291597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7" name="object 1687"/>
            <p:cNvSpPr/>
            <p:nvPr/>
          </p:nvSpPr>
          <p:spPr>
            <a:xfrm>
              <a:off x="4402508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8" name="object 1688"/>
            <p:cNvSpPr/>
            <p:nvPr/>
          </p:nvSpPr>
          <p:spPr>
            <a:xfrm>
              <a:off x="4513432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9" name="object 1689"/>
            <p:cNvSpPr/>
            <p:nvPr/>
          </p:nvSpPr>
          <p:spPr>
            <a:xfrm>
              <a:off x="4624343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0" name="object 1690"/>
            <p:cNvSpPr/>
            <p:nvPr/>
          </p:nvSpPr>
          <p:spPr>
            <a:xfrm>
              <a:off x="4735241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1" name="object 1691"/>
            <p:cNvSpPr/>
            <p:nvPr/>
          </p:nvSpPr>
          <p:spPr>
            <a:xfrm>
              <a:off x="4846152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2" name="object 1692"/>
            <p:cNvSpPr/>
            <p:nvPr/>
          </p:nvSpPr>
          <p:spPr>
            <a:xfrm>
              <a:off x="4957063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3" name="object 1693"/>
            <p:cNvSpPr/>
            <p:nvPr/>
          </p:nvSpPr>
          <p:spPr>
            <a:xfrm>
              <a:off x="5067973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4" name="object 1694"/>
            <p:cNvSpPr/>
            <p:nvPr/>
          </p:nvSpPr>
          <p:spPr>
            <a:xfrm>
              <a:off x="5178884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5" name="object 1695"/>
            <p:cNvSpPr/>
            <p:nvPr/>
          </p:nvSpPr>
          <p:spPr>
            <a:xfrm>
              <a:off x="5289795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6" name="object 1696"/>
            <p:cNvSpPr/>
            <p:nvPr/>
          </p:nvSpPr>
          <p:spPr>
            <a:xfrm>
              <a:off x="5400706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7" name="object 1697"/>
            <p:cNvSpPr/>
            <p:nvPr/>
          </p:nvSpPr>
          <p:spPr>
            <a:xfrm>
              <a:off x="5511617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8" name="object 1698"/>
            <p:cNvSpPr/>
            <p:nvPr/>
          </p:nvSpPr>
          <p:spPr>
            <a:xfrm>
              <a:off x="5622528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9" name="object 1699"/>
            <p:cNvSpPr/>
            <p:nvPr/>
          </p:nvSpPr>
          <p:spPr>
            <a:xfrm>
              <a:off x="5733439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0" name="object 1700"/>
            <p:cNvSpPr/>
            <p:nvPr/>
          </p:nvSpPr>
          <p:spPr>
            <a:xfrm>
              <a:off x="5844350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1" name="object 1701"/>
            <p:cNvSpPr/>
            <p:nvPr/>
          </p:nvSpPr>
          <p:spPr>
            <a:xfrm>
              <a:off x="5955260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2" name="object 1702"/>
            <p:cNvSpPr/>
            <p:nvPr/>
          </p:nvSpPr>
          <p:spPr>
            <a:xfrm>
              <a:off x="6066171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3" name="object 1703"/>
            <p:cNvSpPr/>
            <p:nvPr/>
          </p:nvSpPr>
          <p:spPr>
            <a:xfrm>
              <a:off x="6177082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4" name="object 1704"/>
            <p:cNvSpPr/>
            <p:nvPr/>
          </p:nvSpPr>
          <p:spPr>
            <a:xfrm>
              <a:off x="6287993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5" name="object 1705"/>
            <p:cNvSpPr/>
            <p:nvPr/>
          </p:nvSpPr>
          <p:spPr>
            <a:xfrm>
              <a:off x="6398904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6" name="object 1706"/>
            <p:cNvSpPr/>
            <p:nvPr/>
          </p:nvSpPr>
          <p:spPr>
            <a:xfrm>
              <a:off x="6509802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7" name="object 1707"/>
            <p:cNvSpPr/>
            <p:nvPr/>
          </p:nvSpPr>
          <p:spPr>
            <a:xfrm>
              <a:off x="6620713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8" name="object 1708"/>
            <p:cNvSpPr/>
            <p:nvPr/>
          </p:nvSpPr>
          <p:spPr>
            <a:xfrm>
              <a:off x="6731623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9" name="object 1709"/>
            <p:cNvSpPr/>
            <p:nvPr/>
          </p:nvSpPr>
          <p:spPr>
            <a:xfrm>
              <a:off x="6842534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0" name="object 1710"/>
            <p:cNvSpPr/>
            <p:nvPr/>
          </p:nvSpPr>
          <p:spPr>
            <a:xfrm>
              <a:off x="6953445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1" name="object 1711"/>
            <p:cNvSpPr/>
            <p:nvPr/>
          </p:nvSpPr>
          <p:spPr>
            <a:xfrm>
              <a:off x="7064356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2" name="object 1712"/>
            <p:cNvSpPr/>
            <p:nvPr/>
          </p:nvSpPr>
          <p:spPr>
            <a:xfrm>
              <a:off x="7175267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3" name="object 1713"/>
            <p:cNvSpPr/>
            <p:nvPr/>
          </p:nvSpPr>
          <p:spPr>
            <a:xfrm>
              <a:off x="3958878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4" name="object 1714"/>
            <p:cNvSpPr/>
            <p:nvPr/>
          </p:nvSpPr>
          <p:spPr>
            <a:xfrm>
              <a:off x="4069789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5" name="object 1715"/>
            <p:cNvSpPr/>
            <p:nvPr/>
          </p:nvSpPr>
          <p:spPr>
            <a:xfrm>
              <a:off x="4180686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6" name="object 1716"/>
            <p:cNvSpPr/>
            <p:nvPr/>
          </p:nvSpPr>
          <p:spPr>
            <a:xfrm>
              <a:off x="4291597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7" name="object 1717"/>
            <p:cNvSpPr/>
            <p:nvPr/>
          </p:nvSpPr>
          <p:spPr>
            <a:xfrm>
              <a:off x="4402508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8" name="object 1718"/>
            <p:cNvSpPr/>
            <p:nvPr/>
          </p:nvSpPr>
          <p:spPr>
            <a:xfrm>
              <a:off x="4513432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9" name="object 1719"/>
            <p:cNvSpPr/>
            <p:nvPr/>
          </p:nvSpPr>
          <p:spPr>
            <a:xfrm>
              <a:off x="4624343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0" name="object 1720"/>
            <p:cNvSpPr/>
            <p:nvPr/>
          </p:nvSpPr>
          <p:spPr>
            <a:xfrm>
              <a:off x="4735241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1" name="object 1721"/>
            <p:cNvSpPr/>
            <p:nvPr/>
          </p:nvSpPr>
          <p:spPr>
            <a:xfrm>
              <a:off x="4846152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2" name="object 1722"/>
            <p:cNvSpPr/>
            <p:nvPr/>
          </p:nvSpPr>
          <p:spPr>
            <a:xfrm>
              <a:off x="4957063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3" name="object 1723"/>
            <p:cNvSpPr/>
            <p:nvPr/>
          </p:nvSpPr>
          <p:spPr>
            <a:xfrm>
              <a:off x="5067973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4" name="object 1724"/>
            <p:cNvSpPr/>
            <p:nvPr/>
          </p:nvSpPr>
          <p:spPr>
            <a:xfrm>
              <a:off x="5178884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5" name="object 1725"/>
            <p:cNvSpPr/>
            <p:nvPr/>
          </p:nvSpPr>
          <p:spPr>
            <a:xfrm>
              <a:off x="5289795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6" name="object 1726"/>
            <p:cNvSpPr/>
            <p:nvPr/>
          </p:nvSpPr>
          <p:spPr>
            <a:xfrm>
              <a:off x="5400706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7" name="object 1727"/>
            <p:cNvSpPr/>
            <p:nvPr/>
          </p:nvSpPr>
          <p:spPr>
            <a:xfrm>
              <a:off x="5511617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8" name="object 1728"/>
            <p:cNvSpPr/>
            <p:nvPr/>
          </p:nvSpPr>
          <p:spPr>
            <a:xfrm>
              <a:off x="5622528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9" name="object 1729"/>
            <p:cNvSpPr/>
            <p:nvPr/>
          </p:nvSpPr>
          <p:spPr>
            <a:xfrm>
              <a:off x="5733439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0" name="object 1730"/>
            <p:cNvSpPr/>
            <p:nvPr/>
          </p:nvSpPr>
          <p:spPr>
            <a:xfrm>
              <a:off x="5844350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1" name="object 1731"/>
            <p:cNvSpPr/>
            <p:nvPr/>
          </p:nvSpPr>
          <p:spPr>
            <a:xfrm>
              <a:off x="5955260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2" name="object 1732"/>
            <p:cNvSpPr/>
            <p:nvPr/>
          </p:nvSpPr>
          <p:spPr>
            <a:xfrm>
              <a:off x="6066171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3" name="object 1733"/>
            <p:cNvSpPr/>
            <p:nvPr/>
          </p:nvSpPr>
          <p:spPr>
            <a:xfrm>
              <a:off x="6177082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4" name="object 1734"/>
            <p:cNvSpPr/>
            <p:nvPr/>
          </p:nvSpPr>
          <p:spPr>
            <a:xfrm>
              <a:off x="6287993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5" name="object 1735"/>
            <p:cNvSpPr/>
            <p:nvPr/>
          </p:nvSpPr>
          <p:spPr>
            <a:xfrm>
              <a:off x="6398904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6" name="object 1736"/>
            <p:cNvSpPr/>
            <p:nvPr/>
          </p:nvSpPr>
          <p:spPr>
            <a:xfrm>
              <a:off x="6509802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7" name="object 1737"/>
            <p:cNvSpPr/>
            <p:nvPr/>
          </p:nvSpPr>
          <p:spPr>
            <a:xfrm>
              <a:off x="6620713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8" name="object 1738"/>
            <p:cNvSpPr/>
            <p:nvPr/>
          </p:nvSpPr>
          <p:spPr>
            <a:xfrm>
              <a:off x="6731623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9" name="object 1739"/>
            <p:cNvSpPr/>
            <p:nvPr/>
          </p:nvSpPr>
          <p:spPr>
            <a:xfrm>
              <a:off x="6842534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0" name="object 1740"/>
            <p:cNvSpPr/>
            <p:nvPr/>
          </p:nvSpPr>
          <p:spPr>
            <a:xfrm>
              <a:off x="6953445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1" name="object 1741"/>
            <p:cNvSpPr/>
            <p:nvPr/>
          </p:nvSpPr>
          <p:spPr>
            <a:xfrm>
              <a:off x="7064356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2" name="object 1742"/>
            <p:cNvSpPr/>
            <p:nvPr/>
          </p:nvSpPr>
          <p:spPr>
            <a:xfrm>
              <a:off x="7175267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3" name="object 1743"/>
            <p:cNvSpPr/>
            <p:nvPr/>
          </p:nvSpPr>
          <p:spPr>
            <a:xfrm>
              <a:off x="3958878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4" name="object 1744"/>
            <p:cNvSpPr/>
            <p:nvPr/>
          </p:nvSpPr>
          <p:spPr>
            <a:xfrm>
              <a:off x="4069789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5" name="object 1745"/>
            <p:cNvSpPr/>
            <p:nvPr/>
          </p:nvSpPr>
          <p:spPr>
            <a:xfrm>
              <a:off x="4180686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6" name="object 1746"/>
            <p:cNvSpPr/>
            <p:nvPr/>
          </p:nvSpPr>
          <p:spPr>
            <a:xfrm>
              <a:off x="4291597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7" name="object 1747"/>
            <p:cNvSpPr/>
            <p:nvPr/>
          </p:nvSpPr>
          <p:spPr>
            <a:xfrm>
              <a:off x="4402508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8" name="object 1748"/>
            <p:cNvSpPr/>
            <p:nvPr/>
          </p:nvSpPr>
          <p:spPr>
            <a:xfrm>
              <a:off x="4513432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9" name="object 1749"/>
            <p:cNvSpPr/>
            <p:nvPr/>
          </p:nvSpPr>
          <p:spPr>
            <a:xfrm>
              <a:off x="4624343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0" name="object 1750"/>
            <p:cNvSpPr/>
            <p:nvPr/>
          </p:nvSpPr>
          <p:spPr>
            <a:xfrm>
              <a:off x="4735241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1" name="object 1751"/>
            <p:cNvSpPr/>
            <p:nvPr/>
          </p:nvSpPr>
          <p:spPr>
            <a:xfrm>
              <a:off x="4846152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2" name="object 1752"/>
            <p:cNvSpPr/>
            <p:nvPr/>
          </p:nvSpPr>
          <p:spPr>
            <a:xfrm>
              <a:off x="4957063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3" name="object 1753"/>
            <p:cNvSpPr/>
            <p:nvPr/>
          </p:nvSpPr>
          <p:spPr>
            <a:xfrm>
              <a:off x="5067973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4" name="object 1754"/>
            <p:cNvSpPr/>
            <p:nvPr/>
          </p:nvSpPr>
          <p:spPr>
            <a:xfrm>
              <a:off x="5178884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5" name="object 1755"/>
            <p:cNvSpPr/>
            <p:nvPr/>
          </p:nvSpPr>
          <p:spPr>
            <a:xfrm>
              <a:off x="5289795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6" name="object 1756"/>
            <p:cNvSpPr/>
            <p:nvPr/>
          </p:nvSpPr>
          <p:spPr>
            <a:xfrm>
              <a:off x="5400706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7" name="object 1757"/>
            <p:cNvSpPr/>
            <p:nvPr/>
          </p:nvSpPr>
          <p:spPr>
            <a:xfrm>
              <a:off x="5511617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8" name="object 1758"/>
            <p:cNvSpPr/>
            <p:nvPr/>
          </p:nvSpPr>
          <p:spPr>
            <a:xfrm>
              <a:off x="5622528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9" name="object 1759"/>
            <p:cNvSpPr/>
            <p:nvPr/>
          </p:nvSpPr>
          <p:spPr>
            <a:xfrm>
              <a:off x="5733439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0" name="object 1760"/>
            <p:cNvSpPr/>
            <p:nvPr/>
          </p:nvSpPr>
          <p:spPr>
            <a:xfrm>
              <a:off x="5844350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1" name="object 1761"/>
            <p:cNvSpPr/>
            <p:nvPr/>
          </p:nvSpPr>
          <p:spPr>
            <a:xfrm>
              <a:off x="5955260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2" name="object 1762"/>
            <p:cNvSpPr/>
            <p:nvPr/>
          </p:nvSpPr>
          <p:spPr>
            <a:xfrm>
              <a:off x="6066171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3" name="object 1763"/>
            <p:cNvSpPr/>
            <p:nvPr/>
          </p:nvSpPr>
          <p:spPr>
            <a:xfrm>
              <a:off x="6177082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4" name="object 1764"/>
            <p:cNvSpPr/>
            <p:nvPr/>
          </p:nvSpPr>
          <p:spPr>
            <a:xfrm>
              <a:off x="6287993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5" name="object 1765"/>
            <p:cNvSpPr/>
            <p:nvPr/>
          </p:nvSpPr>
          <p:spPr>
            <a:xfrm>
              <a:off x="6398904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6" name="object 1766"/>
            <p:cNvSpPr/>
            <p:nvPr/>
          </p:nvSpPr>
          <p:spPr>
            <a:xfrm>
              <a:off x="6509802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7" name="object 1767"/>
            <p:cNvSpPr/>
            <p:nvPr/>
          </p:nvSpPr>
          <p:spPr>
            <a:xfrm>
              <a:off x="6620713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8" name="object 1768"/>
            <p:cNvSpPr/>
            <p:nvPr/>
          </p:nvSpPr>
          <p:spPr>
            <a:xfrm>
              <a:off x="6731623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9" name="object 1769"/>
            <p:cNvSpPr/>
            <p:nvPr/>
          </p:nvSpPr>
          <p:spPr>
            <a:xfrm>
              <a:off x="6842534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0" name="object 1770"/>
            <p:cNvSpPr/>
            <p:nvPr/>
          </p:nvSpPr>
          <p:spPr>
            <a:xfrm>
              <a:off x="6953445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1" name="object 1771"/>
            <p:cNvSpPr/>
            <p:nvPr/>
          </p:nvSpPr>
          <p:spPr>
            <a:xfrm>
              <a:off x="7064356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2" name="object 1772"/>
            <p:cNvSpPr/>
            <p:nvPr/>
          </p:nvSpPr>
          <p:spPr>
            <a:xfrm>
              <a:off x="7175267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3" name="object 1773"/>
            <p:cNvSpPr/>
            <p:nvPr/>
          </p:nvSpPr>
          <p:spPr>
            <a:xfrm>
              <a:off x="3958878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4" name="object 1774"/>
            <p:cNvSpPr/>
            <p:nvPr/>
          </p:nvSpPr>
          <p:spPr>
            <a:xfrm>
              <a:off x="4069789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5" name="object 1775"/>
            <p:cNvSpPr/>
            <p:nvPr/>
          </p:nvSpPr>
          <p:spPr>
            <a:xfrm>
              <a:off x="4180686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6" name="object 1776"/>
            <p:cNvSpPr/>
            <p:nvPr/>
          </p:nvSpPr>
          <p:spPr>
            <a:xfrm>
              <a:off x="4291597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7" name="object 1777"/>
            <p:cNvSpPr/>
            <p:nvPr/>
          </p:nvSpPr>
          <p:spPr>
            <a:xfrm>
              <a:off x="4402508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8" name="object 1778"/>
            <p:cNvSpPr/>
            <p:nvPr/>
          </p:nvSpPr>
          <p:spPr>
            <a:xfrm>
              <a:off x="4513432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9" name="object 1779"/>
            <p:cNvSpPr/>
            <p:nvPr/>
          </p:nvSpPr>
          <p:spPr>
            <a:xfrm>
              <a:off x="4624343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0" name="object 1780"/>
            <p:cNvSpPr/>
            <p:nvPr/>
          </p:nvSpPr>
          <p:spPr>
            <a:xfrm>
              <a:off x="4735241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1" name="object 1781"/>
            <p:cNvSpPr/>
            <p:nvPr/>
          </p:nvSpPr>
          <p:spPr>
            <a:xfrm>
              <a:off x="4846152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2" name="object 1782"/>
            <p:cNvSpPr/>
            <p:nvPr/>
          </p:nvSpPr>
          <p:spPr>
            <a:xfrm>
              <a:off x="4957063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3" name="object 1783"/>
            <p:cNvSpPr/>
            <p:nvPr/>
          </p:nvSpPr>
          <p:spPr>
            <a:xfrm>
              <a:off x="5067973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4" name="object 1784"/>
            <p:cNvSpPr/>
            <p:nvPr/>
          </p:nvSpPr>
          <p:spPr>
            <a:xfrm>
              <a:off x="5178884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5" name="object 1785"/>
            <p:cNvSpPr/>
            <p:nvPr/>
          </p:nvSpPr>
          <p:spPr>
            <a:xfrm>
              <a:off x="5289795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6" name="object 1786"/>
            <p:cNvSpPr/>
            <p:nvPr/>
          </p:nvSpPr>
          <p:spPr>
            <a:xfrm>
              <a:off x="5400706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7" name="object 1787"/>
            <p:cNvSpPr/>
            <p:nvPr/>
          </p:nvSpPr>
          <p:spPr>
            <a:xfrm>
              <a:off x="5511617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8" name="object 1788"/>
            <p:cNvSpPr/>
            <p:nvPr/>
          </p:nvSpPr>
          <p:spPr>
            <a:xfrm>
              <a:off x="5622528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9" name="object 1789"/>
            <p:cNvSpPr/>
            <p:nvPr/>
          </p:nvSpPr>
          <p:spPr>
            <a:xfrm>
              <a:off x="5733439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0" name="object 1790"/>
            <p:cNvSpPr/>
            <p:nvPr/>
          </p:nvSpPr>
          <p:spPr>
            <a:xfrm>
              <a:off x="5844350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1" name="object 1791"/>
            <p:cNvSpPr/>
            <p:nvPr/>
          </p:nvSpPr>
          <p:spPr>
            <a:xfrm>
              <a:off x="5955260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2" name="object 1792"/>
            <p:cNvSpPr/>
            <p:nvPr/>
          </p:nvSpPr>
          <p:spPr>
            <a:xfrm>
              <a:off x="6066171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3" name="object 1793"/>
            <p:cNvSpPr/>
            <p:nvPr/>
          </p:nvSpPr>
          <p:spPr>
            <a:xfrm>
              <a:off x="6177082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4" name="object 1794"/>
            <p:cNvSpPr/>
            <p:nvPr/>
          </p:nvSpPr>
          <p:spPr>
            <a:xfrm>
              <a:off x="6287993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5" name="object 1795"/>
            <p:cNvSpPr/>
            <p:nvPr/>
          </p:nvSpPr>
          <p:spPr>
            <a:xfrm>
              <a:off x="6398904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6" name="object 1796"/>
            <p:cNvSpPr/>
            <p:nvPr/>
          </p:nvSpPr>
          <p:spPr>
            <a:xfrm>
              <a:off x="6509802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7" name="object 1797"/>
            <p:cNvSpPr/>
            <p:nvPr/>
          </p:nvSpPr>
          <p:spPr>
            <a:xfrm>
              <a:off x="6620713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8" name="object 1798"/>
            <p:cNvSpPr/>
            <p:nvPr/>
          </p:nvSpPr>
          <p:spPr>
            <a:xfrm>
              <a:off x="6731623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9" name="object 1799"/>
            <p:cNvSpPr/>
            <p:nvPr/>
          </p:nvSpPr>
          <p:spPr>
            <a:xfrm>
              <a:off x="6842534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0" name="object 1800"/>
            <p:cNvSpPr/>
            <p:nvPr/>
          </p:nvSpPr>
          <p:spPr>
            <a:xfrm>
              <a:off x="6953445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1" name="object 1801"/>
            <p:cNvSpPr/>
            <p:nvPr/>
          </p:nvSpPr>
          <p:spPr>
            <a:xfrm>
              <a:off x="7064356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2" name="object 1802"/>
            <p:cNvSpPr/>
            <p:nvPr/>
          </p:nvSpPr>
          <p:spPr>
            <a:xfrm>
              <a:off x="7175267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3" name="object 1803"/>
            <p:cNvSpPr/>
            <p:nvPr/>
          </p:nvSpPr>
          <p:spPr>
            <a:xfrm>
              <a:off x="3958878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4" name="object 1804"/>
            <p:cNvSpPr/>
            <p:nvPr/>
          </p:nvSpPr>
          <p:spPr>
            <a:xfrm>
              <a:off x="4069789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5" name="object 1805"/>
            <p:cNvSpPr/>
            <p:nvPr/>
          </p:nvSpPr>
          <p:spPr>
            <a:xfrm>
              <a:off x="4180686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6" name="object 1806"/>
            <p:cNvSpPr/>
            <p:nvPr/>
          </p:nvSpPr>
          <p:spPr>
            <a:xfrm>
              <a:off x="4291597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7" name="object 1807"/>
            <p:cNvSpPr/>
            <p:nvPr/>
          </p:nvSpPr>
          <p:spPr>
            <a:xfrm>
              <a:off x="4402508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8" name="object 1808"/>
            <p:cNvSpPr/>
            <p:nvPr/>
          </p:nvSpPr>
          <p:spPr>
            <a:xfrm>
              <a:off x="4513432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9" name="object 1809"/>
            <p:cNvSpPr/>
            <p:nvPr/>
          </p:nvSpPr>
          <p:spPr>
            <a:xfrm>
              <a:off x="4624343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0" name="object 1810"/>
            <p:cNvSpPr/>
            <p:nvPr/>
          </p:nvSpPr>
          <p:spPr>
            <a:xfrm>
              <a:off x="4735241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1" name="object 1811"/>
            <p:cNvSpPr/>
            <p:nvPr/>
          </p:nvSpPr>
          <p:spPr>
            <a:xfrm>
              <a:off x="4846152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2" name="object 1812"/>
            <p:cNvSpPr/>
            <p:nvPr/>
          </p:nvSpPr>
          <p:spPr>
            <a:xfrm>
              <a:off x="4957063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3" name="object 1813"/>
            <p:cNvSpPr/>
            <p:nvPr/>
          </p:nvSpPr>
          <p:spPr>
            <a:xfrm>
              <a:off x="5067973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4" name="object 1814"/>
            <p:cNvSpPr/>
            <p:nvPr/>
          </p:nvSpPr>
          <p:spPr>
            <a:xfrm>
              <a:off x="5178884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5" name="object 1815"/>
            <p:cNvSpPr/>
            <p:nvPr/>
          </p:nvSpPr>
          <p:spPr>
            <a:xfrm>
              <a:off x="5289795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6" name="object 1816"/>
            <p:cNvSpPr/>
            <p:nvPr/>
          </p:nvSpPr>
          <p:spPr>
            <a:xfrm>
              <a:off x="5400706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7" name="object 1817"/>
            <p:cNvSpPr/>
            <p:nvPr/>
          </p:nvSpPr>
          <p:spPr>
            <a:xfrm>
              <a:off x="5511617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8" name="object 1818"/>
            <p:cNvSpPr/>
            <p:nvPr/>
          </p:nvSpPr>
          <p:spPr>
            <a:xfrm>
              <a:off x="5622528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9" name="object 1819"/>
            <p:cNvSpPr/>
            <p:nvPr/>
          </p:nvSpPr>
          <p:spPr>
            <a:xfrm>
              <a:off x="5733439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0" name="object 1820"/>
            <p:cNvSpPr/>
            <p:nvPr/>
          </p:nvSpPr>
          <p:spPr>
            <a:xfrm>
              <a:off x="5844350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1" name="object 1821"/>
            <p:cNvSpPr/>
            <p:nvPr/>
          </p:nvSpPr>
          <p:spPr>
            <a:xfrm>
              <a:off x="5955260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2" name="object 1822"/>
            <p:cNvSpPr/>
            <p:nvPr/>
          </p:nvSpPr>
          <p:spPr>
            <a:xfrm>
              <a:off x="6066171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3" name="object 1823"/>
            <p:cNvSpPr/>
            <p:nvPr/>
          </p:nvSpPr>
          <p:spPr>
            <a:xfrm>
              <a:off x="6177082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4" name="object 1824"/>
            <p:cNvSpPr/>
            <p:nvPr/>
          </p:nvSpPr>
          <p:spPr>
            <a:xfrm>
              <a:off x="6287993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5" name="object 1825"/>
            <p:cNvSpPr/>
            <p:nvPr/>
          </p:nvSpPr>
          <p:spPr>
            <a:xfrm>
              <a:off x="6398904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6" name="object 1826"/>
            <p:cNvSpPr/>
            <p:nvPr/>
          </p:nvSpPr>
          <p:spPr>
            <a:xfrm>
              <a:off x="6509802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7" name="object 1827"/>
            <p:cNvSpPr/>
            <p:nvPr/>
          </p:nvSpPr>
          <p:spPr>
            <a:xfrm>
              <a:off x="6620713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8" name="object 1828"/>
            <p:cNvSpPr/>
            <p:nvPr/>
          </p:nvSpPr>
          <p:spPr>
            <a:xfrm>
              <a:off x="6731623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9" name="object 1829"/>
            <p:cNvSpPr/>
            <p:nvPr/>
          </p:nvSpPr>
          <p:spPr>
            <a:xfrm>
              <a:off x="6842534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0" name="object 1830"/>
            <p:cNvSpPr/>
            <p:nvPr/>
          </p:nvSpPr>
          <p:spPr>
            <a:xfrm>
              <a:off x="6953445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1" name="object 1831"/>
            <p:cNvSpPr/>
            <p:nvPr/>
          </p:nvSpPr>
          <p:spPr>
            <a:xfrm>
              <a:off x="7064356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2" name="object 1832"/>
            <p:cNvSpPr/>
            <p:nvPr/>
          </p:nvSpPr>
          <p:spPr>
            <a:xfrm>
              <a:off x="7175267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3" name="object 1833"/>
            <p:cNvSpPr/>
            <p:nvPr/>
          </p:nvSpPr>
          <p:spPr>
            <a:xfrm>
              <a:off x="3958878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4" name="object 1834"/>
            <p:cNvSpPr/>
            <p:nvPr/>
          </p:nvSpPr>
          <p:spPr>
            <a:xfrm>
              <a:off x="4069789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5" name="object 1835"/>
            <p:cNvSpPr/>
            <p:nvPr/>
          </p:nvSpPr>
          <p:spPr>
            <a:xfrm>
              <a:off x="4180686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6" name="object 1836"/>
            <p:cNvSpPr/>
            <p:nvPr/>
          </p:nvSpPr>
          <p:spPr>
            <a:xfrm>
              <a:off x="4291597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7" name="object 1837"/>
            <p:cNvSpPr/>
            <p:nvPr/>
          </p:nvSpPr>
          <p:spPr>
            <a:xfrm>
              <a:off x="4402508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8" name="object 1838"/>
            <p:cNvSpPr/>
            <p:nvPr/>
          </p:nvSpPr>
          <p:spPr>
            <a:xfrm>
              <a:off x="4513432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9" name="object 1839"/>
            <p:cNvSpPr/>
            <p:nvPr/>
          </p:nvSpPr>
          <p:spPr>
            <a:xfrm>
              <a:off x="4624343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0" name="object 1840"/>
            <p:cNvSpPr/>
            <p:nvPr/>
          </p:nvSpPr>
          <p:spPr>
            <a:xfrm>
              <a:off x="4735241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1" name="object 1841"/>
            <p:cNvSpPr/>
            <p:nvPr/>
          </p:nvSpPr>
          <p:spPr>
            <a:xfrm>
              <a:off x="4846152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2" name="object 1842"/>
            <p:cNvSpPr/>
            <p:nvPr/>
          </p:nvSpPr>
          <p:spPr>
            <a:xfrm>
              <a:off x="4957063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3" name="object 1843"/>
            <p:cNvSpPr/>
            <p:nvPr/>
          </p:nvSpPr>
          <p:spPr>
            <a:xfrm>
              <a:off x="5067973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4" name="object 1844"/>
            <p:cNvSpPr/>
            <p:nvPr/>
          </p:nvSpPr>
          <p:spPr>
            <a:xfrm>
              <a:off x="5178884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5" name="object 1845"/>
            <p:cNvSpPr/>
            <p:nvPr/>
          </p:nvSpPr>
          <p:spPr>
            <a:xfrm>
              <a:off x="5289795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6" name="object 1846"/>
            <p:cNvSpPr/>
            <p:nvPr/>
          </p:nvSpPr>
          <p:spPr>
            <a:xfrm>
              <a:off x="5400706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7" name="object 1847"/>
            <p:cNvSpPr/>
            <p:nvPr/>
          </p:nvSpPr>
          <p:spPr>
            <a:xfrm>
              <a:off x="5511617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8" name="object 1848"/>
            <p:cNvSpPr/>
            <p:nvPr/>
          </p:nvSpPr>
          <p:spPr>
            <a:xfrm>
              <a:off x="5622528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9" name="object 1849"/>
            <p:cNvSpPr/>
            <p:nvPr/>
          </p:nvSpPr>
          <p:spPr>
            <a:xfrm>
              <a:off x="5733439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0" name="object 1850"/>
            <p:cNvSpPr/>
            <p:nvPr/>
          </p:nvSpPr>
          <p:spPr>
            <a:xfrm>
              <a:off x="5844350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1" name="object 1851"/>
            <p:cNvSpPr/>
            <p:nvPr/>
          </p:nvSpPr>
          <p:spPr>
            <a:xfrm>
              <a:off x="5955260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2" name="object 1852"/>
            <p:cNvSpPr/>
            <p:nvPr/>
          </p:nvSpPr>
          <p:spPr>
            <a:xfrm>
              <a:off x="6066171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3" name="object 1853"/>
            <p:cNvSpPr/>
            <p:nvPr/>
          </p:nvSpPr>
          <p:spPr>
            <a:xfrm>
              <a:off x="6177082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4" name="object 1854"/>
            <p:cNvSpPr/>
            <p:nvPr/>
          </p:nvSpPr>
          <p:spPr>
            <a:xfrm>
              <a:off x="6287993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5" name="object 1855"/>
            <p:cNvSpPr/>
            <p:nvPr/>
          </p:nvSpPr>
          <p:spPr>
            <a:xfrm>
              <a:off x="6398904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6" name="object 1856"/>
            <p:cNvSpPr/>
            <p:nvPr/>
          </p:nvSpPr>
          <p:spPr>
            <a:xfrm>
              <a:off x="6509802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7" name="object 1857"/>
            <p:cNvSpPr/>
            <p:nvPr/>
          </p:nvSpPr>
          <p:spPr>
            <a:xfrm>
              <a:off x="6620713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8" name="object 1858"/>
            <p:cNvSpPr/>
            <p:nvPr/>
          </p:nvSpPr>
          <p:spPr>
            <a:xfrm>
              <a:off x="6731623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9" name="object 1859"/>
            <p:cNvSpPr/>
            <p:nvPr/>
          </p:nvSpPr>
          <p:spPr>
            <a:xfrm>
              <a:off x="6842534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0" name="object 1860"/>
            <p:cNvSpPr/>
            <p:nvPr/>
          </p:nvSpPr>
          <p:spPr>
            <a:xfrm>
              <a:off x="6953445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1" name="object 1861"/>
            <p:cNvSpPr/>
            <p:nvPr/>
          </p:nvSpPr>
          <p:spPr>
            <a:xfrm>
              <a:off x="7064356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2" name="object 1862"/>
            <p:cNvSpPr/>
            <p:nvPr/>
          </p:nvSpPr>
          <p:spPr>
            <a:xfrm>
              <a:off x="7175267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3" name="object 1863"/>
            <p:cNvSpPr/>
            <p:nvPr/>
          </p:nvSpPr>
          <p:spPr>
            <a:xfrm>
              <a:off x="3958878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4" name="object 1864"/>
            <p:cNvSpPr/>
            <p:nvPr/>
          </p:nvSpPr>
          <p:spPr>
            <a:xfrm>
              <a:off x="4069789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5" name="object 1865"/>
            <p:cNvSpPr/>
            <p:nvPr/>
          </p:nvSpPr>
          <p:spPr>
            <a:xfrm>
              <a:off x="4180686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6" name="object 1866"/>
            <p:cNvSpPr/>
            <p:nvPr/>
          </p:nvSpPr>
          <p:spPr>
            <a:xfrm>
              <a:off x="4291597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7" name="object 1867"/>
            <p:cNvSpPr/>
            <p:nvPr/>
          </p:nvSpPr>
          <p:spPr>
            <a:xfrm>
              <a:off x="4402508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8" name="object 1868"/>
            <p:cNvSpPr/>
            <p:nvPr/>
          </p:nvSpPr>
          <p:spPr>
            <a:xfrm>
              <a:off x="4513432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9" name="object 1869"/>
            <p:cNvSpPr/>
            <p:nvPr/>
          </p:nvSpPr>
          <p:spPr>
            <a:xfrm>
              <a:off x="4624343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0" name="object 1870"/>
            <p:cNvSpPr/>
            <p:nvPr/>
          </p:nvSpPr>
          <p:spPr>
            <a:xfrm>
              <a:off x="4735241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1" name="object 1871"/>
            <p:cNvSpPr/>
            <p:nvPr/>
          </p:nvSpPr>
          <p:spPr>
            <a:xfrm>
              <a:off x="4846152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2" name="object 1872"/>
            <p:cNvSpPr/>
            <p:nvPr/>
          </p:nvSpPr>
          <p:spPr>
            <a:xfrm>
              <a:off x="4957063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3" name="object 1873"/>
            <p:cNvSpPr/>
            <p:nvPr/>
          </p:nvSpPr>
          <p:spPr>
            <a:xfrm>
              <a:off x="5067973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4" name="object 1874"/>
            <p:cNvSpPr/>
            <p:nvPr/>
          </p:nvSpPr>
          <p:spPr>
            <a:xfrm>
              <a:off x="5178884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5" name="object 1875"/>
            <p:cNvSpPr/>
            <p:nvPr/>
          </p:nvSpPr>
          <p:spPr>
            <a:xfrm>
              <a:off x="5289795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6" name="object 1876"/>
            <p:cNvSpPr/>
            <p:nvPr/>
          </p:nvSpPr>
          <p:spPr>
            <a:xfrm>
              <a:off x="5400706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7" name="object 1877"/>
            <p:cNvSpPr/>
            <p:nvPr/>
          </p:nvSpPr>
          <p:spPr>
            <a:xfrm>
              <a:off x="5511617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8" name="object 1878"/>
            <p:cNvSpPr/>
            <p:nvPr/>
          </p:nvSpPr>
          <p:spPr>
            <a:xfrm>
              <a:off x="5622528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9" name="object 1879"/>
            <p:cNvSpPr/>
            <p:nvPr/>
          </p:nvSpPr>
          <p:spPr>
            <a:xfrm>
              <a:off x="5733439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0" name="object 1880"/>
            <p:cNvSpPr/>
            <p:nvPr/>
          </p:nvSpPr>
          <p:spPr>
            <a:xfrm>
              <a:off x="5844350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1" name="object 1881"/>
            <p:cNvSpPr/>
            <p:nvPr/>
          </p:nvSpPr>
          <p:spPr>
            <a:xfrm>
              <a:off x="5955260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2" name="object 1882"/>
            <p:cNvSpPr/>
            <p:nvPr/>
          </p:nvSpPr>
          <p:spPr>
            <a:xfrm>
              <a:off x="6066171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3" name="object 1883"/>
            <p:cNvSpPr/>
            <p:nvPr/>
          </p:nvSpPr>
          <p:spPr>
            <a:xfrm>
              <a:off x="6177082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4" name="object 1884"/>
            <p:cNvSpPr/>
            <p:nvPr/>
          </p:nvSpPr>
          <p:spPr>
            <a:xfrm>
              <a:off x="6287993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5" name="object 1885"/>
            <p:cNvSpPr/>
            <p:nvPr/>
          </p:nvSpPr>
          <p:spPr>
            <a:xfrm>
              <a:off x="6398904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6" name="object 1886"/>
            <p:cNvSpPr/>
            <p:nvPr/>
          </p:nvSpPr>
          <p:spPr>
            <a:xfrm>
              <a:off x="6509802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7" name="object 1887"/>
            <p:cNvSpPr/>
            <p:nvPr/>
          </p:nvSpPr>
          <p:spPr>
            <a:xfrm>
              <a:off x="6620713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8" name="object 1888"/>
            <p:cNvSpPr/>
            <p:nvPr/>
          </p:nvSpPr>
          <p:spPr>
            <a:xfrm>
              <a:off x="6731623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9" name="object 1889"/>
            <p:cNvSpPr/>
            <p:nvPr/>
          </p:nvSpPr>
          <p:spPr>
            <a:xfrm>
              <a:off x="6842534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0" name="object 1890"/>
            <p:cNvSpPr/>
            <p:nvPr/>
          </p:nvSpPr>
          <p:spPr>
            <a:xfrm>
              <a:off x="6953445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1" name="object 1891"/>
            <p:cNvSpPr/>
            <p:nvPr/>
          </p:nvSpPr>
          <p:spPr>
            <a:xfrm>
              <a:off x="7064356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2" name="object 1892"/>
            <p:cNvSpPr/>
            <p:nvPr/>
          </p:nvSpPr>
          <p:spPr>
            <a:xfrm>
              <a:off x="7175267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3" name="object 1893"/>
            <p:cNvSpPr/>
            <p:nvPr/>
          </p:nvSpPr>
          <p:spPr>
            <a:xfrm>
              <a:off x="3958878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4" name="object 1894"/>
            <p:cNvSpPr/>
            <p:nvPr/>
          </p:nvSpPr>
          <p:spPr>
            <a:xfrm>
              <a:off x="4069789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5" name="object 1895"/>
            <p:cNvSpPr/>
            <p:nvPr/>
          </p:nvSpPr>
          <p:spPr>
            <a:xfrm>
              <a:off x="4180686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6" name="object 1896"/>
            <p:cNvSpPr/>
            <p:nvPr/>
          </p:nvSpPr>
          <p:spPr>
            <a:xfrm>
              <a:off x="4291597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7" name="object 1897"/>
            <p:cNvSpPr/>
            <p:nvPr/>
          </p:nvSpPr>
          <p:spPr>
            <a:xfrm>
              <a:off x="4402508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8" name="object 1898"/>
            <p:cNvSpPr/>
            <p:nvPr/>
          </p:nvSpPr>
          <p:spPr>
            <a:xfrm>
              <a:off x="4513432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9" name="object 1899"/>
            <p:cNvSpPr/>
            <p:nvPr/>
          </p:nvSpPr>
          <p:spPr>
            <a:xfrm>
              <a:off x="4624343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0" name="object 1900"/>
            <p:cNvSpPr/>
            <p:nvPr/>
          </p:nvSpPr>
          <p:spPr>
            <a:xfrm>
              <a:off x="4735241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1" name="object 1901"/>
            <p:cNvSpPr/>
            <p:nvPr/>
          </p:nvSpPr>
          <p:spPr>
            <a:xfrm>
              <a:off x="4846152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2" name="object 1902"/>
            <p:cNvSpPr/>
            <p:nvPr/>
          </p:nvSpPr>
          <p:spPr>
            <a:xfrm>
              <a:off x="4957063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3" name="object 1903"/>
            <p:cNvSpPr/>
            <p:nvPr/>
          </p:nvSpPr>
          <p:spPr>
            <a:xfrm>
              <a:off x="5067973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4" name="object 1904"/>
            <p:cNvSpPr/>
            <p:nvPr/>
          </p:nvSpPr>
          <p:spPr>
            <a:xfrm>
              <a:off x="5178884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5" name="object 1905"/>
            <p:cNvSpPr/>
            <p:nvPr/>
          </p:nvSpPr>
          <p:spPr>
            <a:xfrm>
              <a:off x="5289795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6" name="object 1906"/>
            <p:cNvSpPr/>
            <p:nvPr/>
          </p:nvSpPr>
          <p:spPr>
            <a:xfrm>
              <a:off x="5400706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7" name="object 1907"/>
            <p:cNvSpPr/>
            <p:nvPr/>
          </p:nvSpPr>
          <p:spPr>
            <a:xfrm>
              <a:off x="5511617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8" name="object 1908"/>
            <p:cNvSpPr/>
            <p:nvPr/>
          </p:nvSpPr>
          <p:spPr>
            <a:xfrm>
              <a:off x="5622528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9" name="object 1909"/>
            <p:cNvSpPr/>
            <p:nvPr/>
          </p:nvSpPr>
          <p:spPr>
            <a:xfrm>
              <a:off x="5733439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0" name="object 1910"/>
            <p:cNvSpPr/>
            <p:nvPr/>
          </p:nvSpPr>
          <p:spPr>
            <a:xfrm>
              <a:off x="5844350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1" name="object 1911"/>
            <p:cNvSpPr/>
            <p:nvPr/>
          </p:nvSpPr>
          <p:spPr>
            <a:xfrm>
              <a:off x="5955260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2" name="object 1912"/>
            <p:cNvSpPr/>
            <p:nvPr/>
          </p:nvSpPr>
          <p:spPr>
            <a:xfrm>
              <a:off x="6066171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3" name="object 1913"/>
            <p:cNvSpPr/>
            <p:nvPr/>
          </p:nvSpPr>
          <p:spPr>
            <a:xfrm>
              <a:off x="6177082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4" name="object 1914"/>
            <p:cNvSpPr/>
            <p:nvPr/>
          </p:nvSpPr>
          <p:spPr>
            <a:xfrm>
              <a:off x="6287993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5" name="object 1915"/>
            <p:cNvSpPr/>
            <p:nvPr/>
          </p:nvSpPr>
          <p:spPr>
            <a:xfrm>
              <a:off x="6398904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6" name="object 1916"/>
            <p:cNvSpPr/>
            <p:nvPr/>
          </p:nvSpPr>
          <p:spPr>
            <a:xfrm>
              <a:off x="6509802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7" name="object 1917"/>
            <p:cNvSpPr/>
            <p:nvPr/>
          </p:nvSpPr>
          <p:spPr>
            <a:xfrm>
              <a:off x="6620713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8" name="object 1918"/>
            <p:cNvSpPr/>
            <p:nvPr/>
          </p:nvSpPr>
          <p:spPr>
            <a:xfrm>
              <a:off x="6731623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9" name="object 1919"/>
            <p:cNvSpPr/>
            <p:nvPr/>
          </p:nvSpPr>
          <p:spPr>
            <a:xfrm>
              <a:off x="6842534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0" name="object 1920"/>
            <p:cNvSpPr/>
            <p:nvPr/>
          </p:nvSpPr>
          <p:spPr>
            <a:xfrm>
              <a:off x="6953445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1" name="object 1921"/>
            <p:cNvSpPr/>
            <p:nvPr/>
          </p:nvSpPr>
          <p:spPr>
            <a:xfrm>
              <a:off x="7064356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2" name="object 1922"/>
            <p:cNvSpPr/>
            <p:nvPr/>
          </p:nvSpPr>
          <p:spPr>
            <a:xfrm>
              <a:off x="7175267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3" name="object 1923"/>
            <p:cNvSpPr/>
            <p:nvPr/>
          </p:nvSpPr>
          <p:spPr>
            <a:xfrm>
              <a:off x="3958878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4" name="object 1924"/>
            <p:cNvSpPr/>
            <p:nvPr/>
          </p:nvSpPr>
          <p:spPr>
            <a:xfrm>
              <a:off x="4069789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5" name="object 1925"/>
            <p:cNvSpPr/>
            <p:nvPr/>
          </p:nvSpPr>
          <p:spPr>
            <a:xfrm>
              <a:off x="4180686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6" name="object 1926"/>
            <p:cNvSpPr/>
            <p:nvPr/>
          </p:nvSpPr>
          <p:spPr>
            <a:xfrm>
              <a:off x="4291597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7" name="object 1927"/>
            <p:cNvSpPr/>
            <p:nvPr/>
          </p:nvSpPr>
          <p:spPr>
            <a:xfrm>
              <a:off x="4402508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8" name="object 1928"/>
            <p:cNvSpPr/>
            <p:nvPr/>
          </p:nvSpPr>
          <p:spPr>
            <a:xfrm>
              <a:off x="4513432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9" name="object 1929"/>
            <p:cNvSpPr/>
            <p:nvPr/>
          </p:nvSpPr>
          <p:spPr>
            <a:xfrm>
              <a:off x="4624343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0" name="object 1930"/>
            <p:cNvSpPr/>
            <p:nvPr/>
          </p:nvSpPr>
          <p:spPr>
            <a:xfrm>
              <a:off x="4735241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1" name="object 1931"/>
            <p:cNvSpPr/>
            <p:nvPr/>
          </p:nvSpPr>
          <p:spPr>
            <a:xfrm>
              <a:off x="4846152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2" name="object 1932"/>
            <p:cNvSpPr/>
            <p:nvPr/>
          </p:nvSpPr>
          <p:spPr>
            <a:xfrm>
              <a:off x="4957063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3" name="object 1933"/>
            <p:cNvSpPr/>
            <p:nvPr/>
          </p:nvSpPr>
          <p:spPr>
            <a:xfrm>
              <a:off x="5067973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4" name="object 1934"/>
            <p:cNvSpPr/>
            <p:nvPr/>
          </p:nvSpPr>
          <p:spPr>
            <a:xfrm>
              <a:off x="5178884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5" name="object 1935"/>
            <p:cNvSpPr/>
            <p:nvPr/>
          </p:nvSpPr>
          <p:spPr>
            <a:xfrm>
              <a:off x="5289795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6" name="object 1936"/>
            <p:cNvSpPr/>
            <p:nvPr/>
          </p:nvSpPr>
          <p:spPr>
            <a:xfrm>
              <a:off x="5400706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7" name="object 1937"/>
            <p:cNvSpPr/>
            <p:nvPr/>
          </p:nvSpPr>
          <p:spPr>
            <a:xfrm>
              <a:off x="5511617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8" name="object 1938"/>
            <p:cNvSpPr/>
            <p:nvPr/>
          </p:nvSpPr>
          <p:spPr>
            <a:xfrm>
              <a:off x="5622528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9" name="object 1939"/>
            <p:cNvSpPr/>
            <p:nvPr/>
          </p:nvSpPr>
          <p:spPr>
            <a:xfrm>
              <a:off x="5733439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0" name="object 1940"/>
            <p:cNvSpPr/>
            <p:nvPr/>
          </p:nvSpPr>
          <p:spPr>
            <a:xfrm>
              <a:off x="5844350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1" name="object 1941"/>
            <p:cNvSpPr/>
            <p:nvPr/>
          </p:nvSpPr>
          <p:spPr>
            <a:xfrm>
              <a:off x="5955260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2" name="object 1942"/>
            <p:cNvSpPr/>
            <p:nvPr/>
          </p:nvSpPr>
          <p:spPr>
            <a:xfrm>
              <a:off x="6066171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3" name="object 1943"/>
            <p:cNvSpPr/>
            <p:nvPr/>
          </p:nvSpPr>
          <p:spPr>
            <a:xfrm>
              <a:off x="6177082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4" name="object 1944"/>
            <p:cNvSpPr/>
            <p:nvPr/>
          </p:nvSpPr>
          <p:spPr>
            <a:xfrm>
              <a:off x="6287993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5" name="object 1945"/>
            <p:cNvSpPr/>
            <p:nvPr/>
          </p:nvSpPr>
          <p:spPr>
            <a:xfrm>
              <a:off x="6398904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6" name="object 1946"/>
            <p:cNvSpPr/>
            <p:nvPr/>
          </p:nvSpPr>
          <p:spPr>
            <a:xfrm>
              <a:off x="6509802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7" name="object 1947"/>
            <p:cNvSpPr/>
            <p:nvPr/>
          </p:nvSpPr>
          <p:spPr>
            <a:xfrm>
              <a:off x="6620713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8" name="object 1948"/>
            <p:cNvSpPr/>
            <p:nvPr/>
          </p:nvSpPr>
          <p:spPr>
            <a:xfrm>
              <a:off x="6731623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9" name="object 1949"/>
            <p:cNvSpPr/>
            <p:nvPr/>
          </p:nvSpPr>
          <p:spPr>
            <a:xfrm>
              <a:off x="6842534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0" name="object 1950"/>
            <p:cNvSpPr/>
            <p:nvPr/>
          </p:nvSpPr>
          <p:spPr>
            <a:xfrm>
              <a:off x="6953445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1" name="object 1951"/>
            <p:cNvSpPr/>
            <p:nvPr/>
          </p:nvSpPr>
          <p:spPr>
            <a:xfrm>
              <a:off x="7064356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2" name="object 1952"/>
            <p:cNvSpPr/>
            <p:nvPr/>
          </p:nvSpPr>
          <p:spPr>
            <a:xfrm>
              <a:off x="7175267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3" name="object 1953"/>
            <p:cNvSpPr/>
            <p:nvPr/>
          </p:nvSpPr>
          <p:spPr>
            <a:xfrm>
              <a:off x="3958878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4" name="object 1954"/>
            <p:cNvSpPr/>
            <p:nvPr/>
          </p:nvSpPr>
          <p:spPr>
            <a:xfrm>
              <a:off x="4069789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5" name="object 1955"/>
            <p:cNvSpPr/>
            <p:nvPr/>
          </p:nvSpPr>
          <p:spPr>
            <a:xfrm>
              <a:off x="4180686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6" name="object 1956"/>
            <p:cNvSpPr/>
            <p:nvPr/>
          </p:nvSpPr>
          <p:spPr>
            <a:xfrm>
              <a:off x="4291597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7" name="object 1957"/>
            <p:cNvSpPr/>
            <p:nvPr/>
          </p:nvSpPr>
          <p:spPr>
            <a:xfrm>
              <a:off x="4402508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8" name="object 1958"/>
            <p:cNvSpPr/>
            <p:nvPr/>
          </p:nvSpPr>
          <p:spPr>
            <a:xfrm>
              <a:off x="4513432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9" name="object 1959"/>
            <p:cNvSpPr/>
            <p:nvPr/>
          </p:nvSpPr>
          <p:spPr>
            <a:xfrm>
              <a:off x="4624343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0" name="object 1960"/>
            <p:cNvSpPr/>
            <p:nvPr/>
          </p:nvSpPr>
          <p:spPr>
            <a:xfrm>
              <a:off x="4735241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1" name="object 1961"/>
            <p:cNvSpPr/>
            <p:nvPr/>
          </p:nvSpPr>
          <p:spPr>
            <a:xfrm>
              <a:off x="4846152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2" name="object 1962"/>
            <p:cNvSpPr/>
            <p:nvPr/>
          </p:nvSpPr>
          <p:spPr>
            <a:xfrm>
              <a:off x="4957063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3" name="object 1963"/>
            <p:cNvSpPr/>
            <p:nvPr/>
          </p:nvSpPr>
          <p:spPr>
            <a:xfrm>
              <a:off x="5067973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4" name="object 1964"/>
            <p:cNvSpPr/>
            <p:nvPr/>
          </p:nvSpPr>
          <p:spPr>
            <a:xfrm>
              <a:off x="5178884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5" name="object 1965"/>
            <p:cNvSpPr/>
            <p:nvPr/>
          </p:nvSpPr>
          <p:spPr>
            <a:xfrm>
              <a:off x="5289795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6" name="object 1966"/>
            <p:cNvSpPr/>
            <p:nvPr/>
          </p:nvSpPr>
          <p:spPr>
            <a:xfrm>
              <a:off x="5400706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7" name="object 1967"/>
            <p:cNvSpPr/>
            <p:nvPr/>
          </p:nvSpPr>
          <p:spPr>
            <a:xfrm>
              <a:off x="5511617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8" name="object 1968"/>
            <p:cNvSpPr/>
            <p:nvPr/>
          </p:nvSpPr>
          <p:spPr>
            <a:xfrm>
              <a:off x="5622528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9" name="object 1969"/>
            <p:cNvSpPr/>
            <p:nvPr/>
          </p:nvSpPr>
          <p:spPr>
            <a:xfrm>
              <a:off x="5733439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0" name="object 1970"/>
            <p:cNvSpPr/>
            <p:nvPr/>
          </p:nvSpPr>
          <p:spPr>
            <a:xfrm>
              <a:off x="5844350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1" name="object 1971"/>
            <p:cNvSpPr/>
            <p:nvPr/>
          </p:nvSpPr>
          <p:spPr>
            <a:xfrm>
              <a:off x="5955260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2" name="object 1972"/>
            <p:cNvSpPr/>
            <p:nvPr/>
          </p:nvSpPr>
          <p:spPr>
            <a:xfrm>
              <a:off x="6066171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3" name="object 1973"/>
            <p:cNvSpPr/>
            <p:nvPr/>
          </p:nvSpPr>
          <p:spPr>
            <a:xfrm>
              <a:off x="6177082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4" name="object 1974"/>
            <p:cNvSpPr/>
            <p:nvPr/>
          </p:nvSpPr>
          <p:spPr>
            <a:xfrm>
              <a:off x="6287993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5" name="object 1975"/>
            <p:cNvSpPr/>
            <p:nvPr/>
          </p:nvSpPr>
          <p:spPr>
            <a:xfrm>
              <a:off x="6398904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6" name="object 1976"/>
            <p:cNvSpPr/>
            <p:nvPr/>
          </p:nvSpPr>
          <p:spPr>
            <a:xfrm>
              <a:off x="6509802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7" name="object 1977"/>
            <p:cNvSpPr/>
            <p:nvPr/>
          </p:nvSpPr>
          <p:spPr>
            <a:xfrm>
              <a:off x="6620713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8" name="object 1978"/>
            <p:cNvSpPr/>
            <p:nvPr/>
          </p:nvSpPr>
          <p:spPr>
            <a:xfrm>
              <a:off x="6731623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9" name="object 1979"/>
            <p:cNvSpPr/>
            <p:nvPr/>
          </p:nvSpPr>
          <p:spPr>
            <a:xfrm>
              <a:off x="6842534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0" name="object 1980"/>
            <p:cNvSpPr/>
            <p:nvPr/>
          </p:nvSpPr>
          <p:spPr>
            <a:xfrm>
              <a:off x="6953445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1" name="object 1981"/>
            <p:cNvSpPr/>
            <p:nvPr/>
          </p:nvSpPr>
          <p:spPr>
            <a:xfrm>
              <a:off x="7064356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2" name="object 1982"/>
            <p:cNvSpPr/>
            <p:nvPr/>
          </p:nvSpPr>
          <p:spPr>
            <a:xfrm>
              <a:off x="7175267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3" name="object 1983"/>
            <p:cNvSpPr/>
            <p:nvPr/>
          </p:nvSpPr>
          <p:spPr>
            <a:xfrm>
              <a:off x="3958878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4" name="object 1984"/>
            <p:cNvSpPr/>
            <p:nvPr/>
          </p:nvSpPr>
          <p:spPr>
            <a:xfrm>
              <a:off x="4069789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5" name="object 1985"/>
            <p:cNvSpPr/>
            <p:nvPr/>
          </p:nvSpPr>
          <p:spPr>
            <a:xfrm>
              <a:off x="4180686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6" name="object 1986"/>
            <p:cNvSpPr/>
            <p:nvPr/>
          </p:nvSpPr>
          <p:spPr>
            <a:xfrm>
              <a:off x="4291597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7" name="object 1987"/>
            <p:cNvSpPr/>
            <p:nvPr/>
          </p:nvSpPr>
          <p:spPr>
            <a:xfrm>
              <a:off x="4402508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8" name="object 1988"/>
            <p:cNvSpPr/>
            <p:nvPr/>
          </p:nvSpPr>
          <p:spPr>
            <a:xfrm>
              <a:off x="4513432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9" name="object 1989"/>
            <p:cNvSpPr/>
            <p:nvPr/>
          </p:nvSpPr>
          <p:spPr>
            <a:xfrm>
              <a:off x="4624343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0" name="object 1990"/>
            <p:cNvSpPr/>
            <p:nvPr/>
          </p:nvSpPr>
          <p:spPr>
            <a:xfrm>
              <a:off x="4735241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1" name="object 1991"/>
            <p:cNvSpPr/>
            <p:nvPr/>
          </p:nvSpPr>
          <p:spPr>
            <a:xfrm>
              <a:off x="4846152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2" name="object 1992"/>
            <p:cNvSpPr/>
            <p:nvPr/>
          </p:nvSpPr>
          <p:spPr>
            <a:xfrm>
              <a:off x="4957063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3" name="object 1993"/>
            <p:cNvSpPr/>
            <p:nvPr/>
          </p:nvSpPr>
          <p:spPr>
            <a:xfrm>
              <a:off x="5067973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4" name="object 1994"/>
            <p:cNvSpPr/>
            <p:nvPr/>
          </p:nvSpPr>
          <p:spPr>
            <a:xfrm>
              <a:off x="5178884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5" name="object 1995"/>
            <p:cNvSpPr/>
            <p:nvPr/>
          </p:nvSpPr>
          <p:spPr>
            <a:xfrm>
              <a:off x="5289795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6" name="object 1996"/>
            <p:cNvSpPr/>
            <p:nvPr/>
          </p:nvSpPr>
          <p:spPr>
            <a:xfrm>
              <a:off x="5400706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7" name="object 1997"/>
            <p:cNvSpPr/>
            <p:nvPr/>
          </p:nvSpPr>
          <p:spPr>
            <a:xfrm>
              <a:off x="5511617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8" name="object 1998"/>
            <p:cNvSpPr/>
            <p:nvPr/>
          </p:nvSpPr>
          <p:spPr>
            <a:xfrm>
              <a:off x="5622528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9" name="object 1999"/>
            <p:cNvSpPr/>
            <p:nvPr/>
          </p:nvSpPr>
          <p:spPr>
            <a:xfrm>
              <a:off x="5733439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0" name="object 2000"/>
            <p:cNvSpPr/>
            <p:nvPr/>
          </p:nvSpPr>
          <p:spPr>
            <a:xfrm>
              <a:off x="5844350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1" name="object 2001"/>
            <p:cNvSpPr/>
            <p:nvPr/>
          </p:nvSpPr>
          <p:spPr>
            <a:xfrm>
              <a:off x="5955260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2" name="object 2002"/>
            <p:cNvSpPr/>
            <p:nvPr/>
          </p:nvSpPr>
          <p:spPr>
            <a:xfrm>
              <a:off x="6066171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3" name="object 2003"/>
            <p:cNvSpPr/>
            <p:nvPr/>
          </p:nvSpPr>
          <p:spPr>
            <a:xfrm>
              <a:off x="6177082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4" name="object 2004"/>
            <p:cNvSpPr/>
            <p:nvPr/>
          </p:nvSpPr>
          <p:spPr>
            <a:xfrm>
              <a:off x="6287993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5" name="object 2005"/>
            <p:cNvSpPr/>
            <p:nvPr/>
          </p:nvSpPr>
          <p:spPr>
            <a:xfrm>
              <a:off x="6398904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6" name="object 2006"/>
            <p:cNvSpPr/>
            <p:nvPr/>
          </p:nvSpPr>
          <p:spPr>
            <a:xfrm>
              <a:off x="6509802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7" name="object 2007"/>
            <p:cNvSpPr/>
            <p:nvPr/>
          </p:nvSpPr>
          <p:spPr>
            <a:xfrm>
              <a:off x="6620713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8" name="object 2008"/>
            <p:cNvSpPr/>
            <p:nvPr/>
          </p:nvSpPr>
          <p:spPr>
            <a:xfrm>
              <a:off x="6731623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9" name="object 2009"/>
            <p:cNvSpPr/>
            <p:nvPr/>
          </p:nvSpPr>
          <p:spPr>
            <a:xfrm>
              <a:off x="6842534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0" name="object 2010"/>
            <p:cNvSpPr/>
            <p:nvPr/>
          </p:nvSpPr>
          <p:spPr>
            <a:xfrm>
              <a:off x="6953445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1" name="object 2011"/>
            <p:cNvSpPr/>
            <p:nvPr/>
          </p:nvSpPr>
          <p:spPr>
            <a:xfrm>
              <a:off x="7064356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2" name="object 2012"/>
            <p:cNvSpPr/>
            <p:nvPr/>
          </p:nvSpPr>
          <p:spPr>
            <a:xfrm>
              <a:off x="7175267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3" name="object 2013"/>
            <p:cNvSpPr/>
            <p:nvPr/>
          </p:nvSpPr>
          <p:spPr>
            <a:xfrm>
              <a:off x="3958878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4" name="object 2014"/>
            <p:cNvSpPr/>
            <p:nvPr/>
          </p:nvSpPr>
          <p:spPr>
            <a:xfrm>
              <a:off x="4069789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5" name="object 2015"/>
            <p:cNvSpPr/>
            <p:nvPr/>
          </p:nvSpPr>
          <p:spPr>
            <a:xfrm>
              <a:off x="4180686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6" name="object 2016"/>
            <p:cNvSpPr/>
            <p:nvPr/>
          </p:nvSpPr>
          <p:spPr>
            <a:xfrm>
              <a:off x="4291597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7" name="object 2017"/>
            <p:cNvSpPr/>
            <p:nvPr/>
          </p:nvSpPr>
          <p:spPr>
            <a:xfrm>
              <a:off x="4402508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8" name="object 2018"/>
            <p:cNvSpPr/>
            <p:nvPr/>
          </p:nvSpPr>
          <p:spPr>
            <a:xfrm>
              <a:off x="4513432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9" name="object 2019"/>
            <p:cNvSpPr/>
            <p:nvPr/>
          </p:nvSpPr>
          <p:spPr>
            <a:xfrm>
              <a:off x="4624343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0" name="object 2020"/>
            <p:cNvSpPr/>
            <p:nvPr/>
          </p:nvSpPr>
          <p:spPr>
            <a:xfrm>
              <a:off x="4735241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1" name="object 2021"/>
            <p:cNvSpPr/>
            <p:nvPr/>
          </p:nvSpPr>
          <p:spPr>
            <a:xfrm>
              <a:off x="4846152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2" name="object 2022"/>
            <p:cNvSpPr/>
            <p:nvPr/>
          </p:nvSpPr>
          <p:spPr>
            <a:xfrm>
              <a:off x="4957063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3" name="object 2023"/>
            <p:cNvSpPr/>
            <p:nvPr/>
          </p:nvSpPr>
          <p:spPr>
            <a:xfrm>
              <a:off x="5067973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4" name="object 2024"/>
            <p:cNvSpPr/>
            <p:nvPr/>
          </p:nvSpPr>
          <p:spPr>
            <a:xfrm>
              <a:off x="5178884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5" name="object 2025"/>
            <p:cNvSpPr/>
            <p:nvPr/>
          </p:nvSpPr>
          <p:spPr>
            <a:xfrm>
              <a:off x="5289795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6" name="object 2026"/>
            <p:cNvSpPr/>
            <p:nvPr/>
          </p:nvSpPr>
          <p:spPr>
            <a:xfrm>
              <a:off x="5400706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7" name="object 2027"/>
            <p:cNvSpPr/>
            <p:nvPr/>
          </p:nvSpPr>
          <p:spPr>
            <a:xfrm>
              <a:off x="5511617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8" name="object 2028"/>
            <p:cNvSpPr/>
            <p:nvPr/>
          </p:nvSpPr>
          <p:spPr>
            <a:xfrm>
              <a:off x="5622528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9" name="object 2029"/>
            <p:cNvSpPr/>
            <p:nvPr/>
          </p:nvSpPr>
          <p:spPr>
            <a:xfrm>
              <a:off x="5733439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0" name="object 2030"/>
            <p:cNvSpPr/>
            <p:nvPr/>
          </p:nvSpPr>
          <p:spPr>
            <a:xfrm>
              <a:off x="5844350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1" name="object 2031"/>
            <p:cNvSpPr/>
            <p:nvPr/>
          </p:nvSpPr>
          <p:spPr>
            <a:xfrm>
              <a:off x="5955260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2" name="object 2032"/>
            <p:cNvSpPr/>
            <p:nvPr/>
          </p:nvSpPr>
          <p:spPr>
            <a:xfrm>
              <a:off x="6066171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3" name="object 2033"/>
            <p:cNvSpPr/>
            <p:nvPr/>
          </p:nvSpPr>
          <p:spPr>
            <a:xfrm>
              <a:off x="6177082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4" name="object 2034"/>
            <p:cNvSpPr/>
            <p:nvPr/>
          </p:nvSpPr>
          <p:spPr>
            <a:xfrm>
              <a:off x="6287993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5" name="object 2035"/>
            <p:cNvSpPr/>
            <p:nvPr/>
          </p:nvSpPr>
          <p:spPr>
            <a:xfrm>
              <a:off x="6398904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6" name="object 2036"/>
            <p:cNvSpPr/>
            <p:nvPr/>
          </p:nvSpPr>
          <p:spPr>
            <a:xfrm>
              <a:off x="6509802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7" name="object 2037"/>
            <p:cNvSpPr/>
            <p:nvPr/>
          </p:nvSpPr>
          <p:spPr>
            <a:xfrm>
              <a:off x="6620713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8" name="object 2038"/>
            <p:cNvSpPr/>
            <p:nvPr/>
          </p:nvSpPr>
          <p:spPr>
            <a:xfrm>
              <a:off x="6731623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9" name="object 2039"/>
            <p:cNvSpPr/>
            <p:nvPr/>
          </p:nvSpPr>
          <p:spPr>
            <a:xfrm>
              <a:off x="6842534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0" name="object 2040"/>
            <p:cNvSpPr/>
            <p:nvPr/>
          </p:nvSpPr>
          <p:spPr>
            <a:xfrm>
              <a:off x="6953445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1" name="object 2041"/>
            <p:cNvSpPr/>
            <p:nvPr/>
          </p:nvSpPr>
          <p:spPr>
            <a:xfrm>
              <a:off x="7064356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2" name="object 2042"/>
            <p:cNvSpPr/>
            <p:nvPr/>
          </p:nvSpPr>
          <p:spPr>
            <a:xfrm>
              <a:off x="7175267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3" name="object 2043"/>
            <p:cNvSpPr/>
            <p:nvPr/>
          </p:nvSpPr>
          <p:spPr>
            <a:xfrm>
              <a:off x="3958878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4" name="object 2044"/>
            <p:cNvSpPr/>
            <p:nvPr/>
          </p:nvSpPr>
          <p:spPr>
            <a:xfrm>
              <a:off x="4069789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5" name="object 2045"/>
            <p:cNvSpPr/>
            <p:nvPr/>
          </p:nvSpPr>
          <p:spPr>
            <a:xfrm>
              <a:off x="4180686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6" name="object 2046"/>
            <p:cNvSpPr/>
            <p:nvPr/>
          </p:nvSpPr>
          <p:spPr>
            <a:xfrm>
              <a:off x="4291597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7" name="object 2047"/>
            <p:cNvSpPr/>
            <p:nvPr/>
          </p:nvSpPr>
          <p:spPr>
            <a:xfrm>
              <a:off x="4402508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8" name="object 2048"/>
            <p:cNvSpPr/>
            <p:nvPr/>
          </p:nvSpPr>
          <p:spPr>
            <a:xfrm>
              <a:off x="4513432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9" name="object 2049"/>
            <p:cNvSpPr/>
            <p:nvPr/>
          </p:nvSpPr>
          <p:spPr>
            <a:xfrm>
              <a:off x="4624343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0" name="object 2050"/>
            <p:cNvSpPr/>
            <p:nvPr/>
          </p:nvSpPr>
          <p:spPr>
            <a:xfrm>
              <a:off x="4735241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1" name="object 2051"/>
            <p:cNvSpPr/>
            <p:nvPr/>
          </p:nvSpPr>
          <p:spPr>
            <a:xfrm>
              <a:off x="4846152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2" name="object 2052"/>
            <p:cNvSpPr/>
            <p:nvPr/>
          </p:nvSpPr>
          <p:spPr>
            <a:xfrm>
              <a:off x="4957063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3" name="object 2053"/>
            <p:cNvSpPr/>
            <p:nvPr/>
          </p:nvSpPr>
          <p:spPr>
            <a:xfrm>
              <a:off x="5067973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4" name="object 2054"/>
            <p:cNvSpPr/>
            <p:nvPr/>
          </p:nvSpPr>
          <p:spPr>
            <a:xfrm>
              <a:off x="5178884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5" name="object 2055"/>
            <p:cNvSpPr/>
            <p:nvPr/>
          </p:nvSpPr>
          <p:spPr>
            <a:xfrm>
              <a:off x="5289795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6" name="object 2056"/>
            <p:cNvSpPr/>
            <p:nvPr/>
          </p:nvSpPr>
          <p:spPr>
            <a:xfrm>
              <a:off x="5400706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7" name="object 2057"/>
            <p:cNvSpPr/>
            <p:nvPr/>
          </p:nvSpPr>
          <p:spPr>
            <a:xfrm>
              <a:off x="5511617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8" name="object 2058"/>
            <p:cNvSpPr/>
            <p:nvPr/>
          </p:nvSpPr>
          <p:spPr>
            <a:xfrm>
              <a:off x="5622528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9" name="object 2059"/>
            <p:cNvSpPr/>
            <p:nvPr/>
          </p:nvSpPr>
          <p:spPr>
            <a:xfrm>
              <a:off x="5733439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0" name="object 2060"/>
            <p:cNvSpPr/>
            <p:nvPr/>
          </p:nvSpPr>
          <p:spPr>
            <a:xfrm>
              <a:off x="5844350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1" name="object 2061"/>
            <p:cNvSpPr/>
            <p:nvPr/>
          </p:nvSpPr>
          <p:spPr>
            <a:xfrm>
              <a:off x="5955260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2" name="object 2062"/>
            <p:cNvSpPr/>
            <p:nvPr/>
          </p:nvSpPr>
          <p:spPr>
            <a:xfrm>
              <a:off x="6066171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3" name="object 2063"/>
            <p:cNvSpPr/>
            <p:nvPr/>
          </p:nvSpPr>
          <p:spPr>
            <a:xfrm>
              <a:off x="6177082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4" name="object 2064"/>
            <p:cNvSpPr/>
            <p:nvPr/>
          </p:nvSpPr>
          <p:spPr>
            <a:xfrm>
              <a:off x="6287993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5" name="object 2065"/>
            <p:cNvSpPr/>
            <p:nvPr/>
          </p:nvSpPr>
          <p:spPr>
            <a:xfrm>
              <a:off x="6398904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6" name="object 2066"/>
            <p:cNvSpPr/>
            <p:nvPr/>
          </p:nvSpPr>
          <p:spPr>
            <a:xfrm>
              <a:off x="6509802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7" name="object 2067"/>
            <p:cNvSpPr/>
            <p:nvPr/>
          </p:nvSpPr>
          <p:spPr>
            <a:xfrm>
              <a:off x="6620713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8" name="object 2068"/>
            <p:cNvSpPr/>
            <p:nvPr/>
          </p:nvSpPr>
          <p:spPr>
            <a:xfrm>
              <a:off x="6731623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9" name="object 2069"/>
            <p:cNvSpPr/>
            <p:nvPr/>
          </p:nvSpPr>
          <p:spPr>
            <a:xfrm>
              <a:off x="6842534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0" name="object 2070"/>
            <p:cNvSpPr/>
            <p:nvPr/>
          </p:nvSpPr>
          <p:spPr>
            <a:xfrm>
              <a:off x="6953445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1" name="object 2071"/>
            <p:cNvSpPr/>
            <p:nvPr/>
          </p:nvSpPr>
          <p:spPr>
            <a:xfrm>
              <a:off x="7064356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2" name="object 2072"/>
            <p:cNvSpPr/>
            <p:nvPr/>
          </p:nvSpPr>
          <p:spPr>
            <a:xfrm>
              <a:off x="7175267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3" name="object 2073"/>
            <p:cNvSpPr/>
            <p:nvPr/>
          </p:nvSpPr>
          <p:spPr>
            <a:xfrm>
              <a:off x="3958878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4" name="object 2074"/>
            <p:cNvSpPr/>
            <p:nvPr/>
          </p:nvSpPr>
          <p:spPr>
            <a:xfrm>
              <a:off x="4069789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5" name="object 2075"/>
            <p:cNvSpPr/>
            <p:nvPr/>
          </p:nvSpPr>
          <p:spPr>
            <a:xfrm>
              <a:off x="4180686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6" name="object 2076"/>
            <p:cNvSpPr/>
            <p:nvPr/>
          </p:nvSpPr>
          <p:spPr>
            <a:xfrm>
              <a:off x="4291597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7" name="object 2077"/>
            <p:cNvSpPr/>
            <p:nvPr/>
          </p:nvSpPr>
          <p:spPr>
            <a:xfrm>
              <a:off x="4402508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8" name="object 2078"/>
            <p:cNvSpPr/>
            <p:nvPr/>
          </p:nvSpPr>
          <p:spPr>
            <a:xfrm>
              <a:off x="4513432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9" name="object 2079"/>
            <p:cNvSpPr/>
            <p:nvPr/>
          </p:nvSpPr>
          <p:spPr>
            <a:xfrm>
              <a:off x="4624343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0" name="object 2080"/>
            <p:cNvSpPr/>
            <p:nvPr/>
          </p:nvSpPr>
          <p:spPr>
            <a:xfrm>
              <a:off x="4735241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1" name="object 2081"/>
            <p:cNvSpPr/>
            <p:nvPr/>
          </p:nvSpPr>
          <p:spPr>
            <a:xfrm>
              <a:off x="4846152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2" name="object 2082"/>
            <p:cNvSpPr/>
            <p:nvPr/>
          </p:nvSpPr>
          <p:spPr>
            <a:xfrm>
              <a:off x="4957063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3" name="object 2083"/>
            <p:cNvSpPr/>
            <p:nvPr/>
          </p:nvSpPr>
          <p:spPr>
            <a:xfrm>
              <a:off x="5067973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4" name="object 2084"/>
            <p:cNvSpPr/>
            <p:nvPr/>
          </p:nvSpPr>
          <p:spPr>
            <a:xfrm>
              <a:off x="5178884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5" name="object 2085"/>
            <p:cNvSpPr/>
            <p:nvPr/>
          </p:nvSpPr>
          <p:spPr>
            <a:xfrm>
              <a:off x="5289795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6" name="object 2086"/>
            <p:cNvSpPr/>
            <p:nvPr/>
          </p:nvSpPr>
          <p:spPr>
            <a:xfrm>
              <a:off x="5400706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7" name="object 2087"/>
            <p:cNvSpPr/>
            <p:nvPr/>
          </p:nvSpPr>
          <p:spPr>
            <a:xfrm>
              <a:off x="5511617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8" name="object 2088"/>
            <p:cNvSpPr/>
            <p:nvPr/>
          </p:nvSpPr>
          <p:spPr>
            <a:xfrm>
              <a:off x="5622528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9" name="object 2089"/>
            <p:cNvSpPr/>
            <p:nvPr/>
          </p:nvSpPr>
          <p:spPr>
            <a:xfrm>
              <a:off x="5733439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0" name="object 2090"/>
            <p:cNvSpPr/>
            <p:nvPr/>
          </p:nvSpPr>
          <p:spPr>
            <a:xfrm>
              <a:off x="5844350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1" name="object 2091"/>
            <p:cNvSpPr/>
            <p:nvPr/>
          </p:nvSpPr>
          <p:spPr>
            <a:xfrm>
              <a:off x="5955260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2" name="object 2092"/>
            <p:cNvSpPr/>
            <p:nvPr/>
          </p:nvSpPr>
          <p:spPr>
            <a:xfrm>
              <a:off x="6066171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3" name="object 2093"/>
            <p:cNvSpPr/>
            <p:nvPr/>
          </p:nvSpPr>
          <p:spPr>
            <a:xfrm>
              <a:off x="6177082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4" name="object 2094"/>
            <p:cNvSpPr/>
            <p:nvPr/>
          </p:nvSpPr>
          <p:spPr>
            <a:xfrm>
              <a:off x="6287993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5" name="object 2095"/>
            <p:cNvSpPr/>
            <p:nvPr/>
          </p:nvSpPr>
          <p:spPr>
            <a:xfrm>
              <a:off x="6398904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6" name="object 2096"/>
            <p:cNvSpPr/>
            <p:nvPr/>
          </p:nvSpPr>
          <p:spPr>
            <a:xfrm>
              <a:off x="6509802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7" name="object 2097"/>
            <p:cNvSpPr/>
            <p:nvPr/>
          </p:nvSpPr>
          <p:spPr>
            <a:xfrm>
              <a:off x="6620713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8" name="object 2098"/>
            <p:cNvSpPr/>
            <p:nvPr/>
          </p:nvSpPr>
          <p:spPr>
            <a:xfrm>
              <a:off x="6731623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9" name="object 2099"/>
            <p:cNvSpPr/>
            <p:nvPr/>
          </p:nvSpPr>
          <p:spPr>
            <a:xfrm>
              <a:off x="6842534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0" name="object 2100"/>
            <p:cNvSpPr/>
            <p:nvPr/>
          </p:nvSpPr>
          <p:spPr>
            <a:xfrm>
              <a:off x="6953445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1" name="object 2101"/>
            <p:cNvSpPr/>
            <p:nvPr/>
          </p:nvSpPr>
          <p:spPr>
            <a:xfrm>
              <a:off x="7064356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2" name="object 2102"/>
            <p:cNvSpPr/>
            <p:nvPr/>
          </p:nvSpPr>
          <p:spPr>
            <a:xfrm>
              <a:off x="7175267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3" name="object 2103"/>
            <p:cNvSpPr/>
            <p:nvPr/>
          </p:nvSpPr>
          <p:spPr>
            <a:xfrm>
              <a:off x="3958878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4" name="object 2104"/>
            <p:cNvSpPr/>
            <p:nvPr/>
          </p:nvSpPr>
          <p:spPr>
            <a:xfrm>
              <a:off x="4069789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5" name="object 2105"/>
            <p:cNvSpPr/>
            <p:nvPr/>
          </p:nvSpPr>
          <p:spPr>
            <a:xfrm>
              <a:off x="4180686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6" name="object 2106"/>
            <p:cNvSpPr/>
            <p:nvPr/>
          </p:nvSpPr>
          <p:spPr>
            <a:xfrm>
              <a:off x="4291597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7" name="object 2107"/>
            <p:cNvSpPr/>
            <p:nvPr/>
          </p:nvSpPr>
          <p:spPr>
            <a:xfrm>
              <a:off x="4402508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8" name="object 2108"/>
            <p:cNvSpPr/>
            <p:nvPr/>
          </p:nvSpPr>
          <p:spPr>
            <a:xfrm>
              <a:off x="4513432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9" name="object 2109"/>
            <p:cNvSpPr/>
            <p:nvPr/>
          </p:nvSpPr>
          <p:spPr>
            <a:xfrm>
              <a:off x="4624343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0" name="object 2110"/>
            <p:cNvSpPr/>
            <p:nvPr/>
          </p:nvSpPr>
          <p:spPr>
            <a:xfrm>
              <a:off x="4735241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1" name="object 2111"/>
            <p:cNvSpPr/>
            <p:nvPr/>
          </p:nvSpPr>
          <p:spPr>
            <a:xfrm>
              <a:off x="4846152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2" name="object 2112"/>
            <p:cNvSpPr/>
            <p:nvPr/>
          </p:nvSpPr>
          <p:spPr>
            <a:xfrm>
              <a:off x="4957063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3" name="object 2113"/>
            <p:cNvSpPr/>
            <p:nvPr/>
          </p:nvSpPr>
          <p:spPr>
            <a:xfrm>
              <a:off x="5067973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4" name="object 2114"/>
            <p:cNvSpPr/>
            <p:nvPr/>
          </p:nvSpPr>
          <p:spPr>
            <a:xfrm>
              <a:off x="5178884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5" name="object 2115"/>
            <p:cNvSpPr/>
            <p:nvPr/>
          </p:nvSpPr>
          <p:spPr>
            <a:xfrm>
              <a:off x="5289795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6" name="object 2116"/>
            <p:cNvSpPr/>
            <p:nvPr/>
          </p:nvSpPr>
          <p:spPr>
            <a:xfrm>
              <a:off x="5400706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7" name="object 2117"/>
            <p:cNvSpPr/>
            <p:nvPr/>
          </p:nvSpPr>
          <p:spPr>
            <a:xfrm>
              <a:off x="5511617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8" name="object 2118"/>
            <p:cNvSpPr/>
            <p:nvPr/>
          </p:nvSpPr>
          <p:spPr>
            <a:xfrm>
              <a:off x="5622528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9" name="object 2119"/>
            <p:cNvSpPr/>
            <p:nvPr/>
          </p:nvSpPr>
          <p:spPr>
            <a:xfrm>
              <a:off x="5733439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0" name="object 2120"/>
            <p:cNvSpPr/>
            <p:nvPr/>
          </p:nvSpPr>
          <p:spPr>
            <a:xfrm>
              <a:off x="5844350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1" name="object 2121"/>
            <p:cNvSpPr/>
            <p:nvPr/>
          </p:nvSpPr>
          <p:spPr>
            <a:xfrm>
              <a:off x="5955260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2" name="object 2122"/>
            <p:cNvSpPr/>
            <p:nvPr/>
          </p:nvSpPr>
          <p:spPr>
            <a:xfrm>
              <a:off x="6066171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3" name="object 2123"/>
            <p:cNvSpPr/>
            <p:nvPr/>
          </p:nvSpPr>
          <p:spPr>
            <a:xfrm>
              <a:off x="6177082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4" name="object 2124"/>
            <p:cNvSpPr/>
            <p:nvPr/>
          </p:nvSpPr>
          <p:spPr>
            <a:xfrm>
              <a:off x="6287993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5" name="object 2125"/>
            <p:cNvSpPr/>
            <p:nvPr/>
          </p:nvSpPr>
          <p:spPr>
            <a:xfrm>
              <a:off x="6398904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6" name="object 2126"/>
            <p:cNvSpPr/>
            <p:nvPr/>
          </p:nvSpPr>
          <p:spPr>
            <a:xfrm>
              <a:off x="6509802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7" name="object 2127"/>
            <p:cNvSpPr/>
            <p:nvPr/>
          </p:nvSpPr>
          <p:spPr>
            <a:xfrm>
              <a:off x="6620713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8" name="object 2128"/>
            <p:cNvSpPr/>
            <p:nvPr/>
          </p:nvSpPr>
          <p:spPr>
            <a:xfrm>
              <a:off x="6731623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9" name="object 2129"/>
            <p:cNvSpPr/>
            <p:nvPr/>
          </p:nvSpPr>
          <p:spPr>
            <a:xfrm>
              <a:off x="6842534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0" name="object 2130"/>
            <p:cNvSpPr/>
            <p:nvPr/>
          </p:nvSpPr>
          <p:spPr>
            <a:xfrm>
              <a:off x="6953445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1" name="object 2131"/>
            <p:cNvSpPr/>
            <p:nvPr/>
          </p:nvSpPr>
          <p:spPr>
            <a:xfrm>
              <a:off x="7064356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2" name="object 2132"/>
            <p:cNvSpPr/>
            <p:nvPr/>
          </p:nvSpPr>
          <p:spPr>
            <a:xfrm>
              <a:off x="7175267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3" name="object 2133"/>
            <p:cNvSpPr/>
            <p:nvPr/>
          </p:nvSpPr>
          <p:spPr>
            <a:xfrm>
              <a:off x="3958878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4" name="object 2134"/>
            <p:cNvSpPr/>
            <p:nvPr/>
          </p:nvSpPr>
          <p:spPr>
            <a:xfrm>
              <a:off x="4069789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5" name="object 2135"/>
            <p:cNvSpPr/>
            <p:nvPr/>
          </p:nvSpPr>
          <p:spPr>
            <a:xfrm>
              <a:off x="4180686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6" name="object 2136"/>
            <p:cNvSpPr/>
            <p:nvPr/>
          </p:nvSpPr>
          <p:spPr>
            <a:xfrm>
              <a:off x="4291597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7" name="object 2137"/>
            <p:cNvSpPr/>
            <p:nvPr/>
          </p:nvSpPr>
          <p:spPr>
            <a:xfrm>
              <a:off x="4402508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8" name="object 2138"/>
            <p:cNvSpPr/>
            <p:nvPr/>
          </p:nvSpPr>
          <p:spPr>
            <a:xfrm>
              <a:off x="4513432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9" name="object 2139"/>
            <p:cNvSpPr/>
            <p:nvPr/>
          </p:nvSpPr>
          <p:spPr>
            <a:xfrm>
              <a:off x="462434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0" name="object 2140"/>
            <p:cNvSpPr/>
            <p:nvPr/>
          </p:nvSpPr>
          <p:spPr>
            <a:xfrm>
              <a:off x="4735241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1" name="object 2141"/>
            <p:cNvSpPr/>
            <p:nvPr/>
          </p:nvSpPr>
          <p:spPr>
            <a:xfrm>
              <a:off x="4846152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2" name="object 2142"/>
            <p:cNvSpPr/>
            <p:nvPr/>
          </p:nvSpPr>
          <p:spPr>
            <a:xfrm>
              <a:off x="495706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3" name="object 2143"/>
            <p:cNvSpPr/>
            <p:nvPr/>
          </p:nvSpPr>
          <p:spPr>
            <a:xfrm>
              <a:off x="506797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4" name="object 2144"/>
            <p:cNvSpPr/>
            <p:nvPr/>
          </p:nvSpPr>
          <p:spPr>
            <a:xfrm>
              <a:off x="5178884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5" name="object 2145"/>
            <p:cNvSpPr/>
            <p:nvPr/>
          </p:nvSpPr>
          <p:spPr>
            <a:xfrm>
              <a:off x="5289795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6" name="object 2146"/>
            <p:cNvSpPr/>
            <p:nvPr/>
          </p:nvSpPr>
          <p:spPr>
            <a:xfrm>
              <a:off x="5400706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7" name="object 2147"/>
            <p:cNvSpPr/>
            <p:nvPr/>
          </p:nvSpPr>
          <p:spPr>
            <a:xfrm>
              <a:off x="5511617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8" name="object 2148"/>
            <p:cNvSpPr/>
            <p:nvPr/>
          </p:nvSpPr>
          <p:spPr>
            <a:xfrm>
              <a:off x="5622528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9" name="object 2149"/>
            <p:cNvSpPr/>
            <p:nvPr/>
          </p:nvSpPr>
          <p:spPr>
            <a:xfrm>
              <a:off x="5733439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0" name="object 2150"/>
            <p:cNvSpPr/>
            <p:nvPr/>
          </p:nvSpPr>
          <p:spPr>
            <a:xfrm>
              <a:off x="5844350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1" name="object 2151"/>
            <p:cNvSpPr/>
            <p:nvPr/>
          </p:nvSpPr>
          <p:spPr>
            <a:xfrm>
              <a:off x="5955260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2" name="object 2152"/>
            <p:cNvSpPr/>
            <p:nvPr/>
          </p:nvSpPr>
          <p:spPr>
            <a:xfrm>
              <a:off x="6066171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3" name="object 2153"/>
            <p:cNvSpPr/>
            <p:nvPr/>
          </p:nvSpPr>
          <p:spPr>
            <a:xfrm>
              <a:off x="6177082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4" name="object 2154"/>
            <p:cNvSpPr/>
            <p:nvPr/>
          </p:nvSpPr>
          <p:spPr>
            <a:xfrm>
              <a:off x="628799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5" name="object 2155"/>
            <p:cNvSpPr/>
            <p:nvPr/>
          </p:nvSpPr>
          <p:spPr>
            <a:xfrm>
              <a:off x="6398904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6" name="object 2156"/>
            <p:cNvSpPr/>
            <p:nvPr/>
          </p:nvSpPr>
          <p:spPr>
            <a:xfrm>
              <a:off x="6509802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7" name="object 2157"/>
            <p:cNvSpPr/>
            <p:nvPr/>
          </p:nvSpPr>
          <p:spPr>
            <a:xfrm>
              <a:off x="662071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8" name="object 2158"/>
            <p:cNvSpPr/>
            <p:nvPr/>
          </p:nvSpPr>
          <p:spPr>
            <a:xfrm>
              <a:off x="673162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9" name="object 2159"/>
            <p:cNvSpPr/>
            <p:nvPr/>
          </p:nvSpPr>
          <p:spPr>
            <a:xfrm>
              <a:off x="6842534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0" name="object 2160"/>
            <p:cNvSpPr/>
            <p:nvPr/>
          </p:nvSpPr>
          <p:spPr>
            <a:xfrm>
              <a:off x="6953445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1" name="object 2161"/>
            <p:cNvSpPr/>
            <p:nvPr/>
          </p:nvSpPr>
          <p:spPr>
            <a:xfrm>
              <a:off x="7064356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2" name="object 2162"/>
            <p:cNvSpPr/>
            <p:nvPr/>
          </p:nvSpPr>
          <p:spPr>
            <a:xfrm>
              <a:off x="7175267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3" name="object 2163"/>
            <p:cNvSpPr/>
            <p:nvPr/>
          </p:nvSpPr>
          <p:spPr>
            <a:xfrm>
              <a:off x="3958878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4" name="object 2164"/>
            <p:cNvSpPr/>
            <p:nvPr/>
          </p:nvSpPr>
          <p:spPr>
            <a:xfrm>
              <a:off x="4069789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5" name="object 2165"/>
            <p:cNvSpPr/>
            <p:nvPr/>
          </p:nvSpPr>
          <p:spPr>
            <a:xfrm>
              <a:off x="4180686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6" name="object 2166"/>
            <p:cNvSpPr/>
            <p:nvPr/>
          </p:nvSpPr>
          <p:spPr>
            <a:xfrm>
              <a:off x="4291597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7" name="object 2167"/>
            <p:cNvSpPr/>
            <p:nvPr/>
          </p:nvSpPr>
          <p:spPr>
            <a:xfrm>
              <a:off x="4402508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8" name="object 2168"/>
            <p:cNvSpPr/>
            <p:nvPr/>
          </p:nvSpPr>
          <p:spPr>
            <a:xfrm>
              <a:off x="4513432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9" name="object 2169"/>
            <p:cNvSpPr/>
            <p:nvPr/>
          </p:nvSpPr>
          <p:spPr>
            <a:xfrm>
              <a:off x="462434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0" name="object 2170"/>
            <p:cNvSpPr/>
            <p:nvPr/>
          </p:nvSpPr>
          <p:spPr>
            <a:xfrm>
              <a:off x="4735241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1" name="object 2171"/>
            <p:cNvSpPr/>
            <p:nvPr/>
          </p:nvSpPr>
          <p:spPr>
            <a:xfrm>
              <a:off x="4846152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2" name="object 2172"/>
            <p:cNvSpPr/>
            <p:nvPr/>
          </p:nvSpPr>
          <p:spPr>
            <a:xfrm>
              <a:off x="495706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3" name="object 2173"/>
            <p:cNvSpPr/>
            <p:nvPr/>
          </p:nvSpPr>
          <p:spPr>
            <a:xfrm>
              <a:off x="506797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4" name="object 2174"/>
            <p:cNvSpPr/>
            <p:nvPr/>
          </p:nvSpPr>
          <p:spPr>
            <a:xfrm>
              <a:off x="5178884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5" name="object 2175"/>
            <p:cNvSpPr/>
            <p:nvPr/>
          </p:nvSpPr>
          <p:spPr>
            <a:xfrm>
              <a:off x="5289795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6" name="object 2176"/>
            <p:cNvSpPr/>
            <p:nvPr/>
          </p:nvSpPr>
          <p:spPr>
            <a:xfrm>
              <a:off x="5400706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7" name="object 2177"/>
            <p:cNvSpPr/>
            <p:nvPr/>
          </p:nvSpPr>
          <p:spPr>
            <a:xfrm>
              <a:off x="5511617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8" name="object 2178"/>
            <p:cNvSpPr/>
            <p:nvPr/>
          </p:nvSpPr>
          <p:spPr>
            <a:xfrm>
              <a:off x="5622528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9" name="object 2179"/>
            <p:cNvSpPr/>
            <p:nvPr/>
          </p:nvSpPr>
          <p:spPr>
            <a:xfrm>
              <a:off x="5733439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0" name="object 2180"/>
            <p:cNvSpPr/>
            <p:nvPr/>
          </p:nvSpPr>
          <p:spPr>
            <a:xfrm>
              <a:off x="5844350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1" name="object 2181"/>
            <p:cNvSpPr/>
            <p:nvPr/>
          </p:nvSpPr>
          <p:spPr>
            <a:xfrm>
              <a:off x="5955260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2" name="object 2182"/>
            <p:cNvSpPr/>
            <p:nvPr/>
          </p:nvSpPr>
          <p:spPr>
            <a:xfrm>
              <a:off x="6066171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3" name="object 2183"/>
            <p:cNvSpPr/>
            <p:nvPr/>
          </p:nvSpPr>
          <p:spPr>
            <a:xfrm>
              <a:off x="6177082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4" name="object 2184"/>
            <p:cNvSpPr/>
            <p:nvPr/>
          </p:nvSpPr>
          <p:spPr>
            <a:xfrm>
              <a:off x="628799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5" name="object 2185"/>
            <p:cNvSpPr/>
            <p:nvPr/>
          </p:nvSpPr>
          <p:spPr>
            <a:xfrm>
              <a:off x="6398904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6" name="object 2186"/>
            <p:cNvSpPr/>
            <p:nvPr/>
          </p:nvSpPr>
          <p:spPr>
            <a:xfrm>
              <a:off x="6509802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7" name="object 2187"/>
            <p:cNvSpPr/>
            <p:nvPr/>
          </p:nvSpPr>
          <p:spPr>
            <a:xfrm>
              <a:off x="662071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8" name="object 2188"/>
            <p:cNvSpPr/>
            <p:nvPr/>
          </p:nvSpPr>
          <p:spPr>
            <a:xfrm>
              <a:off x="673162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9" name="object 2189"/>
            <p:cNvSpPr/>
            <p:nvPr/>
          </p:nvSpPr>
          <p:spPr>
            <a:xfrm>
              <a:off x="6842534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0" name="object 2190"/>
            <p:cNvSpPr/>
            <p:nvPr/>
          </p:nvSpPr>
          <p:spPr>
            <a:xfrm>
              <a:off x="6953445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1" name="object 2191"/>
            <p:cNvSpPr/>
            <p:nvPr/>
          </p:nvSpPr>
          <p:spPr>
            <a:xfrm>
              <a:off x="7064356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2" name="object 2192"/>
            <p:cNvSpPr/>
            <p:nvPr/>
          </p:nvSpPr>
          <p:spPr>
            <a:xfrm>
              <a:off x="7175267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3" name="object 2193"/>
            <p:cNvSpPr/>
            <p:nvPr/>
          </p:nvSpPr>
          <p:spPr>
            <a:xfrm>
              <a:off x="3958878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4" name="object 2194"/>
            <p:cNvSpPr/>
            <p:nvPr/>
          </p:nvSpPr>
          <p:spPr>
            <a:xfrm>
              <a:off x="4069789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5" name="object 2195"/>
            <p:cNvSpPr/>
            <p:nvPr/>
          </p:nvSpPr>
          <p:spPr>
            <a:xfrm>
              <a:off x="4180686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6" name="object 2196"/>
            <p:cNvSpPr/>
            <p:nvPr/>
          </p:nvSpPr>
          <p:spPr>
            <a:xfrm>
              <a:off x="4291597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7" name="object 2197"/>
            <p:cNvSpPr/>
            <p:nvPr/>
          </p:nvSpPr>
          <p:spPr>
            <a:xfrm>
              <a:off x="4402508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8" name="object 2198"/>
            <p:cNvSpPr/>
            <p:nvPr/>
          </p:nvSpPr>
          <p:spPr>
            <a:xfrm>
              <a:off x="4513432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9" name="object 2199"/>
            <p:cNvSpPr/>
            <p:nvPr/>
          </p:nvSpPr>
          <p:spPr>
            <a:xfrm>
              <a:off x="462434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0" name="object 2200"/>
            <p:cNvSpPr/>
            <p:nvPr/>
          </p:nvSpPr>
          <p:spPr>
            <a:xfrm>
              <a:off x="4735241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1" name="object 2201"/>
            <p:cNvSpPr/>
            <p:nvPr/>
          </p:nvSpPr>
          <p:spPr>
            <a:xfrm>
              <a:off x="4846152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2" name="object 2202"/>
            <p:cNvSpPr/>
            <p:nvPr/>
          </p:nvSpPr>
          <p:spPr>
            <a:xfrm>
              <a:off x="495706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3" name="object 2203"/>
            <p:cNvSpPr/>
            <p:nvPr/>
          </p:nvSpPr>
          <p:spPr>
            <a:xfrm>
              <a:off x="506797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4" name="object 2204"/>
            <p:cNvSpPr/>
            <p:nvPr/>
          </p:nvSpPr>
          <p:spPr>
            <a:xfrm>
              <a:off x="5178884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5" name="object 2205"/>
            <p:cNvSpPr/>
            <p:nvPr/>
          </p:nvSpPr>
          <p:spPr>
            <a:xfrm>
              <a:off x="5289795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6" name="object 2206"/>
            <p:cNvSpPr/>
            <p:nvPr/>
          </p:nvSpPr>
          <p:spPr>
            <a:xfrm>
              <a:off x="5400706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7" name="object 2207"/>
            <p:cNvSpPr/>
            <p:nvPr/>
          </p:nvSpPr>
          <p:spPr>
            <a:xfrm>
              <a:off x="5511617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8" name="object 2208"/>
            <p:cNvSpPr/>
            <p:nvPr/>
          </p:nvSpPr>
          <p:spPr>
            <a:xfrm>
              <a:off x="5622528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9" name="object 2209"/>
            <p:cNvSpPr/>
            <p:nvPr/>
          </p:nvSpPr>
          <p:spPr>
            <a:xfrm>
              <a:off x="5733439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0" name="object 2210"/>
            <p:cNvSpPr/>
            <p:nvPr/>
          </p:nvSpPr>
          <p:spPr>
            <a:xfrm>
              <a:off x="5844350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1" name="object 2211"/>
            <p:cNvSpPr/>
            <p:nvPr/>
          </p:nvSpPr>
          <p:spPr>
            <a:xfrm>
              <a:off x="5955260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2" name="object 2212"/>
            <p:cNvSpPr/>
            <p:nvPr/>
          </p:nvSpPr>
          <p:spPr>
            <a:xfrm>
              <a:off x="6066171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3" name="object 2213"/>
            <p:cNvSpPr/>
            <p:nvPr/>
          </p:nvSpPr>
          <p:spPr>
            <a:xfrm>
              <a:off x="6177082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4" name="object 2214"/>
            <p:cNvSpPr/>
            <p:nvPr/>
          </p:nvSpPr>
          <p:spPr>
            <a:xfrm>
              <a:off x="628799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5" name="object 2215"/>
            <p:cNvSpPr/>
            <p:nvPr/>
          </p:nvSpPr>
          <p:spPr>
            <a:xfrm>
              <a:off x="6398904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6" name="object 2216"/>
            <p:cNvSpPr/>
            <p:nvPr/>
          </p:nvSpPr>
          <p:spPr>
            <a:xfrm>
              <a:off x="6509802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7" name="object 2217"/>
            <p:cNvSpPr/>
            <p:nvPr/>
          </p:nvSpPr>
          <p:spPr>
            <a:xfrm>
              <a:off x="662071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8" name="object 2218"/>
            <p:cNvSpPr/>
            <p:nvPr/>
          </p:nvSpPr>
          <p:spPr>
            <a:xfrm>
              <a:off x="673162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9" name="object 2219"/>
            <p:cNvSpPr/>
            <p:nvPr/>
          </p:nvSpPr>
          <p:spPr>
            <a:xfrm>
              <a:off x="6842534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0" name="object 2220"/>
            <p:cNvSpPr/>
            <p:nvPr/>
          </p:nvSpPr>
          <p:spPr>
            <a:xfrm>
              <a:off x="6953445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1" name="object 2221"/>
            <p:cNvSpPr/>
            <p:nvPr/>
          </p:nvSpPr>
          <p:spPr>
            <a:xfrm>
              <a:off x="7064356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2" name="object 2222"/>
            <p:cNvSpPr/>
            <p:nvPr/>
          </p:nvSpPr>
          <p:spPr>
            <a:xfrm>
              <a:off x="7175267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3" name="object 2223"/>
            <p:cNvSpPr/>
            <p:nvPr/>
          </p:nvSpPr>
          <p:spPr>
            <a:xfrm>
              <a:off x="3958878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4" name="object 2224"/>
            <p:cNvSpPr/>
            <p:nvPr/>
          </p:nvSpPr>
          <p:spPr>
            <a:xfrm>
              <a:off x="4069789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5" name="object 2225"/>
            <p:cNvSpPr/>
            <p:nvPr/>
          </p:nvSpPr>
          <p:spPr>
            <a:xfrm>
              <a:off x="4180686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6" name="object 2226"/>
            <p:cNvSpPr/>
            <p:nvPr/>
          </p:nvSpPr>
          <p:spPr>
            <a:xfrm>
              <a:off x="4291597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7" name="object 2227"/>
            <p:cNvSpPr/>
            <p:nvPr/>
          </p:nvSpPr>
          <p:spPr>
            <a:xfrm>
              <a:off x="4402508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8" name="object 2228"/>
            <p:cNvSpPr/>
            <p:nvPr/>
          </p:nvSpPr>
          <p:spPr>
            <a:xfrm>
              <a:off x="4513432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9" name="object 2229"/>
            <p:cNvSpPr/>
            <p:nvPr/>
          </p:nvSpPr>
          <p:spPr>
            <a:xfrm>
              <a:off x="462434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0" name="object 2230"/>
            <p:cNvSpPr/>
            <p:nvPr/>
          </p:nvSpPr>
          <p:spPr>
            <a:xfrm>
              <a:off x="4735241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1" name="object 2231"/>
            <p:cNvSpPr/>
            <p:nvPr/>
          </p:nvSpPr>
          <p:spPr>
            <a:xfrm>
              <a:off x="4846152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2" name="object 2232"/>
            <p:cNvSpPr/>
            <p:nvPr/>
          </p:nvSpPr>
          <p:spPr>
            <a:xfrm>
              <a:off x="495706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3" name="object 2233"/>
            <p:cNvSpPr/>
            <p:nvPr/>
          </p:nvSpPr>
          <p:spPr>
            <a:xfrm>
              <a:off x="506797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4" name="object 2234"/>
            <p:cNvSpPr/>
            <p:nvPr/>
          </p:nvSpPr>
          <p:spPr>
            <a:xfrm>
              <a:off x="5178884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5" name="object 2235"/>
            <p:cNvSpPr/>
            <p:nvPr/>
          </p:nvSpPr>
          <p:spPr>
            <a:xfrm>
              <a:off x="5289795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6" name="object 2236"/>
            <p:cNvSpPr/>
            <p:nvPr/>
          </p:nvSpPr>
          <p:spPr>
            <a:xfrm>
              <a:off x="5400706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7" name="object 2237"/>
            <p:cNvSpPr/>
            <p:nvPr/>
          </p:nvSpPr>
          <p:spPr>
            <a:xfrm>
              <a:off x="5511617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8" name="object 2238"/>
            <p:cNvSpPr/>
            <p:nvPr/>
          </p:nvSpPr>
          <p:spPr>
            <a:xfrm>
              <a:off x="5622528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9" name="object 2239"/>
            <p:cNvSpPr/>
            <p:nvPr/>
          </p:nvSpPr>
          <p:spPr>
            <a:xfrm>
              <a:off x="5733439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0" name="object 2240"/>
            <p:cNvSpPr/>
            <p:nvPr/>
          </p:nvSpPr>
          <p:spPr>
            <a:xfrm>
              <a:off x="5844350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1" name="object 2241"/>
            <p:cNvSpPr/>
            <p:nvPr/>
          </p:nvSpPr>
          <p:spPr>
            <a:xfrm>
              <a:off x="5955260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2" name="object 2242"/>
            <p:cNvSpPr/>
            <p:nvPr/>
          </p:nvSpPr>
          <p:spPr>
            <a:xfrm>
              <a:off x="6066171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3" name="object 2243"/>
            <p:cNvSpPr/>
            <p:nvPr/>
          </p:nvSpPr>
          <p:spPr>
            <a:xfrm>
              <a:off x="6177082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4" name="object 2244"/>
            <p:cNvSpPr/>
            <p:nvPr/>
          </p:nvSpPr>
          <p:spPr>
            <a:xfrm>
              <a:off x="628799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5" name="object 2245"/>
            <p:cNvSpPr/>
            <p:nvPr/>
          </p:nvSpPr>
          <p:spPr>
            <a:xfrm>
              <a:off x="6398904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6" name="object 2246"/>
            <p:cNvSpPr/>
            <p:nvPr/>
          </p:nvSpPr>
          <p:spPr>
            <a:xfrm>
              <a:off x="6509802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7" name="object 2247"/>
            <p:cNvSpPr/>
            <p:nvPr/>
          </p:nvSpPr>
          <p:spPr>
            <a:xfrm>
              <a:off x="662071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8" name="object 2248"/>
            <p:cNvSpPr/>
            <p:nvPr/>
          </p:nvSpPr>
          <p:spPr>
            <a:xfrm>
              <a:off x="673162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9" name="object 2249"/>
            <p:cNvSpPr/>
            <p:nvPr/>
          </p:nvSpPr>
          <p:spPr>
            <a:xfrm>
              <a:off x="6842534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0" name="object 2250"/>
            <p:cNvSpPr/>
            <p:nvPr/>
          </p:nvSpPr>
          <p:spPr>
            <a:xfrm>
              <a:off x="6953445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1" name="object 2251"/>
            <p:cNvSpPr/>
            <p:nvPr/>
          </p:nvSpPr>
          <p:spPr>
            <a:xfrm>
              <a:off x="7064356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2" name="object 2252"/>
            <p:cNvSpPr/>
            <p:nvPr/>
          </p:nvSpPr>
          <p:spPr>
            <a:xfrm>
              <a:off x="7175267" y="9076293"/>
              <a:ext cx="108585" cy="97790"/>
            </a:xfrm>
            <a:custGeom>
              <a:avLst/>
              <a:gdLst/>
              <a:ahLst/>
              <a:cxnLst/>
              <a:rect l="l" t="t" r="r" b="b"/>
              <a:pathLst>
                <a:path w="108584" h="97790">
                  <a:moveTo>
                    <a:pt x="0" y="97348"/>
                  </a:moveTo>
                  <a:lnTo>
                    <a:pt x="0" y="0"/>
                  </a:lnTo>
                  <a:lnTo>
                    <a:pt x="108389" y="0"/>
                  </a:lnTo>
                </a:path>
              </a:pathLst>
            </a:custGeom>
            <a:ln w="3219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3" name="object 2253"/>
            <p:cNvSpPr/>
            <p:nvPr/>
          </p:nvSpPr>
          <p:spPr>
            <a:xfrm>
              <a:off x="456352" y="1060043"/>
              <a:ext cx="6827520" cy="8114030"/>
            </a:xfrm>
            <a:custGeom>
              <a:avLst/>
              <a:gdLst/>
              <a:ahLst/>
              <a:cxnLst/>
              <a:rect l="l" t="t" r="r" b="b"/>
              <a:pathLst>
                <a:path w="6827520" h="8114030">
                  <a:moveTo>
                    <a:pt x="0" y="8113598"/>
                  </a:moveTo>
                  <a:lnTo>
                    <a:pt x="6827304" y="8113598"/>
                  </a:lnTo>
                  <a:lnTo>
                    <a:pt x="6827304" y="0"/>
                  </a:lnTo>
                  <a:lnTo>
                    <a:pt x="0" y="0"/>
                  </a:lnTo>
                  <a:lnTo>
                    <a:pt x="0" y="8113598"/>
                  </a:lnTo>
                  <a:close/>
                </a:path>
              </a:pathLst>
            </a:custGeom>
            <a:ln w="12700">
              <a:solidFill>
                <a:srgbClr val="00A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4" name="object 2254"/>
            <p:cNvSpPr/>
            <p:nvPr/>
          </p:nvSpPr>
          <p:spPr>
            <a:xfrm>
              <a:off x="270850" y="906345"/>
              <a:ext cx="1915795" cy="347980"/>
            </a:xfrm>
            <a:custGeom>
              <a:avLst/>
              <a:gdLst/>
              <a:ahLst/>
              <a:cxnLst/>
              <a:rect l="l" t="t" r="r" b="b"/>
              <a:pathLst>
                <a:path w="1915795" h="347980">
                  <a:moveTo>
                    <a:pt x="1892871" y="0"/>
                  </a:moveTo>
                  <a:lnTo>
                    <a:pt x="58534" y="0"/>
                  </a:lnTo>
                  <a:lnTo>
                    <a:pt x="37608" y="434"/>
                  </a:lnTo>
                  <a:lnTo>
                    <a:pt x="10029" y="53928"/>
                  </a:lnTo>
                  <a:lnTo>
                    <a:pt x="1414" y="129526"/>
                  </a:lnTo>
                  <a:lnTo>
                    <a:pt x="0" y="173761"/>
                  </a:lnTo>
                  <a:lnTo>
                    <a:pt x="1414" y="218002"/>
                  </a:lnTo>
                  <a:lnTo>
                    <a:pt x="5057" y="258824"/>
                  </a:lnTo>
                  <a:lnTo>
                    <a:pt x="15430" y="319684"/>
                  </a:lnTo>
                  <a:lnTo>
                    <a:pt x="58534" y="347522"/>
                  </a:lnTo>
                  <a:lnTo>
                    <a:pt x="1892871" y="347522"/>
                  </a:lnTo>
                  <a:lnTo>
                    <a:pt x="1902376" y="305340"/>
                  </a:lnTo>
                  <a:lnTo>
                    <a:pt x="1909456" y="262304"/>
                  </a:lnTo>
                  <a:lnTo>
                    <a:pt x="1913875" y="218437"/>
                  </a:lnTo>
                  <a:lnTo>
                    <a:pt x="1915401" y="173761"/>
                  </a:lnTo>
                  <a:lnTo>
                    <a:pt x="1913875" y="129091"/>
                  </a:lnTo>
                  <a:lnTo>
                    <a:pt x="1909456" y="85223"/>
                  </a:lnTo>
                  <a:lnTo>
                    <a:pt x="1902376" y="42184"/>
                  </a:lnTo>
                  <a:lnTo>
                    <a:pt x="1892871" y="0"/>
                  </a:lnTo>
                  <a:close/>
                </a:path>
              </a:pathLst>
            </a:custGeom>
            <a:solidFill>
              <a:srgbClr val="00A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5" name="object 2255"/>
            <p:cNvSpPr/>
            <p:nvPr/>
          </p:nvSpPr>
          <p:spPr>
            <a:xfrm>
              <a:off x="270850" y="906345"/>
              <a:ext cx="1915795" cy="347980"/>
            </a:xfrm>
            <a:custGeom>
              <a:avLst/>
              <a:gdLst/>
              <a:ahLst/>
              <a:cxnLst/>
              <a:rect l="l" t="t" r="r" b="b"/>
              <a:pathLst>
                <a:path w="1915795" h="347980">
                  <a:moveTo>
                    <a:pt x="1892871" y="347522"/>
                  </a:moveTo>
                  <a:lnTo>
                    <a:pt x="1902376" y="305340"/>
                  </a:lnTo>
                  <a:lnTo>
                    <a:pt x="1909456" y="262304"/>
                  </a:lnTo>
                  <a:lnTo>
                    <a:pt x="1913875" y="218437"/>
                  </a:lnTo>
                  <a:lnTo>
                    <a:pt x="1915401" y="173761"/>
                  </a:lnTo>
                  <a:lnTo>
                    <a:pt x="1913875" y="129091"/>
                  </a:lnTo>
                  <a:lnTo>
                    <a:pt x="1909456" y="85223"/>
                  </a:lnTo>
                  <a:lnTo>
                    <a:pt x="1902376" y="42184"/>
                  </a:lnTo>
                  <a:lnTo>
                    <a:pt x="1892871" y="0"/>
                  </a:lnTo>
                  <a:lnTo>
                    <a:pt x="58534" y="0"/>
                  </a:lnTo>
                  <a:lnTo>
                    <a:pt x="20097" y="11744"/>
                  </a:lnTo>
                  <a:lnTo>
                    <a:pt x="10029" y="53928"/>
                  </a:lnTo>
                  <a:lnTo>
                    <a:pt x="1414" y="129526"/>
                  </a:lnTo>
                  <a:lnTo>
                    <a:pt x="0" y="173761"/>
                  </a:lnTo>
                  <a:lnTo>
                    <a:pt x="1414" y="218002"/>
                  </a:lnTo>
                  <a:lnTo>
                    <a:pt x="5057" y="258824"/>
                  </a:lnTo>
                  <a:lnTo>
                    <a:pt x="15430" y="319684"/>
                  </a:lnTo>
                  <a:lnTo>
                    <a:pt x="58534" y="347522"/>
                  </a:lnTo>
                  <a:lnTo>
                    <a:pt x="1892871" y="34752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56" name="object 2256"/>
          <p:cNvSpPr txBox="1"/>
          <p:nvPr/>
        </p:nvSpPr>
        <p:spPr>
          <a:xfrm>
            <a:off x="401849" y="938475"/>
            <a:ext cx="14649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i="1" spc="-140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1600" b="1" i="1" spc="-15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b="1" i="1" spc="-210" dirty="0">
                <a:solidFill>
                  <a:srgbClr val="FFFFFF"/>
                </a:solidFill>
                <a:latin typeface="Times New Roman"/>
                <a:cs typeface="Times New Roman"/>
              </a:rPr>
              <a:t>RMA</a:t>
            </a:r>
            <a:r>
              <a:rPr sz="1600" b="1" i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i="1" spc="-160" dirty="0">
                <a:solidFill>
                  <a:srgbClr val="FFFFFF"/>
                </a:solidFill>
                <a:latin typeface="Times New Roman"/>
                <a:cs typeface="Times New Roman"/>
              </a:rPr>
              <a:t>SORUL</a:t>
            </a:r>
            <a:r>
              <a:rPr sz="1600" b="1" i="1" spc="-18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b="1" i="1" spc="-17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257" name="object 2257"/>
          <p:cNvGrpSpPr/>
          <p:nvPr/>
        </p:nvGrpSpPr>
        <p:grpSpPr>
          <a:xfrm>
            <a:off x="3952800" y="1055646"/>
            <a:ext cx="1459865" cy="8131175"/>
            <a:chOff x="3952800" y="1055646"/>
            <a:chExt cx="1459865" cy="8131175"/>
          </a:xfrm>
        </p:grpSpPr>
        <p:sp>
          <p:nvSpPr>
            <p:cNvPr id="2258" name="object 2258"/>
            <p:cNvSpPr/>
            <p:nvPr/>
          </p:nvSpPr>
          <p:spPr>
            <a:xfrm>
              <a:off x="3959150" y="1061996"/>
              <a:ext cx="0" cy="8118475"/>
            </a:xfrm>
            <a:custGeom>
              <a:avLst/>
              <a:gdLst/>
              <a:ahLst/>
              <a:cxnLst/>
              <a:rect l="l" t="t" r="r" b="b"/>
              <a:pathLst>
                <a:path h="8118475">
                  <a:moveTo>
                    <a:pt x="0" y="0"/>
                  </a:moveTo>
                  <a:lnTo>
                    <a:pt x="0" y="8118005"/>
                  </a:lnTo>
                </a:path>
              </a:pathLst>
            </a:custGeom>
            <a:ln w="12700">
              <a:solidFill>
                <a:srgbClr val="00A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9" name="object 2259"/>
            <p:cNvSpPr/>
            <p:nvPr/>
          </p:nvSpPr>
          <p:spPr>
            <a:xfrm>
              <a:off x="4402475" y="1525955"/>
              <a:ext cx="1006475" cy="1012825"/>
            </a:xfrm>
            <a:custGeom>
              <a:avLst/>
              <a:gdLst/>
              <a:ahLst/>
              <a:cxnLst/>
              <a:rect l="l" t="t" r="r" b="b"/>
              <a:pathLst>
                <a:path w="1006475" h="1012825">
                  <a:moveTo>
                    <a:pt x="442518" y="1012698"/>
                  </a:moveTo>
                  <a:lnTo>
                    <a:pt x="584733" y="393865"/>
                  </a:lnTo>
                  <a:lnTo>
                    <a:pt x="0" y="146354"/>
                  </a:lnTo>
                  <a:lnTo>
                    <a:pt x="442518" y="1012698"/>
                  </a:lnTo>
                  <a:close/>
                </a:path>
                <a:path w="1006475" h="1012825">
                  <a:moveTo>
                    <a:pt x="442518" y="1012698"/>
                  </a:moveTo>
                  <a:lnTo>
                    <a:pt x="1006398" y="0"/>
                  </a:lnTo>
                  <a:lnTo>
                    <a:pt x="0" y="146354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60" name="object 2260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61" name="object 2261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2262" name="object 2262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3" name="object 2263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64" name="object 2264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265" name="object 2265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2266" name="object 2266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7" name="object 2267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68" name="object 2268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269" name="object 2269"/>
          <p:cNvSpPr txBox="1"/>
          <p:nvPr/>
        </p:nvSpPr>
        <p:spPr>
          <a:xfrm>
            <a:off x="4037300" y="1396182"/>
            <a:ext cx="1231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65" dirty="0">
                <a:solidFill>
                  <a:srgbClr val="EF5BA1"/>
                </a:solidFill>
                <a:latin typeface="Verdana"/>
                <a:cs typeface="Verdana"/>
              </a:rPr>
              <a:t>1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270" name="object 2270"/>
          <p:cNvSpPr txBox="1"/>
          <p:nvPr/>
        </p:nvSpPr>
        <p:spPr>
          <a:xfrm>
            <a:off x="4289300" y="1605712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271" name="object 2271"/>
          <p:cNvSpPr txBox="1"/>
          <p:nvPr/>
        </p:nvSpPr>
        <p:spPr>
          <a:xfrm>
            <a:off x="4786722" y="2545524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272" name="object 2272"/>
          <p:cNvSpPr txBox="1"/>
          <p:nvPr/>
        </p:nvSpPr>
        <p:spPr>
          <a:xfrm>
            <a:off x="4994150" y="1840662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20" dirty="0">
                <a:solidFill>
                  <a:srgbClr val="231F20"/>
                </a:solidFill>
                <a:latin typeface="Trebuchet MS"/>
                <a:cs typeface="Trebuchet MS"/>
              </a:rPr>
              <a:t>N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273" name="object 2273"/>
          <p:cNvSpPr txBox="1"/>
          <p:nvPr/>
        </p:nvSpPr>
        <p:spPr>
          <a:xfrm>
            <a:off x="5422775" y="1443787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274" name="object 2274"/>
          <p:cNvSpPr txBox="1"/>
          <p:nvPr/>
        </p:nvSpPr>
        <p:spPr>
          <a:xfrm>
            <a:off x="5688240" y="1393693"/>
            <a:ext cx="152463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just">
              <a:lnSpc>
                <a:spcPct val="120300"/>
              </a:lnSpc>
              <a:spcBef>
                <a:spcPts val="100"/>
              </a:spcBef>
            </a:pPr>
            <a:r>
              <a:rPr sz="900" i="1" spc="4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900" i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900" i="1" spc="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10" dirty="0">
                <a:solidFill>
                  <a:srgbClr val="231F20"/>
                </a:solidFill>
                <a:latin typeface="Arial"/>
                <a:cs typeface="Arial"/>
              </a:rPr>
              <a:t>nok- </a:t>
            </a:r>
            <a:r>
              <a:rPr sz="900" i="1" spc="-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tası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iç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açıortayların </a:t>
            </a:r>
            <a:r>
              <a:rPr sz="900" i="1" spc="-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kesiştiği</a:t>
            </a:r>
            <a:r>
              <a:rPr sz="9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yerdir.</a:t>
            </a:r>
            <a:endParaRPr sz="900">
              <a:latin typeface="Arial"/>
              <a:cs typeface="Arial"/>
            </a:endParaRPr>
          </a:p>
        </p:txBody>
      </p:sp>
      <p:sp>
        <p:nvSpPr>
          <p:cNvPr id="2275" name="object 2275"/>
          <p:cNvSpPr txBox="1"/>
          <p:nvPr/>
        </p:nvSpPr>
        <p:spPr>
          <a:xfrm>
            <a:off x="5688811" y="1912991"/>
            <a:ext cx="88582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070">
              <a:lnSpc>
                <a:spcPts val="99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990"/>
              </a:lnSpc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900" i="1" spc="-1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3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55" dirty="0">
                <a:solidFill>
                  <a:srgbClr val="231F20"/>
                </a:solidFill>
                <a:latin typeface="Arial"/>
                <a:cs typeface="Arial"/>
              </a:rPr>
              <a:t>80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900">
              <a:latin typeface="Arial"/>
              <a:cs typeface="Arial"/>
            </a:endParaRPr>
          </a:p>
        </p:txBody>
      </p:sp>
      <p:sp>
        <p:nvSpPr>
          <p:cNvPr id="2276" name="object 2276"/>
          <p:cNvSpPr txBox="1"/>
          <p:nvPr/>
        </p:nvSpPr>
        <p:spPr>
          <a:xfrm>
            <a:off x="5650663" y="2218293"/>
            <a:ext cx="1600200" cy="6127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 marR="43180" indent="-635" algn="just">
              <a:lnSpc>
                <a:spcPct val="136100"/>
              </a:lnSpc>
              <a:spcBef>
                <a:spcPts val="110"/>
              </a:spcBef>
            </a:pP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ol</a:t>
            </a:r>
            <a:r>
              <a:rPr sz="900" b="1" i="1" spc="-45" dirty="0">
                <a:solidFill>
                  <a:srgbClr val="231F20"/>
                </a:solidFill>
                <a:latin typeface="Verdana"/>
                <a:cs typeface="Verdana"/>
              </a:rPr>
              <a:t>du</a:t>
            </a:r>
            <a:r>
              <a:rPr sz="900" b="1" i="1" spc="-60" dirty="0">
                <a:solidFill>
                  <a:srgbClr val="231F20"/>
                </a:solidFill>
                <a:latin typeface="Verdana"/>
                <a:cs typeface="Verdana"/>
              </a:rPr>
              <a:t>ğu</a:t>
            </a:r>
            <a:r>
              <a:rPr sz="900" b="1" i="1" spc="-1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900" b="1" i="1" spc="-5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g</a:t>
            </a:r>
            <a:r>
              <a:rPr sz="900" b="1" i="1" spc="30" dirty="0">
                <a:solidFill>
                  <a:srgbClr val="231F20"/>
                </a:solidFill>
                <a:latin typeface="Verdana"/>
                <a:cs typeface="Verdana"/>
              </a:rPr>
              <a:t>ör</a:t>
            </a:r>
            <a:r>
              <a:rPr sz="900" b="1" i="1" spc="-10" dirty="0">
                <a:solidFill>
                  <a:srgbClr val="231F20"/>
                </a:solidFill>
                <a:latin typeface="Verdana"/>
                <a:cs typeface="Verdana"/>
              </a:rPr>
              <a:t>e</a:t>
            </a:r>
            <a:r>
              <a:rPr sz="900" b="1" i="1" spc="-90" dirty="0">
                <a:solidFill>
                  <a:srgbClr val="231F20"/>
                </a:solidFill>
                <a:latin typeface="Verdana"/>
                <a:cs typeface="Verdana"/>
              </a:rPr>
              <a:t>,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s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(</a:t>
            </a:r>
            <a:r>
              <a:rPr sz="900" b="1" i="1" spc="-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84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1500" spc="-847" baseline="38888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b="1" i="1" spc="-50" dirty="0">
                <a:solidFill>
                  <a:srgbClr val="231F20"/>
                </a:solidFill>
                <a:latin typeface="Verdana"/>
                <a:cs typeface="Verdana"/>
              </a:rPr>
              <a:t>N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B</a:t>
            </a:r>
            <a:r>
              <a:rPr sz="1000" b="1" i="1" spc="-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70" dirty="0">
                <a:solidFill>
                  <a:srgbClr val="231F20"/>
                </a:solidFill>
                <a:latin typeface="Verdana"/>
                <a:cs typeface="Verdana"/>
              </a:rPr>
              <a:t>)  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900" b="1" i="1" spc="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25" dirty="0">
                <a:solidFill>
                  <a:srgbClr val="231F20"/>
                </a:solidFill>
                <a:latin typeface="Verdana"/>
                <a:cs typeface="Verdana"/>
              </a:rPr>
              <a:t>derece</a:t>
            </a:r>
            <a:r>
              <a:rPr sz="900" b="1" i="1" spc="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 </a:t>
            </a:r>
            <a:r>
              <a:rPr sz="900" b="1" i="1" spc="-2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70" dirty="0">
                <a:solidFill>
                  <a:srgbClr val="231F20"/>
                </a:solidFill>
                <a:latin typeface="Verdana"/>
                <a:cs typeface="Verdana"/>
              </a:rPr>
              <a:t>bulunuz.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277" name="object 2277"/>
          <p:cNvSpPr txBox="1"/>
          <p:nvPr/>
        </p:nvSpPr>
        <p:spPr>
          <a:xfrm>
            <a:off x="4235274" y="2922547"/>
            <a:ext cx="279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" dirty="0">
                <a:solidFill>
                  <a:srgbClr val="EC008C"/>
                </a:solidFill>
                <a:latin typeface="Arial"/>
                <a:cs typeface="Arial"/>
              </a:rPr>
              <a:t>1</a:t>
            </a:r>
            <a:r>
              <a:rPr sz="900" i="1" spc="-15" dirty="0">
                <a:solidFill>
                  <a:srgbClr val="EC008C"/>
                </a:solidFill>
                <a:latin typeface="Arial"/>
                <a:cs typeface="Arial"/>
              </a:rPr>
              <a:t>3</a:t>
            </a:r>
            <a:r>
              <a:rPr sz="900" i="1" spc="70" dirty="0">
                <a:solidFill>
                  <a:srgbClr val="EC008C"/>
                </a:solidFill>
                <a:latin typeface="Arial"/>
                <a:cs typeface="Arial"/>
              </a:rPr>
              <a:t>0°</a:t>
            </a:r>
            <a:endParaRPr sz="900">
              <a:latin typeface="Arial"/>
              <a:cs typeface="Arial"/>
            </a:endParaRPr>
          </a:p>
        </p:txBody>
      </p:sp>
      <p:sp>
        <p:nvSpPr>
          <p:cNvPr id="2278" name="object 2278"/>
          <p:cNvSpPr txBox="1"/>
          <p:nvPr/>
        </p:nvSpPr>
        <p:spPr>
          <a:xfrm>
            <a:off x="4037300" y="3425220"/>
            <a:ext cx="1536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0" dirty="0">
                <a:solidFill>
                  <a:srgbClr val="EF5BA1"/>
                </a:solidFill>
                <a:latin typeface="Verdana"/>
                <a:cs typeface="Verdana"/>
              </a:rPr>
              <a:t>2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279" name="object 2279"/>
          <p:cNvGrpSpPr/>
          <p:nvPr/>
        </p:nvGrpSpPr>
        <p:grpSpPr>
          <a:xfrm>
            <a:off x="4465641" y="3596856"/>
            <a:ext cx="2301875" cy="730250"/>
            <a:chOff x="4465641" y="3596856"/>
            <a:chExt cx="2301875" cy="730250"/>
          </a:xfrm>
        </p:grpSpPr>
        <p:sp>
          <p:nvSpPr>
            <p:cNvPr id="2280" name="object 2280"/>
            <p:cNvSpPr/>
            <p:nvPr/>
          </p:nvSpPr>
          <p:spPr>
            <a:xfrm>
              <a:off x="6166679" y="3904234"/>
              <a:ext cx="598170" cy="419734"/>
            </a:xfrm>
            <a:custGeom>
              <a:avLst/>
              <a:gdLst/>
              <a:ahLst/>
              <a:cxnLst/>
              <a:rect l="l" t="t" r="r" b="b"/>
              <a:pathLst>
                <a:path w="598170" h="419735">
                  <a:moveTo>
                    <a:pt x="537603" y="0"/>
                  </a:moveTo>
                  <a:lnTo>
                    <a:pt x="0" y="419531"/>
                  </a:lnTo>
                  <a:lnTo>
                    <a:pt x="597611" y="419531"/>
                  </a:lnTo>
                  <a:lnTo>
                    <a:pt x="537603" y="0"/>
                  </a:lnTo>
                  <a:close/>
                </a:path>
              </a:pathLst>
            </a:custGeom>
            <a:solidFill>
              <a:srgbClr val="F8C1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1" name="object 2281"/>
            <p:cNvSpPr/>
            <p:nvPr/>
          </p:nvSpPr>
          <p:spPr>
            <a:xfrm>
              <a:off x="4468816" y="3600031"/>
              <a:ext cx="2295525" cy="723900"/>
            </a:xfrm>
            <a:custGeom>
              <a:avLst/>
              <a:gdLst/>
              <a:ahLst/>
              <a:cxnLst/>
              <a:rect l="l" t="t" r="r" b="b"/>
              <a:pathLst>
                <a:path w="2295525" h="723900">
                  <a:moveTo>
                    <a:pt x="1697863" y="723734"/>
                  </a:moveTo>
                  <a:lnTo>
                    <a:pt x="2235466" y="304203"/>
                  </a:lnTo>
                  <a:lnTo>
                    <a:pt x="2295474" y="723734"/>
                  </a:lnTo>
                  <a:lnTo>
                    <a:pt x="1697863" y="723734"/>
                  </a:lnTo>
                  <a:close/>
                </a:path>
                <a:path w="2295525" h="723900">
                  <a:moveTo>
                    <a:pt x="0" y="723734"/>
                  </a:moveTo>
                  <a:lnTo>
                    <a:pt x="263893" y="0"/>
                  </a:lnTo>
                  <a:lnTo>
                    <a:pt x="915060" y="723734"/>
                  </a:lnTo>
                  <a:lnTo>
                    <a:pt x="0" y="723734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82" name="object 2282"/>
          <p:cNvSpPr txBox="1"/>
          <p:nvPr/>
        </p:nvSpPr>
        <p:spPr>
          <a:xfrm>
            <a:off x="4400475" y="4343908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10" dirty="0">
                <a:solidFill>
                  <a:srgbClr val="231F20"/>
                </a:solidFill>
                <a:latin typeface="Lucida Sans Unicode"/>
                <a:cs typeface="Lucida Sans Unicode"/>
              </a:rPr>
              <a:t>K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2283" name="object 2283"/>
          <p:cNvSpPr txBox="1"/>
          <p:nvPr/>
        </p:nvSpPr>
        <p:spPr>
          <a:xfrm>
            <a:off x="4670889" y="3456980"/>
            <a:ext cx="1257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50" dirty="0">
                <a:solidFill>
                  <a:srgbClr val="231F20"/>
                </a:solidFill>
                <a:latin typeface="Lucida Sans Unicode"/>
                <a:cs typeface="Lucida Sans Unicode"/>
              </a:rPr>
              <a:t>M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2284" name="object 2284"/>
          <p:cNvSpPr txBox="1"/>
          <p:nvPr/>
        </p:nvSpPr>
        <p:spPr>
          <a:xfrm>
            <a:off x="5356264" y="4343908"/>
            <a:ext cx="977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10" dirty="0">
                <a:solidFill>
                  <a:srgbClr val="231F20"/>
                </a:solidFill>
                <a:latin typeface="Lucida Sans Unicode"/>
                <a:cs typeface="Lucida Sans Unicode"/>
              </a:rPr>
              <a:t>L</a:t>
            </a:r>
            <a:endParaRPr sz="850">
              <a:latin typeface="Lucida Sans Unicode"/>
              <a:cs typeface="Lucida Sans Unicode"/>
            </a:endParaRPr>
          </a:p>
        </p:txBody>
      </p:sp>
      <p:grpSp>
        <p:nvGrpSpPr>
          <p:cNvPr id="2285" name="object 2285"/>
          <p:cNvGrpSpPr/>
          <p:nvPr/>
        </p:nvGrpSpPr>
        <p:grpSpPr>
          <a:xfrm>
            <a:off x="4782681" y="3589870"/>
            <a:ext cx="2302510" cy="3978910"/>
            <a:chOff x="4782681" y="3589870"/>
            <a:chExt cx="2302510" cy="3978910"/>
          </a:xfrm>
        </p:grpSpPr>
        <p:sp>
          <p:nvSpPr>
            <p:cNvPr id="2286" name="object 2286"/>
            <p:cNvSpPr/>
            <p:nvPr/>
          </p:nvSpPr>
          <p:spPr>
            <a:xfrm>
              <a:off x="6166674" y="3901011"/>
              <a:ext cx="915669" cy="422909"/>
            </a:xfrm>
            <a:custGeom>
              <a:avLst/>
              <a:gdLst/>
              <a:ahLst/>
              <a:cxnLst/>
              <a:rect l="l" t="t" r="r" b="b"/>
              <a:pathLst>
                <a:path w="915670" h="422910">
                  <a:moveTo>
                    <a:pt x="538352" y="0"/>
                  </a:moveTo>
                  <a:lnTo>
                    <a:pt x="915073" y="422757"/>
                  </a:lnTo>
                  <a:lnTo>
                    <a:pt x="0" y="422757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7" name="object 2287"/>
            <p:cNvSpPr/>
            <p:nvPr/>
          </p:nvSpPr>
          <p:spPr>
            <a:xfrm>
              <a:off x="6430576" y="3593045"/>
              <a:ext cx="274955" cy="307975"/>
            </a:xfrm>
            <a:custGeom>
              <a:avLst/>
              <a:gdLst/>
              <a:ahLst/>
              <a:cxnLst/>
              <a:rect l="l" t="t" r="r" b="b"/>
              <a:pathLst>
                <a:path w="274954" h="307975">
                  <a:moveTo>
                    <a:pt x="0" y="0"/>
                  </a:moveTo>
                  <a:lnTo>
                    <a:pt x="274447" y="307962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8" name="object 2288"/>
            <p:cNvSpPr/>
            <p:nvPr/>
          </p:nvSpPr>
          <p:spPr>
            <a:xfrm>
              <a:off x="5625747" y="4068150"/>
              <a:ext cx="169545" cy="0"/>
            </a:xfrm>
            <a:custGeom>
              <a:avLst/>
              <a:gdLst/>
              <a:ahLst/>
              <a:cxnLst/>
              <a:rect l="l" t="t" r="r" b="b"/>
              <a:pathLst>
                <a:path w="169545">
                  <a:moveTo>
                    <a:pt x="0" y="0"/>
                  </a:moveTo>
                  <a:lnTo>
                    <a:pt x="169037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9" name="object 2289"/>
            <p:cNvSpPr/>
            <p:nvPr/>
          </p:nvSpPr>
          <p:spPr>
            <a:xfrm>
              <a:off x="5759117" y="4021123"/>
              <a:ext cx="111760" cy="94615"/>
            </a:xfrm>
            <a:custGeom>
              <a:avLst/>
              <a:gdLst/>
              <a:ahLst/>
              <a:cxnLst/>
              <a:rect l="l" t="t" r="r" b="b"/>
              <a:pathLst>
                <a:path w="111760" h="94614">
                  <a:moveTo>
                    <a:pt x="0" y="0"/>
                  </a:moveTo>
                  <a:lnTo>
                    <a:pt x="19977" y="47028"/>
                  </a:lnTo>
                  <a:lnTo>
                    <a:pt x="0" y="94056"/>
                  </a:lnTo>
                  <a:lnTo>
                    <a:pt x="111480" y="470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0" name="object 2290"/>
            <p:cNvSpPr/>
            <p:nvPr/>
          </p:nvSpPr>
          <p:spPr>
            <a:xfrm>
              <a:off x="6166679" y="3593045"/>
              <a:ext cx="264160" cy="730885"/>
            </a:xfrm>
            <a:custGeom>
              <a:avLst/>
              <a:gdLst/>
              <a:ahLst/>
              <a:cxnLst/>
              <a:rect l="l" t="t" r="r" b="b"/>
              <a:pathLst>
                <a:path w="264160" h="730885">
                  <a:moveTo>
                    <a:pt x="0" y="730719"/>
                  </a:moveTo>
                  <a:lnTo>
                    <a:pt x="263893" y="0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91" name="object 229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3153" y="3994921"/>
              <a:ext cx="200027" cy="134391"/>
            </a:xfrm>
            <a:prstGeom prst="rect">
              <a:avLst/>
            </a:prstGeom>
          </p:spPr>
        </p:pic>
        <p:sp>
          <p:nvSpPr>
            <p:cNvPr id="2292" name="object 2292"/>
            <p:cNvSpPr/>
            <p:nvPr/>
          </p:nvSpPr>
          <p:spPr>
            <a:xfrm>
              <a:off x="4785856" y="6996467"/>
              <a:ext cx="1724660" cy="568960"/>
            </a:xfrm>
            <a:custGeom>
              <a:avLst/>
              <a:gdLst/>
              <a:ahLst/>
              <a:cxnLst/>
              <a:rect l="l" t="t" r="r" b="b"/>
              <a:pathLst>
                <a:path w="1724659" h="568959">
                  <a:moveTo>
                    <a:pt x="0" y="568591"/>
                  </a:moveTo>
                  <a:lnTo>
                    <a:pt x="1724228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3" name="object 2293"/>
            <p:cNvSpPr/>
            <p:nvPr/>
          </p:nvSpPr>
          <p:spPr>
            <a:xfrm>
              <a:off x="6485777" y="6979720"/>
              <a:ext cx="60325" cy="45085"/>
            </a:xfrm>
            <a:custGeom>
              <a:avLst/>
              <a:gdLst/>
              <a:ahLst/>
              <a:cxnLst/>
              <a:rect l="l" t="t" r="r" b="b"/>
              <a:pathLst>
                <a:path w="60325" h="45084">
                  <a:moveTo>
                    <a:pt x="0" y="0"/>
                  </a:moveTo>
                  <a:lnTo>
                    <a:pt x="16852" y="19202"/>
                  </a:lnTo>
                  <a:lnTo>
                    <a:pt x="14731" y="44665"/>
                  </a:lnTo>
                  <a:lnTo>
                    <a:pt x="60299" y="48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94" name="object 229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9055" y="7419811"/>
              <a:ext cx="73988" cy="148424"/>
            </a:xfrm>
            <a:prstGeom prst="rect">
              <a:avLst/>
            </a:prstGeom>
          </p:spPr>
        </p:pic>
        <p:sp>
          <p:nvSpPr>
            <p:cNvPr id="2295" name="object 2295"/>
            <p:cNvSpPr/>
            <p:nvPr/>
          </p:nvSpPr>
          <p:spPr>
            <a:xfrm>
              <a:off x="6097132" y="7479601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0" y="85953"/>
                  </a:moveTo>
                  <a:lnTo>
                    <a:pt x="0" y="0"/>
                  </a:lnTo>
                  <a:lnTo>
                    <a:pt x="85953" y="0"/>
                  </a:lnTo>
                </a:path>
              </a:pathLst>
            </a:custGeom>
            <a:ln w="511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6" name="object 2296"/>
            <p:cNvSpPr/>
            <p:nvPr/>
          </p:nvSpPr>
          <p:spPr>
            <a:xfrm>
              <a:off x="6130267" y="7512722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278" y="0"/>
                  </a:moveTo>
                  <a:lnTo>
                    <a:pt x="4406" y="0"/>
                  </a:lnTo>
                  <a:lnTo>
                    <a:pt x="0" y="4419"/>
                  </a:lnTo>
                  <a:lnTo>
                    <a:pt x="0" y="9855"/>
                  </a:lnTo>
                  <a:lnTo>
                    <a:pt x="0" y="15303"/>
                  </a:lnTo>
                  <a:lnTo>
                    <a:pt x="4406" y="19697"/>
                  </a:lnTo>
                  <a:lnTo>
                    <a:pt x="15278" y="19697"/>
                  </a:lnTo>
                  <a:lnTo>
                    <a:pt x="19697" y="15303"/>
                  </a:lnTo>
                  <a:lnTo>
                    <a:pt x="19697" y="4419"/>
                  </a:lnTo>
                  <a:lnTo>
                    <a:pt x="152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7" name="object 2297"/>
            <p:cNvSpPr/>
            <p:nvPr/>
          </p:nvSpPr>
          <p:spPr>
            <a:xfrm>
              <a:off x="5835081" y="6784315"/>
              <a:ext cx="120650" cy="68580"/>
            </a:xfrm>
            <a:custGeom>
              <a:avLst/>
              <a:gdLst/>
              <a:ahLst/>
              <a:cxnLst/>
              <a:rect l="l" t="t" r="r" b="b"/>
              <a:pathLst>
                <a:path w="120650" h="68579">
                  <a:moveTo>
                    <a:pt x="120459" y="16230"/>
                  </a:moveTo>
                  <a:lnTo>
                    <a:pt x="52120" y="68351"/>
                  </a:lnTo>
                  <a:lnTo>
                    <a:pt x="0" y="0"/>
                  </a:lnTo>
                </a:path>
              </a:pathLst>
            </a:custGeom>
            <a:ln w="511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8" name="object 2298"/>
            <p:cNvSpPr/>
            <p:nvPr/>
          </p:nvSpPr>
          <p:spPr>
            <a:xfrm>
              <a:off x="5884189" y="6781300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60" h="22859">
                  <a:moveTo>
                    <a:pt x="9474" y="0"/>
                  </a:moveTo>
                  <a:lnTo>
                    <a:pt x="825" y="6591"/>
                  </a:lnTo>
                  <a:lnTo>
                    <a:pt x="0" y="12776"/>
                  </a:lnTo>
                  <a:lnTo>
                    <a:pt x="6591" y="21424"/>
                  </a:lnTo>
                  <a:lnTo>
                    <a:pt x="12776" y="22250"/>
                  </a:lnTo>
                  <a:lnTo>
                    <a:pt x="17094" y="18961"/>
                  </a:lnTo>
                  <a:lnTo>
                    <a:pt x="21424" y="15659"/>
                  </a:lnTo>
                  <a:lnTo>
                    <a:pt x="22250" y="9486"/>
                  </a:lnTo>
                  <a:lnTo>
                    <a:pt x="15659" y="838"/>
                  </a:lnTo>
                  <a:lnTo>
                    <a:pt x="94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9" name="object 2299"/>
            <p:cNvSpPr/>
            <p:nvPr/>
          </p:nvSpPr>
          <p:spPr>
            <a:xfrm>
              <a:off x="5905793" y="6731241"/>
              <a:ext cx="277495" cy="834390"/>
            </a:xfrm>
            <a:custGeom>
              <a:avLst/>
              <a:gdLst/>
              <a:ahLst/>
              <a:cxnLst/>
              <a:rect l="l" t="t" r="r" b="b"/>
              <a:pathLst>
                <a:path w="277495" h="834390">
                  <a:moveTo>
                    <a:pt x="277291" y="833818"/>
                  </a:moveTo>
                  <a:lnTo>
                    <a:pt x="277291" y="370268"/>
                  </a:lnTo>
                </a:path>
                <a:path w="277495" h="834390">
                  <a:moveTo>
                    <a:pt x="277291" y="371449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B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00" name="object 2300"/>
          <p:cNvSpPr txBox="1"/>
          <p:nvPr/>
        </p:nvSpPr>
        <p:spPr>
          <a:xfrm>
            <a:off x="4235300" y="4665241"/>
            <a:ext cx="297751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900"/>
              </a:lnSpc>
              <a:spcBef>
                <a:spcPts val="100"/>
              </a:spcBef>
              <a:tabLst>
                <a:tab pos="435609" algn="l"/>
              </a:tabLst>
            </a:pPr>
            <a:r>
              <a:rPr sz="900" b="1" i="1" spc="15" dirty="0">
                <a:solidFill>
                  <a:srgbClr val="231F20"/>
                </a:solidFill>
                <a:latin typeface="Verdana"/>
                <a:cs typeface="Verdana"/>
              </a:rPr>
              <a:t>KLM	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üçgeni</a:t>
            </a:r>
            <a:r>
              <a:rPr sz="900" b="1" i="1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şekildeki</a:t>
            </a:r>
            <a:r>
              <a:rPr sz="900" b="1" i="1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0" dirty="0">
                <a:solidFill>
                  <a:srgbClr val="231F20"/>
                </a:solidFill>
                <a:latin typeface="Verdana"/>
                <a:cs typeface="Verdana"/>
              </a:rPr>
              <a:t>gibi</a:t>
            </a:r>
            <a:r>
              <a:rPr sz="900" b="1" i="1" spc="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kattlanırsa,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oluşan </a:t>
            </a:r>
            <a:r>
              <a:rPr sz="900" b="1" i="1" spc="-2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90" dirty="0">
                <a:solidFill>
                  <a:srgbClr val="231F20"/>
                </a:solidFill>
                <a:latin typeface="Verdana"/>
                <a:cs typeface="Verdana"/>
              </a:rPr>
              <a:t>katt</a:t>
            </a:r>
            <a:r>
              <a:rPr sz="900" b="1" i="1" spc="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izi</a:t>
            </a:r>
            <a:r>
              <a:rPr sz="900" b="1" i="1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üçgenin</a:t>
            </a:r>
            <a:r>
              <a:rPr sz="900" b="1" i="1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0" dirty="0">
                <a:solidFill>
                  <a:srgbClr val="231F20"/>
                </a:solidFill>
                <a:latin typeface="Verdana"/>
                <a:cs typeface="Verdana"/>
              </a:rPr>
              <a:t>hangi</a:t>
            </a:r>
            <a:r>
              <a:rPr sz="900" b="1" i="1" spc="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0" dirty="0">
                <a:solidFill>
                  <a:srgbClr val="231F20"/>
                </a:solidFill>
                <a:latin typeface="Verdana"/>
                <a:cs typeface="Verdana"/>
              </a:rPr>
              <a:t>yardımcı</a:t>
            </a:r>
            <a:r>
              <a:rPr sz="900" b="1" i="1" spc="2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elemanı</a:t>
            </a:r>
            <a:r>
              <a:rPr sz="900" b="1" i="1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5" dirty="0">
                <a:solidFill>
                  <a:srgbClr val="231F20"/>
                </a:solidFill>
                <a:latin typeface="Verdana"/>
                <a:cs typeface="Verdana"/>
              </a:rPr>
              <a:t>oldu-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01" name="object 2301"/>
          <p:cNvSpPr txBox="1"/>
          <p:nvPr/>
        </p:nvSpPr>
        <p:spPr>
          <a:xfrm>
            <a:off x="4235300" y="5099696"/>
            <a:ext cx="11550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spc="-65" dirty="0">
                <a:solidFill>
                  <a:srgbClr val="231F20"/>
                </a:solidFill>
                <a:latin typeface="Verdana"/>
                <a:cs typeface="Verdana"/>
              </a:rPr>
              <a:t>ğunu</a:t>
            </a:r>
            <a:r>
              <a:rPr sz="900" b="1" i="1" spc="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20" dirty="0">
                <a:solidFill>
                  <a:srgbClr val="231F20"/>
                </a:solidFill>
                <a:latin typeface="Verdana"/>
                <a:cs typeface="Verdana"/>
              </a:rPr>
              <a:t>ifade</a:t>
            </a:r>
            <a:r>
              <a:rPr sz="900" b="1" i="1" spc="1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ediniz.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02" name="object 2302"/>
          <p:cNvSpPr txBox="1"/>
          <p:nvPr/>
        </p:nvSpPr>
        <p:spPr>
          <a:xfrm>
            <a:off x="4235300" y="5398248"/>
            <a:ext cx="5537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EC008C"/>
                </a:solidFill>
                <a:latin typeface="Arial"/>
                <a:cs typeface="Arial"/>
              </a:rPr>
              <a:t>Aç</a:t>
            </a:r>
            <a:r>
              <a:rPr sz="900" i="1" spc="80" dirty="0">
                <a:solidFill>
                  <a:srgbClr val="EC008C"/>
                </a:solidFill>
                <a:latin typeface="Arial"/>
                <a:cs typeface="Arial"/>
              </a:rPr>
              <a:t>ıor</a:t>
            </a:r>
            <a:r>
              <a:rPr sz="900" i="1" spc="120" dirty="0">
                <a:solidFill>
                  <a:srgbClr val="EC008C"/>
                </a:solidFill>
                <a:latin typeface="Arial"/>
                <a:cs typeface="Arial"/>
              </a:rPr>
              <a:t>t</a:t>
            </a:r>
            <a:r>
              <a:rPr sz="900" i="1" spc="235" dirty="0">
                <a:solidFill>
                  <a:srgbClr val="EC008C"/>
                </a:solidFill>
                <a:latin typeface="Arial"/>
                <a:cs typeface="Arial"/>
              </a:rPr>
              <a:t>a</a:t>
            </a:r>
            <a:r>
              <a:rPr sz="900" i="1" spc="105" dirty="0">
                <a:solidFill>
                  <a:srgbClr val="EC008C"/>
                </a:solidFill>
                <a:latin typeface="Arial"/>
                <a:cs typeface="Arial"/>
              </a:rPr>
              <a:t>y</a:t>
            </a:r>
            <a:endParaRPr sz="900">
              <a:latin typeface="Arial"/>
              <a:cs typeface="Arial"/>
            </a:endParaRPr>
          </a:p>
        </p:txBody>
      </p:sp>
      <p:sp>
        <p:nvSpPr>
          <p:cNvPr id="2303" name="object 2303"/>
          <p:cNvSpPr txBox="1"/>
          <p:nvPr/>
        </p:nvSpPr>
        <p:spPr>
          <a:xfrm>
            <a:off x="4037300" y="6212235"/>
            <a:ext cx="142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135" dirty="0">
                <a:solidFill>
                  <a:srgbClr val="EF5BA1"/>
                </a:solidFill>
                <a:latin typeface="Verdana"/>
                <a:cs typeface="Verdana"/>
              </a:rPr>
              <a:t>3.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04" name="object 2304"/>
          <p:cNvSpPr txBox="1"/>
          <p:nvPr/>
        </p:nvSpPr>
        <p:spPr>
          <a:xfrm>
            <a:off x="5794420" y="6586098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75" dirty="0">
                <a:solidFill>
                  <a:srgbClr val="231F20"/>
                </a:solidFill>
                <a:latin typeface="Trebuchet MS"/>
                <a:cs typeface="Trebuchet MS"/>
              </a:rPr>
              <a:t>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05" name="object 2305"/>
          <p:cNvSpPr txBox="1"/>
          <p:nvPr/>
        </p:nvSpPr>
        <p:spPr>
          <a:xfrm>
            <a:off x="6318289" y="6214624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06" name="object 2306"/>
          <p:cNvSpPr txBox="1"/>
          <p:nvPr/>
        </p:nvSpPr>
        <p:spPr>
          <a:xfrm>
            <a:off x="4660972" y="7495235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07" name="object 2307"/>
          <p:cNvSpPr txBox="1"/>
          <p:nvPr/>
        </p:nvSpPr>
        <p:spPr>
          <a:xfrm>
            <a:off x="6170384" y="6940633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85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08" name="object 2308"/>
          <p:cNvSpPr txBox="1"/>
          <p:nvPr/>
        </p:nvSpPr>
        <p:spPr>
          <a:xfrm>
            <a:off x="6129904" y="7581101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40" dirty="0">
                <a:solidFill>
                  <a:srgbClr val="231F20"/>
                </a:solidFill>
                <a:latin typeface="Trebuchet MS"/>
                <a:cs typeface="Trebuchet MS"/>
              </a:rPr>
              <a:t>F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2309" name="object 2309"/>
          <p:cNvGrpSpPr/>
          <p:nvPr/>
        </p:nvGrpSpPr>
        <p:grpSpPr>
          <a:xfrm>
            <a:off x="4782682" y="6290236"/>
            <a:ext cx="2045970" cy="1298575"/>
            <a:chOff x="4782682" y="6290236"/>
            <a:chExt cx="2045970" cy="1298575"/>
          </a:xfrm>
        </p:grpSpPr>
        <p:sp>
          <p:nvSpPr>
            <p:cNvPr id="2310" name="object 2310"/>
            <p:cNvSpPr/>
            <p:nvPr/>
          </p:nvSpPr>
          <p:spPr>
            <a:xfrm>
              <a:off x="4785857" y="6312839"/>
              <a:ext cx="2004695" cy="1252220"/>
            </a:xfrm>
            <a:custGeom>
              <a:avLst/>
              <a:gdLst/>
              <a:ahLst/>
              <a:cxnLst/>
              <a:rect l="l" t="t" r="r" b="b"/>
              <a:pathLst>
                <a:path w="2004695" h="1252220">
                  <a:moveTo>
                    <a:pt x="2004618" y="1252219"/>
                  </a:moveTo>
                  <a:lnTo>
                    <a:pt x="0" y="1252219"/>
                  </a:lnTo>
                  <a:lnTo>
                    <a:pt x="1685112" y="0"/>
                  </a:lnTo>
                </a:path>
              </a:pathLst>
            </a:custGeom>
            <a:ln w="6350">
              <a:solidFill>
                <a:srgbClr val="00AB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1" name="object 2311"/>
            <p:cNvSpPr/>
            <p:nvPr/>
          </p:nvSpPr>
          <p:spPr>
            <a:xfrm>
              <a:off x="6442612" y="6290246"/>
              <a:ext cx="386080" cy="1298575"/>
            </a:xfrm>
            <a:custGeom>
              <a:avLst/>
              <a:gdLst/>
              <a:ahLst/>
              <a:cxnLst/>
              <a:rect l="l" t="t" r="r" b="b"/>
              <a:pathLst>
                <a:path w="386079" h="1298575">
                  <a:moveTo>
                    <a:pt x="58775" y="0"/>
                  </a:moveTo>
                  <a:lnTo>
                    <a:pt x="0" y="14363"/>
                  </a:lnTo>
                  <a:lnTo>
                    <a:pt x="22047" y="27279"/>
                  </a:lnTo>
                  <a:lnTo>
                    <a:pt x="28054" y="52120"/>
                  </a:lnTo>
                  <a:lnTo>
                    <a:pt x="58775" y="0"/>
                  </a:lnTo>
                  <a:close/>
                </a:path>
                <a:path w="386079" h="1298575">
                  <a:moveTo>
                    <a:pt x="385762" y="1274813"/>
                  </a:moveTo>
                  <a:lnTo>
                    <a:pt x="330022" y="1251292"/>
                  </a:lnTo>
                  <a:lnTo>
                    <a:pt x="340004" y="1274813"/>
                  </a:lnTo>
                  <a:lnTo>
                    <a:pt x="330022" y="1298321"/>
                  </a:lnTo>
                  <a:lnTo>
                    <a:pt x="385762" y="1274813"/>
                  </a:lnTo>
                  <a:close/>
                </a:path>
              </a:pathLst>
            </a:custGeom>
            <a:solidFill>
              <a:srgbClr val="00AB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12" name="object 2312"/>
          <p:cNvSpPr txBox="1"/>
          <p:nvPr/>
        </p:nvSpPr>
        <p:spPr>
          <a:xfrm>
            <a:off x="6637897" y="7581072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2313" name="object 2313"/>
          <p:cNvGrpSpPr/>
          <p:nvPr/>
        </p:nvGrpSpPr>
        <p:grpSpPr>
          <a:xfrm>
            <a:off x="737999" y="1506501"/>
            <a:ext cx="5963920" cy="7411720"/>
            <a:chOff x="737999" y="1506501"/>
            <a:chExt cx="5963920" cy="7411720"/>
          </a:xfrm>
        </p:grpSpPr>
        <p:sp>
          <p:nvSpPr>
            <p:cNvPr id="2314" name="object 2314"/>
            <p:cNvSpPr/>
            <p:nvPr/>
          </p:nvSpPr>
          <p:spPr>
            <a:xfrm>
              <a:off x="6381155" y="6355434"/>
              <a:ext cx="317500" cy="1229995"/>
            </a:xfrm>
            <a:custGeom>
              <a:avLst/>
              <a:gdLst/>
              <a:ahLst/>
              <a:cxnLst/>
              <a:rect l="l" t="t" r="r" b="b"/>
              <a:pathLst>
                <a:path w="317500" h="1229995">
                  <a:moveTo>
                    <a:pt x="317055" y="1189520"/>
                  </a:moveTo>
                  <a:lnTo>
                    <a:pt x="317055" y="1229728"/>
                  </a:lnTo>
                </a:path>
                <a:path w="317500" h="1229995">
                  <a:moveTo>
                    <a:pt x="0" y="0"/>
                  </a:moveTo>
                  <a:lnTo>
                    <a:pt x="18161" y="35877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5" name="object 2315"/>
            <p:cNvSpPr/>
            <p:nvPr/>
          </p:nvSpPr>
          <p:spPr>
            <a:xfrm>
              <a:off x="737988" y="2774682"/>
              <a:ext cx="2538730" cy="6143625"/>
            </a:xfrm>
            <a:custGeom>
              <a:avLst/>
              <a:gdLst/>
              <a:ahLst/>
              <a:cxnLst/>
              <a:rect l="l" t="t" r="r" b="b"/>
              <a:pathLst>
                <a:path w="2538729" h="6143625">
                  <a:moveTo>
                    <a:pt x="126873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26873" y="152400"/>
                  </a:lnTo>
                  <a:lnTo>
                    <a:pt x="126873" y="0"/>
                  </a:lnTo>
                  <a:close/>
                </a:path>
                <a:path w="2538729" h="6143625">
                  <a:moveTo>
                    <a:pt x="1740420" y="2956293"/>
                  </a:moveTo>
                  <a:lnTo>
                    <a:pt x="1602003" y="2956293"/>
                  </a:lnTo>
                  <a:lnTo>
                    <a:pt x="1602003" y="3108693"/>
                  </a:lnTo>
                  <a:lnTo>
                    <a:pt x="1740420" y="3108693"/>
                  </a:lnTo>
                  <a:lnTo>
                    <a:pt x="1740420" y="2956293"/>
                  </a:lnTo>
                  <a:close/>
                </a:path>
                <a:path w="2538729" h="6143625">
                  <a:moveTo>
                    <a:pt x="2538247" y="5990983"/>
                  </a:moveTo>
                  <a:lnTo>
                    <a:pt x="2394000" y="5990983"/>
                  </a:lnTo>
                  <a:lnTo>
                    <a:pt x="2394000" y="6143383"/>
                  </a:lnTo>
                  <a:lnTo>
                    <a:pt x="2538247" y="6143383"/>
                  </a:lnTo>
                  <a:lnTo>
                    <a:pt x="2538247" y="5990983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6" name="object 2316"/>
            <p:cNvSpPr/>
            <p:nvPr/>
          </p:nvSpPr>
          <p:spPr>
            <a:xfrm>
              <a:off x="1344349" y="1870569"/>
              <a:ext cx="57785" cy="127635"/>
            </a:xfrm>
            <a:custGeom>
              <a:avLst/>
              <a:gdLst/>
              <a:ahLst/>
              <a:cxnLst/>
              <a:rect l="l" t="t" r="r" b="b"/>
              <a:pathLst>
                <a:path w="57784" h="127635">
                  <a:moveTo>
                    <a:pt x="0" y="0"/>
                  </a:moveTo>
                  <a:lnTo>
                    <a:pt x="8795" y="56021"/>
                  </a:lnTo>
                  <a:lnTo>
                    <a:pt x="17687" y="87933"/>
                  </a:lnTo>
                  <a:lnTo>
                    <a:pt x="32043" y="107650"/>
                  </a:lnTo>
                  <a:lnTo>
                    <a:pt x="57226" y="127088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7" name="object 2317"/>
            <p:cNvSpPr/>
            <p:nvPr/>
          </p:nvSpPr>
          <p:spPr>
            <a:xfrm>
              <a:off x="838474" y="1509676"/>
              <a:ext cx="1006475" cy="1012825"/>
            </a:xfrm>
            <a:custGeom>
              <a:avLst/>
              <a:gdLst/>
              <a:ahLst/>
              <a:cxnLst/>
              <a:rect l="l" t="t" r="r" b="b"/>
              <a:pathLst>
                <a:path w="1006475" h="1012825">
                  <a:moveTo>
                    <a:pt x="442518" y="1012698"/>
                  </a:moveTo>
                  <a:lnTo>
                    <a:pt x="584733" y="393865"/>
                  </a:lnTo>
                  <a:lnTo>
                    <a:pt x="0" y="146354"/>
                  </a:lnTo>
                  <a:lnTo>
                    <a:pt x="442518" y="1012698"/>
                  </a:lnTo>
                  <a:close/>
                </a:path>
                <a:path w="1006475" h="1012825">
                  <a:moveTo>
                    <a:pt x="442518" y="1012698"/>
                  </a:moveTo>
                  <a:lnTo>
                    <a:pt x="1006398" y="0"/>
                  </a:lnTo>
                  <a:lnTo>
                    <a:pt x="0" y="146354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18" name="object 2318"/>
          <p:cNvSpPr txBox="1"/>
          <p:nvPr/>
        </p:nvSpPr>
        <p:spPr>
          <a:xfrm>
            <a:off x="5088243" y="7961045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19" name="object 2319"/>
          <p:cNvSpPr txBox="1"/>
          <p:nvPr/>
        </p:nvSpPr>
        <p:spPr>
          <a:xfrm>
            <a:off x="4235300" y="8060235"/>
            <a:ext cx="21469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Şekilde</a:t>
            </a:r>
            <a:r>
              <a:rPr sz="9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[BE,</a:t>
            </a:r>
            <a:r>
              <a:rPr sz="900" i="1" spc="3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RBC</a:t>
            </a:r>
            <a:r>
              <a:rPr sz="1000" i="1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0" dirty="0">
                <a:solidFill>
                  <a:srgbClr val="231F20"/>
                </a:solidFill>
                <a:latin typeface="Arial"/>
                <a:cs typeface="Arial"/>
              </a:rPr>
              <a:t>'nin</a:t>
            </a:r>
            <a:r>
              <a:rPr sz="9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açıortayıdır.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20" name="object 2320"/>
          <p:cNvSpPr txBox="1"/>
          <p:nvPr/>
        </p:nvSpPr>
        <p:spPr>
          <a:xfrm>
            <a:off x="4235352" y="8159781"/>
            <a:ext cx="2687955" cy="50355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900" i="1" spc="110" dirty="0">
                <a:solidFill>
                  <a:srgbClr val="231F20"/>
                </a:solidFill>
                <a:latin typeface="Arial"/>
                <a:cs typeface="Arial"/>
              </a:rPr>
              <a:t>[KE]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40" dirty="0">
                <a:solidFill>
                  <a:srgbClr val="231F20"/>
                </a:solidFill>
                <a:latin typeface="Arial"/>
                <a:cs typeface="Arial"/>
              </a:rPr>
              <a:t>[BA,  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25" dirty="0">
                <a:solidFill>
                  <a:srgbClr val="231F20"/>
                </a:solidFill>
                <a:latin typeface="Arial"/>
                <a:cs typeface="Arial"/>
              </a:rPr>
              <a:t>[EF]</a:t>
            </a:r>
            <a:r>
              <a:rPr sz="9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45" dirty="0">
                <a:solidFill>
                  <a:srgbClr val="231F20"/>
                </a:solidFill>
                <a:latin typeface="Arial"/>
                <a:cs typeface="Arial"/>
              </a:rPr>
              <a:t>[BC, </a:t>
            </a:r>
            <a:r>
              <a:rPr sz="900" i="1" spc="3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40" dirty="0">
                <a:solidFill>
                  <a:srgbClr val="231F20"/>
                </a:solidFill>
                <a:latin typeface="Arial"/>
                <a:cs typeface="Arial"/>
              </a:rPr>
              <a:t>|EF|</a:t>
            </a:r>
            <a:r>
              <a:rPr sz="9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3x</a:t>
            </a:r>
            <a:r>
              <a:rPr sz="9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9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40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|KE|</a:t>
            </a:r>
            <a:r>
              <a:rPr sz="9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85" dirty="0">
                <a:solidFill>
                  <a:srgbClr val="231F20"/>
                </a:solidFill>
                <a:latin typeface="Arial"/>
                <a:cs typeface="Arial"/>
              </a:rPr>
              <a:t>11</a:t>
            </a:r>
            <a:r>
              <a:rPr sz="900" i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40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900">
              <a:latin typeface="Arial"/>
              <a:cs typeface="Arial"/>
            </a:endParaRPr>
          </a:p>
        </p:txBody>
      </p:sp>
      <p:sp>
        <p:nvSpPr>
          <p:cNvPr id="2321" name="object 2321"/>
          <p:cNvSpPr txBox="1"/>
          <p:nvPr/>
        </p:nvSpPr>
        <p:spPr>
          <a:xfrm>
            <a:off x="4235352" y="8646145"/>
            <a:ext cx="2976880" cy="457834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900" b="1" i="1" spc="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900" b="1" i="1" spc="7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65" dirty="0">
                <a:solidFill>
                  <a:srgbClr val="231F20"/>
                </a:solidFill>
                <a:latin typeface="Verdana"/>
                <a:cs typeface="Verdana"/>
              </a:rPr>
              <a:t>x'in</a:t>
            </a:r>
            <a:r>
              <a:rPr sz="900" b="1" i="1" spc="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900" b="1" i="1" spc="7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birim</a:t>
            </a:r>
            <a:r>
              <a:rPr sz="900" b="1" i="1" spc="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900" b="1" i="1" spc="7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70" dirty="0">
                <a:solidFill>
                  <a:srgbClr val="231F20"/>
                </a:solidFill>
                <a:latin typeface="Verdana"/>
                <a:cs typeface="Verdana"/>
              </a:rPr>
              <a:t>bulunuz.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869950" algn="l"/>
                <a:tab pos="1152525" algn="l"/>
              </a:tabLst>
            </a:pPr>
            <a:r>
              <a:rPr sz="900" i="1" spc="75" dirty="0">
                <a:solidFill>
                  <a:srgbClr val="EC008C"/>
                </a:solidFill>
                <a:latin typeface="Arial"/>
                <a:cs typeface="Arial"/>
              </a:rPr>
              <a:t>3x</a:t>
            </a:r>
            <a:r>
              <a:rPr sz="900" i="1" spc="19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85" dirty="0">
                <a:solidFill>
                  <a:srgbClr val="EC008C"/>
                </a:solidFill>
                <a:latin typeface="Arial"/>
                <a:cs typeface="Arial"/>
              </a:rPr>
              <a:t>–</a:t>
            </a:r>
            <a:r>
              <a:rPr sz="900" i="1" spc="19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EC008C"/>
                </a:solidFill>
                <a:latin typeface="Arial"/>
                <a:cs typeface="Arial"/>
              </a:rPr>
              <a:t>4</a:t>
            </a:r>
            <a:r>
              <a:rPr sz="900" i="1" spc="19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r>
              <a:rPr sz="900" i="1" spc="19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-85" dirty="0">
                <a:solidFill>
                  <a:srgbClr val="EC008C"/>
                </a:solidFill>
                <a:latin typeface="Arial"/>
                <a:cs typeface="Arial"/>
              </a:rPr>
              <a:t>11	</a:t>
            </a:r>
            <a:r>
              <a:rPr sz="900" dirty="0">
                <a:solidFill>
                  <a:srgbClr val="EC008C"/>
                </a:solidFill>
                <a:latin typeface="Symbol"/>
                <a:cs typeface="Symbol"/>
              </a:rPr>
              <a:t></a:t>
            </a:r>
            <a:r>
              <a:rPr sz="900" dirty="0">
                <a:solidFill>
                  <a:srgbClr val="EC008C"/>
                </a:solidFill>
                <a:latin typeface="Times New Roman"/>
                <a:cs typeface="Times New Roman"/>
              </a:rPr>
              <a:t>	</a:t>
            </a:r>
            <a:r>
              <a:rPr sz="900" i="1" spc="55" dirty="0">
                <a:solidFill>
                  <a:srgbClr val="EC008C"/>
                </a:solidFill>
                <a:latin typeface="Arial"/>
                <a:cs typeface="Arial"/>
              </a:rPr>
              <a:t>x</a:t>
            </a:r>
            <a:r>
              <a:rPr sz="900" i="1" spc="15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r>
              <a:rPr sz="900" i="1" spc="15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130" dirty="0">
                <a:solidFill>
                  <a:srgbClr val="EC008C"/>
                </a:solidFill>
                <a:latin typeface="Arial"/>
                <a:cs typeface="Arial"/>
              </a:rPr>
              <a:t>5</a:t>
            </a:r>
            <a:endParaRPr sz="900">
              <a:latin typeface="Arial"/>
              <a:cs typeface="Arial"/>
            </a:endParaRPr>
          </a:p>
        </p:txBody>
      </p:sp>
      <p:sp>
        <p:nvSpPr>
          <p:cNvPr id="2322" name="object 2322"/>
          <p:cNvSpPr txBox="1"/>
          <p:nvPr/>
        </p:nvSpPr>
        <p:spPr>
          <a:xfrm>
            <a:off x="527300" y="1398681"/>
            <a:ext cx="1231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65" dirty="0">
                <a:solidFill>
                  <a:srgbClr val="EF5BA1"/>
                </a:solidFill>
                <a:latin typeface="Verdana"/>
                <a:cs typeface="Verdana"/>
              </a:rPr>
              <a:t>1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23" name="object 2323"/>
          <p:cNvSpPr txBox="1"/>
          <p:nvPr/>
        </p:nvSpPr>
        <p:spPr>
          <a:xfrm>
            <a:off x="1068199" y="1912834"/>
            <a:ext cx="28194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5" dirty="0">
                <a:solidFill>
                  <a:srgbClr val="231F20"/>
                </a:solidFill>
                <a:latin typeface="Cambria"/>
                <a:cs typeface="Cambria"/>
              </a:rPr>
              <a:t>100°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324" name="object 2324"/>
          <p:cNvSpPr txBox="1"/>
          <p:nvPr/>
        </p:nvSpPr>
        <p:spPr>
          <a:xfrm>
            <a:off x="725299" y="1589433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90" dirty="0">
                <a:solidFill>
                  <a:srgbClr val="231F20"/>
                </a:solidFill>
                <a:latin typeface="Cambria"/>
                <a:cs typeface="Cambria"/>
              </a:rPr>
              <a:t>A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325" name="object 2325"/>
          <p:cNvSpPr txBox="1"/>
          <p:nvPr/>
        </p:nvSpPr>
        <p:spPr>
          <a:xfrm>
            <a:off x="1222721" y="2529245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10" dirty="0">
                <a:solidFill>
                  <a:srgbClr val="231F20"/>
                </a:solidFill>
                <a:latin typeface="Cambria"/>
                <a:cs typeface="Cambria"/>
              </a:rPr>
              <a:t>B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326" name="object 2326"/>
          <p:cNvSpPr txBox="1"/>
          <p:nvPr/>
        </p:nvSpPr>
        <p:spPr>
          <a:xfrm>
            <a:off x="1430149" y="1824383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95" dirty="0">
                <a:solidFill>
                  <a:srgbClr val="231F20"/>
                </a:solidFill>
                <a:latin typeface="Cambria"/>
                <a:cs typeface="Cambria"/>
              </a:rPr>
              <a:t>N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327" name="object 2327"/>
          <p:cNvSpPr txBox="1"/>
          <p:nvPr/>
        </p:nvSpPr>
        <p:spPr>
          <a:xfrm>
            <a:off x="1858774" y="1427508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15" dirty="0">
                <a:solidFill>
                  <a:srgbClr val="231F20"/>
                </a:solidFill>
                <a:latin typeface="Cambria"/>
                <a:cs typeface="Cambria"/>
              </a:rPr>
              <a:t>C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328" name="object 2328"/>
          <p:cNvSpPr txBox="1"/>
          <p:nvPr/>
        </p:nvSpPr>
        <p:spPr>
          <a:xfrm>
            <a:off x="2088239" y="1396191"/>
            <a:ext cx="1614170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20300"/>
              </a:lnSpc>
              <a:spcBef>
                <a:spcPts val="100"/>
              </a:spcBef>
            </a:pPr>
            <a:r>
              <a:rPr sz="900" i="1" spc="4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9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0" dirty="0">
                <a:solidFill>
                  <a:srgbClr val="231F20"/>
                </a:solidFill>
                <a:latin typeface="Arial"/>
                <a:cs typeface="Arial"/>
              </a:rPr>
              <a:t>tiçgeninde,</a:t>
            </a:r>
            <a:r>
              <a:rPr sz="9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9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noktası </a:t>
            </a:r>
            <a:r>
              <a:rPr sz="900" i="1" spc="-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iç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açıortayların</a:t>
            </a:r>
            <a:r>
              <a:rPr sz="9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kesiştiği</a:t>
            </a:r>
            <a:endParaRPr sz="900">
              <a:latin typeface="Arial"/>
              <a:cs typeface="Arial"/>
            </a:endParaRPr>
          </a:p>
        </p:txBody>
      </p:sp>
      <p:sp>
        <p:nvSpPr>
          <p:cNvPr id="2329" name="object 2329"/>
          <p:cNvSpPr txBox="1"/>
          <p:nvPr/>
        </p:nvSpPr>
        <p:spPr>
          <a:xfrm>
            <a:off x="2088810" y="1754179"/>
            <a:ext cx="430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y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erdir.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30" name="object 2330"/>
          <p:cNvSpPr txBox="1"/>
          <p:nvPr/>
        </p:nvSpPr>
        <p:spPr>
          <a:xfrm>
            <a:off x="2254516" y="1845902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31" name="object 2331"/>
          <p:cNvSpPr txBox="1"/>
          <p:nvPr/>
        </p:nvSpPr>
        <p:spPr>
          <a:xfrm>
            <a:off x="2088810" y="1942676"/>
            <a:ext cx="948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900" i="1" spc="-1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0" dirty="0">
                <a:solidFill>
                  <a:srgbClr val="231F20"/>
                </a:solidFill>
                <a:latin typeface="Arial"/>
                <a:cs typeface="Arial"/>
              </a:rPr>
              <a:t>100°</a:t>
            </a:r>
            <a:endParaRPr sz="900">
              <a:latin typeface="Arial"/>
              <a:cs typeface="Arial"/>
            </a:endParaRPr>
          </a:p>
        </p:txBody>
      </p:sp>
      <p:sp>
        <p:nvSpPr>
          <p:cNvPr id="2332" name="object 2332"/>
          <p:cNvSpPr txBox="1"/>
          <p:nvPr/>
        </p:nvSpPr>
        <p:spPr>
          <a:xfrm>
            <a:off x="725274" y="2774777"/>
            <a:ext cx="3733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0" dirty="0">
                <a:solidFill>
                  <a:srgbClr val="FFFFFF"/>
                </a:solidFill>
                <a:latin typeface="Arial"/>
                <a:cs typeface="Arial"/>
              </a:rPr>
              <a:t>A)</a:t>
            </a:r>
            <a:r>
              <a:rPr sz="900" i="1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20</a:t>
            </a:r>
            <a:endParaRPr sz="900">
              <a:latin typeface="Arial"/>
              <a:cs typeface="Arial"/>
            </a:endParaRPr>
          </a:p>
        </p:txBody>
      </p:sp>
      <p:sp>
        <p:nvSpPr>
          <p:cNvPr id="2333" name="object 2333"/>
          <p:cNvSpPr txBox="1"/>
          <p:nvPr/>
        </p:nvSpPr>
        <p:spPr>
          <a:xfrm>
            <a:off x="1463309" y="2774777"/>
            <a:ext cx="3740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00AEEF"/>
                </a:solidFill>
                <a:latin typeface="Arial"/>
                <a:cs typeface="Arial"/>
              </a:rPr>
              <a:t>B)</a:t>
            </a:r>
            <a:r>
              <a:rPr sz="900" i="1" spc="114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25" dirty="0">
                <a:solidFill>
                  <a:srgbClr val="231F20"/>
                </a:solidFill>
                <a:latin typeface="Arial"/>
                <a:cs typeface="Arial"/>
              </a:rPr>
              <a:t>30</a:t>
            </a:r>
            <a:endParaRPr sz="900">
              <a:latin typeface="Arial"/>
              <a:cs typeface="Arial"/>
            </a:endParaRPr>
          </a:p>
        </p:txBody>
      </p:sp>
      <p:sp>
        <p:nvSpPr>
          <p:cNvPr id="2334" name="object 2334"/>
          <p:cNvSpPr txBox="1"/>
          <p:nvPr/>
        </p:nvSpPr>
        <p:spPr>
          <a:xfrm>
            <a:off x="2050658" y="2174095"/>
            <a:ext cx="1690370" cy="763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0800" marR="43180">
              <a:lnSpc>
                <a:spcPct val="133400"/>
              </a:lnSpc>
              <a:spcBef>
                <a:spcPts val="140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g</a:t>
            </a:r>
            <a:r>
              <a:rPr sz="1000" b="1" i="1" spc="25" dirty="0">
                <a:solidFill>
                  <a:srgbClr val="231F20"/>
                </a:solidFill>
                <a:latin typeface="Verdana"/>
                <a:cs typeface="Verdana"/>
              </a:rPr>
              <a:t>ör</a:t>
            </a:r>
            <a:r>
              <a:rPr sz="1000" b="1" i="1" spc="15" dirty="0">
                <a:solidFill>
                  <a:srgbClr val="231F20"/>
                </a:solidFill>
                <a:latin typeface="Verdana"/>
                <a:cs typeface="Verdana"/>
              </a:rPr>
              <a:t>e</a:t>
            </a:r>
            <a:r>
              <a:rPr sz="1000" b="1" i="1" spc="-100" dirty="0">
                <a:solidFill>
                  <a:srgbClr val="231F20"/>
                </a:solidFill>
                <a:latin typeface="Verdana"/>
                <a:cs typeface="Verdana"/>
              </a:rPr>
              <a:t>,</a:t>
            </a:r>
            <a:r>
              <a:rPr sz="1000" b="1" i="1" spc="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s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(</a:t>
            </a:r>
            <a:r>
              <a:rPr sz="900" b="1" i="1" spc="-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75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1500" spc="-855" baseline="38888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b="1" i="1" spc="85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B</a:t>
            </a:r>
            <a:r>
              <a:rPr sz="1000" b="1" i="1" spc="-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70" dirty="0">
                <a:solidFill>
                  <a:srgbClr val="231F20"/>
                </a:solidFill>
                <a:latin typeface="Verdana"/>
                <a:cs typeface="Verdana"/>
              </a:rPr>
              <a:t>)  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9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20" dirty="0">
                <a:solidFill>
                  <a:srgbClr val="231F20"/>
                </a:solidFill>
                <a:latin typeface="Verdana"/>
                <a:cs typeface="Verdana"/>
              </a:rPr>
              <a:t>derecedir?</a:t>
            </a:r>
            <a:endParaRPr sz="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Verdana"/>
              <a:cs typeface="Verdana"/>
            </a:endParaRPr>
          </a:p>
          <a:p>
            <a:pPr marL="288925">
              <a:lnSpc>
                <a:spcPct val="100000"/>
              </a:lnSpc>
              <a:tabLst>
                <a:tab pos="1080770" algn="l"/>
              </a:tabLst>
            </a:pPr>
            <a:r>
              <a:rPr sz="900" i="1" spc="70" dirty="0">
                <a:solidFill>
                  <a:srgbClr val="00AEEF"/>
                </a:solidFill>
                <a:latin typeface="Arial"/>
                <a:cs typeface="Arial"/>
              </a:rPr>
              <a:t>C)</a:t>
            </a:r>
            <a:r>
              <a:rPr sz="900" i="1" spc="19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40	</a:t>
            </a:r>
            <a:r>
              <a:rPr sz="900" i="1" spc="95" dirty="0">
                <a:solidFill>
                  <a:srgbClr val="00AEEF"/>
                </a:solidFill>
                <a:latin typeface="Arial"/>
                <a:cs typeface="Arial"/>
              </a:rPr>
              <a:t>D)</a:t>
            </a:r>
            <a:r>
              <a:rPr sz="900" i="1" spc="13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50</a:t>
            </a:r>
            <a:endParaRPr sz="900">
              <a:latin typeface="Arial"/>
              <a:cs typeface="Arial"/>
            </a:endParaRPr>
          </a:p>
        </p:txBody>
      </p:sp>
      <p:sp>
        <p:nvSpPr>
          <p:cNvPr id="2335" name="object 2335"/>
          <p:cNvSpPr txBox="1"/>
          <p:nvPr/>
        </p:nvSpPr>
        <p:spPr>
          <a:xfrm>
            <a:off x="527300" y="3277469"/>
            <a:ext cx="1536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0" dirty="0">
                <a:solidFill>
                  <a:srgbClr val="EF5BA1"/>
                </a:solidFill>
                <a:latin typeface="Verdana"/>
                <a:cs typeface="Verdana"/>
              </a:rPr>
              <a:t>2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36" name="object 2336"/>
          <p:cNvSpPr/>
          <p:nvPr/>
        </p:nvSpPr>
        <p:spPr>
          <a:xfrm>
            <a:off x="847636" y="3408371"/>
            <a:ext cx="915669" cy="723900"/>
          </a:xfrm>
          <a:custGeom>
            <a:avLst/>
            <a:gdLst/>
            <a:ahLst/>
            <a:cxnLst/>
            <a:rect l="l" t="t" r="r" b="b"/>
            <a:pathLst>
              <a:path w="915669" h="723900">
                <a:moveTo>
                  <a:pt x="0" y="723722"/>
                </a:moveTo>
                <a:lnTo>
                  <a:pt x="263893" y="0"/>
                </a:lnTo>
                <a:lnTo>
                  <a:pt x="915047" y="723722"/>
                </a:lnTo>
                <a:lnTo>
                  <a:pt x="0" y="723722"/>
                </a:lnTo>
                <a:close/>
              </a:path>
            </a:pathLst>
          </a:custGeom>
          <a:ln w="6349">
            <a:solidFill>
              <a:srgbClr val="E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7" name="object 2337"/>
          <p:cNvSpPr txBox="1"/>
          <p:nvPr/>
        </p:nvSpPr>
        <p:spPr>
          <a:xfrm>
            <a:off x="779299" y="4152235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75" dirty="0">
                <a:solidFill>
                  <a:srgbClr val="231F20"/>
                </a:solidFill>
                <a:latin typeface="Trebuchet MS"/>
                <a:cs typeface="Trebuchet MS"/>
              </a:rPr>
              <a:t>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38" name="object 2338"/>
          <p:cNvSpPr txBox="1"/>
          <p:nvPr/>
        </p:nvSpPr>
        <p:spPr>
          <a:xfrm>
            <a:off x="1049708" y="3265318"/>
            <a:ext cx="1257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M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39" name="object 2339"/>
          <p:cNvSpPr txBox="1"/>
          <p:nvPr/>
        </p:nvSpPr>
        <p:spPr>
          <a:xfrm>
            <a:off x="1735148" y="4152235"/>
            <a:ext cx="977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0" dirty="0">
                <a:solidFill>
                  <a:srgbClr val="231F20"/>
                </a:solidFill>
                <a:latin typeface="Trebuchet MS"/>
                <a:cs typeface="Trebuchet MS"/>
              </a:rPr>
              <a:t>L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40" name="object 2340"/>
          <p:cNvSpPr txBox="1"/>
          <p:nvPr/>
        </p:nvSpPr>
        <p:spPr>
          <a:xfrm>
            <a:off x="2477179" y="4137338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75" dirty="0">
                <a:solidFill>
                  <a:srgbClr val="231F20"/>
                </a:solidFill>
                <a:latin typeface="Trebuchet MS"/>
                <a:cs typeface="Trebuchet MS"/>
              </a:rPr>
              <a:t>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41" name="object 2341"/>
          <p:cNvSpPr txBox="1"/>
          <p:nvPr/>
        </p:nvSpPr>
        <p:spPr>
          <a:xfrm>
            <a:off x="2747596" y="3265344"/>
            <a:ext cx="1257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M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42" name="object 2342"/>
          <p:cNvSpPr txBox="1"/>
          <p:nvPr/>
        </p:nvSpPr>
        <p:spPr>
          <a:xfrm>
            <a:off x="3087918" y="3568793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20" dirty="0">
                <a:solidFill>
                  <a:srgbClr val="231F20"/>
                </a:solidFill>
                <a:latin typeface="Trebuchet MS"/>
                <a:cs typeface="Trebuchet MS"/>
              </a:rPr>
              <a:t>N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43" name="object 2343"/>
          <p:cNvSpPr txBox="1"/>
          <p:nvPr/>
        </p:nvSpPr>
        <p:spPr>
          <a:xfrm>
            <a:off x="1081234" y="4337241"/>
            <a:ext cx="4286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90" dirty="0">
                <a:solidFill>
                  <a:srgbClr val="231F20"/>
                </a:solidFill>
                <a:latin typeface="Trebuchet MS"/>
                <a:cs typeface="Trebuchet MS"/>
              </a:rPr>
              <a:t>I. </a:t>
            </a:r>
            <a:r>
              <a:rPr sz="850" i="1" spc="50" dirty="0">
                <a:solidFill>
                  <a:srgbClr val="231F20"/>
                </a:solidFill>
                <a:latin typeface="Trebuchet MS"/>
                <a:cs typeface="Trebuchet MS"/>
              </a:rPr>
              <a:t>şekil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44" name="object 2344"/>
          <p:cNvSpPr txBox="1"/>
          <p:nvPr/>
        </p:nvSpPr>
        <p:spPr>
          <a:xfrm>
            <a:off x="2767482" y="4096823"/>
            <a:ext cx="499745" cy="39560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57785" algn="r">
              <a:lnSpc>
                <a:spcPct val="100000"/>
              </a:lnSpc>
              <a:spcBef>
                <a:spcPts val="535"/>
              </a:spcBef>
            </a:pPr>
            <a:r>
              <a:rPr sz="850" i="1" spc="185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II.</a:t>
            </a:r>
            <a:r>
              <a:rPr sz="850" i="1" spc="9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i="1" spc="50" dirty="0">
                <a:solidFill>
                  <a:srgbClr val="231F20"/>
                </a:solidFill>
                <a:latin typeface="Trebuchet MS"/>
                <a:cs typeface="Trebuchet MS"/>
              </a:rPr>
              <a:t>şekil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45" name="object 2345"/>
          <p:cNvSpPr txBox="1"/>
          <p:nvPr/>
        </p:nvSpPr>
        <p:spPr>
          <a:xfrm>
            <a:off x="3432978" y="4137426"/>
            <a:ext cx="977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0" dirty="0">
                <a:solidFill>
                  <a:srgbClr val="231F20"/>
                </a:solidFill>
                <a:latin typeface="Trebuchet MS"/>
                <a:cs typeface="Trebuchet MS"/>
              </a:rPr>
              <a:t>L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2346" name="object 2346"/>
          <p:cNvGrpSpPr/>
          <p:nvPr/>
        </p:nvGrpSpPr>
        <p:grpSpPr>
          <a:xfrm>
            <a:off x="1342388" y="3390596"/>
            <a:ext cx="2121535" cy="3648710"/>
            <a:chOff x="1342388" y="3390596"/>
            <a:chExt cx="2121535" cy="3648710"/>
          </a:xfrm>
        </p:grpSpPr>
        <p:sp>
          <p:nvSpPr>
            <p:cNvPr id="2347" name="object 2347"/>
            <p:cNvSpPr/>
            <p:nvPr/>
          </p:nvSpPr>
          <p:spPr>
            <a:xfrm>
              <a:off x="2004552" y="3876483"/>
              <a:ext cx="169545" cy="0"/>
            </a:xfrm>
            <a:custGeom>
              <a:avLst/>
              <a:gdLst/>
              <a:ahLst/>
              <a:cxnLst/>
              <a:rect l="l" t="t" r="r" b="b"/>
              <a:pathLst>
                <a:path w="169544">
                  <a:moveTo>
                    <a:pt x="0" y="0"/>
                  </a:moveTo>
                  <a:lnTo>
                    <a:pt x="169024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8" name="object 2348"/>
            <p:cNvSpPr/>
            <p:nvPr/>
          </p:nvSpPr>
          <p:spPr>
            <a:xfrm>
              <a:off x="2137920" y="3829455"/>
              <a:ext cx="111760" cy="94615"/>
            </a:xfrm>
            <a:custGeom>
              <a:avLst/>
              <a:gdLst/>
              <a:ahLst/>
              <a:cxnLst/>
              <a:rect l="l" t="t" r="r" b="b"/>
              <a:pathLst>
                <a:path w="111760" h="94614">
                  <a:moveTo>
                    <a:pt x="0" y="0"/>
                  </a:moveTo>
                  <a:lnTo>
                    <a:pt x="19977" y="47028"/>
                  </a:lnTo>
                  <a:lnTo>
                    <a:pt x="0" y="94056"/>
                  </a:lnTo>
                  <a:lnTo>
                    <a:pt x="111480" y="470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9" name="object 2349"/>
            <p:cNvSpPr/>
            <p:nvPr/>
          </p:nvSpPr>
          <p:spPr>
            <a:xfrm>
              <a:off x="2545146" y="3704959"/>
              <a:ext cx="598170" cy="419734"/>
            </a:xfrm>
            <a:custGeom>
              <a:avLst/>
              <a:gdLst/>
              <a:ahLst/>
              <a:cxnLst/>
              <a:rect l="l" t="t" r="r" b="b"/>
              <a:pathLst>
                <a:path w="598169" h="419735">
                  <a:moveTo>
                    <a:pt x="537603" y="0"/>
                  </a:moveTo>
                  <a:lnTo>
                    <a:pt x="0" y="419519"/>
                  </a:lnTo>
                  <a:lnTo>
                    <a:pt x="597611" y="419519"/>
                  </a:lnTo>
                  <a:lnTo>
                    <a:pt x="537603" y="0"/>
                  </a:lnTo>
                  <a:close/>
                </a:path>
              </a:pathLst>
            </a:custGeom>
            <a:solidFill>
              <a:srgbClr val="F8C1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0" name="object 2350"/>
            <p:cNvSpPr/>
            <p:nvPr/>
          </p:nvSpPr>
          <p:spPr>
            <a:xfrm>
              <a:off x="2545146" y="3701733"/>
              <a:ext cx="915669" cy="422909"/>
            </a:xfrm>
            <a:custGeom>
              <a:avLst/>
              <a:gdLst/>
              <a:ahLst/>
              <a:cxnLst/>
              <a:rect l="l" t="t" r="r" b="b"/>
              <a:pathLst>
                <a:path w="915670" h="422910">
                  <a:moveTo>
                    <a:pt x="0" y="422744"/>
                  </a:moveTo>
                  <a:lnTo>
                    <a:pt x="537603" y="3225"/>
                  </a:lnTo>
                  <a:lnTo>
                    <a:pt x="597611" y="422744"/>
                  </a:lnTo>
                  <a:lnTo>
                    <a:pt x="0" y="422744"/>
                  </a:lnTo>
                  <a:close/>
                </a:path>
                <a:path w="915670" h="422910">
                  <a:moveTo>
                    <a:pt x="538340" y="0"/>
                  </a:moveTo>
                  <a:lnTo>
                    <a:pt x="915060" y="422744"/>
                  </a:lnTo>
                  <a:lnTo>
                    <a:pt x="0" y="422744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1" name="object 2351"/>
            <p:cNvSpPr/>
            <p:nvPr/>
          </p:nvSpPr>
          <p:spPr>
            <a:xfrm>
              <a:off x="2545146" y="3393771"/>
              <a:ext cx="538480" cy="730885"/>
            </a:xfrm>
            <a:custGeom>
              <a:avLst/>
              <a:gdLst/>
              <a:ahLst/>
              <a:cxnLst/>
              <a:rect l="l" t="t" r="r" b="b"/>
              <a:pathLst>
                <a:path w="538480" h="730885">
                  <a:moveTo>
                    <a:pt x="263893" y="0"/>
                  </a:moveTo>
                  <a:lnTo>
                    <a:pt x="538340" y="307962"/>
                  </a:lnTo>
                </a:path>
                <a:path w="538480" h="730885">
                  <a:moveTo>
                    <a:pt x="0" y="730707"/>
                  </a:moveTo>
                  <a:lnTo>
                    <a:pt x="263893" y="0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52" name="object 23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1617" y="3795640"/>
              <a:ext cx="200025" cy="134391"/>
            </a:xfrm>
            <a:prstGeom prst="rect">
              <a:avLst/>
            </a:prstGeom>
          </p:spPr>
        </p:pic>
        <p:sp>
          <p:nvSpPr>
            <p:cNvPr id="2353" name="object 2353"/>
            <p:cNvSpPr/>
            <p:nvPr/>
          </p:nvSpPr>
          <p:spPr>
            <a:xfrm>
              <a:off x="1344535" y="6345942"/>
              <a:ext cx="345440" cy="625475"/>
            </a:xfrm>
            <a:custGeom>
              <a:avLst/>
              <a:gdLst/>
              <a:ahLst/>
              <a:cxnLst/>
              <a:rect l="l" t="t" r="r" b="b"/>
              <a:pathLst>
                <a:path w="345439" h="625475">
                  <a:moveTo>
                    <a:pt x="345368" y="0"/>
                  </a:moveTo>
                  <a:lnTo>
                    <a:pt x="297367" y="3028"/>
                  </a:lnTo>
                  <a:lnTo>
                    <a:pt x="251658" y="12032"/>
                  </a:lnTo>
                  <a:lnTo>
                    <a:pt x="208479" y="26891"/>
                  </a:lnTo>
                  <a:lnTo>
                    <a:pt x="168070" y="47481"/>
                  </a:lnTo>
                  <a:lnTo>
                    <a:pt x="130671" y="73683"/>
                  </a:lnTo>
                  <a:lnTo>
                    <a:pt x="96519" y="105373"/>
                  </a:lnTo>
                  <a:lnTo>
                    <a:pt x="65854" y="142430"/>
                  </a:lnTo>
                  <a:lnTo>
                    <a:pt x="40850" y="182209"/>
                  </a:lnTo>
                  <a:lnTo>
                    <a:pt x="21853" y="223985"/>
                  </a:lnTo>
                  <a:lnTo>
                    <a:pt x="8773" y="267182"/>
                  </a:lnTo>
                  <a:lnTo>
                    <a:pt x="1519" y="311225"/>
                  </a:lnTo>
                  <a:lnTo>
                    <a:pt x="0" y="355539"/>
                  </a:lnTo>
                  <a:lnTo>
                    <a:pt x="4124" y="399549"/>
                  </a:lnTo>
                  <a:lnTo>
                    <a:pt x="13801" y="442681"/>
                  </a:lnTo>
                  <a:lnTo>
                    <a:pt x="28940" y="484357"/>
                  </a:lnTo>
                  <a:lnTo>
                    <a:pt x="49450" y="524004"/>
                  </a:lnTo>
                  <a:lnTo>
                    <a:pt x="75240" y="561047"/>
                  </a:lnTo>
                  <a:lnTo>
                    <a:pt x="106218" y="594910"/>
                  </a:lnTo>
                  <a:lnTo>
                    <a:pt x="142295" y="625017"/>
                  </a:lnTo>
                  <a:lnTo>
                    <a:pt x="345368" y="345503"/>
                  </a:lnTo>
                  <a:lnTo>
                    <a:pt x="345368" y="0"/>
                  </a:lnTo>
                  <a:close/>
                </a:path>
              </a:pathLst>
            </a:custGeom>
            <a:solidFill>
              <a:srgbClr val="FDC6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4" name="object 2354"/>
            <p:cNvSpPr/>
            <p:nvPr/>
          </p:nvSpPr>
          <p:spPr>
            <a:xfrm>
              <a:off x="1344535" y="6345942"/>
              <a:ext cx="345440" cy="625475"/>
            </a:xfrm>
            <a:custGeom>
              <a:avLst/>
              <a:gdLst/>
              <a:ahLst/>
              <a:cxnLst/>
              <a:rect l="l" t="t" r="r" b="b"/>
              <a:pathLst>
                <a:path w="345439" h="625475">
                  <a:moveTo>
                    <a:pt x="345368" y="345503"/>
                  </a:moveTo>
                  <a:lnTo>
                    <a:pt x="142295" y="625017"/>
                  </a:lnTo>
                  <a:lnTo>
                    <a:pt x="106218" y="594910"/>
                  </a:lnTo>
                  <a:lnTo>
                    <a:pt x="75240" y="561047"/>
                  </a:lnTo>
                  <a:lnTo>
                    <a:pt x="49450" y="524004"/>
                  </a:lnTo>
                  <a:lnTo>
                    <a:pt x="28940" y="484357"/>
                  </a:lnTo>
                  <a:lnTo>
                    <a:pt x="13801" y="442681"/>
                  </a:lnTo>
                  <a:lnTo>
                    <a:pt x="4124" y="399549"/>
                  </a:lnTo>
                  <a:lnTo>
                    <a:pt x="0" y="355539"/>
                  </a:lnTo>
                  <a:lnTo>
                    <a:pt x="1519" y="311225"/>
                  </a:lnTo>
                  <a:lnTo>
                    <a:pt x="8773" y="267182"/>
                  </a:lnTo>
                  <a:lnTo>
                    <a:pt x="21853" y="223985"/>
                  </a:lnTo>
                  <a:lnTo>
                    <a:pt x="40850" y="182209"/>
                  </a:lnTo>
                  <a:lnTo>
                    <a:pt x="65854" y="142430"/>
                  </a:lnTo>
                  <a:lnTo>
                    <a:pt x="96519" y="105373"/>
                  </a:lnTo>
                  <a:lnTo>
                    <a:pt x="130671" y="73683"/>
                  </a:lnTo>
                  <a:lnTo>
                    <a:pt x="168070" y="47481"/>
                  </a:lnTo>
                  <a:lnTo>
                    <a:pt x="208479" y="26891"/>
                  </a:lnTo>
                  <a:lnTo>
                    <a:pt x="251658" y="12032"/>
                  </a:lnTo>
                  <a:lnTo>
                    <a:pt x="297367" y="3028"/>
                  </a:lnTo>
                  <a:lnTo>
                    <a:pt x="345368" y="0"/>
                  </a:lnTo>
                  <a:lnTo>
                    <a:pt x="345368" y="345503"/>
                  </a:lnTo>
                  <a:close/>
                </a:path>
              </a:pathLst>
            </a:custGeom>
            <a:ln w="429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5" name="object 2355"/>
            <p:cNvSpPr/>
            <p:nvPr/>
          </p:nvSpPr>
          <p:spPr>
            <a:xfrm>
              <a:off x="1486830" y="6691445"/>
              <a:ext cx="482600" cy="345440"/>
            </a:xfrm>
            <a:custGeom>
              <a:avLst/>
              <a:gdLst/>
              <a:ahLst/>
              <a:cxnLst/>
              <a:rect l="l" t="t" r="r" b="b"/>
              <a:pathLst>
                <a:path w="482600" h="345440">
                  <a:moveTo>
                    <a:pt x="203073" y="0"/>
                  </a:moveTo>
                  <a:lnTo>
                    <a:pt x="0" y="279514"/>
                  </a:lnTo>
                  <a:lnTo>
                    <a:pt x="39781" y="304518"/>
                  </a:lnTo>
                  <a:lnTo>
                    <a:pt x="81558" y="323515"/>
                  </a:lnTo>
                  <a:lnTo>
                    <a:pt x="124756" y="336595"/>
                  </a:lnTo>
                  <a:lnTo>
                    <a:pt x="168800" y="343849"/>
                  </a:lnTo>
                  <a:lnTo>
                    <a:pt x="213114" y="345368"/>
                  </a:lnTo>
                  <a:lnTo>
                    <a:pt x="257124" y="341244"/>
                  </a:lnTo>
                  <a:lnTo>
                    <a:pt x="300254" y="331567"/>
                  </a:lnTo>
                  <a:lnTo>
                    <a:pt x="341930" y="316428"/>
                  </a:lnTo>
                  <a:lnTo>
                    <a:pt x="381576" y="295918"/>
                  </a:lnTo>
                  <a:lnTo>
                    <a:pt x="418617" y="270128"/>
                  </a:lnTo>
                  <a:lnTo>
                    <a:pt x="452479" y="239149"/>
                  </a:lnTo>
                  <a:lnTo>
                    <a:pt x="482587" y="203072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3F4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6" name="object 2356"/>
            <p:cNvSpPr/>
            <p:nvPr/>
          </p:nvSpPr>
          <p:spPr>
            <a:xfrm>
              <a:off x="1486830" y="6691445"/>
              <a:ext cx="482600" cy="345440"/>
            </a:xfrm>
            <a:custGeom>
              <a:avLst/>
              <a:gdLst/>
              <a:ahLst/>
              <a:cxnLst/>
              <a:rect l="l" t="t" r="r" b="b"/>
              <a:pathLst>
                <a:path w="482600" h="345440">
                  <a:moveTo>
                    <a:pt x="203073" y="0"/>
                  </a:moveTo>
                  <a:lnTo>
                    <a:pt x="482587" y="203072"/>
                  </a:lnTo>
                  <a:lnTo>
                    <a:pt x="452479" y="239149"/>
                  </a:lnTo>
                  <a:lnTo>
                    <a:pt x="418617" y="270128"/>
                  </a:lnTo>
                  <a:lnTo>
                    <a:pt x="381576" y="295918"/>
                  </a:lnTo>
                  <a:lnTo>
                    <a:pt x="341930" y="316428"/>
                  </a:lnTo>
                  <a:lnTo>
                    <a:pt x="300254" y="331567"/>
                  </a:lnTo>
                  <a:lnTo>
                    <a:pt x="257124" y="341244"/>
                  </a:lnTo>
                  <a:lnTo>
                    <a:pt x="213114" y="345368"/>
                  </a:lnTo>
                  <a:lnTo>
                    <a:pt x="168800" y="343849"/>
                  </a:lnTo>
                  <a:lnTo>
                    <a:pt x="124756" y="336595"/>
                  </a:lnTo>
                  <a:lnTo>
                    <a:pt x="81558" y="323515"/>
                  </a:lnTo>
                  <a:lnTo>
                    <a:pt x="39781" y="304518"/>
                  </a:lnTo>
                  <a:lnTo>
                    <a:pt x="0" y="279514"/>
                  </a:lnTo>
                  <a:lnTo>
                    <a:pt x="203073" y="0"/>
                  </a:lnTo>
                  <a:close/>
                </a:path>
              </a:pathLst>
            </a:custGeom>
            <a:ln w="429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7" name="object 2357"/>
            <p:cNvSpPr/>
            <p:nvPr/>
          </p:nvSpPr>
          <p:spPr>
            <a:xfrm>
              <a:off x="1689903" y="6488372"/>
              <a:ext cx="346075" cy="406400"/>
            </a:xfrm>
            <a:custGeom>
              <a:avLst/>
              <a:gdLst/>
              <a:ahLst/>
              <a:cxnLst/>
              <a:rect l="l" t="t" r="r" b="b"/>
              <a:pathLst>
                <a:path w="346075" h="406400">
                  <a:moveTo>
                    <a:pt x="279514" y="0"/>
                  </a:moveTo>
                  <a:lnTo>
                    <a:pt x="0" y="203073"/>
                  </a:lnTo>
                  <a:lnTo>
                    <a:pt x="279514" y="406146"/>
                  </a:lnTo>
                  <a:lnTo>
                    <a:pt x="306099" y="363761"/>
                  </a:lnTo>
                  <a:lnTo>
                    <a:pt x="326038" y="319319"/>
                  </a:lnTo>
                  <a:lnTo>
                    <a:pt x="339331" y="273408"/>
                  </a:lnTo>
                  <a:lnTo>
                    <a:pt x="345977" y="226616"/>
                  </a:lnTo>
                  <a:lnTo>
                    <a:pt x="345977" y="179529"/>
                  </a:lnTo>
                  <a:lnTo>
                    <a:pt x="339331" y="132737"/>
                  </a:lnTo>
                  <a:lnTo>
                    <a:pt x="326038" y="86826"/>
                  </a:lnTo>
                  <a:lnTo>
                    <a:pt x="306099" y="42384"/>
                  </a:lnTo>
                  <a:lnTo>
                    <a:pt x="279514" y="0"/>
                  </a:lnTo>
                  <a:close/>
                </a:path>
              </a:pathLst>
            </a:custGeom>
            <a:solidFill>
              <a:srgbClr val="AB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8" name="object 2358"/>
            <p:cNvSpPr/>
            <p:nvPr/>
          </p:nvSpPr>
          <p:spPr>
            <a:xfrm>
              <a:off x="1689903" y="6488372"/>
              <a:ext cx="346075" cy="406400"/>
            </a:xfrm>
            <a:custGeom>
              <a:avLst/>
              <a:gdLst/>
              <a:ahLst/>
              <a:cxnLst/>
              <a:rect l="l" t="t" r="r" b="b"/>
              <a:pathLst>
                <a:path w="346075" h="406400">
                  <a:moveTo>
                    <a:pt x="0" y="203073"/>
                  </a:moveTo>
                  <a:lnTo>
                    <a:pt x="279514" y="0"/>
                  </a:lnTo>
                  <a:lnTo>
                    <a:pt x="306099" y="42384"/>
                  </a:lnTo>
                  <a:lnTo>
                    <a:pt x="326038" y="86826"/>
                  </a:lnTo>
                  <a:lnTo>
                    <a:pt x="339331" y="132737"/>
                  </a:lnTo>
                  <a:lnTo>
                    <a:pt x="345977" y="179529"/>
                  </a:lnTo>
                  <a:lnTo>
                    <a:pt x="345977" y="226616"/>
                  </a:lnTo>
                  <a:lnTo>
                    <a:pt x="339331" y="273408"/>
                  </a:lnTo>
                  <a:lnTo>
                    <a:pt x="326038" y="319319"/>
                  </a:lnTo>
                  <a:lnTo>
                    <a:pt x="306099" y="363761"/>
                  </a:lnTo>
                  <a:lnTo>
                    <a:pt x="279514" y="406146"/>
                  </a:lnTo>
                  <a:lnTo>
                    <a:pt x="0" y="203073"/>
                  </a:lnTo>
                  <a:close/>
                </a:path>
              </a:pathLst>
            </a:custGeom>
            <a:ln w="429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9" name="object 2359"/>
            <p:cNvSpPr/>
            <p:nvPr/>
          </p:nvSpPr>
          <p:spPr>
            <a:xfrm>
              <a:off x="1689903" y="6345942"/>
              <a:ext cx="280035" cy="346075"/>
            </a:xfrm>
            <a:custGeom>
              <a:avLst/>
              <a:gdLst/>
              <a:ahLst/>
              <a:cxnLst/>
              <a:rect l="l" t="t" r="r" b="b"/>
              <a:pathLst>
                <a:path w="280035" h="346075">
                  <a:moveTo>
                    <a:pt x="0" y="0"/>
                  </a:moveTo>
                  <a:lnTo>
                    <a:pt x="0" y="345503"/>
                  </a:lnTo>
                  <a:lnTo>
                    <a:pt x="279514" y="142430"/>
                  </a:lnTo>
                  <a:lnTo>
                    <a:pt x="248849" y="105373"/>
                  </a:lnTo>
                  <a:lnTo>
                    <a:pt x="214697" y="73683"/>
                  </a:lnTo>
                  <a:lnTo>
                    <a:pt x="177297" y="47481"/>
                  </a:lnTo>
                  <a:lnTo>
                    <a:pt x="136889" y="26891"/>
                  </a:lnTo>
                  <a:lnTo>
                    <a:pt x="93710" y="12032"/>
                  </a:lnTo>
                  <a:lnTo>
                    <a:pt x="48001" y="30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9A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0" name="object 2360"/>
            <p:cNvSpPr/>
            <p:nvPr/>
          </p:nvSpPr>
          <p:spPr>
            <a:xfrm>
              <a:off x="1689903" y="6345942"/>
              <a:ext cx="280035" cy="346075"/>
            </a:xfrm>
            <a:custGeom>
              <a:avLst/>
              <a:gdLst/>
              <a:ahLst/>
              <a:cxnLst/>
              <a:rect l="l" t="t" r="r" b="b"/>
              <a:pathLst>
                <a:path w="280035" h="346075">
                  <a:moveTo>
                    <a:pt x="0" y="345503"/>
                  </a:moveTo>
                  <a:lnTo>
                    <a:pt x="0" y="0"/>
                  </a:lnTo>
                  <a:lnTo>
                    <a:pt x="48001" y="3028"/>
                  </a:lnTo>
                  <a:lnTo>
                    <a:pt x="93710" y="12032"/>
                  </a:lnTo>
                  <a:lnTo>
                    <a:pt x="136889" y="26891"/>
                  </a:lnTo>
                  <a:lnTo>
                    <a:pt x="177297" y="47481"/>
                  </a:lnTo>
                  <a:lnTo>
                    <a:pt x="214697" y="73683"/>
                  </a:lnTo>
                  <a:lnTo>
                    <a:pt x="248849" y="105373"/>
                  </a:lnTo>
                  <a:lnTo>
                    <a:pt x="279514" y="142430"/>
                  </a:lnTo>
                  <a:lnTo>
                    <a:pt x="0" y="345503"/>
                  </a:lnTo>
                  <a:close/>
                </a:path>
              </a:pathLst>
            </a:custGeom>
            <a:ln w="429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1" name="object 2361"/>
            <p:cNvSpPr/>
            <p:nvPr/>
          </p:nvSpPr>
          <p:spPr>
            <a:xfrm>
              <a:off x="2231419" y="6429514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90">
                  <a:moveTo>
                    <a:pt x="97205" y="0"/>
                  </a:moveTo>
                  <a:lnTo>
                    <a:pt x="0" y="0"/>
                  </a:lnTo>
                  <a:lnTo>
                    <a:pt x="0" y="97205"/>
                  </a:lnTo>
                  <a:lnTo>
                    <a:pt x="97205" y="97205"/>
                  </a:lnTo>
                  <a:lnTo>
                    <a:pt x="97205" y="0"/>
                  </a:lnTo>
                  <a:close/>
                </a:path>
              </a:pathLst>
            </a:custGeom>
            <a:solidFill>
              <a:srgbClr val="FDC6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2" name="object 2362"/>
            <p:cNvSpPr/>
            <p:nvPr/>
          </p:nvSpPr>
          <p:spPr>
            <a:xfrm>
              <a:off x="2231419" y="6429514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90">
                  <a:moveTo>
                    <a:pt x="97205" y="97205"/>
                  </a:moveTo>
                  <a:lnTo>
                    <a:pt x="0" y="97205"/>
                  </a:lnTo>
                  <a:lnTo>
                    <a:pt x="0" y="0"/>
                  </a:lnTo>
                  <a:lnTo>
                    <a:pt x="97205" y="0"/>
                  </a:lnTo>
                  <a:lnTo>
                    <a:pt x="97205" y="97205"/>
                  </a:lnTo>
                  <a:close/>
                </a:path>
              </a:pathLst>
            </a:custGeom>
            <a:ln w="429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3" name="object 2363"/>
            <p:cNvSpPr/>
            <p:nvPr/>
          </p:nvSpPr>
          <p:spPr>
            <a:xfrm>
              <a:off x="2231419" y="6560324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90">
                  <a:moveTo>
                    <a:pt x="97205" y="0"/>
                  </a:moveTo>
                  <a:lnTo>
                    <a:pt x="0" y="0"/>
                  </a:lnTo>
                  <a:lnTo>
                    <a:pt x="0" y="97205"/>
                  </a:lnTo>
                  <a:lnTo>
                    <a:pt x="97205" y="97205"/>
                  </a:lnTo>
                  <a:lnTo>
                    <a:pt x="97205" y="0"/>
                  </a:lnTo>
                  <a:close/>
                </a:path>
              </a:pathLst>
            </a:custGeom>
            <a:solidFill>
              <a:srgbClr val="AB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4" name="object 2364"/>
            <p:cNvSpPr/>
            <p:nvPr/>
          </p:nvSpPr>
          <p:spPr>
            <a:xfrm>
              <a:off x="2231419" y="6560324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90">
                  <a:moveTo>
                    <a:pt x="97205" y="97205"/>
                  </a:moveTo>
                  <a:lnTo>
                    <a:pt x="0" y="97205"/>
                  </a:lnTo>
                  <a:lnTo>
                    <a:pt x="0" y="0"/>
                  </a:lnTo>
                  <a:lnTo>
                    <a:pt x="97205" y="0"/>
                  </a:lnTo>
                  <a:lnTo>
                    <a:pt x="97205" y="97205"/>
                  </a:lnTo>
                  <a:close/>
                </a:path>
              </a:pathLst>
            </a:custGeom>
            <a:ln w="429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5" name="object 2365"/>
            <p:cNvSpPr/>
            <p:nvPr/>
          </p:nvSpPr>
          <p:spPr>
            <a:xfrm>
              <a:off x="2231419" y="6699224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90">
                  <a:moveTo>
                    <a:pt x="97205" y="0"/>
                  </a:moveTo>
                  <a:lnTo>
                    <a:pt x="0" y="0"/>
                  </a:lnTo>
                  <a:lnTo>
                    <a:pt x="0" y="97193"/>
                  </a:lnTo>
                  <a:lnTo>
                    <a:pt x="97205" y="97193"/>
                  </a:lnTo>
                  <a:lnTo>
                    <a:pt x="97205" y="0"/>
                  </a:lnTo>
                  <a:close/>
                </a:path>
              </a:pathLst>
            </a:custGeom>
            <a:solidFill>
              <a:srgbClr val="F3F4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6" name="object 2366"/>
            <p:cNvSpPr/>
            <p:nvPr/>
          </p:nvSpPr>
          <p:spPr>
            <a:xfrm>
              <a:off x="2231419" y="6699224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90">
                  <a:moveTo>
                    <a:pt x="97205" y="97193"/>
                  </a:moveTo>
                  <a:lnTo>
                    <a:pt x="0" y="97193"/>
                  </a:lnTo>
                  <a:lnTo>
                    <a:pt x="0" y="0"/>
                  </a:lnTo>
                  <a:lnTo>
                    <a:pt x="97205" y="0"/>
                  </a:lnTo>
                  <a:lnTo>
                    <a:pt x="97205" y="97193"/>
                  </a:lnTo>
                  <a:close/>
                </a:path>
              </a:pathLst>
            </a:custGeom>
            <a:ln w="429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7" name="object 2367"/>
            <p:cNvSpPr/>
            <p:nvPr/>
          </p:nvSpPr>
          <p:spPr>
            <a:xfrm>
              <a:off x="2231419" y="683273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90">
                  <a:moveTo>
                    <a:pt x="97205" y="0"/>
                  </a:moveTo>
                  <a:lnTo>
                    <a:pt x="0" y="0"/>
                  </a:lnTo>
                  <a:lnTo>
                    <a:pt x="0" y="97205"/>
                  </a:lnTo>
                  <a:lnTo>
                    <a:pt x="97205" y="97205"/>
                  </a:lnTo>
                  <a:lnTo>
                    <a:pt x="97205" y="0"/>
                  </a:lnTo>
                  <a:close/>
                </a:path>
              </a:pathLst>
            </a:custGeom>
            <a:solidFill>
              <a:srgbClr val="F49A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8" name="object 2368"/>
            <p:cNvSpPr/>
            <p:nvPr/>
          </p:nvSpPr>
          <p:spPr>
            <a:xfrm>
              <a:off x="2231419" y="683273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90">
                  <a:moveTo>
                    <a:pt x="97205" y="97205"/>
                  </a:moveTo>
                  <a:lnTo>
                    <a:pt x="0" y="97205"/>
                  </a:lnTo>
                  <a:lnTo>
                    <a:pt x="0" y="0"/>
                  </a:lnTo>
                  <a:lnTo>
                    <a:pt x="97205" y="0"/>
                  </a:lnTo>
                  <a:lnTo>
                    <a:pt x="97205" y="97205"/>
                  </a:lnTo>
                  <a:close/>
                </a:path>
              </a:pathLst>
            </a:custGeom>
            <a:ln w="429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69" name="object 2369"/>
          <p:cNvSpPr txBox="1"/>
          <p:nvPr/>
        </p:nvSpPr>
        <p:spPr>
          <a:xfrm>
            <a:off x="699899" y="4604769"/>
            <a:ext cx="21189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i="1" spc="130" dirty="0">
                <a:solidFill>
                  <a:srgbClr val="231F20"/>
                </a:solidFill>
                <a:latin typeface="Arial"/>
                <a:cs typeface="Arial"/>
              </a:rPr>
              <a:t>I.</a:t>
            </a:r>
            <a:r>
              <a:rPr sz="9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ş</a:t>
            </a:r>
            <a:r>
              <a:rPr sz="1500" spc="-89" baseline="-44444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ekilde</a:t>
            </a:r>
            <a:r>
              <a:rPr sz="900" i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verilen</a:t>
            </a:r>
            <a:r>
              <a:rPr sz="9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KLM</a:t>
            </a:r>
            <a:r>
              <a:rPr sz="9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endParaRPr sz="900">
              <a:latin typeface="Arial"/>
              <a:cs typeface="Arial"/>
            </a:endParaRPr>
          </a:p>
        </p:txBody>
      </p:sp>
      <p:sp>
        <p:nvSpPr>
          <p:cNvPr id="2388" name="object 2388"/>
          <p:cNvSpPr txBox="1"/>
          <p:nvPr/>
        </p:nvSpPr>
        <p:spPr>
          <a:xfrm>
            <a:off x="3747015" y="9374982"/>
            <a:ext cx="246379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10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2370" name="object 2370"/>
          <p:cNvSpPr txBox="1"/>
          <p:nvPr/>
        </p:nvSpPr>
        <p:spPr>
          <a:xfrm>
            <a:off x="725299" y="4805823"/>
            <a:ext cx="11245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900" i="1" spc="-1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MK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70°'dir.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71" name="object 2371"/>
          <p:cNvSpPr txBox="1"/>
          <p:nvPr/>
        </p:nvSpPr>
        <p:spPr>
          <a:xfrm>
            <a:off x="699893" y="5068417"/>
            <a:ext cx="30283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66725" algn="l"/>
                <a:tab pos="1023619" algn="l"/>
                <a:tab pos="1422400" algn="l"/>
                <a:tab pos="1949450" algn="l"/>
                <a:tab pos="2508885" algn="l"/>
              </a:tabLst>
            </a:pPr>
            <a:r>
              <a:rPr sz="900" b="1" i="1" spc="-45" dirty="0">
                <a:solidFill>
                  <a:srgbClr val="231F20"/>
                </a:solidFill>
                <a:latin typeface="Verdana"/>
                <a:cs typeface="Verdana"/>
              </a:rPr>
              <a:t>[KM]	</a:t>
            </a:r>
            <a:r>
              <a:rPr sz="900" b="1" i="1" spc="-25" dirty="0">
                <a:solidFill>
                  <a:srgbClr val="231F20"/>
                </a:solidFill>
                <a:latin typeface="Verdana"/>
                <a:cs typeface="Verdana"/>
              </a:rPr>
              <a:t>kenarı,	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[KL]	</a:t>
            </a:r>
            <a:r>
              <a:rPr sz="900" b="1" i="1" spc="-15" dirty="0">
                <a:solidFill>
                  <a:srgbClr val="231F20"/>
                </a:solidFill>
                <a:latin typeface="Verdana"/>
                <a:cs typeface="Verdana"/>
              </a:rPr>
              <a:t>kenarı	</a:t>
            </a:r>
            <a:r>
              <a:rPr sz="900" b="1" i="1" spc="-75" dirty="0">
                <a:solidFill>
                  <a:srgbClr val="231F20"/>
                </a:solidFill>
                <a:latin typeface="Verdana"/>
                <a:cs typeface="Verdana"/>
              </a:rPr>
              <a:t>üsttüne	</a:t>
            </a:r>
            <a:r>
              <a:rPr sz="900" b="1" i="1" spc="-135" dirty="0">
                <a:solidFill>
                  <a:srgbClr val="231F20"/>
                </a:solidFill>
                <a:latin typeface="Verdana"/>
                <a:cs typeface="Verdana"/>
              </a:rPr>
              <a:t>gel</a:t>
            </a:r>
            <a:r>
              <a:rPr sz="1500" spc="-202" baseline="-41666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900" b="1" i="1" spc="-135" dirty="0">
                <a:solidFill>
                  <a:srgbClr val="231F20"/>
                </a:solidFill>
                <a:latin typeface="Verdana"/>
                <a:cs typeface="Verdana"/>
              </a:rPr>
              <a:t>ecek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72" name="object 2372"/>
          <p:cNvSpPr txBox="1"/>
          <p:nvPr/>
        </p:nvSpPr>
        <p:spPr>
          <a:xfrm>
            <a:off x="725275" y="5202563"/>
            <a:ext cx="2977515" cy="42227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45"/>
              </a:spcBef>
            </a:pP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biçimd</a:t>
            </a:r>
            <a:r>
              <a:rPr sz="900" b="1" i="1" spc="-25" dirty="0">
                <a:solidFill>
                  <a:srgbClr val="231F20"/>
                </a:solidFill>
                <a:latin typeface="Verdana"/>
                <a:cs typeface="Verdana"/>
              </a:rPr>
              <a:t>e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  </a:t>
            </a:r>
            <a:r>
              <a:rPr sz="900" b="1" i="1" spc="35" dirty="0">
                <a:solidFill>
                  <a:srgbClr val="231F20"/>
                </a:solidFill>
                <a:latin typeface="Verdana"/>
                <a:cs typeface="Verdana"/>
              </a:rPr>
              <a:t>II</a:t>
            </a:r>
            <a:r>
              <a:rPr sz="900" b="1" i="1" spc="25" dirty="0">
                <a:solidFill>
                  <a:srgbClr val="231F20"/>
                </a:solidFill>
                <a:latin typeface="Verdana"/>
                <a:cs typeface="Verdana"/>
              </a:rPr>
              <a:t>.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 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şekildek</a:t>
            </a:r>
            <a:r>
              <a:rPr sz="900" b="1" i="1" spc="-20" dirty="0">
                <a:solidFill>
                  <a:srgbClr val="231F20"/>
                </a:solidFill>
                <a:latin typeface="Verdana"/>
                <a:cs typeface="Verdana"/>
              </a:rPr>
              <a:t>i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 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g</a:t>
            </a:r>
            <a:r>
              <a:rPr sz="900" b="1" i="1" spc="-65" dirty="0">
                <a:solidFill>
                  <a:srgbClr val="231F20"/>
                </a:solidFill>
                <a:latin typeface="Verdana"/>
                <a:cs typeface="Verdana"/>
              </a:rPr>
              <a:t>ib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i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  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k</a:t>
            </a:r>
            <a:r>
              <a:rPr sz="900" b="1" i="1" spc="-45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ttlanırsa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 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s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(</a:t>
            </a:r>
            <a:r>
              <a:rPr sz="900" b="1" i="1" spc="-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NK</a:t>
            </a:r>
            <a:r>
              <a:rPr sz="1000" b="1" i="1" spc="245" dirty="0">
                <a:solidFill>
                  <a:srgbClr val="231F20"/>
                </a:solidFill>
                <a:latin typeface="Verdana"/>
                <a:cs typeface="Verdana"/>
              </a:rPr>
              <a:t>E</a:t>
            </a:r>
            <a:r>
              <a:rPr sz="900" b="1" i="1" spc="-70" dirty="0">
                <a:solidFill>
                  <a:srgbClr val="231F20"/>
                </a:solidFill>
                <a:latin typeface="Verdana"/>
                <a:cs typeface="Verdana"/>
              </a:rPr>
              <a:t>)  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20" dirty="0">
                <a:solidFill>
                  <a:srgbClr val="231F20"/>
                </a:solidFill>
                <a:latin typeface="Verdana"/>
                <a:cs typeface="Verdana"/>
              </a:rPr>
              <a:t>derecedir?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73" name="object 2373"/>
          <p:cNvSpPr txBox="1"/>
          <p:nvPr/>
        </p:nvSpPr>
        <p:spPr>
          <a:xfrm>
            <a:off x="725275" y="5731056"/>
            <a:ext cx="2785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0570" algn="l"/>
                <a:tab pos="1614170" algn="l"/>
                <a:tab pos="2406650" algn="l"/>
              </a:tabLst>
            </a:pPr>
            <a:r>
              <a:rPr sz="900" i="1" spc="50" dirty="0">
                <a:solidFill>
                  <a:srgbClr val="00AEEF"/>
                </a:solidFill>
                <a:latin typeface="Arial"/>
                <a:cs typeface="Arial"/>
              </a:rPr>
              <a:t>A)</a:t>
            </a:r>
            <a:r>
              <a:rPr sz="900" i="1" spc="19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50" dirty="0">
                <a:solidFill>
                  <a:srgbClr val="231F20"/>
                </a:solidFill>
                <a:latin typeface="Arial"/>
                <a:cs typeface="Arial"/>
              </a:rPr>
              <a:t>60	</a:t>
            </a:r>
            <a:r>
              <a:rPr sz="900" i="1" spc="65" dirty="0">
                <a:solidFill>
                  <a:srgbClr val="00AEEF"/>
                </a:solidFill>
                <a:latin typeface="Arial"/>
                <a:cs typeface="Arial"/>
              </a:rPr>
              <a:t>B)</a:t>
            </a:r>
            <a:r>
              <a:rPr sz="900" i="1" spc="19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55" dirty="0">
                <a:solidFill>
                  <a:srgbClr val="231F20"/>
                </a:solidFill>
                <a:latin typeface="Arial"/>
                <a:cs typeface="Arial"/>
              </a:rPr>
              <a:t>50	</a:t>
            </a:r>
            <a:r>
              <a:rPr sz="900" i="1" spc="70" dirty="0">
                <a:solidFill>
                  <a:srgbClr val="FFFFFF"/>
                </a:solidFill>
                <a:latin typeface="Arial"/>
                <a:cs typeface="Arial"/>
              </a:rPr>
              <a:t>C)</a:t>
            </a:r>
            <a:r>
              <a:rPr sz="900" i="1" spc="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35	</a:t>
            </a:r>
            <a:r>
              <a:rPr sz="900" i="1" spc="95" dirty="0">
                <a:solidFill>
                  <a:srgbClr val="00AEEF"/>
                </a:solidFill>
                <a:latin typeface="Arial"/>
                <a:cs typeface="Arial"/>
              </a:rPr>
              <a:t>D)</a:t>
            </a:r>
            <a:r>
              <a:rPr sz="900" i="1" spc="11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20</a:t>
            </a:r>
            <a:endParaRPr sz="900">
              <a:latin typeface="Arial"/>
              <a:cs typeface="Arial"/>
            </a:endParaRPr>
          </a:p>
        </p:txBody>
      </p:sp>
      <p:sp>
        <p:nvSpPr>
          <p:cNvPr id="2374" name="object 2374"/>
          <p:cNvSpPr txBox="1"/>
          <p:nvPr/>
        </p:nvSpPr>
        <p:spPr>
          <a:xfrm>
            <a:off x="527300" y="6282458"/>
            <a:ext cx="142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135" dirty="0">
                <a:solidFill>
                  <a:srgbClr val="EF5BA1"/>
                </a:solidFill>
                <a:latin typeface="Verdana"/>
                <a:cs typeface="Verdana"/>
              </a:rPr>
              <a:t>3.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75" name="object 2375"/>
          <p:cNvSpPr txBox="1"/>
          <p:nvPr/>
        </p:nvSpPr>
        <p:spPr>
          <a:xfrm>
            <a:off x="2352522" y="6376225"/>
            <a:ext cx="800100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74980">
              <a:lnSpc>
                <a:spcPct val="159200"/>
              </a:lnSpc>
              <a:spcBef>
                <a:spcPts val="95"/>
              </a:spcBef>
            </a:pPr>
            <a:r>
              <a:rPr sz="550" i="1" spc="75" dirty="0">
                <a:solidFill>
                  <a:srgbClr val="231F20"/>
                </a:solidFill>
                <a:latin typeface="Trebuchet MS"/>
                <a:cs typeface="Trebuchet MS"/>
              </a:rPr>
              <a:t>Kira </a:t>
            </a:r>
            <a:r>
              <a:rPr sz="550" i="1" spc="8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550" i="1" spc="70" dirty="0">
                <a:solidFill>
                  <a:srgbClr val="231F20"/>
                </a:solidFill>
                <a:latin typeface="Trebuchet MS"/>
                <a:cs typeface="Trebuchet MS"/>
              </a:rPr>
              <a:t>Yiyecek</a:t>
            </a:r>
            <a:endParaRPr sz="550">
              <a:latin typeface="Trebuchet MS"/>
              <a:cs typeface="Trebuchet MS"/>
            </a:endParaRPr>
          </a:p>
          <a:p>
            <a:pPr marL="12700" marR="5080">
              <a:lnSpc>
                <a:spcPts val="1110"/>
              </a:lnSpc>
              <a:spcBef>
                <a:spcPts val="40"/>
              </a:spcBef>
            </a:pPr>
            <a:r>
              <a:rPr sz="550" i="1" spc="100" dirty="0">
                <a:solidFill>
                  <a:srgbClr val="231F20"/>
                </a:solidFill>
                <a:latin typeface="Trebuchet MS"/>
                <a:cs typeface="Trebuchet MS"/>
              </a:rPr>
              <a:t>Fatura</a:t>
            </a:r>
            <a:r>
              <a:rPr sz="550" i="1" spc="8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550" i="1" spc="170" dirty="0">
                <a:solidFill>
                  <a:srgbClr val="231F20"/>
                </a:solidFill>
                <a:latin typeface="Trebuchet MS"/>
                <a:cs typeface="Trebuchet MS"/>
              </a:rPr>
              <a:t>–</a:t>
            </a:r>
            <a:r>
              <a:rPr sz="550" i="1" spc="9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550" i="1" spc="75" dirty="0">
                <a:solidFill>
                  <a:srgbClr val="231F20"/>
                </a:solidFill>
                <a:latin typeface="Trebuchet MS"/>
                <a:cs typeface="Trebuchet MS"/>
              </a:rPr>
              <a:t>Taksitler </a:t>
            </a:r>
            <a:r>
              <a:rPr sz="550" i="1" spc="-15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550" i="1" spc="55" dirty="0">
                <a:solidFill>
                  <a:srgbClr val="231F20"/>
                </a:solidFill>
                <a:latin typeface="Trebuchet MS"/>
                <a:cs typeface="Trebuchet MS"/>
              </a:rPr>
              <a:t>Giyim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376" name="object 2376"/>
          <p:cNvSpPr txBox="1"/>
          <p:nvPr/>
        </p:nvSpPr>
        <p:spPr>
          <a:xfrm>
            <a:off x="1467025" y="6628298"/>
            <a:ext cx="18034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i="1" spc="100" dirty="0">
                <a:solidFill>
                  <a:srgbClr val="231F20"/>
                </a:solidFill>
                <a:latin typeface="Trebuchet MS"/>
                <a:cs typeface="Trebuchet MS"/>
              </a:rPr>
              <a:t>%40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377" name="object 2377"/>
          <p:cNvSpPr txBox="1"/>
          <p:nvPr/>
        </p:nvSpPr>
        <p:spPr>
          <a:xfrm>
            <a:off x="1814352" y="6645466"/>
            <a:ext cx="1816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i="1" spc="105" dirty="0">
                <a:solidFill>
                  <a:srgbClr val="231F20"/>
                </a:solidFill>
                <a:latin typeface="Trebuchet MS"/>
                <a:cs typeface="Trebuchet MS"/>
              </a:rPr>
              <a:t>%20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378" name="object 2378"/>
          <p:cNvSpPr txBox="1"/>
          <p:nvPr/>
        </p:nvSpPr>
        <p:spPr>
          <a:xfrm>
            <a:off x="1621118" y="6848596"/>
            <a:ext cx="175895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i="1" spc="90" dirty="0">
                <a:solidFill>
                  <a:srgbClr val="231F20"/>
                </a:solidFill>
                <a:latin typeface="Trebuchet MS"/>
                <a:cs typeface="Trebuchet MS"/>
              </a:rPr>
              <a:t>%25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379" name="object 2379"/>
          <p:cNvSpPr txBox="1"/>
          <p:nvPr/>
        </p:nvSpPr>
        <p:spPr>
          <a:xfrm rot="18480000">
            <a:off x="1723954" y="6477431"/>
            <a:ext cx="151371" cy="69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40"/>
              </a:lnSpc>
            </a:pPr>
            <a:r>
              <a:rPr sz="550" i="1" spc="50" dirty="0">
                <a:solidFill>
                  <a:srgbClr val="231F20"/>
                </a:solidFill>
                <a:latin typeface="Trebuchet MS"/>
                <a:cs typeface="Trebuchet MS"/>
              </a:rPr>
              <a:t>%15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380" name="object 2380"/>
          <p:cNvSpPr txBox="1"/>
          <p:nvPr/>
        </p:nvSpPr>
        <p:spPr>
          <a:xfrm>
            <a:off x="725299" y="7658458"/>
            <a:ext cx="19704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Şekilde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[EC]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45" dirty="0">
                <a:solidFill>
                  <a:srgbClr val="231F20"/>
                </a:solidFill>
                <a:latin typeface="Arial"/>
                <a:cs typeface="Arial"/>
              </a:rPr>
              <a:t>[BC,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[EA]</a:t>
            </a:r>
            <a:r>
              <a:rPr sz="9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[BA</a:t>
            </a:r>
            <a:endParaRPr sz="900">
              <a:latin typeface="Arial"/>
              <a:cs typeface="Arial"/>
            </a:endParaRPr>
          </a:p>
        </p:txBody>
      </p:sp>
      <p:sp>
        <p:nvSpPr>
          <p:cNvPr id="2381" name="object 2381"/>
          <p:cNvSpPr txBox="1"/>
          <p:nvPr/>
        </p:nvSpPr>
        <p:spPr>
          <a:xfrm>
            <a:off x="894180" y="7808305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82" name="object 2382"/>
          <p:cNvSpPr txBox="1"/>
          <p:nvPr/>
        </p:nvSpPr>
        <p:spPr>
          <a:xfrm>
            <a:off x="725347" y="7908216"/>
            <a:ext cx="12439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900" i="1" spc="-1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19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x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900" i="1" spc="30" dirty="0">
                <a:solidFill>
                  <a:srgbClr val="231F20"/>
                </a:solidFill>
                <a:latin typeface="Arial"/>
                <a:cs typeface="Arial"/>
              </a:rPr>
              <a:t>0°,</a:t>
            </a:r>
            <a:endParaRPr sz="900">
              <a:latin typeface="Arial"/>
              <a:cs typeface="Arial"/>
            </a:endParaRPr>
          </a:p>
        </p:txBody>
      </p:sp>
      <p:sp>
        <p:nvSpPr>
          <p:cNvPr id="2383" name="object 2383"/>
          <p:cNvSpPr txBox="1"/>
          <p:nvPr/>
        </p:nvSpPr>
        <p:spPr>
          <a:xfrm>
            <a:off x="2113560" y="7920958"/>
            <a:ext cx="8369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" dirty="0">
                <a:solidFill>
                  <a:srgbClr val="231F20"/>
                </a:solidFill>
                <a:latin typeface="Arial"/>
                <a:cs typeface="Arial"/>
              </a:rPr>
              <a:t>|AE|</a:t>
            </a:r>
            <a:r>
              <a:rPr sz="9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Arial"/>
                <a:cs typeface="Arial"/>
              </a:rPr>
              <a:t>|EC|</a:t>
            </a:r>
            <a:r>
              <a:rPr sz="9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endParaRPr sz="900">
              <a:latin typeface="Arial"/>
              <a:cs typeface="Arial"/>
            </a:endParaRPr>
          </a:p>
        </p:txBody>
      </p:sp>
      <p:sp>
        <p:nvSpPr>
          <p:cNvPr id="2384" name="object 2384"/>
          <p:cNvSpPr txBox="1"/>
          <p:nvPr/>
        </p:nvSpPr>
        <p:spPr>
          <a:xfrm>
            <a:off x="889532" y="8045405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85" name="object 2385"/>
          <p:cNvSpPr txBox="1"/>
          <p:nvPr/>
        </p:nvSpPr>
        <p:spPr>
          <a:xfrm>
            <a:off x="725272" y="8145316"/>
            <a:ext cx="2128520" cy="43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900" i="1" spc="-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45" dirty="0">
                <a:solidFill>
                  <a:srgbClr val="231F20"/>
                </a:solidFill>
                <a:latin typeface="Arial"/>
                <a:cs typeface="Arial"/>
              </a:rPr>
              <a:t>76°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900" b="1" i="1" spc="11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9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80" dirty="0">
                <a:solidFill>
                  <a:srgbClr val="231F20"/>
                </a:solidFill>
                <a:latin typeface="Verdana"/>
                <a:cs typeface="Verdana"/>
              </a:rPr>
              <a:t>x</a:t>
            </a:r>
            <a:r>
              <a:rPr sz="9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9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20" dirty="0">
                <a:solidFill>
                  <a:srgbClr val="231F20"/>
                </a:solidFill>
                <a:latin typeface="Verdana"/>
                <a:cs typeface="Verdana"/>
              </a:rPr>
              <a:t>derecedir?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86" name="object 2386"/>
          <p:cNvSpPr txBox="1"/>
          <p:nvPr/>
        </p:nvSpPr>
        <p:spPr>
          <a:xfrm>
            <a:off x="725349" y="8765677"/>
            <a:ext cx="19748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0570" algn="l"/>
                <a:tab pos="1614170" algn="l"/>
              </a:tabLst>
            </a:pPr>
            <a:r>
              <a:rPr sz="900" i="1" spc="50" dirty="0">
                <a:solidFill>
                  <a:srgbClr val="00AEEF"/>
                </a:solidFill>
                <a:latin typeface="Arial"/>
                <a:cs typeface="Arial"/>
              </a:rPr>
              <a:t>A)</a:t>
            </a:r>
            <a:r>
              <a:rPr sz="900" i="1" spc="19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46	</a:t>
            </a:r>
            <a:r>
              <a:rPr sz="900" i="1" spc="65" dirty="0">
                <a:solidFill>
                  <a:srgbClr val="00AEEF"/>
                </a:solidFill>
                <a:latin typeface="Arial"/>
                <a:cs typeface="Arial"/>
              </a:rPr>
              <a:t>B)</a:t>
            </a:r>
            <a:r>
              <a:rPr sz="900" i="1" spc="19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40	</a:t>
            </a:r>
            <a:r>
              <a:rPr sz="900" i="1" spc="70" dirty="0">
                <a:solidFill>
                  <a:srgbClr val="00AEEF"/>
                </a:solidFill>
                <a:latin typeface="Arial"/>
                <a:cs typeface="Arial"/>
              </a:rPr>
              <a:t>C)</a:t>
            </a:r>
            <a:r>
              <a:rPr sz="900" i="1" spc="1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2387" name="object 2387"/>
          <p:cNvSpPr txBox="1"/>
          <p:nvPr/>
        </p:nvSpPr>
        <p:spPr>
          <a:xfrm>
            <a:off x="3119362" y="8765677"/>
            <a:ext cx="3790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FFFFFF"/>
                </a:solidFill>
                <a:latin typeface="Arial"/>
                <a:cs typeface="Arial"/>
              </a:rPr>
              <a:t>D)</a:t>
            </a:r>
            <a:r>
              <a:rPr sz="900" i="1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23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54800" y="2213689"/>
            <a:ext cx="1464945" cy="648970"/>
            <a:chOff x="3354800" y="2213689"/>
            <a:chExt cx="1464945" cy="648970"/>
          </a:xfrm>
        </p:grpSpPr>
        <p:sp>
          <p:nvSpPr>
            <p:cNvPr id="11" name="object 11"/>
            <p:cNvSpPr/>
            <p:nvPr/>
          </p:nvSpPr>
          <p:spPr>
            <a:xfrm>
              <a:off x="3357975" y="2216864"/>
              <a:ext cx="1458595" cy="642620"/>
            </a:xfrm>
            <a:custGeom>
              <a:avLst/>
              <a:gdLst/>
              <a:ahLst/>
              <a:cxnLst/>
              <a:rect l="l" t="t" r="r" b="b"/>
              <a:pathLst>
                <a:path w="1458595" h="642619">
                  <a:moveTo>
                    <a:pt x="431914" y="0"/>
                  </a:moveTo>
                  <a:lnTo>
                    <a:pt x="0" y="642264"/>
                  </a:lnTo>
                  <a:lnTo>
                    <a:pt x="1458429" y="642264"/>
                  </a:lnTo>
                  <a:lnTo>
                    <a:pt x="431914" y="0"/>
                  </a:lnTo>
                  <a:close/>
                </a:path>
              </a:pathLst>
            </a:custGeom>
            <a:solidFill>
              <a:srgbClr val="F9C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57975" y="2216864"/>
              <a:ext cx="1458595" cy="642620"/>
            </a:xfrm>
            <a:custGeom>
              <a:avLst/>
              <a:gdLst/>
              <a:ahLst/>
              <a:cxnLst/>
              <a:rect l="l" t="t" r="r" b="b"/>
              <a:pathLst>
                <a:path w="1458595" h="642619">
                  <a:moveTo>
                    <a:pt x="0" y="642264"/>
                  </a:moveTo>
                  <a:lnTo>
                    <a:pt x="1458429" y="642264"/>
                  </a:lnTo>
                  <a:lnTo>
                    <a:pt x="431914" y="0"/>
                  </a:lnTo>
                  <a:lnTo>
                    <a:pt x="0" y="642264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238311" y="2786770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26434" y="2786770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9399" y="3190493"/>
            <a:ext cx="63938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Ön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tarafı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pembe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arka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tarafı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mavi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renkte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olan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kağıttan</a:t>
            </a: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çeşitkenar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tiçgen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oluşturalım.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0996" y="3690089"/>
            <a:ext cx="6759575" cy="640715"/>
            <a:chOff x="620996" y="3690089"/>
            <a:chExt cx="6759575" cy="640715"/>
          </a:xfrm>
        </p:grpSpPr>
        <p:sp>
          <p:nvSpPr>
            <p:cNvPr id="17" name="object 17"/>
            <p:cNvSpPr/>
            <p:nvPr/>
          </p:nvSpPr>
          <p:spPr>
            <a:xfrm>
              <a:off x="734394" y="3817772"/>
              <a:ext cx="6645909" cy="513080"/>
            </a:xfrm>
            <a:custGeom>
              <a:avLst/>
              <a:gdLst/>
              <a:ahLst/>
              <a:cxnLst/>
              <a:rect l="l" t="t" r="r" b="b"/>
              <a:pathLst>
                <a:path w="6645909" h="513079">
                  <a:moveTo>
                    <a:pt x="6645605" y="0"/>
                  </a:moveTo>
                  <a:lnTo>
                    <a:pt x="0" y="0"/>
                  </a:lnTo>
                  <a:lnTo>
                    <a:pt x="0" y="513003"/>
                  </a:lnTo>
                  <a:lnTo>
                    <a:pt x="6645605" y="513003"/>
                  </a:lnTo>
                  <a:lnTo>
                    <a:pt x="6645605" y="0"/>
                  </a:lnTo>
                  <a:close/>
                </a:path>
              </a:pathLst>
            </a:custGeom>
            <a:solidFill>
              <a:srgbClr val="FEE9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0996" y="3690089"/>
              <a:ext cx="665480" cy="248285"/>
            </a:xfrm>
            <a:custGeom>
              <a:avLst/>
              <a:gdLst/>
              <a:ahLst/>
              <a:cxnLst/>
              <a:rect l="l" t="t" r="r" b="b"/>
              <a:pathLst>
                <a:path w="665480" h="248285">
                  <a:moveTo>
                    <a:pt x="648906" y="0"/>
                  </a:moveTo>
                  <a:lnTo>
                    <a:pt x="16205" y="0"/>
                  </a:lnTo>
                  <a:lnTo>
                    <a:pt x="9370" y="30074"/>
                  </a:lnTo>
                  <a:lnTo>
                    <a:pt x="4278" y="60756"/>
                  </a:lnTo>
                  <a:lnTo>
                    <a:pt x="1097" y="92029"/>
                  </a:lnTo>
                  <a:lnTo>
                    <a:pt x="0" y="123875"/>
                  </a:lnTo>
                  <a:lnTo>
                    <a:pt x="1097" y="155720"/>
                  </a:lnTo>
                  <a:lnTo>
                    <a:pt x="4278" y="186988"/>
                  </a:lnTo>
                  <a:lnTo>
                    <a:pt x="9370" y="217666"/>
                  </a:lnTo>
                  <a:lnTo>
                    <a:pt x="16205" y="247738"/>
                  </a:lnTo>
                  <a:lnTo>
                    <a:pt x="648906" y="247738"/>
                  </a:lnTo>
                  <a:lnTo>
                    <a:pt x="655738" y="217666"/>
                  </a:lnTo>
                  <a:lnTo>
                    <a:pt x="660827" y="186988"/>
                  </a:lnTo>
                  <a:lnTo>
                    <a:pt x="664003" y="155720"/>
                  </a:lnTo>
                  <a:lnTo>
                    <a:pt x="665099" y="123875"/>
                  </a:lnTo>
                  <a:lnTo>
                    <a:pt x="664003" y="92029"/>
                  </a:lnTo>
                  <a:lnTo>
                    <a:pt x="660827" y="60756"/>
                  </a:lnTo>
                  <a:lnTo>
                    <a:pt x="655738" y="30074"/>
                  </a:lnTo>
                  <a:lnTo>
                    <a:pt x="648906" y="0"/>
                  </a:lnTo>
                  <a:close/>
                </a:path>
              </a:pathLst>
            </a:custGeom>
            <a:solidFill>
              <a:srgbClr val="EF4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0181" y="3705935"/>
            <a:ext cx="4792980" cy="472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25" dirty="0">
                <a:solidFill>
                  <a:srgbClr val="FFFFFF"/>
                </a:solidFill>
                <a:latin typeface="Times New Roman"/>
                <a:cs typeface="Times New Roman"/>
              </a:rPr>
              <a:t>DİKKAT</a:t>
            </a:r>
            <a:endParaRPr sz="1200">
              <a:latin typeface="Times New Roman"/>
              <a:cs typeface="Times New Roman"/>
            </a:endParaRPr>
          </a:p>
          <a:p>
            <a:pPr marL="106045">
              <a:lnSpc>
                <a:spcPct val="100000"/>
              </a:lnSpc>
              <a:spcBef>
                <a:spcPts val="994"/>
              </a:spcBef>
            </a:pPr>
            <a:r>
              <a:rPr sz="900" i="1" spc="50" dirty="0">
                <a:solidFill>
                  <a:srgbClr val="231F20"/>
                </a:solidFill>
                <a:latin typeface="Arial"/>
                <a:cs typeface="Arial"/>
              </a:rPr>
              <a:t>Ťki</a:t>
            </a:r>
            <a:r>
              <a:rPr sz="9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iç</a:t>
            </a:r>
            <a:r>
              <a:rPr sz="9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açıortayın</a:t>
            </a:r>
            <a:r>
              <a:rPr sz="9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kesim</a:t>
            </a:r>
            <a:r>
              <a:rPr sz="9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noktasından</a:t>
            </a:r>
            <a:r>
              <a:rPr sz="9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mutlaka</a:t>
            </a:r>
            <a:r>
              <a:rPr sz="9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tiçtincti</a:t>
            </a:r>
            <a:r>
              <a:rPr sz="9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iç</a:t>
            </a:r>
            <a:r>
              <a:rPr sz="9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20" dirty="0">
                <a:solidFill>
                  <a:srgbClr val="231F20"/>
                </a:solidFill>
                <a:latin typeface="Arial"/>
                <a:cs typeface="Arial"/>
              </a:rPr>
              <a:t>açıortay</a:t>
            </a:r>
            <a:r>
              <a:rPr sz="9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14" dirty="0">
                <a:solidFill>
                  <a:srgbClr val="231F20"/>
                </a:solidFill>
                <a:latin typeface="Arial"/>
                <a:cs typeface="Arial"/>
              </a:rPr>
              <a:t>da</a:t>
            </a:r>
            <a:r>
              <a:rPr sz="9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geçer.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9399" y="4629993"/>
            <a:ext cx="6393180" cy="68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2.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41700"/>
              </a:lnSpc>
              <a:spcBef>
                <a:spcPts val="565"/>
              </a:spcBef>
            </a:pP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[AB],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çakışacak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şekilde</a:t>
            </a:r>
            <a:r>
              <a:rPr sz="1000" i="1" spc="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katlayalım.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Mavi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renk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gösterilen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köşesi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katlandığında </a:t>
            </a:r>
            <a:r>
              <a:rPr sz="1000" i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pembe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renk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gösterilen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yere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gelir.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Kat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izini</a:t>
            </a:r>
            <a:r>
              <a:rPr sz="1000" i="1" u="dash" spc="39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 </a:t>
            </a:r>
            <a:r>
              <a:rPr sz="1000" i="1" u="dash" spc="14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[BF]</a:t>
            </a:r>
            <a:r>
              <a:rPr sz="1000" i="1" spc="31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adlandıralım.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121473" y="5707548"/>
            <a:ext cx="1793875" cy="797560"/>
            <a:chOff x="2121473" y="5707548"/>
            <a:chExt cx="1793875" cy="797560"/>
          </a:xfrm>
        </p:grpSpPr>
        <p:sp>
          <p:nvSpPr>
            <p:cNvPr id="22" name="object 22"/>
            <p:cNvSpPr/>
            <p:nvPr/>
          </p:nvSpPr>
          <p:spPr>
            <a:xfrm>
              <a:off x="2124643" y="5991818"/>
              <a:ext cx="969010" cy="508000"/>
            </a:xfrm>
            <a:custGeom>
              <a:avLst/>
              <a:gdLst/>
              <a:ahLst/>
              <a:cxnLst/>
              <a:rect l="l" t="t" r="r" b="b"/>
              <a:pathLst>
                <a:path w="969010" h="508000">
                  <a:moveTo>
                    <a:pt x="963853" y="0"/>
                  </a:moveTo>
                  <a:lnTo>
                    <a:pt x="0" y="508000"/>
                  </a:lnTo>
                  <a:lnTo>
                    <a:pt x="968692" y="507301"/>
                  </a:lnTo>
                  <a:lnTo>
                    <a:pt x="963853" y="0"/>
                  </a:lnTo>
                  <a:close/>
                </a:path>
              </a:pathLst>
            </a:custGeom>
            <a:solidFill>
              <a:srgbClr val="B9E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95219" y="5988258"/>
              <a:ext cx="815340" cy="511175"/>
            </a:xfrm>
            <a:custGeom>
              <a:avLst/>
              <a:gdLst/>
              <a:ahLst/>
              <a:cxnLst/>
              <a:rect l="l" t="t" r="r" b="b"/>
              <a:pathLst>
                <a:path w="815339" h="511175">
                  <a:moveTo>
                    <a:pt x="0" y="0"/>
                  </a:moveTo>
                  <a:lnTo>
                    <a:pt x="0" y="510870"/>
                  </a:lnTo>
                  <a:lnTo>
                    <a:pt x="815162" y="5108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C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24648" y="5984058"/>
              <a:ext cx="1787525" cy="516255"/>
            </a:xfrm>
            <a:custGeom>
              <a:avLst/>
              <a:gdLst/>
              <a:ahLst/>
              <a:cxnLst/>
              <a:rect l="l" t="t" r="r" b="b"/>
              <a:pathLst>
                <a:path w="1787525" h="516254">
                  <a:moveTo>
                    <a:pt x="0" y="515759"/>
                  </a:moveTo>
                  <a:lnTo>
                    <a:pt x="1787067" y="515061"/>
                  </a:lnTo>
                  <a:lnTo>
                    <a:pt x="995400" y="19735"/>
                  </a:lnTo>
                  <a:lnTo>
                    <a:pt x="963853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26358" y="5710723"/>
              <a:ext cx="962660" cy="791210"/>
            </a:xfrm>
            <a:custGeom>
              <a:avLst/>
              <a:gdLst/>
              <a:ahLst/>
              <a:cxnLst/>
              <a:rect l="l" t="t" r="r" b="b"/>
              <a:pathLst>
                <a:path w="962660" h="791210">
                  <a:moveTo>
                    <a:pt x="962139" y="273329"/>
                  </a:moveTo>
                  <a:lnTo>
                    <a:pt x="525272" y="0"/>
                  </a:lnTo>
                  <a:lnTo>
                    <a:pt x="0" y="790803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26362" y="5988258"/>
              <a:ext cx="969010" cy="512445"/>
            </a:xfrm>
            <a:custGeom>
              <a:avLst/>
              <a:gdLst/>
              <a:ahLst/>
              <a:cxnLst/>
              <a:rect l="l" t="t" r="r" b="b"/>
              <a:pathLst>
                <a:path w="969010" h="512445">
                  <a:moveTo>
                    <a:pt x="968857" y="0"/>
                  </a:moveTo>
                  <a:lnTo>
                    <a:pt x="0" y="512356"/>
                  </a:lnTo>
                </a:path>
                <a:path w="969010" h="512445">
                  <a:moveTo>
                    <a:pt x="968857" y="510870"/>
                  </a:moveTo>
                  <a:lnTo>
                    <a:pt x="968857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1164" y="6089108"/>
              <a:ext cx="135491" cy="232573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4454843" y="5708734"/>
            <a:ext cx="1797050" cy="795655"/>
            <a:chOff x="4454843" y="5708734"/>
            <a:chExt cx="1797050" cy="795655"/>
          </a:xfrm>
        </p:grpSpPr>
        <p:sp>
          <p:nvSpPr>
            <p:cNvPr id="29" name="object 29"/>
            <p:cNvSpPr/>
            <p:nvPr/>
          </p:nvSpPr>
          <p:spPr>
            <a:xfrm>
              <a:off x="4458018" y="5711909"/>
              <a:ext cx="1790700" cy="788670"/>
            </a:xfrm>
            <a:custGeom>
              <a:avLst/>
              <a:gdLst/>
              <a:ahLst/>
              <a:cxnLst/>
              <a:rect l="l" t="t" r="r" b="b"/>
              <a:pathLst>
                <a:path w="1790700" h="788670">
                  <a:moveTo>
                    <a:pt x="530199" y="0"/>
                  </a:moveTo>
                  <a:lnTo>
                    <a:pt x="0" y="788415"/>
                  </a:lnTo>
                  <a:lnTo>
                    <a:pt x="1790280" y="788415"/>
                  </a:lnTo>
                  <a:lnTo>
                    <a:pt x="530199" y="0"/>
                  </a:lnTo>
                  <a:close/>
                </a:path>
              </a:pathLst>
            </a:custGeom>
            <a:solidFill>
              <a:srgbClr val="F9C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58018" y="5711909"/>
              <a:ext cx="1790700" cy="788670"/>
            </a:xfrm>
            <a:custGeom>
              <a:avLst/>
              <a:gdLst/>
              <a:ahLst/>
              <a:cxnLst/>
              <a:rect l="l" t="t" r="r" b="b"/>
              <a:pathLst>
                <a:path w="1790700" h="788670">
                  <a:moveTo>
                    <a:pt x="0" y="788415"/>
                  </a:moveTo>
                  <a:lnTo>
                    <a:pt x="1790280" y="788415"/>
                  </a:lnTo>
                  <a:lnTo>
                    <a:pt x="530199" y="0"/>
                  </a:lnTo>
                  <a:lnTo>
                    <a:pt x="0" y="788415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61333" y="5988258"/>
              <a:ext cx="969010" cy="512445"/>
            </a:xfrm>
            <a:custGeom>
              <a:avLst/>
              <a:gdLst/>
              <a:ahLst/>
              <a:cxnLst/>
              <a:rect l="l" t="t" r="r" b="b"/>
              <a:pathLst>
                <a:path w="969010" h="512445">
                  <a:moveTo>
                    <a:pt x="968844" y="0"/>
                  </a:moveTo>
                  <a:lnTo>
                    <a:pt x="0" y="512356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9166" y="6356880"/>
              <a:ext cx="121297" cy="14690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2606803" y="5548905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29093" y="6506205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ED1651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80692" y="5849006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40" dirty="0">
                <a:solidFill>
                  <a:srgbClr val="231F20"/>
                </a:solidFill>
                <a:latin typeface="Trebuchet MS"/>
                <a:cs typeface="Trebuchet MS"/>
              </a:rPr>
              <a:t>F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55536" y="5871244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40" dirty="0">
                <a:solidFill>
                  <a:srgbClr val="231F20"/>
                </a:solidFill>
                <a:latin typeface="Trebuchet MS"/>
                <a:cs typeface="Trebuchet MS"/>
              </a:rPr>
              <a:t>F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13078" y="6422030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934003" y="6422030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40428" y="5567955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46703" y="6422030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67628" y="6422030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99399" y="7112994"/>
            <a:ext cx="6393180" cy="68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95" dirty="0">
                <a:solidFill>
                  <a:srgbClr val="EC008C"/>
                </a:solidFill>
                <a:latin typeface="Verdana"/>
                <a:cs typeface="Verdana"/>
              </a:rPr>
              <a:t>3.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41700"/>
              </a:lnSpc>
              <a:spcBef>
                <a:spcPts val="565"/>
              </a:spcBef>
            </a:pP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[AB],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[AC]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5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çakışacak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şekilde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katlayalım.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Mavi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renk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gösterilen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köşesi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katlandığında </a:t>
            </a:r>
            <a:r>
              <a:rPr sz="1000" i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pembe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renk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gösterilen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yere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gelir.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Kat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izini</a:t>
            </a:r>
            <a:r>
              <a:rPr sz="1000" i="1" spc="3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u="dash" spc="10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[AE]</a:t>
            </a:r>
            <a:r>
              <a:rPr sz="1000" i="1" spc="35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adlandıralım.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473149" y="8181648"/>
            <a:ext cx="1797050" cy="800100"/>
            <a:chOff x="4473149" y="8181648"/>
            <a:chExt cx="1797050" cy="800100"/>
          </a:xfrm>
        </p:grpSpPr>
        <p:sp>
          <p:nvSpPr>
            <p:cNvPr id="44" name="object 44"/>
            <p:cNvSpPr/>
            <p:nvPr/>
          </p:nvSpPr>
          <p:spPr>
            <a:xfrm>
              <a:off x="4476323" y="8184827"/>
              <a:ext cx="1790700" cy="788670"/>
            </a:xfrm>
            <a:custGeom>
              <a:avLst/>
              <a:gdLst/>
              <a:ahLst/>
              <a:cxnLst/>
              <a:rect l="l" t="t" r="r" b="b"/>
              <a:pathLst>
                <a:path w="1790700" h="788670">
                  <a:moveTo>
                    <a:pt x="530199" y="0"/>
                  </a:moveTo>
                  <a:lnTo>
                    <a:pt x="0" y="788416"/>
                  </a:lnTo>
                  <a:lnTo>
                    <a:pt x="1790280" y="788416"/>
                  </a:lnTo>
                  <a:lnTo>
                    <a:pt x="530199" y="0"/>
                  </a:lnTo>
                  <a:close/>
                </a:path>
              </a:pathLst>
            </a:custGeom>
            <a:solidFill>
              <a:srgbClr val="F9C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006498" y="8184976"/>
              <a:ext cx="234315" cy="788670"/>
            </a:xfrm>
            <a:custGeom>
              <a:avLst/>
              <a:gdLst/>
              <a:ahLst/>
              <a:cxnLst/>
              <a:rect l="l" t="t" r="r" b="b"/>
              <a:pathLst>
                <a:path w="234314" h="788670">
                  <a:moveTo>
                    <a:pt x="234149" y="788416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76324" y="8184823"/>
              <a:ext cx="1790700" cy="788670"/>
            </a:xfrm>
            <a:custGeom>
              <a:avLst/>
              <a:gdLst/>
              <a:ahLst/>
              <a:cxnLst/>
              <a:rect l="l" t="t" r="r" b="b"/>
              <a:pathLst>
                <a:path w="1790700" h="788670">
                  <a:moveTo>
                    <a:pt x="757821" y="788568"/>
                  </a:moveTo>
                  <a:lnTo>
                    <a:pt x="1790255" y="788568"/>
                  </a:lnTo>
                  <a:lnTo>
                    <a:pt x="998613" y="293242"/>
                  </a:lnTo>
                  <a:lnTo>
                    <a:pt x="530174" y="152"/>
                  </a:lnTo>
                </a:path>
                <a:path w="1790700" h="788670">
                  <a:moveTo>
                    <a:pt x="0" y="788415"/>
                  </a:moveTo>
                  <a:lnTo>
                    <a:pt x="1790280" y="788415"/>
                  </a:lnTo>
                  <a:lnTo>
                    <a:pt x="530199" y="0"/>
                  </a:lnTo>
                  <a:lnTo>
                    <a:pt x="0" y="788415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79639" y="8461174"/>
              <a:ext cx="969010" cy="512445"/>
            </a:xfrm>
            <a:custGeom>
              <a:avLst/>
              <a:gdLst/>
              <a:ahLst/>
              <a:cxnLst/>
              <a:rect l="l" t="t" r="r" b="b"/>
              <a:pathLst>
                <a:path w="969010" h="512445">
                  <a:moveTo>
                    <a:pt x="968857" y="0"/>
                  </a:moveTo>
                  <a:lnTo>
                    <a:pt x="0" y="512356"/>
                  </a:lnTo>
                </a:path>
              </a:pathLst>
            </a:custGeom>
            <a:ln w="508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8868" y="8834361"/>
              <a:ext cx="121285" cy="1469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36393" y="8233117"/>
              <a:ext cx="200647" cy="73937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2104095" y="8181798"/>
            <a:ext cx="1797050" cy="795020"/>
            <a:chOff x="2104095" y="8181798"/>
            <a:chExt cx="1797050" cy="795020"/>
          </a:xfrm>
        </p:grpSpPr>
        <p:sp>
          <p:nvSpPr>
            <p:cNvPr id="51" name="object 51"/>
            <p:cNvSpPr/>
            <p:nvPr/>
          </p:nvSpPr>
          <p:spPr>
            <a:xfrm>
              <a:off x="2642403" y="8188055"/>
              <a:ext cx="953135" cy="785495"/>
            </a:xfrm>
            <a:custGeom>
              <a:avLst/>
              <a:gdLst/>
              <a:ahLst/>
              <a:cxnLst/>
              <a:rect l="l" t="t" r="r" b="b"/>
              <a:pathLst>
                <a:path w="953135" h="785495">
                  <a:moveTo>
                    <a:pt x="0" y="0"/>
                  </a:moveTo>
                  <a:lnTo>
                    <a:pt x="233997" y="785317"/>
                  </a:lnTo>
                  <a:lnTo>
                    <a:pt x="952817" y="596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E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71613" y="8787181"/>
              <a:ext cx="1026160" cy="186690"/>
            </a:xfrm>
            <a:custGeom>
              <a:avLst/>
              <a:gdLst/>
              <a:ahLst/>
              <a:cxnLst/>
              <a:rect l="l" t="t" r="r" b="b"/>
              <a:pathLst>
                <a:path w="1026160" h="186690">
                  <a:moveTo>
                    <a:pt x="728357" y="0"/>
                  </a:moveTo>
                  <a:lnTo>
                    <a:pt x="0" y="186207"/>
                  </a:lnTo>
                  <a:lnTo>
                    <a:pt x="1025944" y="186207"/>
                  </a:lnTo>
                  <a:lnTo>
                    <a:pt x="728357" y="0"/>
                  </a:lnTo>
                  <a:close/>
                </a:path>
              </a:pathLst>
            </a:custGeom>
            <a:solidFill>
              <a:srgbClr val="F9C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107270" y="8184973"/>
              <a:ext cx="758190" cy="788670"/>
            </a:xfrm>
            <a:custGeom>
              <a:avLst/>
              <a:gdLst/>
              <a:ahLst/>
              <a:cxnLst/>
              <a:rect l="l" t="t" r="r" b="b"/>
              <a:pathLst>
                <a:path w="758189" h="788670">
                  <a:moveTo>
                    <a:pt x="530199" y="0"/>
                  </a:moveTo>
                  <a:lnTo>
                    <a:pt x="0" y="788415"/>
                  </a:lnTo>
                  <a:lnTo>
                    <a:pt x="757859" y="788415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37466" y="8184975"/>
              <a:ext cx="1260475" cy="788670"/>
            </a:xfrm>
            <a:custGeom>
              <a:avLst/>
              <a:gdLst/>
              <a:ahLst/>
              <a:cxnLst/>
              <a:rect l="l" t="t" r="r" b="b"/>
              <a:pathLst>
                <a:path w="1260475" h="788670">
                  <a:moveTo>
                    <a:pt x="227660" y="788416"/>
                  </a:moveTo>
                  <a:lnTo>
                    <a:pt x="1260093" y="788416"/>
                  </a:lnTo>
                  <a:lnTo>
                    <a:pt x="468426" y="293090"/>
                  </a:lnTo>
                  <a:lnTo>
                    <a:pt x="0" y="0"/>
                  </a:lnTo>
                </a:path>
                <a:path w="1260475" h="788670">
                  <a:moveTo>
                    <a:pt x="962507" y="602208"/>
                  </a:moveTo>
                  <a:lnTo>
                    <a:pt x="234149" y="788416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2945" y="8589121"/>
              <a:ext cx="216716" cy="160801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3630743" y="8666532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ED1651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72974" y="8340523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40" dirty="0">
                <a:solidFill>
                  <a:srgbClr val="231F20"/>
                </a:solidFill>
                <a:latin typeface="Trebuchet MS"/>
                <a:cs typeface="Trebuchet MS"/>
              </a:rPr>
              <a:t>F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193606" y="8975484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85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803649" y="8975484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85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592515" y="8031904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998804" y="8905003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919729" y="8905003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954719" y="8047505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360994" y="8901582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281919" y="8901582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609848" y="906345"/>
            <a:ext cx="4609465" cy="347980"/>
            <a:chOff x="609848" y="906345"/>
            <a:chExt cx="4609465" cy="347980"/>
          </a:xfrm>
        </p:grpSpPr>
        <p:sp>
          <p:nvSpPr>
            <p:cNvPr id="67" name="object 67"/>
            <p:cNvSpPr/>
            <p:nvPr/>
          </p:nvSpPr>
          <p:spPr>
            <a:xfrm>
              <a:off x="726347" y="1080108"/>
              <a:ext cx="4486910" cy="0"/>
            </a:xfrm>
            <a:custGeom>
              <a:avLst/>
              <a:gdLst/>
              <a:ahLst/>
              <a:cxnLst/>
              <a:rect l="l" t="t" r="r" b="b"/>
              <a:pathLst>
                <a:path w="4486910">
                  <a:moveTo>
                    <a:pt x="448645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C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09848" y="906345"/>
              <a:ext cx="1725295" cy="347980"/>
            </a:xfrm>
            <a:custGeom>
              <a:avLst/>
              <a:gdLst/>
              <a:ahLst/>
              <a:cxnLst/>
              <a:rect l="l" t="t" r="r" b="b"/>
              <a:pathLst>
                <a:path w="1725295" h="347980">
                  <a:moveTo>
                    <a:pt x="1666367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666367" y="347522"/>
                  </a:lnTo>
                  <a:lnTo>
                    <a:pt x="1704798" y="335778"/>
                  </a:lnTo>
                  <a:lnTo>
                    <a:pt x="1714866" y="293596"/>
                  </a:lnTo>
                  <a:lnTo>
                    <a:pt x="1723486" y="218002"/>
                  </a:lnTo>
                  <a:lnTo>
                    <a:pt x="1724901" y="173761"/>
                  </a:lnTo>
                  <a:lnTo>
                    <a:pt x="1723486" y="129526"/>
                  </a:lnTo>
                  <a:lnTo>
                    <a:pt x="1719841" y="88703"/>
                  </a:lnTo>
                  <a:lnTo>
                    <a:pt x="1709458" y="27838"/>
                  </a:lnTo>
                  <a:lnTo>
                    <a:pt x="1666367" y="0"/>
                  </a:lnTo>
                  <a:close/>
                </a:path>
              </a:pathLst>
            </a:custGeom>
            <a:solidFill>
              <a:srgbClr val="FFC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75493" y="956192"/>
            <a:ext cx="4117975" cy="1274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100"/>
              </a:spcBef>
            </a:pPr>
            <a:r>
              <a:rPr sz="1400" b="1" i="1" spc="-114" dirty="0">
                <a:solidFill>
                  <a:srgbClr val="231F20"/>
                </a:solidFill>
                <a:latin typeface="Times New Roman"/>
                <a:cs typeface="Times New Roman"/>
              </a:rPr>
              <a:t>SIRA</a:t>
            </a:r>
            <a:r>
              <a:rPr sz="1400" b="1" i="1" spc="-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400" b="1" i="1" spc="-145" dirty="0">
                <a:solidFill>
                  <a:srgbClr val="231F20"/>
                </a:solidFill>
                <a:latin typeface="Times New Roman"/>
                <a:cs typeface="Times New Roman"/>
              </a:rPr>
              <a:t>SEN</a:t>
            </a:r>
            <a:r>
              <a:rPr sz="1400" b="1" i="1" spc="-175" dirty="0">
                <a:solidFill>
                  <a:srgbClr val="231F20"/>
                </a:solidFill>
                <a:latin typeface="Times New Roman"/>
                <a:cs typeface="Times New Roman"/>
              </a:rPr>
              <a:t>D</a:t>
            </a:r>
            <a:r>
              <a:rPr sz="1400" b="1" i="1" spc="-220" dirty="0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Times New Roman"/>
              <a:cs typeface="Times New Roman"/>
            </a:endParaRPr>
          </a:p>
          <a:p>
            <a:pPr marL="232410" indent="-220345">
              <a:lnSpc>
                <a:spcPct val="100000"/>
              </a:lnSpc>
              <a:buClr>
                <a:srgbClr val="EF5BA1"/>
              </a:buClr>
              <a:buSzPct val="110000"/>
              <a:buFont typeface="Verdana"/>
              <a:buAutoNum type="arabicPeriod"/>
              <a:tabLst>
                <a:tab pos="233045" algn="l"/>
              </a:tabLst>
            </a:pP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Katlama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yaparak </a:t>
            </a:r>
            <a:r>
              <a:rPr sz="1000" i="1" spc="3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tiçgenin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iç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açıortaylarını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oluşturalım.</a:t>
            </a:r>
            <a:endParaRPr sz="1000">
              <a:latin typeface="Arial"/>
              <a:cs typeface="Arial"/>
            </a:endParaRPr>
          </a:p>
          <a:p>
            <a:pPr marL="387985" lvl="1" indent="-152400">
              <a:lnSpc>
                <a:spcPct val="100000"/>
              </a:lnSpc>
              <a:spcBef>
                <a:spcPts val="1330"/>
              </a:spcBef>
              <a:buAutoNum type="arabicPeriod"/>
              <a:tabLst>
                <a:tab pos="388620" algn="l"/>
              </a:tabLst>
            </a:pP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R="1052195" algn="r">
              <a:lnSpc>
                <a:spcPct val="100000"/>
              </a:lnSpc>
              <a:spcBef>
                <a:spcPts val="1355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03498" y="719995"/>
            <a:ext cx="6776720" cy="540385"/>
            <a:chOff x="603498" y="719995"/>
            <a:chExt cx="6776720" cy="540385"/>
          </a:xfrm>
        </p:grpSpPr>
        <p:sp>
          <p:nvSpPr>
            <p:cNvPr id="71" name="object 71"/>
            <p:cNvSpPr/>
            <p:nvPr/>
          </p:nvSpPr>
          <p:spPr>
            <a:xfrm>
              <a:off x="609848" y="906345"/>
              <a:ext cx="1725295" cy="347980"/>
            </a:xfrm>
            <a:custGeom>
              <a:avLst/>
              <a:gdLst/>
              <a:ahLst/>
              <a:cxnLst/>
              <a:rect l="l" t="t" r="r" b="b"/>
              <a:pathLst>
                <a:path w="1725295" h="347980">
                  <a:moveTo>
                    <a:pt x="22529" y="347522"/>
                  </a:moveTo>
                  <a:lnTo>
                    <a:pt x="13024" y="305340"/>
                  </a:lnTo>
                  <a:lnTo>
                    <a:pt x="5945" y="262304"/>
                  </a:lnTo>
                  <a:lnTo>
                    <a:pt x="1525" y="218437"/>
                  </a:lnTo>
                  <a:lnTo>
                    <a:pt x="0" y="173761"/>
                  </a:lnTo>
                  <a:lnTo>
                    <a:pt x="1525" y="129091"/>
                  </a:lnTo>
                  <a:lnTo>
                    <a:pt x="5945" y="85223"/>
                  </a:lnTo>
                  <a:lnTo>
                    <a:pt x="13024" y="42184"/>
                  </a:lnTo>
                  <a:lnTo>
                    <a:pt x="22529" y="0"/>
                  </a:lnTo>
                  <a:lnTo>
                    <a:pt x="1666367" y="0"/>
                  </a:lnTo>
                  <a:lnTo>
                    <a:pt x="1704798" y="11744"/>
                  </a:lnTo>
                  <a:lnTo>
                    <a:pt x="1714866" y="53928"/>
                  </a:lnTo>
                  <a:lnTo>
                    <a:pt x="1723486" y="129526"/>
                  </a:lnTo>
                  <a:lnTo>
                    <a:pt x="1724901" y="173761"/>
                  </a:lnTo>
                  <a:lnTo>
                    <a:pt x="1723486" y="218002"/>
                  </a:lnTo>
                  <a:lnTo>
                    <a:pt x="1719841" y="258824"/>
                  </a:lnTo>
                  <a:lnTo>
                    <a:pt x="1709458" y="319684"/>
                  </a:lnTo>
                  <a:lnTo>
                    <a:pt x="1666367" y="347522"/>
                  </a:lnTo>
                  <a:lnTo>
                    <a:pt x="22529" y="34752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203004" y="1070627"/>
              <a:ext cx="2177415" cy="101600"/>
            </a:xfrm>
            <a:custGeom>
              <a:avLst/>
              <a:gdLst/>
              <a:ahLst/>
              <a:cxnLst/>
              <a:rect l="l" t="t" r="r" b="b"/>
              <a:pathLst>
                <a:path w="2177415" h="101600">
                  <a:moveTo>
                    <a:pt x="148793" y="0"/>
                  </a:moveTo>
                  <a:lnTo>
                    <a:pt x="2514" y="0"/>
                  </a:lnTo>
                  <a:lnTo>
                    <a:pt x="0" y="2514"/>
                  </a:lnTo>
                  <a:lnTo>
                    <a:pt x="0" y="8724"/>
                  </a:lnTo>
                  <a:lnTo>
                    <a:pt x="2514" y="11239"/>
                  </a:lnTo>
                  <a:lnTo>
                    <a:pt x="148793" y="11239"/>
                  </a:lnTo>
                  <a:lnTo>
                    <a:pt x="157544" y="13010"/>
                  </a:lnTo>
                  <a:lnTo>
                    <a:pt x="164698" y="17838"/>
                  </a:lnTo>
                  <a:lnTo>
                    <a:pt x="169526" y="24993"/>
                  </a:lnTo>
                  <a:lnTo>
                    <a:pt x="171297" y="33743"/>
                  </a:lnTo>
                  <a:lnTo>
                    <a:pt x="169526" y="42494"/>
                  </a:lnTo>
                  <a:lnTo>
                    <a:pt x="164698" y="49649"/>
                  </a:lnTo>
                  <a:lnTo>
                    <a:pt x="157544" y="54476"/>
                  </a:lnTo>
                  <a:lnTo>
                    <a:pt x="148793" y="56248"/>
                  </a:lnTo>
                  <a:lnTo>
                    <a:pt x="115049" y="56248"/>
                  </a:lnTo>
                  <a:lnTo>
                    <a:pt x="106298" y="58017"/>
                  </a:lnTo>
                  <a:lnTo>
                    <a:pt x="99144" y="62841"/>
                  </a:lnTo>
                  <a:lnTo>
                    <a:pt x="94316" y="69991"/>
                  </a:lnTo>
                  <a:lnTo>
                    <a:pt x="92544" y="78739"/>
                  </a:lnTo>
                  <a:lnTo>
                    <a:pt x="94316" y="87490"/>
                  </a:lnTo>
                  <a:lnTo>
                    <a:pt x="99144" y="94645"/>
                  </a:lnTo>
                  <a:lnTo>
                    <a:pt x="106298" y="99472"/>
                  </a:lnTo>
                  <a:lnTo>
                    <a:pt x="115049" y="101244"/>
                  </a:lnTo>
                  <a:lnTo>
                    <a:pt x="2171369" y="101244"/>
                  </a:lnTo>
                  <a:lnTo>
                    <a:pt x="2174481" y="101244"/>
                  </a:lnTo>
                  <a:lnTo>
                    <a:pt x="2176995" y="98729"/>
                  </a:lnTo>
                  <a:lnTo>
                    <a:pt x="2176995" y="92506"/>
                  </a:lnTo>
                  <a:lnTo>
                    <a:pt x="2174481" y="89992"/>
                  </a:lnTo>
                  <a:lnTo>
                    <a:pt x="108838" y="89992"/>
                  </a:lnTo>
                  <a:lnTo>
                    <a:pt x="103797" y="84950"/>
                  </a:lnTo>
                  <a:lnTo>
                    <a:pt x="103797" y="72542"/>
                  </a:lnTo>
                  <a:lnTo>
                    <a:pt x="108838" y="67500"/>
                  </a:lnTo>
                  <a:lnTo>
                    <a:pt x="148793" y="67500"/>
                  </a:lnTo>
                  <a:lnTo>
                    <a:pt x="161922" y="64842"/>
                  </a:lnTo>
                  <a:lnTo>
                    <a:pt x="172653" y="57599"/>
                  </a:lnTo>
                  <a:lnTo>
                    <a:pt x="179893" y="46867"/>
                  </a:lnTo>
                  <a:lnTo>
                    <a:pt x="182549" y="33743"/>
                  </a:lnTo>
                  <a:lnTo>
                    <a:pt x="179893" y="20622"/>
                  </a:lnTo>
                  <a:lnTo>
                    <a:pt x="172653" y="9894"/>
                  </a:lnTo>
                  <a:lnTo>
                    <a:pt x="161922" y="2656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FFDD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243390" y="76773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4">
                  <a:moveTo>
                    <a:pt x="184353" y="0"/>
                  </a:moveTo>
                  <a:lnTo>
                    <a:pt x="181330" y="0"/>
                  </a:lnTo>
                  <a:lnTo>
                    <a:pt x="0" y="181330"/>
                  </a:lnTo>
                  <a:lnTo>
                    <a:pt x="0" y="184353"/>
                  </a:lnTo>
                  <a:lnTo>
                    <a:pt x="84645" y="268998"/>
                  </a:lnTo>
                  <a:lnTo>
                    <a:pt x="86512" y="270865"/>
                  </a:lnTo>
                  <a:lnTo>
                    <a:pt x="89547" y="270865"/>
                  </a:lnTo>
                  <a:lnTo>
                    <a:pt x="270865" y="89547"/>
                  </a:lnTo>
                  <a:lnTo>
                    <a:pt x="270865" y="86512"/>
                  </a:lnTo>
                  <a:lnTo>
                    <a:pt x="184353" y="0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01333" y="963820"/>
              <a:ext cx="116839" cy="11685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37527" y="719995"/>
              <a:ext cx="124469" cy="124466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3747015" y="9374982"/>
            <a:ext cx="246379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11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27653" y="13571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62882" y="13571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19400" y="700949"/>
            <a:ext cx="6393815" cy="68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4.</a:t>
            </a:r>
            <a:r>
              <a:rPr sz="1000" b="1" i="1" spc="10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41700"/>
              </a:lnSpc>
              <a:spcBef>
                <a:spcPts val="565"/>
              </a:spcBef>
            </a:pP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[AC],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3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çakışacak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şekilde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katlayalım.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Mavi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renk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gösterilen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köşesi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katlandığında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pembe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renk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gösterilen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yere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gelir.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Kat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izini</a:t>
            </a:r>
            <a:r>
              <a:rPr sz="1000" i="1" spc="3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u="dash" spc="125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[CD]</a:t>
            </a:r>
            <a:r>
              <a:rPr sz="1000" i="1" spc="32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adlandıralım.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45121" y="1781042"/>
            <a:ext cx="1797050" cy="795020"/>
            <a:chOff x="1945121" y="1781042"/>
            <a:chExt cx="1797050" cy="795020"/>
          </a:xfrm>
        </p:grpSpPr>
        <p:sp>
          <p:nvSpPr>
            <p:cNvPr id="15" name="object 15"/>
            <p:cNvSpPr/>
            <p:nvPr/>
          </p:nvSpPr>
          <p:spPr>
            <a:xfrm>
              <a:off x="2261538" y="2106815"/>
              <a:ext cx="1470025" cy="466090"/>
            </a:xfrm>
            <a:custGeom>
              <a:avLst/>
              <a:gdLst/>
              <a:ahLst/>
              <a:cxnLst/>
              <a:rect l="l" t="t" r="r" b="b"/>
              <a:pathLst>
                <a:path w="1470025" h="466089">
                  <a:moveTo>
                    <a:pt x="0" y="0"/>
                  </a:moveTo>
                  <a:lnTo>
                    <a:pt x="101854" y="465823"/>
                  </a:lnTo>
                  <a:lnTo>
                    <a:pt x="1469923" y="4639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E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48296" y="2106814"/>
              <a:ext cx="415290" cy="466090"/>
            </a:xfrm>
            <a:custGeom>
              <a:avLst/>
              <a:gdLst/>
              <a:ahLst/>
              <a:cxnLst/>
              <a:rect l="l" t="t" r="r" b="b"/>
              <a:pathLst>
                <a:path w="415289" h="466089">
                  <a:moveTo>
                    <a:pt x="313245" y="0"/>
                  </a:moveTo>
                  <a:lnTo>
                    <a:pt x="0" y="465823"/>
                  </a:lnTo>
                  <a:lnTo>
                    <a:pt x="415099" y="465823"/>
                  </a:lnTo>
                  <a:lnTo>
                    <a:pt x="313245" y="0"/>
                  </a:lnTo>
                  <a:close/>
                </a:path>
              </a:pathLst>
            </a:custGeom>
            <a:solidFill>
              <a:srgbClr val="F9C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14305" y="1784217"/>
              <a:ext cx="1524635" cy="788670"/>
            </a:xfrm>
            <a:custGeom>
              <a:avLst/>
              <a:gdLst/>
              <a:ahLst/>
              <a:cxnLst/>
              <a:rect l="l" t="t" r="r" b="b"/>
              <a:pathLst>
                <a:path w="1524635" h="788669">
                  <a:moveTo>
                    <a:pt x="1524279" y="788416"/>
                  </a:moveTo>
                  <a:lnTo>
                    <a:pt x="732612" y="293090"/>
                  </a:lnTo>
                  <a:lnTo>
                    <a:pt x="264185" y="0"/>
                  </a:lnTo>
                  <a:lnTo>
                    <a:pt x="0" y="392849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48296" y="2106814"/>
              <a:ext cx="1790700" cy="466090"/>
            </a:xfrm>
            <a:custGeom>
              <a:avLst/>
              <a:gdLst/>
              <a:ahLst/>
              <a:cxnLst/>
              <a:rect l="l" t="t" r="r" b="b"/>
              <a:pathLst>
                <a:path w="1790700" h="466089">
                  <a:moveTo>
                    <a:pt x="313245" y="0"/>
                  </a:moveTo>
                  <a:lnTo>
                    <a:pt x="0" y="465823"/>
                  </a:lnTo>
                  <a:lnTo>
                    <a:pt x="1790293" y="465823"/>
                  </a:lnTo>
                </a:path>
                <a:path w="1790700" h="466089">
                  <a:moveTo>
                    <a:pt x="1790293" y="465823"/>
                  </a:moveTo>
                  <a:lnTo>
                    <a:pt x="313245" y="0"/>
                  </a:lnTo>
                  <a:lnTo>
                    <a:pt x="415099" y="465823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0724" y="2233928"/>
              <a:ext cx="176775" cy="202303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4293132" y="1780751"/>
            <a:ext cx="1797050" cy="795655"/>
            <a:chOff x="4293132" y="1780751"/>
            <a:chExt cx="1797050" cy="795655"/>
          </a:xfrm>
        </p:grpSpPr>
        <p:sp>
          <p:nvSpPr>
            <p:cNvPr id="21" name="object 21"/>
            <p:cNvSpPr/>
            <p:nvPr/>
          </p:nvSpPr>
          <p:spPr>
            <a:xfrm>
              <a:off x="4296319" y="1783932"/>
              <a:ext cx="1790700" cy="788670"/>
            </a:xfrm>
            <a:custGeom>
              <a:avLst/>
              <a:gdLst/>
              <a:ahLst/>
              <a:cxnLst/>
              <a:rect l="l" t="t" r="r" b="b"/>
              <a:pathLst>
                <a:path w="1790700" h="788669">
                  <a:moveTo>
                    <a:pt x="530199" y="0"/>
                  </a:moveTo>
                  <a:lnTo>
                    <a:pt x="0" y="788416"/>
                  </a:lnTo>
                  <a:lnTo>
                    <a:pt x="1790280" y="788416"/>
                  </a:lnTo>
                  <a:lnTo>
                    <a:pt x="530199" y="0"/>
                  </a:lnTo>
                  <a:close/>
                </a:path>
              </a:pathLst>
            </a:custGeom>
            <a:solidFill>
              <a:srgbClr val="F9C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96307" y="1784080"/>
              <a:ext cx="758190" cy="788670"/>
            </a:xfrm>
            <a:custGeom>
              <a:avLst/>
              <a:gdLst/>
              <a:ahLst/>
              <a:cxnLst/>
              <a:rect l="l" t="t" r="r" b="b"/>
              <a:pathLst>
                <a:path w="758189" h="788669">
                  <a:moveTo>
                    <a:pt x="530186" y="0"/>
                  </a:moveTo>
                  <a:lnTo>
                    <a:pt x="0" y="788416"/>
                  </a:lnTo>
                  <a:lnTo>
                    <a:pt x="757847" y="788416"/>
                  </a:lnTo>
                </a:path>
              </a:pathLst>
            </a:custGeom>
            <a:ln w="6350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26494" y="1784079"/>
              <a:ext cx="234315" cy="788670"/>
            </a:xfrm>
            <a:custGeom>
              <a:avLst/>
              <a:gdLst/>
              <a:ahLst/>
              <a:cxnLst/>
              <a:rect l="l" t="t" r="r" b="b"/>
              <a:pathLst>
                <a:path w="234314" h="788669">
                  <a:moveTo>
                    <a:pt x="234162" y="788416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96319" y="1783926"/>
              <a:ext cx="1790700" cy="788670"/>
            </a:xfrm>
            <a:custGeom>
              <a:avLst/>
              <a:gdLst/>
              <a:ahLst/>
              <a:cxnLst/>
              <a:rect l="l" t="t" r="r" b="b"/>
              <a:pathLst>
                <a:path w="1790700" h="788669">
                  <a:moveTo>
                    <a:pt x="757834" y="788568"/>
                  </a:moveTo>
                  <a:lnTo>
                    <a:pt x="1790255" y="788568"/>
                  </a:lnTo>
                  <a:lnTo>
                    <a:pt x="998626" y="293242"/>
                  </a:lnTo>
                  <a:lnTo>
                    <a:pt x="530174" y="152"/>
                  </a:lnTo>
                </a:path>
                <a:path w="1790700" h="788669">
                  <a:moveTo>
                    <a:pt x="0" y="788415"/>
                  </a:moveTo>
                  <a:lnTo>
                    <a:pt x="1790280" y="788415"/>
                  </a:lnTo>
                  <a:lnTo>
                    <a:pt x="530199" y="0"/>
                  </a:lnTo>
                  <a:lnTo>
                    <a:pt x="0" y="788415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99645" y="2060278"/>
              <a:ext cx="969010" cy="512445"/>
            </a:xfrm>
            <a:custGeom>
              <a:avLst/>
              <a:gdLst/>
              <a:ahLst/>
              <a:cxnLst/>
              <a:rect l="l" t="t" r="r" b="b"/>
              <a:pathLst>
                <a:path w="969010" h="512444">
                  <a:moveTo>
                    <a:pt x="968857" y="0"/>
                  </a:moveTo>
                  <a:lnTo>
                    <a:pt x="0" y="512356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62321" y="1784217"/>
              <a:ext cx="1524635" cy="788670"/>
            </a:xfrm>
            <a:custGeom>
              <a:avLst/>
              <a:gdLst/>
              <a:ahLst/>
              <a:cxnLst/>
              <a:rect l="l" t="t" r="r" b="b"/>
              <a:pathLst>
                <a:path w="1524635" h="788669">
                  <a:moveTo>
                    <a:pt x="1524279" y="788416"/>
                  </a:moveTo>
                  <a:lnTo>
                    <a:pt x="732624" y="293090"/>
                  </a:lnTo>
                  <a:lnTo>
                    <a:pt x="264198" y="0"/>
                  </a:lnTo>
                  <a:lnTo>
                    <a:pt x="0" y="392849"/>
                  </a:lnTo>
                </a:path>
              </a:pathLst>
            </a:custGeom>
            <a:ln w="6350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6319" y="2177071"/>
              <a:ext cx="1790700" cy="395605"/>
            </a:xfrm>
            <a:custGeom>
              <a:avLst/>
              <a:gdLst/>
              <a:ahLst/>
              <a:cxnLst/>
              <a:rect l="l" t="t" r="r" b="b"/>
              <a:pathLst>
                <a:path w="1790700" h="395605">
                  <a:moveTo>
                    <a:pt x="266001" y="0"/>
                  </a:moveTo>
                  <a:lnTo>
                    <a:pt x="0" y="395566"/>
                  </a:lnTo>
                  <a:lnTo>
                    <a:pt x="1790280" y="395566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02466" y="2111992"/>
              <a:ext cx="1484630" cy="461009"/>
            </a:xfrm>
            <a:custGeom>
              <a:avLst/>
              <a:gdLst/>
              <a:ahLst/>
              <a:cxnLst/>
              <a:rect l="l" t="t" r="r" b="b"/>
              <a:pathLst>
                <a:path w="1484629" h="461010">
                  <a:moveTo>
                    <a:pt x="1484134" y="460641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8863" y="2422328"/>
              <a:ext cx="121297" cy="1532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9246" y="1833035"/>
              <a:ext cx="200647" cy="7393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5234" y="2479249"/>
              <a:ext cx="79846" cy="9630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2330611" y="2576341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ED1651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93013" y="1951204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40" dirty="0">
                <a:solidFill>
                  <a:srgbClr val="231F20"/>
                </a:solidFill>
                <a:latin typeface="Trebuchet MS"/>
                <a:cs typeface="Trebuchet MS"/>
              </a:rPr>
              <a:t>F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13645" y="2589403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85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12516" y="1619860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18805" y="2492960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39730" y="2492960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74716" y="1635462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80991" y="2489537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101916" y="2489537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481142" y="2009555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95" dirty="0">
                <a:solidFill>
                  <a:srgbClr val="231F20"/>
                </a:solidFill>
                <a:latin typeface="Trebuchet MS"/>
                <a:cs typeface="Trebuchet MS"/>
              </a:rPr>
              <a:t>D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43108" y="1991311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95" dirty="0">
                <a:solidFill>
                  <a:srgbClr val="231F20"/>
                </a:solidFill>
                <a:latin typeface="Trebuchet MS"/>
                <a:cs typeface="Trebuchet MS"/>
              </a:rPr>
              <a:t>D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9487" y="3320193"/>
            <a:ext cx="4779010" cy="473709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288290" marR="43180" indent="-250825">
              <a:lnSpc>
                <a:spcPct val="136400"/>
              </a:lnSpc>
              <a:spcBef>
                <a:spcPts val="145"/>
              </a:spcBef>
            </a:pPr>
            <a:r>
              <a:rPr sz="1100" b="1" i="1" spc="-90" dirty="0">
                <a:solidFill>
                  <a:srgbClr val="EF5BA1"/>
                </a:solidFill>
                <a:latin typeface="Verdana"/>
                <a:cs typeface="Verdana"/>
              </a:rPr>
              <a:t>2.</a:t>
            </a:r>
            <a:r>
              <a:rPr sz="1100" b="1" i="1" spc="25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Aşağıdaki</a:t>
            </a:r>
            <a:r>
              <a:rPr sz="1000" b="1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ADE,</a:t>
            </a:r>
            <a:r>
              <a:rPr sz="1000" b="1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0" dirty="0">
                <a:solidFill>
                  <a:srgbClr val="231F20"/>
                </a:solidFill>
                <a:latin typeface="Verdana"/>
                <a:cs typeface="Verdana"/>
              </a:rPr>
              <a:t>BFT,</a:t>
            </a:r>
            <a:r>
              <a:rPr sz="1000" b="1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75" dirty="0">
                <a:solidFill>
                  <a:srgbClr val="231F20"/>
                </a:solidFill>
                <a:latin typeface="Verdana"/>
                <a:cs typeface="Verdana"/>
              </a:rPr>
              <a:t>CNT</a:t>
            </a:r>
            <a:r>
              <a:rPr sz="1000" b="1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b="1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70" dirty="0">
                <a:solidFill>
                  <a:srgbClr val="231F20"/>
                </a:solidFill>
                <a:latin typeface="Verdana"/>
                <a:cs typeface="Verdana"/>
              </a:rPr>
              <a:t>PRS</a:t>
            </a:r>
            <a:r>
              <a:rPr sz="10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üçgenlerinin</a:t>
            </a:r>
            <a:r>
              <a:rPr sz="1000" b="1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sırasıyla</a:t>
            </a:r>
            <a:r>
              <a:rPr sz="1000" b="1" i="1" spc="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50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1500" spc="-1125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382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b="1" i="1" spc="-100" dirty="0">
                <a:solidFill>
                  <a:srgbClr val="231F20"/>
                </a:solidFill>
                <a:latin typeface="Verdana"/>
                <a:cs typeface="Verdana"/>
              </a:rPr>
              <a:t>,</a:t>
            </a:r>
            <a:r>
              <a:rPr sz="1000" b="1" i="1" spc="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00" dirty="0">
                <a:solidFill>
                  <a:srgbClr val="231F20"/>
                </a:solidFill>
                <a:latin typeface="Verdana"/>
                <a:cs typeface="Verdana"/>
              </a:rPr>
              <a:t>T</a:t>
            </a:r>
            <a:r>
              <a:rPr sz="1500" spc="-1050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577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b="1" i="1" spc="-100" dirty="0">
                <a:solidFill>
                  <a:srgbClr val="231F20"/>
                </a:solidFill>
                <a:latin typeface="Verdana"/>
                <a:cs typeface="Verdana"/>
              </a:rPr>
              <a:t>,</a:t>
            </a:r>
            <a:r>
              <a:rPr sz="1000" b="1" i="1" spc="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20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r>
              <a:rPr sz="1500" spc="-1080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 </a:t>
            </a:r>
            <a:r>
              <a:rPr sz="1500" spc="-457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rını</a:t>
            </a:r>
            <a:r>
              <a:rPr sz="1000" b="1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çiziniz.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377202" y="3399949"/>
            <a:ext cx="2971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b="1" i="1" spc="-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15" dirty="0">
                <a:solidFill>
                  <a:srgbClr val="231F20"/>
                </a:solidFill>
                <a:latin typeface="Verdana"/>
                <a:cs typeface="Verdana"/>
              </a:rPr>
              <a:t>S</a:t>
            </a:r>
            <a:r>
              <a:rPr sz="1500" spc="-1072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endParaRPr sz="1500" baseline="11111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730199" y="3399949"/>
            <a:ext cx="14827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30" dirty="0">
                <a:solidFill>
                  <a:srgbClr val="231F20"/>
                </a:solidFill>
                <a:latin typeface="Verdana"/>
                <a:cs typeface="Verdana"/>
              </a:rPr>
              <a:t>’sına</a:t>
            </a:r>
            <a:r>
              <a:rPr sz="10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90" dirty="0">
                <a:solidFill>
                  <a:srgbClr val="231F20"/>
                </a:solidFill>
                <a:latin typeface="Verdana"/>
                <a:cs typeface="Verdana"/>
              </a:rPr>
              <a:t>aitt</a:t>
            </a:r>
            <a:r>
              <a:rPr sz="10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açıorttayla-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066970" y="4058752"/>
            <a:ext cx="3898265" cy="1301115"/>
            <a:chOff x="2066970" y="4058752"/>
            <a:chExt cx="3898265" cy="1301115"/>
          </a:xfrm>
        </p:grpSpPr>
        <p:sp>
          <p:nvSpPr>
            <p:cNvPr id="47" name="object 47"/>
            <p:cNvSpPr/>
            <p:nvPr/>
          </p:nvSpPr>
          <p:spPr>
            <a:xfrm>
              <a:off x="2069510" y="4061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072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216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216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360049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360049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504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504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48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648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792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792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936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936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080049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080049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24049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24049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368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368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512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512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656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656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00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00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944049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944049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088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088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232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232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376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376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520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520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664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664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808049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808049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952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952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096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096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240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240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384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384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528050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528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672049" y="406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672049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816050" y="4061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816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960050" y="4063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069510" y="4205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072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216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216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360049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360049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504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504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648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648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2792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2792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936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936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080049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080049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224049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224049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368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368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512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512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656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656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800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800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944049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944049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088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088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232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232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4376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376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520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520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4664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664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808049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4808049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4952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952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5096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5096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5240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5240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5384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5384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5528050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5528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5672049" y="420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5672049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5816050" y="4205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816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5960050" y="420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2069510" y="4349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2072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2216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2216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2360049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360049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504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504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2648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2648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2792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2792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2936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2936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080049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080049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224049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224049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3368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368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512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3512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3656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3656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3800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3800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944049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3944049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4088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4088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4232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4232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4376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4376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4520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4520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4664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4664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4808049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4808049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4952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4952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5096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5096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5240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5240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5384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5384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5528050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5528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5672049" y="434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5672049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5816050" y="4349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5816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5960050" y="435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2069510" y="4493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2072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2216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2216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2360049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2360049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2504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2504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2648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2648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2792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2792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2936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2936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3080049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3080049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3224049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3224049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3368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3368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3512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3512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3656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3656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3800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3800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3944049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3944049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4088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4088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4232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4232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4376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4376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4520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4520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4664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4664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4808049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4808049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4952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4952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5096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5096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5240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5240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5384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5384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5528050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5528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5672049" y="449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5672049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5816050" y="4493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5816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5960050" y="449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2069510" y="4637291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2072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2216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2216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2360049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2360049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2504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2504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2648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2648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2792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2792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2936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2936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3080049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3080049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3224049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3224049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3368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3368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3512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3512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3656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3656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3800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3800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3944049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3944049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4088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4088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4232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4232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4376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4376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4520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4520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4664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4664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4808049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4808049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4952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4952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5096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5096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5240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5240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5384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5384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5528050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5528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5672049" y="4637291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5672049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5816050" y="4637291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5816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5960050" y="4639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2069510" y="4781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2072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2216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2216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2360049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2360049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2504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2504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2648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2648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2792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2792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2936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2936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3080049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3080049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3224049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3224049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3368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3368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3512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3512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3656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3656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3800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3800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3944049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3944049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4088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4088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4232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4232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4376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4376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4520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4520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4664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4664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4808049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4808049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4952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4952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5096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5096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5240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5240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5384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5384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5528050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5528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5672049" y="4781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5672049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5816050" y="4781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5816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5960050" y="4783826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2069510" y="4925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2072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2216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2216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2360049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2360049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2504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2504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2648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2648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2792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2792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2936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2936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3080049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3080049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3224049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3224049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3368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3368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3512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3512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3656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3656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3800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3800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3944049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3944049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4088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4088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4232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4232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4376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4376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4520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4520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4664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4664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4808049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4808049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4952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4952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5096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5096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5240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5240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5384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5384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5528050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5528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5672049" y="4925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5672049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5816050" y="4925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5816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5960050" y="4927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2069510" y="5069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2072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2216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2216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2360049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2360049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2504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2504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2648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2648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2792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2792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2936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2936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3080049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3080049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3224049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3224049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3368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3368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3512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3512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3656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3656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3800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3800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3944049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3944049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4088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4088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4232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4232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4376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4376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4520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4520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4664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4664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4808049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4808049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4952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4952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4" name="object 474"/>
            <p:cNvSpPr/>
            <p:nvPr/>
          </p:nvSpPr>
          <p:spPr>
            <a:xfrm>
              <a:off x="5096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5096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5240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5240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5384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5384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5528050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5528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5672049" y="5069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5672049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5816050" y="5069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5816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5960050" y="5071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2069510" y="5213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2072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2216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2216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2360049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2360049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3" name="object 493"/>
            <p:cNvSpPr/>
            <p:nvPr/>
          </p:nvSpPr>
          <p:spPr>
            <a:xfrm>
              <a:off x="2504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4" name="object 494"/>
            <p:cNvSpPr/>
            <p:nvPr/>
          </p:nvSpPr>
          <p:spPr>
            <a:xfrm>
              <a:off x="2504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2648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6" name="object 496"/>
            <p:cNvSpPr/>
            <p:nvPr/>
          </p:nvSpPr>
          <p:spPr>
            <a:xfrm>
              <a:off x="2648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2792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2792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2936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2936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3080049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2" name="object 502"/>
            <p:cNvSpPr/>
            <p:nvPr/>
          </p:nvSpPr>
          <p:spPr>
            <a:xfrm>
              <a:off x="3080049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3224049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/>
            <p:cNvSpPr/>
            <p:nvPr/>
          </p:nvSpPr>
          <p:spPr>
            <a:xfrm>
              <a:off x="3224049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5" name="object 505"/>
            <p:cNvSpPr/>
            <p:nvPr/>
          </p:nvSpPr>
          <p:spPr>
            <a:xfrm>
              <a:off x="3368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3368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7" name="object 507"/>
            <p:cNvSpPr/>
            <p:nvPr/>
          </p:nvSpPr>
          <p:spPr>
            <a:xfrm>
              <a:off x="3512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08"/>
            <p:cNvSpPr/>
            <p:nvPr/>
          </p:nvSpPr>
          <p:spPr>
            <a:xfrm>
              <a:off x="3512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9" name="object 509"/>
            <p:cNvSpPr/>
            <p:nvPr/>
          </p:nvSpPr>
          <p:spPr>
            <a:xfrm>
              <a:off x="3656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0" name="object 510"/>
            <p:cNvSpPr/>
            <p:nvPr/>
          </p:nvSpPr>
          <p:spPr>
            <a:xfrm>
              <a:off x="3656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3800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3800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3" name="object 513"/>
            <p:cNvSpPr/>
            <p:nvPr/>
          </p:nvSpPr>
          <p:spPr>
            <a:xfrm>
              <a:off x="3944049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3944049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4088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4088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17"/>
            <p:cNvSpPr/>
            <p:nvPr/>
          </p:nvSpPr>
          <p:spPr>
            <a:xfrm>
              <a:off x="4232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4232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9" name="object 519"/>
            <p:cNvSpPr/>
            <p:nvPr/>
          </p:nvSpPr>
          <p:spPr>
            <a:xfrm>
              <a:off x="4376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4376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1"/>
            <p:cNvSpPr/>
            <p:nvPr/>
          </p:nvSpPr>
          <p:spPr>
            <a:xfrm>
              <a:off x="4520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4520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/>
            <p:cNvSpPr/>
            <p:nvPr/>
          </p:nvSpPr>
          <p:spPr>
            <a:xfrm>
              <a:off x="4664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4664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4808049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4808049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4952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4952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5096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5096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1" name="object 531"/>
            <p:cNvSpPr/>
            <p:nvPr/>
          </p:nvSpPr>
          <p:spPr>
            <a:xfrm>
              <a:off x="5240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2"/>
            <p:cNvSpPr/>
            <p:nvPr/>
          </p:nvSpPr>
          <p:spPr>
            <a:xfrm>
              <a:off x="5240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3" name="object 533"/>
            <p:cNvSpPr/>
            <p:nvPr/>
          </p:nvSpPr>
          <p:spPr>
            <a:xfrm>
              <a:off x="5384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4" name="object 534"/>
            <p:cNvSpPr/>
            <p:nvPr/>
          </p:nvSpPr>
          <p:spPr>
            <a:xfrm>
              <a:off x="5384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535"/>
            <p:cNvSpPr/>
            <p:nvPr/>
          </p:nvSpPr>
          <p:spPr>
            <a:xfrm>
              <a:off x="5528050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36"/>
            <p:cNvSpPr/>
            <p:nvPr/>
          </p:nvSpPr>
          <p:spPr>
            <a:xfrm>
              <a:off x="5528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5672049" y="5213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5672049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5816050" y="5213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5816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1"/>
            <p:cNvSpPr/>
            <p:nvPr/>
          </p:nvSpPr>
          <p:spPr>
            <a:xfrm>
              <a:off x="5960050" y="521582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2" name="object 542"/>
            <p:cNvSpPr/>
            <p:nvPr/>
          </p:nvSpPr>
          <p:spPr>
            <a:xfrm>
              <a:off x="2069510" y="5357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2216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2360049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5" name="object 545"/>
            <p:cNvSpPr/>
            <p:nvPr/>
          </p:nvSpPr>
          <p:spPr>
            <a:xfrm>
              <a:off x="2504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2648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2792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48"/>
            <p:cNvSpPr/>
            <p:nvPr/>
          </p:nvSpPr>
          <p:spPr>
            <a:xfrm>
              <a:off x="2936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49"/>
            <p:cNvSpPr/>
            <p:nvPr/>
          </p:nvSpPr>
          <p:spPr>
            <a:xfrm>
              <a:off x="3080049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0"/>
            <p:cNvSpPr/>
            <p:nvPr/>
          </p:nvSpPr>
          <p:spPr>
            <a:xfrm>
              <a:off x="3224049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3368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3512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3"/>
            <p:cNvSpPr/>
            <p:nvPr/>
          </p:nvSpPr>
          <p:spPr>
            <a:xfrm>
              <a:off x="3656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54"/>
            <p:cNvSpPr/>
            <p:nvPr/>
          </p:nvSpPr>
          <p:spPr>
            <a:xfrm>
              <a:off x="3800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3944049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4088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4232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4376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4520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4664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4808049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4952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5096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5240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5384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5528050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5672049" y="535729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68"/>
            <p:cNvSpPr/>
            <p:nvPr/>
          </p:nvSpPr>
          <p:spPr>
            <a:xfrm>
              <a:off x="5816050" y="535729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9" name="object 569"/>
          <p:cNvSpPr txBox="1"/>
          <p:nvPr/>
        </p:nvSpPr>
        <p:spPr>
          <a:xfrm>
            <a:off x="2593468" y="4217978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570" name="object 570"/>
          <p:cNvSpPr txBox="1"/>
          <p:nvPr/>
        </p:nvSpPr>
        <p:spPr>
          <a:xfrm>
            <a:off x="5045984" y="4358421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571" name="object 571"/>
          <p:cNvSpPr txBox="1"/>
          <p:nvPr/>
        </p:nvSpPr>
        <p:spPr>
          <a:xfrm>
            <a:off x="5040262" y="4920948"/>
            <a:ext cx="11557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9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endParaRPr sz="850">
              <a:latin typeface="Arial"/>
              <a:cs typeface="Arial"/>
            </a:endParaRPr>
          </a:p>
        </p:txBody>
      </p:sp>
      <p:sp>
        <p:nvSpPr>
          <p:cNvPr id="572" name="object 572"/>
          <p:cNvSpPr txBox="1"/>
          <p:nvPr/>
        </p:nvSpPr>
        <p:spPr>
          <a:xfrm>
            <a:off x="4182168" y="4920948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850">
              <a:latin typeface="Arial"/>
              <a:cs typeface="Arial"/>
            </a:endParaRPr>
          </a:p>
        </p:txBody>
      </p:sp>
      <p:sp>
        <p:nvSpPr>
          <p:cNvPr id="573" name="object 573"/>
          <p:cNvSpPr txBox="1"/>
          <p:nvPr/>
        </p:nvSpPr>
        <p:spPr>
          <a:xfrm>
            <a:off x="2236045" y="4570867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0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850">
              <a:latin typeface="Arial"/>
              <a:cs typeface="Arial"/>
            </a:endParaRPr>
          </a:p>
        </p:txBody>
      </p:sp>
      <p:sp>
        <p:nvSpPr>
          <p:cNvPr id="574" name="object 574"/>
          <p:cNvSpPr txBox="1"/>
          <p:nvPr/>
        </p:nvSpPr>
        <p:spPr>
          <a:xfrm>
            <a:off x="3173375" y="4918250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575" name="object 575"/>
          <p:cNvGrpSpPr/>
          <p:nvPr/>
        </p:nvGrpSpPr>
        <p:grpSpPr>
          <a:xfrm>
            <a:off x="2358372" y="4347643"/>
            <a:ext cx="2741930" cy="582295"/>
            <a:chOff x="2358372" y="4347643"/>
            <a:chExt cx="2741930" cy="582295"/>
          </a:xfrm>
        </p:grpSpPr>
        <p:sp>
          <p:nvSpPr>
            <p:cNvPr id="576" name="object 576"/>
            <p:cNvSpPr/>
            <p:nvPr/>
          </p:nvSpPr>
          <p:spPr>
            <a:xfrm>
              <a:off x="2361547" y="4350818"/>
              <a:ext cx="862330" cy="575945"/>
            </a:xfrm>
            <a:custGeom>
              <a:avLst/>
              <a:gdLst/>
              <a:ahLst/>
              <a:cxnLst/>
              <a:rect l="l" t="t" r="r" b="b"/>
              <a:pathLst>
                <a:path w="862330" h="575945">
                  <a:moveTo>
                    <a:pt x="287858" y="0"/>
                  </a:moveTo>
                  <a:lnTo>
                    <a:pt x="0" y="284708"/>
                  </a:lnTo>
                  <a:lnTo>
                    <a:pt x="861758" y="575538"/>
                  </a:lnTo>
                  <a:lnTo>
                    <a:pt x="287858" y="0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77"/>
            <p:cNvSpPr/>
            <p:nvPr/>
          </p:nvSpPr>
          <p:spPr>
            <a:xfrm>
              <a:off x="4230922" y="4490890"/>
              <a:ext cx="866140" cy="431165"/>
            </a:xfrm>
            <a:custGeom>
              <a:avLst/>
              <a:gdLst/>
              <a:ahLst/>
              <a:cxnLst/>
              <a:rect l="l" t="t" r="r" b="b"/>
              <a:pathLst>
                <a:path w="866139" h="431164">
                  <a:moveTo>
                    <a:pt x="865581" y="0"/>
                  </a:moveTo>
                  <a:lnTo>
                    <a:pt x="865581" y="430885"/>
                  </a:lnTo>
                  <a:lnTo>
                    <a:pt x="0" y="430885"/>
                  </a:lnTo>
                  <a:lnTo>
                    <a:pt x="865581" y="0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78"/>
            <p:cNvSpPr/>
            <p:nvPr/>
          </p:nvSpPr>
          <p:spPr>
            <a:xfrm>
              <a:off x="4807140" y="4635427"/>
              <a:ext cx="288290" cy="286385"/>
            </a:xfrm>
            <a:custGeom>
              <a:avLst/>
              <a:gdLst/>
              <a:ahLst/>
              <a:cxnLst/>
              <a:rect l="l" t="t" r="r" b="b"/>
              <a:pathLst>
                <a:path w="288289" h="286385">
                  <a:moveTo>
                    <a:pt x="0" y="0"/>
                  </a:moveTo>
                  <a:lnTo>
                    <a:pt x="287997" y="286207"/>
                  </a:lnTo>
                </a:path>
              </a:pathLst>
            </a:custGeom>
            <a:ln w="6350">
              <a:solidFill>
                <a:srgbClr val="EC008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579"/>
            <p:cNvSpPr/>
            <p:nvPr/>
          </p:nvSpPr>
          <p:spPr>
            <a:xfrm>
              <a:off x="2647426" y="4363727"/>
              <a:ext cx="0" cy="380365"/>
            </a:xfrm>
            <a:custGeom>
              <a:avLst/>
              <a:gdLst/>
              <a:ahLst/>
              <a:cxnLst/>
              <a:rect l="l" t="t" r="r" b="b"/>
              <a:pathLst>
                <a:path h="380364">
                  <a:moveTo>
                    <a:pt x="0" y="0"/>
                  </a:moveTo>
                  <a:lnTo>
                    <a:pt x="0" y="379806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0" name="object 580"/>
          <p:cNvGrpSpPr/>
          <p:nvPr/>
        </p:nvGrpSpPr>
        <p:grpSpPr>
          <a:xfrm>
            <a:off x="2066970" y="5707273"/>
            <a:ext cx="3898265" cy="1445260"/>
            <a:chOff x="2066970" y="5707273"/>
            <a:chExt cx="3898265" cy="1445260"/>
          </a:xfrm>
        </p:grpSpPr>
        <p:sp>
          <p:nvSpPr>
            <p:cNvPr id="581" name="object 581"/>
            <p:cNvSpPr/>
            <p:nvPr/>
          </p:nvSpPr>
          <p:spPr>
            <a:xfrm>
              <a:off x="2069510" y="5709813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2072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3"/>
            <p:cNvSpPr/>
            <p:nvPr/>
          </p:nvSpPr>
          <p:spPr>
            <a:xfrm>
              <a:off x="2216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2216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2360049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86"/>
            <p:cNvSpPr/>
            <p:nvPr/>
          </p:nvSpPr>
          <p:spPr>
            <a:xfrm>
              <a:off x="2360049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87"/>
            <p:cNvSpPr/>
            <p:nvPr/>
          </p:nvSpPr>
          <p:spPr>
            <a:xfrm>
              <a:off x="2504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2504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89"/>
            <p:cNvSpPr/>
            <p:nvPr/>
          </p:nvSpPr>
          <p:spPr>
            <a:xfrm>
              <a:off x="2648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0" name="object 590"/>
            <p:cNvSpPr/>
            <p:nvPr/>
          </p:nvSpPr>
          <p:spPr>
            <a:xfrm>
              <a:off x="2648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2792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2792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3" name="object 593"/>
            <p:cNvSpPr/>
            <p:nvPr/>
          </p:nvSpPr>
          <p:spPr>
            <a:xfrm>
              <a:off x="2936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2936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595"/>
            <p:cNvSpPr/>
            <p:nvPr/>
          </p:nvSpPr>
          <p:spPr>
            <a:xfrm>
              <a:off x="3080049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6" name="object 596"/>
            <p:cNvSpPr/>
            <p:nvPr/>
          </p:nvSpPr>
          <p:spPr>
            <a:xfrm>
              <a:off x="3080049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7" name="object 597"/>
            <p:cNvSpPr/>
            <p:nvPr/>
          </p:nvSpPr>
          <p:spPr>
            <a:xfrm>
              <a:off x="3224049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8" name="object 598"/>
            <p:cNvSpPr/>
            <p:nvPr/>
          </p:nvSpPr>
          <p:spPr>
            <a:xfrm>
              <a:off x="3224049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9" name="object 599"/>
            <p:cNvSpPr/>
            <p:nvPr/>
          </p:nvSpPr>
          <p:spPr>
            <a:xfrm>
              <a:off x="3368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0" name="object 600"/>
            <p:cNvSpPr/>
            <p:nvPr/>
          </p:nvSpPr>
          <p:spPr>
            <a:xfrm>
              <a:off x="3368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1" name="object 601"/>
            <p:cNvSpPr/>
            <p:nvPr/>
          </p:nvSpPr>
          <p:spPr>
            <a:xfrm>
              <a:off x="3512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2" name="object 602"/>
            <p:cNvSpPr/>
            <p:nvPr/>
          </p:nvSpPr>
          <p:spPr>
            <a:xfrm>
              <a:off x="3512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3" name="object 603"/>
            <p:cNvSpPr/>
            <p:nvPr/>
          </p:nvSpPr>
          <p:spPr>
            <a:xfrm>
              <a:off x="3656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4" name="object 604"/>
            <p:cNvSpPr/>
            <p:nvPr/>
          </p:nvSpPr>
          <p:spPr>
            <a:xfrm>
              <a:off x="3656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5" name="object 605"/>
            <p:cNvSpPr/>
            <p:nvPr/>
          </p:nvSpPr>
          <p:spPr>
            <a:xfrm>
              <a:off x="3800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6" name="object 606"/>
            <p:cNvSpPr/>
            <p:nvPr/>
          </p:nvSpPr>
          <p:spPr>
            <a:xfrm>
              <a:off x="3800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7" name="object 607"/>
            <p:cNvSpPr/>
            <p:nvPr/>
          </p:nvSpPr>
          <p:spPr>
            <a:xfrm>
              <a:off x="3944049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8" name="object 608"/>
            <p:cNvSpPr/>
            <p:nvPr/>
          </p:nvSpPr>
          <p:spPr>
            <a:xfrm>
              <a:off x="3944049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9" name="object 609"/>
            <p:cNvSpPr/>
            <p:nvPr/>
          </p:nvSpPr>
          <p:spPr>
            <a:xfrm>
              <a:off x="4088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0" name="object 610"/>
            <p:cNvSpPr/>
            <p:nvPr/>
          </p:nvSpPr>
          <p:spPr>
            <a:xfrm>
              <a:off x="4088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611"/>
            <p:cNvSpPr/>
            <p:nvPr/>
          </p:nvSpPr>
          <p:spPr>
            <a:xfrm>
              <a:off x="4232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2" name="object 612"/>
            <p:cNvSpPr/>
            <p:nvPr/>
          </p:nvSpPr>
          <p:spPr>
            <a:xfrm>
              <a:off x="4232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3" name="object 613"/>
            <p:cNvSpPr/>
            <p:nvPr/>
          </p:nvSpPr>
          <p:spPr>
            <a:xfrm>
              <a:off x="4376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4" name="object 614"/>
            <p:cNvSpPr/>
            <p:nvPr/>
          </p:nvSpPr>
          <p:spPr>
            <a:xfrm>
              <a:off x="4376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5" name="object 615"/>
            <p:cNvSpPr/>
            <p:nvPr/>
          </p:nvSpPr>
          <p:spPr>
            <a:xfrm>
              <a:off x="4520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6" name="object 616"/>
            <p:cNvSpPr/>
            <p:nvPr/>
          </p:nvSpPr>
          <p:spPr>
            <a:xfrm>
              <a:off x="4520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7" name="object 617"/>
            <p:cNvSpPr/>
            <p:nvPr/>
          </p:nvSpPr>
          <p:spPr>
            <a:xfrm>
              <a:off x="4664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8" name="object 618"/>
            <p:cNvSpPr/>
            <p:nvPr/>
          </p:nvSpPr>
          <p:spPr>
            <a:xfrm>
              <a:off x="4664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9" name="object 619"/>
            <p:cNvSpPr/>
            <p:nvPr/>
          </p:nvSpPr>
          <p:spPr>
            <a:xfrm>
              <a:off x="4808049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0" name="object 620"/>
            <p:cNvSpPr/>
            <p:nvPr/>
          </p:nvSpPr>
          <p:spPr>
            <a:xfrm>
              <a:off x="4808049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1" name="object 621"/>
            <p:cNvSpPr/>
            <p:nvPr/>
          </p:nvSpPr>
          <p:spPr>
            <a:xfrm>
              <a:off x="4952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2" name="object 622"/>
            <p:cNvSpPr/>
            <p:nvPr/>
          </p:nvSpPr>
          <p:spPr>
            <a:xfrm>
              <a:off x="4952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3" name="object 623"/>
            <p:cNvSpPr/>
            <p:nvPr/>
          </p:nvSpPr>
          <p:spPr>
            <a:xfrm>
              <a:off x="5096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4" name="object 624"/>
            <p:cNvSpPr/>
            <p:nvPr/>
          </p:nvSpPr>
          <p:spPr>
            <a:xfrm>
              <a:off x="5096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5" name="object 625"/>
            <p:cNvSpPr/>
            <p:nvPr/>
          </p:nvSpPr>
          <p:spPr>
            <a:xfrm>
              <a:off x="5240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626"/>
            <p:cNvSpPr/>
            <p:nvPr/>
          </p:nvSpPr>
          <p:spPr>
            <a:xfrm>
              <a:off x="5240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627"/>
            <p:cNvSpPr/>
            <p:nvPr/>
          </p:nvSpPr>
          <p:spPr>
            <a:xfrm>
              <a:off x="5384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8" name="object 628"/>
            <p:cNvSpPr/>
            <p:nvPr/>
          </p:nvSpPr>
          <p:spPr>
            <a:xfrm>
              <a:off x="5384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9" name="object 629"/>
            <p:cNvSpPr/>
            <p:nvPr/>
          </p:nvSpPr>
          <p:spPr>
            <a:xfrm>
              <a:off x="5528050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630"/>
            <p:cNvSpPr/>
            <p:nvPr/>
          </p:nvSpPr>
          <p:spPr>
            <a:xfrm>
              <a:off x="5528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631"/>
            <p:cNvSpPr/>
            <p:nvPr/>
          </p:nvSpPr>
          <p:spPr>
            <a:xfrm>
              <a:off x="5672049" y="570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2" name="object 632"/>
            <p:cNvSpPr/>
            <p:nvPr/>
          </p:nvSpPr>
          <p:spPr>
            <a:xfrm>
              <a:off x="5672049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3" name="object 633"/>
            <p:cNvSpPr/>
            <p:nvPr/>
          </p:nvSpPr>
          <p:spPr>
            <a:xfrm>
              <a:off x="5816050" y="5709813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4" name="object 634"/>
            <p:cNvSpPr/>
            <p:nvPr/>
          </p:nvSpPr>
          <p:spPr>
            <a:xfrm>
              <a:off x="5816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5" name="object 635"/>
            <p:cNvSpPr/>
            <p:nvPr/>
          </p:nvSpPr>
          <p:spPr>
            <a:xfrm>
              <a:off x="5960050" y="571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6" name="object 636"/>
            <p:cNvSpPr/>
            <p:nvPr/>
          </p:nvSpPr>
          <p:spPr>
            <a:xfrm>
              <a:off x="2069510" y="5853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7" name="object 637"/>
            <p:cNvSpPr/>
            <p:nvPr/>
          </p:nvSpPr>
          <p:spPr>
            <a:xfrm>
              <a:off x="2072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8" name="object 638"/>
            <p:cNvSpPr/>
            <p:nvPr/>
          </p:nvSpPr>
          <p:spPr>
            <a:xfrm>
              <a:off x="2216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9" name="object 639"/>
            <p:cNvSpPr/>
            <p:nvPr/>
          </p:nvSpPr>
          <p:spPr>
            <a:xfrm>
              <a:off x="2216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0" name="object 640"/>
            <p:cNvSpPr/>
            <p:nvPr/>
          </p:nvSpPr>
          <p:spPr>
            <a:xfrm>
              <a:off x="2360049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1" name="object 641"/>
            <p:cNvSpPr/>
            <p:nvPr/>
          </p:nvSpPr>
          <p:spPr>
            <a:xfrm>
              <a:off x="2360049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2" name="object 642"/>
            <p:cNvSpPr/>
            <p:nvPr/>
          </p:nvSpPr>
          <p:spPr>
            <a:xfrm>
              <a:off x="2504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3" name="object 643"/>
            <p:cNvSpPr/>
            <p:nvPr/>
          </p:nvSpPr>
          <p:spPr>
            <a:xfrm>
              <a:off x="2504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4" name="object 644"/>
            <p:cNvSpPr/>
            <p:nvPr/>
          </p:nvSpPr>
          <p:spPr>
            <a:xfrm>
              <a:off x="2648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5" name="object 645"/>
            <p:cNvSpPr/>
            <p:nvPr/>
          </p:nvSpPr>
          <p:spPr>
            <a:xfrm>
              <a:off x="2648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6" name="object 646"/>
            <p:cNvSpPr/>
            <p:nvPr/>
          </p:nvSpPr>
          <p:spPr>
            <a:xfrm>
              <a:off x="2792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7" name="object 647"/>
            <p:cNvSpPr/>
            <p:nvPr/>
          </p:nvSpPr>
          <p:spPr>
            <a:xfrm>
              <a:off x="2792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8" name="object 648"/>
            <p:cNvSpPr/>
            <p:nvPr/>
          </p:nvSpPr>
          <p:spPr>
            <a:xfrm>
              <a:off x="2936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9" name="object 649"/>
            <p:cNvSpPr/>
            <p:nvPr/>
          </p:nvSpPr>
          <p:spPr>
            <a:xfrm>
              <a:off x="2936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0" name="object 650"/>
            <p:cNvSpPr/>
            <p:nvPr/>
          </p:nvSpPr>
          <p:spPr>
            <a:xfrm>
              <a:off x="3080049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1" name="object 651"/>
            <p:cNvSpPr/>
            <p:nvPr/>
          </p:nvSpPr>
          <p:spPr>
            <a:xfrm>
              <a:off x="3080049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2" name="object 652"/>
            <p:cNvSpPr/>
            <p:nvPr/>
          </p:nvSpPr>
          <p:spPr>
            <a:xfrm>
              <a:off x="3224049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3" name="object 653"/>
            <p:cNvSpPr/>
            <p:nvPr/>
          </p:nvSpPr>
          <p:spPr>
            <a:xfrm>
              <a:off x="3224049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4" name="object 654"/>
            <p:cNvSpPr/>
            <p:nvPr/>
          </p:nvSpPr>
          <p:spPr>
            <a:xfrm>
              <a:off x="3368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5" name="object 655"/>
            <p:cNvSpPr/>
            <p:nvPr/>
          </p:nvSpPr>
          <p:spPr>
            <a:xfrm>
              <a:off x="3368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6" name="object 656"/>
            <p:cNvSpPr/>
            <p:nvPr/>
          </p:nvSpPr>
          <p:spPr>
            <a:xfrm>
              <a:off x="3512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7" name="object 657"/>
            <p:cNvSpPr/>
            <p:nvPr/>
          </p:nvSpPr>
          <p:spPr>
            <a:xfrm>
              <a:off x="3512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658"/>
            <p:cNvSpPr/>
            <p:nvPr/>
          </p:nvSpPr>
          <p:spPr>
            <a:xfrm>
              <a:off x="3656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9" name="object 659"/>
            <p:cNvSpPr/>
            <p:nvPr/>
          </p:nvSpPr>
          <p:spPr>
            <a:xfrm>
              <a:off x="3656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0" name="object 660"/>
            <p:cNvSpPr/>
            <p:nvPr/>
          </p:nvSpPr>
          <p:spPr>
            <a:xfrm>
              <a:off x="3800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1" name="object 661"/>
            <p:cNvSpPr/>
            <p:nvPr/>
          </p:nvSpPr>
          <p:spPr>
            <a:xfrm>
              <a:off x="3800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2" name="object 662"/>
            <p:cNvSpPr/>
            <p:nvPr/>
          </p:nvSpPr>
          <p:spPr>
            <a:xfrm>
              <a:off x="3944049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3" name="object 663"/>
            <p:cNvSpPr/>
            <p:nvPr/>
          </p:nvSpPr>
          <p:spPr>
            <a:xfrm>
              <a:off x="3944049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4" name="object 664"/>
            <p:cNvSpPr/>
            <p:nvPr/>
          </p:nvSpPr>
          <p:spPr>
            <a:xfrm>
              <a:off x="4088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5" name="object 665"/>
            <p:cNvSpPr/>
            <p:nvPr/>
          </p:nvSpPr>
          <p:spPr>
            <a:xfrm>
              <a:off x="4088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6" name="object 666"/>
            <p:cNvSpPr/>
            <p:nvPr/>
          </p:nvSpPr>
          <p:spPr>
            <a:xfrm>
              <a:off x="4232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7" name="object 667"/>
            <p:cNvSpPr/>
            <p:nvPr/>
          </p:nvSpPr>
          <p:spPr>
            <a:xfrm>
              <a:off x="4232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8" name="object 668"/>
            <p:cNvSpPr/>
            <p:nvPr/>
          </p:nvSpPr>
          <p:spPr>
            <a:xfrm>
              <a:off x="4376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9" name="object 669"/>
            <p:cNvSpPr/>
            <p:nvPr/>
          </p:nvSpPr>
          <p:spPr>
            <a:xfrm>
              <a:off x="4376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0" name="object 670"/>
            <p:cNvSpPr/>
            <p:nvPr/>
          </p:nvSpPr>
          <p:spPr>
            <a:xfrm>
              <a:off x="4520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1" name="object 671"/>
            <p:cNvSpPr/>
            <p:nvPr/>
          </p:nvSpPr>
          <p:spPr>
            <a:xfrm>
              <a:off x="4520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2" name="object 672"/>
            <p:cNvSpPr/>
            <p:nvPr/>
          </p:nvSpPr>
          <p:spPr>
            <a:xfrm>
              <a:off x="4664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3" name="object 673"/>
            <p:cNvSpPr/>
            <p:nvPr/>
          </p:nvSpPr>
          <p:spPr>
            <a:xfrm>
              <a:off x="4664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4" name="object 674"/>
            <p:cNvSpPr/>
            <p:nvPr/>
          </p:nvSpPr>
          <p:spPr>
            <a:xfrm>
              <a:off x="4808049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5" name="object 675"/>
            <p:cNvSpPr/>
            <p:nvPr/>
          </p:nvSpPr>
          <p:spPr>
            <a:xfrm>
              <a:off x="4808049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6" name="object 676"/>
            <p:cNvSpPr/>
            <p:nvPr/>
          </p:nvSpPr>
          <p:spPr>
            <a:xfrm>
              <a:off x="4952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7" name="object 677"/>
            <p:cNvSpPr/>
            <p:nvPr/>
          </p:nvSpPr>
          <p:spPr>
            <a:xfrm>
              <a:off x="4952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8" name="object 678"/>
            <p:cNvSpPr/>
            <p:nvPr/>
          </p:nvSpPr>
          <p:spPr>
            <a:xfrm>
              <a:off x="5096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9" name="object 679"/>
            <p:cNvSpPr/>
            <p:nvPr/>
          </p:nvSpPr>
          <p:spPr>
            <a:xfrm>
              <a:off x="5096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0" name="object 680"/>
            <p:cNvSpPr/>
            <p:nvPr/>
          </p:nvSpPr>
          <p:spPr>
            <a:xfrm>
              <a:off x="5240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1" name="object 681"/>
            <p:cNvSpPr/>
            <p:nvPr/>
          </p:nvSpPr>
          <p:spPr>
            <a:xfrm>
              <a:off x="5240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682"/>
            <p:cNvSpPr/>
            <p:nvPr/>
          </p:nvSpPr>
          <p:spPr>
            <a:xfrm>
              <a:off x="5384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3" name="object 683"/>
            <p:cNvSpPr/>
            <p:nvPr/>
          </p:nvSpPr>
          <p:spPr>
            <a:xfrm>
              <a:off x="5384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4" name="object 684"/>
            <p:cNvSpPr/>
            <p:nvPr/>
          </p:nvSpPr>
          <p:spPr>
            <a:xfrm>
              <a:off x="5528050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5" name="object 685"/>
            <p:cNvSpPr/>
            <p:nvPr/>
          </p:nvSpPr>
          <p:spPr>
            <a:xfrm>
              <a:off x="5528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6" name="object 686"/>
            <p:cNvSpPr/>
            <p:nvPr/>
          </p:nvSpPr>
          <p:spPr>
            <a:xfrm>
              <a:off x="5672049" y="5853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7" name="object 687"/>
            <p:cNvSpPr/>
            <p:nvPr/>
          </p:nvSpPr>
          <p:spPr>
            <a:xfrm>
              <a:off x="5672049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8" name="object 688"/>
            <p:cNvSpPr/>
            <p:nvPr/>
          </p:nvSpPr>
          <p:spPr>
            <a:xfrm>
              <a:off x="5816050" y="5853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9" name="object 689"/>
            <p:cNvSpPr/>
            <p:nvPr/>
          </p:nvSpPr>
          <p:spPr>
            <a:xfrm>
              <a:off x="5816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0" name="object 690"/>
            <p:cNvSpPr/>
            <p:nvPr/>
          </p:nvSpPr>
          <p:spPr>
            <a:xfrm>
              <a:off x="5960050" y="5856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1" name="object 691"/>
            <p:cNvSpPr/>
            <p:nvPr/>
          </p:nvSpPr>
          <p:spPr>
            <a:xfrm>
              <a:off x="2069510" y="5997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2" name="object 692"/>
            <p:cNvSpPr/>
            <p:nvPr/>
          </p:nvSpPr>
          <p:spPr>
            <a:xfrm>
              <a:off x="2072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3" name="object 693"/>
            <p:cNvSpPr/>
            <p:nvPr/>
          </p:nvSpPr>
          <p:spPr>
            <a:xfrm>
              <a:off x="2216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4" name="object 694"/>
            <p:cNvSpPr/>
            <p:nvPr/>
          </p:nvSpPr>
          <p:spPr>
            <a:xfrm>
              <a:off x="2216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5" name="object 695"/>
            <p:cNvSpPr/>
            <p:nvPr/>
          </p:nvSpPr>
          <p:spPr>
            <a:xfrm>
              <a:off x="2360049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6" name="object 696"/>
            <p:cNvSpPr/>
            <p:nvPr/>
          </p:nvSpPr>
          <p:spPr>
            <a:xfrm>
              <a:off x="2360049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7" name="object 697"/>
            <p:cNvSpPr/>
            <p:nvPr/>
          </p:nvSpPr>
          <p:spPr>
            <a:xfrm>
              <a:off x="2504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8" name="object 698"/>
            <p:cNvSpPr/>
            <p:nvPr/>
          </p:nvSpPr>
          <p:spPr>
            <a:xfrm>
              <a:off x="2504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9" name="object 699"/>
            <p:cNvSpPr/>
            <p:nvPr/>
          </p:nvSpPr>
          <p:spPr>
            <a:xfrm>
              <a:off x="2648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0" name="object 700"/>
            <p:cNvSpPr/>
            <p:nvPr/>
          </p:nvSpPr>
          <p:spPr>
            <a:xfrm>
              <a:off x="2648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1" name="object 701"/>
            <p:cNvSpPr/>
            <p:nvPr/>
          </p:nvSpPr>
          <p:spPr>
            <a:xfrm>
              <a:off x="2792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2" name="object 702"/>
            <p:cNvSpPr/>
            <p:nvPr/>
          </p:nvSpPr>
          <p:spPr>
            <a:xfrm>
              <a:off x="2792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3" name="object 703"/>
            <p:cNvSpPr/>
            <p:nvPr/>
          </p:nvSpPr>
          <p:spPr>
            <a:xfrm>
              <a:off x="2936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4" name="object 704"/>
            <p:cNvSpPr/>
            <p:nvPr/>
          </p:nvSpPr>
          <p:spPr>
            <a:xfrm>
              <a:off x="2936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5" name="object 705"/>
            <p:cNvSpPr/>
            <p:nvPr/>
          </p:nvSpPr>
          <p:spPr>
            <a:xfrm>
              <a:off x="3080049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6" name="object 706"/>
            <p:cNvSpPr/>
            <p:nvPr/>
          </p:nvSpPr>
          <p:spPr>
            <a:xfrm>
              <a:off x="3080049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7" name="object 707"/>
            <p:cNvSpPr/>
            <p:nvPr/>
          </p:nvSpPr>
          <p:spPr>
            <a:xfrm>
              <a:off x="3224049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8" name="object 708"/>
            <p:cNvSpPr/>
            <p:nvPr/>
          </p:nvSpPr>
          <p:spPr>
            <a:xfrm>
              <a:off x="3224049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9" name="object 709"/>
            <p:cNvSpPr/>
            <p:nvPr/>
          </p:nvSpPr>
          <p:spPr>
            <a:xfrm>
              <a:off x="3368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0" name="object 710"/>
            <p:cNvSpPr/>
            <p:nvPr/>
          </p:nvSpPr>
          <p:spPr>
            <a:xfrm>
              <a:off x="3368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1" name="object 711"/>
            <p:cNvSpPr/>
            <p:nvPr/>
          </p:nvSpPr>
          <p:spPr>
            <a:xfrm>
              <a:off x="3512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2" name="object 712"/>
            <p:cNvSpPr/>
            <p:nvPr/>
          </p:nvSpPr>
          <p:spPr>
            <a:xfrm>
              <a:off x="3512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3" name="object 713"/>
            <p:cNvSpPr/>
            <p:nvPr/>
          </p:nvSpPr>
          <p:spPr>
            <a:xfrm>
              <a:off x="3656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4" name="object 714"/>
            <p:cNvSpPr/>
            <p:nvPr/>
          </p:nvSpPr>
          <p:spPr>
            <a:xfrm>
              <a:off x="3656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5" name="object 715"/>
            <p:cNvSpPr/>
            <p:nvPr/>
          </p:nvSpPr>
          <p:spPr>
            <a:xfrm>
              <a:off x="3800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6" name="object 716"/>
            <p:cNvSpPr/>
            <p:nvPr/>
          </p:nvSpPr>
          <p:spPr>
            <a:xfrm>
              <a:off x="3800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7" name="object 717"/>
            <p:cNvSpPr/>
            <p:nvPr/>
          </p:nvSpPr>
          <p:spPr>
            <a:xfrm>
              <a:off x="3944049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8" name="object 718"/>
            <p:cNvSpPr/>
            <p:nvPr/>
          </p:nvSpPr>
          <p:spPr>
            <a:xfrm>
              <a:off x="3944049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9" name="object 719"/>
            <p:cNvSpPr/>
            <p:nvPr/>
          </p:nvSpPr>
          <p:spPr>
            <a:xfrm>
              <a:off x="4088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0" name="object 720"/>
            <p:cNvSpPr/>
            <p:nvPr/>
          </p:nvSpPr>
          <p:spPr>
            <a:xfrm>
              <a:off x="4088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1" name="object 721"/>
            <p:cNvSpPr/>
            <p:nvPr/>
          </p:nvSpPr>
          <p:spPr>
            <a:xfrm>
              <a:off x="4232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2" name="object 722"/>
            <p:cNvSpPr/>
            <p:nvPr/>
          </p:nvSpPr>
          <p:spPr>
            <a:xfrm>
              <a:off x="4232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3" name="object 723"/>
            <p:cNvSpPr/>
            <p:nvPr/>
          </p:nvSpPr>
          <p:spPr>
            <a:xfrm>
              <a:off x="4376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4" name="object 724"/>
            <p:cNvSpPr/>
            <p:nvPr/>
          </p:nvSpPr>
          <p:spPr>
            <a:xfrm>
              <a:off x="4376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5" name="object 725"/>
            <p:cNvSpPr/>
            <p:nvPr/>
          </p:nvSpPr>
          <p:spPr>
            <a:xfrm>
              <a:off x="4520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6" name="object 726"/>
            <p:cNvSpPr/>
            <p:nvPr/>
          </p:nvSpPr>
          <p:spPr>
            <a:xfrm>
              <a:off x="4520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7" name="object 727"/>
            <p:cNvSpPr/>
            <p:nvPr/>
          </p:nvSpPr>
          <p:spPr>
            <a:xfrm>
              <a:off x="4664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8" name="object 728"/>
            <p:cNvSpPr/>
            <p:nvPr/>
          </p:nvSpPr>
          <p:spPr>
            <a:xfrm>
              <a:off x="4664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9" name="object 729"/>
            <p:cNvSpPr/>
            <p:nvPr/>
          </p:nvSpPr>
          <p:spPr>
            <a:xfrm>
              <a:off x="4808049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0" name="object 730"/>
            <p:cNvSpPr/>
            <p:nvPr/>
          </p:nvSpPr>
          <p:spPr>
            <a:xfrm>
              <a:off x="4808049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1" name="object 731"/>
            <p:cNvSpPr/>
            <p:nvPr/>
          </p:nvSpPr>
          <p:spPr>
            <a:xfrm>
              <a:off x="4952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2" name="object 732"/>
            <p:cNvSpPr/>
            <p:nvPr/>
          </p:nvSpPr>
          <p:spPr>
            <a:xfrm>
              <a:off x="4952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3" name="object 733"/>
            <p:cNvSpPr/>
            <p:nvPr/>
          </p:nvSpPr>
          <p:spPr>
            <a:xfrm>
              <a:off x="5096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4" name="object 734"/>
            <p:cNvSpPr/>
            <p:nvPr/>
          </p:nvSpPr>
          <p:spPr>
            <a:xfrm>
              <a:off x="5096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5" name="object 735"/>
            <p:cNvSpPr/>
            <p:nvPr/>
          </p:nvSpPr>
          <p:spPr>
            <a:xfrm>
              <a:off x="5240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6" name="object 736"/>
            <p:cNvSpPr/>
            <p:nvPr/>
          </p:nvSpPr>
          <p:spPr>
            <a:xfrm>
              <a:off x="5240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7" name="object 737"/>
            <p:cNvSpPr/>
            <p:nvPr/>
          </p:nvSpPr>
          <p:spPr>
            <a:xfrm>
              <a:off x="5384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8" name="object 738"/>
            <p:cNvSpPr/>
            <p:nvPr/>
          </p:nvSpPr>
          <p:spPr>
            <a:xfrm>
              <a:off x="5384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9" name="object 739"/>
            <p:cNvSpPr/>
            <p:nvPr/>
          </p:nvSpPr>
          <p:spPr>
            <a:xfrm>
              <a:off x="5528050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0" name="object 740"/>
            <p:cNvSpPr/>
            <p:nvPr/>
          </p:nvSpPr>
          <p:spPr>
            <a:xfrm>
              <a:off x="5528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1" name="object 741"/>
            <p:cNvSpPr/>
            <p:nvPr/>
          </p:nvSpPr>
          <p:spPr>
            <a:xfrm>
              <a:off x="5672049" y="599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2" name="object 742"/>
            <p:cNvSpPr/>
            <p:nvPr/>
          </p:nvSpPr>
          <p:spPr>
            <a:xfrm>
              <a:off x="5672049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3" name="object 743"/>
            <p:cNvSpPr/>
            <p:nvPr/>
          </p:nvSpPr>
          <p:spPr>
            <a:xfrm>
              <a:off x="5816050" y="5997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4" name="object 744"/>
            <p:cNvSpPr/>
            <p:nvPr/>
          </p:nvSpPr>
          <p:spPr>
            <a:xfrm>
              <a:off x="5816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5" name="object 745"/>
            <p:cNvSpPr/>
            <p:nvPr/>
          </p:nvSpPr>
          <p:spPr>
            <a:xfrm>
              <a:off x="5960050" y="600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6" name="object 746"/>
            <p:cNvSpPr/>
            <p:nvPr/>
          </p:nvSpPr>
          <p:spPr>
            <a:xfrm>
              <a:off x="2069510" y="6141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7" name="object 747"/>
            <p:cNvSpPr/>
            <p:nvPr/>
          </p:nvSpPr>
          <p:spPr>
            <a:xfrm>
              <a:off x="2072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8" name="object 748"/>
            <p:cNvSpPr/>
            <p:nvPr/>
          </p:nvSpPr>
          <p:spPr>
            <a:xfrm>
              <a:off x="2216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9" name="object 749"/>
            <p:cNvSpPr/>
            <p:nvPr/>
          </p:nvSpPr>
          <p:spPr>
            <a:xfrm>
              <a:off x="2216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0" name="object 750"/>
            <p:cNvSpPr/>
            <p:nvPr/>
          </p:nvSpPr>
          <p:spPr>
            <a:xfrm>
              <a:off x="2360049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1" name="object 751"/>
            <p:cNvSpPr/>
            <p:nvPr/>
          </p:nvSpPr>
          <p:spPr>
            <a:xfrm>
              <a:off x="2360049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2" name="object 752"/>
            <p:cNvSpPr/>
            <p:nvPr/>
          </p:nvSpPr>
          <p:spPr>
            <a:xfrm>
              <a:off x="2504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3" name="object 753"/>
            <p:cNvSpPr/>
            <p:nvPr/>
          </p:nvSpPr>
          <p:spPr>
            <a:xfrm>
              <a:off x="2504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4" name="object 754"/>
            <p:cNvSpPr/>
            <p:nvPr/>
          </p:nvSpPr>
          <p:spPr>
            <a:xfrm>
              <a:off x="2648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5" name="object 755"/>
            <p:cNvSpPr/>
            <p:nvPr/>
          </p:nvSpPr>
          <p:spPr>
            <a:xfrm>
              <a:off x="2648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6" name="object 756"/>
            <p:cNvSpPr/>
            <p:nvPr/>
          </p:nvSpPr>
          <p:spPr>
            <a:xfrm>
              <a:off x="2792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7" name="object 757"/>
            <p:cNvSpPr/>
            <p:nvPr/>
          </p:nvSpPr>
          <p:spPr>
            <a:xfrm>
              <a:off x="2792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8" name="object 758"/>
            <p:cNvSpPr/>
            <p:nvPr/>
          </p:nvSpPr>
          <p:spPr>
            <a:xfrm>
              <a:off x="2936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2936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0" name="object 760"/>
            <p:cNvSpPr/>
            <p:nvPr/>
          </p:nvSpPr>
          <p:spPr>
            <a:xfrm>
              <a:off x="3080049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1" name="object 761"/>
            <p:cNvSpPr/>
            <p:nvPr/>
          </p:nvSpPr>
          <p:spPr>
            <a:xfrm>
              <a:off x="3080049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2" name="object 762"/>
            <p:cNvSpPr/>
            <p:nvPr/>
          </p:nvSpPr>
          <p:spPr>
            <a:xfrm>
              <a:off x="3224049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3" name="object 763"/>
            <p:cNvSpPr/>
            <p:nvPr/>
          </p:nvSpPr>
          <p:spPr>
            <a:xfrm>
              <a:off x="3224049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4" name="object 764"/>
            <p:cNvSpPr/>
            <p:nvPr/>
          </p:nvSpPr>
          <p:spPr>
            <a:xfrm>
              <a:off x="3368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5" name="object 765"/>
            <p:cNvSpPr/>
            <p:nvPr/>
          </p:nvSpPr>
          <p:spPr>
            <a:xfrm>
              <a:off x="3368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6" name="object 766"/>
            <p:cNvSpPr/>
            <p:nvPr/>
          </p:nvSpPr>
          <p:spPr>
            <a:xfrm>
              <a:off x="3512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7" name="object 767"/>
            <p:cNvSpPr/>
            <p:nvPr/>
          </p:nvSpPr>
          <p:spPr>
            <a:xfrm>
              <a:off x="3512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8" name="object 768"/>
            <p:cNvSpPr/>
            <p:nvPr/>
          </p:nvSpPr>
          <p:spPr>
            <a:xfrm>
              <a:off x="3656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9" name="object 769"/>
            <p:cNvSpPr/>
            <p:nvPr/>
          </p:nvSpPr>
          <p:spPr>
            <a:xfrm>
              <a:off x="3656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0" name="object 770"/>
            <p:cNvSpPr/>
            <p:nvPr/>
          </p:nvSpPr>
          <p:spPr>
            <a:xfrm>
              <a:off x="3800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1" name="object 771"/>
            <p:cNvSpPr/>
            <p:nvPr/>
          </p:nvSpPr>
          <p:spPr>
            <a:xfrm>
              <a:off x="3800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2" name="object 772"/>
            <p:cNvSpPr/>
            <p:nvPr/>
          </p:nvSpPr>
          <p:spPr>
            <a:xfrm>
              <a:off x="3944049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3" name="object 773"/>
            <p:cNvSpPr/>
            <p:nvPr/>
          </p:nvSpPr>
          <p:spPr>
            <a:xfrm>
              <a:off x="3944049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4" name="object 774"/>
            <p:cNvSpPr/>
            <p:nvPr/>
          </p:nvSpPr>
          <p:spPr>
            <a:xfrm>
              <a:off x="4088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5" name="object 775"/>
            <p:cNvSpPr/>
            <p:nvPr/>
          </p:nvSpPr>
          <p:spPr>
            <a:xfrm>
              <a:off x="4088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6" name="object 776"/>
            <p:cNvSpPr/>
            <p:nvPr/>
          </p:nvSpPr>
          <p:spPr>
            <a:xfrm>
              <a:off x="4232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7" name="object 777"/>
            <p:cNvSpPr/>
            <p:nvPr/>
          </p:nvSpPr>
          <p:spPr>
            <a:xfrm>
              <a:off x="4232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8" name="object 778"/>
            <p:cNvSpPr/>
            <p:nvPr/>
          </p:nvSpPr>
          <p:spPr>
            <a:xfrm>
              <a:off x="4376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9" name="object 779"/>
            <p:cNvSpPr/>
            <p:nvPr/>
          </p:nvSpPr>
          <p:spPr>
            <a:xfrm>
              <a:off x="4376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0" name="object 780"/>
            <p:cNvSpPr/>
            <p:nvPr/>
          </p:nvSpPr>
          <p:spPr>
            <a:xfrm>
              <a:off x="4520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1" name="object 781"/>
            <p:cNvSpPr/>
            <p:nvPr/>
          </p:nvSpPr>
          <p:spPr>
            <a:xfrm>
              <a:off x="4520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2" name="object 782"/>
            <p:cNvSpPr/>
            <p:nvPr/>
          </p:nvSpPr>
          <p:spPr>
            <a:xfrm>
              <a:off x="4664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3" name="object 783"/>
            <p:cNvSpPr/>
            <p:nvPr/>
          </p:nvSpPr>
          <p:spPr>
            <a:xfrm>
              <a:off x="4664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4" name="object 784"/>
            <p:cNvSpPr/>
            <p:nvPr/>
          </p:nvSpPr>
          <p:spPr>
            <a:xfrm>
              <a:off x="4808049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5" name="object 785"/>
            <p:cNvSpPr/>
            <p:nvPr/>
          </p:nvSpPr>
          <p:spPr>
            <a:xfrm>
              <a:off x="4808049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6" name="object 786"/>
            <p:cNvSpPr/>
            <p:nvPr/>
          </p:nvSpPr>
          <p:spPr>
            <a:xfrm>
              <a:off x="4952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7" name="object 787"/>
            <p:cNvSpPr/>
            <p:nvPr/>
          </p:nvSpPr>
          <p:spPr>
            <a:xfrm>
              <a:off x="4952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8" name="object 788"/>
            <p:cNvSpPr/>
            <p:nvPr/>
          </p:nvSpPr>
          <p:spPr>
            <a:xfrm>
              <a:off x="5096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9" name="object 789"/>
            <p:cNvSpPr/>
            <p:nvPr/>
          </p:nvSpPr>
          <p:spPr>
            <a:xfrm>
              <a:off x="5096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0" name="object 790"/>
            <p:cNvSpPr/>
            <p:nvPr/>
          </p:nvSpPr>
          <p:spPr>
            <a:xfrm>
              <a:off x="5240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1" name="object 791"/>
            <p:cNvSpPr/>
            <p:nvPr/>
          </p:nvSpPr>
          <p:spPr>
            <a:xfrm>
              <a:off x="5240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2" name="object 792"/>
            <p:cNvSpPr/>
            <p:nvPr/>
          </p:nvSpPr>
          <p:spPr>
            <a:xfrm>
              <a:off x="5384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3" name="object 793"/>
            <p:cNvSpPr/>
            <p:nvPr/>
          </p:nvSpPr>
          <p:spPr>
            <a:xfrm>
              <a:off x="5384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4" name="object 794"/>
            <p:cNvSpPr/>
            <p:nvPr/>
          </p:nvSpPr>
          <p:spPr>
            <a:xfrm>
              <a:off x="5528050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5" name="object 795"/>
            <p:cNvSpPr/>
            <p:nvPr/>
          </p:nvSpPr>
          <p:spPr>
            <a:xfrm>
              <a:off x="5528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6" name="object 796"/>
            <p:cNvSpPr/>
            <p:nvPr/>
          </p:nvSpPr>
          <p:spPr>
            <a:xfrm>
              <a:off x="5672049" y="614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7" name="object 797"/>
            <p:cNvSpPr/>
            <p:nvPr/>
          </p:nvSpPr>
          <p:spPr>
            <a:xfrm>
              <a:off x="5672049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8" name="object 798"/>
            <p:cNvSpPr/>
            <p:nvPr/>
          </p:nvSpPr>
          <p:spPr>
            <a:xfrm>
              <a:off x="5816050" y="6141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9" name="object 799"/>
            <p:cNvSpPr/>
            <p:nvPr/>
          </p:nvSpPr>
          <p:spPr>
            <a:xfrm>
              <a:off x="5816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0" name="object 800"/>
            <p:cNvSpPr/>
            <p:nvPr/>
          </p:nvSpPr>
          <p:spPr>
            <a:xfrm>
              <a:off x="5960050" y="614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1" name="object 801"/>
            <p:cNvSpPr/>
            <p:nvPr/>
          </p:nvSpPr>
          <p:spPr>
            <a:xfrm>
              <a:off x="2069510" y="6285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2" name="object 802"/>
            <p:cNvSpPr/>
            <p:nvPr/>
          </p:nvSpPr>
          <p:spPr>
            <a:xfrm>
              <a:off x="2072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3" name="object 803"/>
            <p:cNvSpPr/>
            <p:nvPr/>
          </p:nvSpPr>
          <p:spPr>
            <a:xfrm>
              <a:off x="2216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4" name="object 804"/>
            <p:cNvSpPr/>
            <p:nvPr/>
          </p:nvSpPr>
          <p:spPr>
            <a:xfrm>
              <a:off x="2216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5" name="object 805"/>
            <p:cNvSpPr/>
            <p:nvPr/>
          </p:nvSpPr>
          <p:spPr>
            <a:xfrm>
              <a:off x="2360049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6" name="object 806"/>
            <p:cNvSpPr/>
            <p:nvPr/>
          </p:nvSpPr>
          <p:spPr>
            <a:xfrm>
              <a:off x="2360049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7" name="object 807"/>
            <p:cNvSpPr/>
            <p:nvPr/>
          </p:nvSpPr>
          <p:spPr>
            <a:xfrm>
              <a:off x="2504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8" name="object 808"/>
            <p:cNvSpPr/>
            <p:nvPr/>
          </p:nvSpPr>
          <p:spPr>
            <a:xfrm>
              <a:off x="2504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9" name="object 809"/>
            <p:cNvSpPr/>
            <p:nvPr/>
          </p:nvSpPr>
          <p:spPr>
            <a:xfrm>
              <a:off x="2648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0" name="object 810"/>
            <p:cNvSpPr/>
            <p:nvPr/>
          </p:nvSpPr>
          <p:spPr>
            <a:xfrm>
              <a:off x="2648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1" name="object 811"/>
            <p:cNvSpPr/>
            <p:nvPr/>
          </p:nvSpPr>
          <p:spPr>
            <a:xfrm>
              <a:off x="2792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2" name="object 812"/>
            <p:cNvSpPr/>
            <p:nvPr/>
          </p:nvSpPr>
          <p:spPr>
            <a:xfrm>
              <a:off x="2792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3" name="object 813"/>
            <p:cNvSpPr/>
            <p:nvPr/>
          </p:nvSpPr>
          <p:spPr>
            <a:xfrm>
              <a:off x="2936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4" name="object 814"/>
            <p:cNvSpPr/>
            <p:nvPr/>
          </p:nvSpPr>
          <p:spPr>
            <a:xfrm>
              <a:off x="2936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5" name="object 815"/>
            <p:cNvSpPr/>
            <p:nvPr/>
          </p:nvSpPr>
          <p:spPr>
            <a:xfrm>
              <a:off x="3080049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6" name="object 816"/>
            <p:cNvSpPr/>
            <p:nvPr/>
          </p:nvSpPr>
          <p:spPr>
            <a:xfrm>
              <a:off x="3080049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7" name="object 817"/>
            <p:cNvSpPr/>
            <p:nvPr/>
          </p:nvSpPr>
          <p:spPr>
            <a:xfrm>
              <a:off x="3224049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8" name="object 818"/>
            <p:cNvSpPr/>
            <p:nvPr/>
          </p:nvSpPr>
          <p:spPr>
            <a:xfrm>
              <a:off x="3224049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9" name="object 819"/>
            <p:cNvSpPr/>
            <p:nvPr/>
          </p:nvSpPr>
          <p:spPr>
            <a:xfrm>
              <a:off x="3368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0" name="object 820"/>
            <p:cNvSpPr/>
            <p:nvPr/>
          </p:nvSpPr>
          <p:spPr>
            <a:xfrm>
              <a:off x="3368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1" name="object 821"/>
            <p:cNvSpPr/>
            <p:nvPr/>
          </p:nvSpPr>
          <p:spPr>
            <a:xfrm>
              <a:off x="3512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2" name="object 822"/>
            <p:cNvSpPr/>
            <p:nvPr/>
          </p:nvSpPr>
          <p:spPr>
            <a:xfrm>
              <a:off x="3512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3" name="object 823"/>
            <p:cNvSpPr/>
            <p:nvPr/>
          </p:nvSpPr>
          <p:spPr>
            <a:xfrm>
              <a:off x="3656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4" name="object 824"/>
            <p:cNvSpPr/>
            <p:nvPr/>
          </p:nvSpPr>
          <p:spPr>
            <a:xfrm>
              <a:off x="3656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5" name="object 825"/>
            <p:cNvSpPr/>
            <p:nvPr/>
          </p:nvSpPr>
          <p:spPr>
            <a:xfrm>
              <a:off x="3800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6" name="object 826"/>
            <p:cNvSpPr/>
            <p:nvPr/>
          </p:nvSpPr>
          <p:spPr>
            <a:xfrm>
              <a:off x="3800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7" name="object 827"/>
            <p:cNvSpPr/>
            <p:nvPr/>
          </p:nvSpPr>
          <p:spPr>
            <a:xfrm>
              <a:off x="3944049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8" name="object 828"/>
            <p:cNvSpPr/>
            <p:nvPr/>
          </p:nvSpPr>
          <p:spPr>
            <a:xfrm>
              <a:off x="3944049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9" name="object 829"/>
            <p:cNvSpPr/>
            <p:nvPr/>
          </p:nvSpPr>
          <p:spPr>
            <a:xfrm>
              <a:off x="4088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0" name="object 830"/>
            <p:cNvSpPr/>
            <p:nvPr/>
          </p:nvSpPr>
          <p:spPr>
            <a:xfrm>
              <a:off x="4088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1" name="object 831"/>
            <p:cNvSpPr/>
            <p:nvPr/>
          </p:nvSpPr>
          <p:spPr>
            <a:xfrm>
              <a:off x="4232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2" name="object 832"/>
            <p:cNvSpPr/>
            <p:nvPr/>
          </p:nvSpPr>
          <p:spPr>
            <a:xfrm>
              <a:off x="4232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3" name="object 833"/>
            <p:cNvSpPr/>
            <p:nvPr/>
          </p:nvSpPr>
          <p:spPr>
            <a:xfrm>
              <a:off x="4376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4" name="object 834"/>
            <p:cNvSpPr/>
            <p:nvPr/>
          </p:nvSpPr>
          <p:spPr>
            <a:xfrm>
              <a:off x="4376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5" name="object 835"/>
            <p:cNvSpPr/>
            <p:nvPr/>
          </p:nvSpPr>
          <p:spPr>
            <a:xfrm>
              <a:off x="4520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6" name="object 836"/>
            <p:cNvSpPr/>
            <p:nvPr/>
          </p:nvSpPr>
          <p:spPr>
            <a:xfrm>
              <a:off x="4520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7" name="object 837"/>
            <p:cNvSpPr/>
            <p:nvPr/>
          </p:nvSpPr>
          <p:spPr>
            <a:xfrm>
              <a:off x="4664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8" name="object 838"/>
            <p:cNvSpPr/>
            <p:nvPr/>
          </p:nvSpPr>
          <p:spPr>
            <a:xfrm>
              <a:off x="4664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9" name="object 839"/>
            <p:cNvSpPr/>
            <p:nvPr/>
          </p:nvSpPr>
          <p:spPr>
            <a:xfrm>
              <a:off x="4808049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0" name="object 840"/>
            <p:cNvSpPr/>
            <p:nvPr/>
          </p:nvSpPr>
          <p:spPr>
            <a:xfrm>
              <a:off x="4808049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1" name="object 841"/>
            <p:cNvSpPr/>
            <p:nvPr/>
          </p:nvSpPr>
          <p:spPr>
            <a:xfrm>
              <a:off x="4952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2" name="object 842"/>
            <p:cNvSpPr/>
            <p:nvPr/>
          </p:nvSpPr>
          <p:spPr>
            <a:xfrm>
              <a:off x="4952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3" name="object 843"/>
            <p:cNvSpPr/>
            <p:nvPr/>
          </p:nvSpPr>
          <p:spPr>
            <a:xfrm>
              <a:off x="5096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4" name="object 844"/>
            <p:cNvSpPr/>
            <p:nvPr/>
          </p:nvSpPr>
          <p:spPr>
            <a:xfrm>
              <a:off x="5096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5" name="object 845"/>
            <p:cNvSpPr/>
            <p:nvPr/>
          </p:nvSpPr>
          <p:spPr>
            <a:xfrm>
              <a:off x="5240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6" name="object 846"/>
            <p:cNvSpPr/>
            <p:nvPr/>
          </p:nvSpPr>
          <p:spPr>
            <a:xfrm>
              <a:off x="5240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7" name="object 847"/>
            <p:cNvSpPr/>
            <p:nvPr/>
          </p:nvSpPr>
          <p:spPr>
            <a:xfrm>
              <a:off x="5384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8" name="object 848"/>
            <p:cNvSpPr/>
            <p:nvPr/>
          </p:nvSpPr>
          <p:spPr>
            <a:xfrm>
              <a:off x="5384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9" name="object 849"/>
            <p:cNvSpPr/>
            <p:nvPr/>
          </p:nvSpPr>
          <p:spPr>
            <a:xfrm>
              <a:off x="5528050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0" name="object 850"/>
            <p:cNvSpPr/>
            <p:nvPr/>
          </p:nvSpPr>
          <p:spPr>
            <a:xfrm>
              <a:off x="5528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1" name="object 851"/>
            <p:cNvSpPr/>
            <p:nvPr/>
          </p:nvSpPr>
          <p:spPr>
            <a:xfrm>
              <a:off x="5672049" y="628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2" name="object 852"/>
            <p:cNvSpPr/>
            <p:nvPr/>
          </p:nvSpPr>
          <p:spPr>
            <a:xfrm>
              <a:off x="5672049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3" name="object 853"/>
            <p:cNvSpPr/>
            <p:nvPr/>
          </p:nvSpPr>
          <p:spPr>
            <a:xfrm>
              <a:off x="5816050" y="6285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4" name="object 854"/>
            <p:cNvSpPr/>
            <p:nvPr/>
          </p:nvSpPr>
          <p:spPr>
            <a:xfrm>
              <a:off x="5816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5" name="object 855"/>
            <p:cNvSpPr/>
            <p:nvPr/>
          </p:nvSpPr>
          <p:spPr>
            <a:xfrm>
              <a:off x="5960050" y="628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4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6" name="object 856"/>
            <p:cNvSpPr/>
            <p:nvPr/>
          </p:nvSpPr>
          <p:spPr>
            <a:xfrm>
              <a:off x="2069510" y="6429813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7" name="object 857"/>
            <p:cNvSpPr/>
            <p:nvPr/>
          </p:nvSpPr>
          <p:spPr>
            <a:xfrm>
              <a:off x="2072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8" name="object 858"/>
            <p:cNvSpPr/>
            <p:nvPr/>
          </p:nvSpPr>
          <p:spPr>
            <a:xfrm>
              <a:off x="2216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9" name="object 859"/>
            <p:cNvSpPr/>
            <p:nvPr/>
          </p:nvSpPr>
          <p:spPr>
            <a:xfrm>
              <a:off x="2216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0" name="object 860"/>
            <p:cNvSpPr/>
            <p:nvPr/>
          </p:nvSpPr>
          <p:spPr>
            <a:xfrm>
              <a:off x="2360049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1" name="object 861"/>
            <p:cNvSpPr/>
            <p:nvPr/>
          </p:nvSpPr>
          <p:spPr>
            <a:xfrm>
              <a:off x="2360049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2" name="object 862"/>
            <p:cNvSpPr/>
            <p:nvPr/>
          </p:nvSpPr>
          <p:spPr>
            <a:xfrm>
              <a:off x="2504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3" name="object 863"/>
            <p:cNvSpPr/>
            <p:nvPr/>
          </p:nvSpPr>
          <p:spPr>
            <a:xfrm>
              <a:off x="2504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4" name="object 864"/>
            <p:cNvSpPr/>
            <p:nvPr/>
          </p:nvSpPr>
          <p:spPr>
            <a:xfrm>
              <a:off x="2648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5" name="object 865"/>
            <p:cNvSpPr/>
            <p:nvPr/>
          </p:nvSpPr>
          <p:spPr>
            <a:xfrm>
              <a:off x="2648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6" name="object 866"/>
            <p:cNvSpPr/>
            <p:nvPr/>
          </p:nvSpPr>
          <p:spPr>
            <a:xfrm>
              <a:off x="2792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7" name="object 867"/>
            <p:cNvSpPr/>
            <p:nvPr/>
          </p:nvSpPr>
          <p:spPr>
            <a:xfrm>
              <a:off x="2792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8" name="object 868"/>
            <p:cNvSpPr/>
            <p:nvPr/>
          </p:nvSpPr>
          <p:spPr>
            <a:xfrm>
              <a:off x="2936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9" name="object 869"/>
            <p:cNvSpPr/>
            <p:nvPr/>
          </p:nvSpPr>
          <p:spPr>
            <a:xfrm>
              <a:off x="2936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0" name="object 870"/>
            <p:cNvSpPr/>
            <p:nvPr/>
          </p:nvSpPr>
          <p:spPr>
            <a:xfrm>
              <a:off x="3080049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1" name="object 871"/>
            <p:cNvSpPr/>
            <p:nvPr/>
          </p:nvSpPr>
          <p:spPr>
            <a:xfrm>
              <a:off x="3080049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2" name="object 872"/>
            <p:cNvSpPr/>
            <p:nvPr/>
          </p:nvSpPr>
          <p:spPr>
            <a:xfrm>
              <a:off x="3224049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3" name="object 873"/>
            <p:cNvSpPr/>
            <p:nvPr/>
          </p:nvSpPr>
          <p:spPr>
            <a:xfrm>
              <a:off x="3224049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4" name="object 874"/>
            <p:cNvSpPr/>
            <p:nvPr/>
          </p:nvSpPr>
          <p:spPr>
            <a:xfrm>
              <a:off x="3368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5" name="object 875"/>
            <p:cNvSpPr/>
            <p:nvPr/>
          </p:nvSpPr>
          <p:spPr>
            <a:xfrm>
              <a:off x="3368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6" name="object 876"/>
            <p:cNvSpPr/>
            <p:nvPr/>
          </p:nvSpPr>
          <p:spPr>
            <a:xfrm>
              <a:off x="3512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7" name="object 877"/>
            <p:cNvSpPr/>
            <p:nvPr/>
          </p:nvSpPr>
          <p:spPr>
            <a:xfrm>
              <a:off x="3512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8" name="object 878"/>
            <p:cNvSpPr/>
            <p:nvPr/>
          </p:nvSpPr>
          <p:spPr>
            <a:xfrm>
              <a:off x="3656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9" name="object 879"/>
            <p:cNvSpPr/>
            <p:nvPr/>
          </p:nvSpPr>
          <p:spPr>
            <a:xfrm>
              <a:off x="3656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0" name="object 880"/>
            <p:cNvSpPr/>
            <p:nvPr/>
          </p:nvSpPr>
          <p:spPr>
            <a:xfrm>
              <a:off x="3800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1" name="object 881"/>
            <p:cNvSpPr/>
            <p:nvPr/>
          </p:nvSpPr>
          <p:spPr>
            <a:xfrm>
              <a:off x="3800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2" name="object 882"/>
            <p:cNvSpPr/>
            <p:nvPr/>
          </p:nvSpPr>
          <p:spPr>
            <a:xfrm>
              <a:off x="3944049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3" name="object 883"/>
            <p:cNvSpPr/>
            <p:nvPr/>
          </p:nvSpPr>
          <p:spPr>
            <a:xfrm>
              <a:off x="3944049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4" name="object 884"/>
            <p:cNvSpPr/>
            <p:nvPr/>
          </p:nvSpPr>
          <p:spPr>
            <a:xfrm>
              <a:off x="4088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5" name="object 885"/>
            <p:cNvSpPr/>
            <p:nvPr/>
          </p:nvSpPr>
          <p:spPr>
            <a:xfrm>
              <a:off x="4088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6" name="object 886"/>
            <p:cNvSpPr/>
            <p:nvPr/>
          </p:nvSpPr>
          <p:spPr>
            <a:xfrm>
              <a:off x="4232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7" name="object 887"/>
            <p:cNvSpPr/>
            <p:nvPr/>
          </p:nvSpPr>
          <p:spPr>
            <a:xfrm>
              <a:off x="4232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8" name="object 888"/>
            <p:cNvSpPr/>
            <p:nvPr/>
          </p:nvSpPr>
          <p:spPr>
            <a:xfrm>
              <a:off x="4376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9" name="object 889"/>
            <p:cNvSpPr/>
            <p:nvPr/>
          </p:nvSpPr>
          <p:spPr>
            <a:xfrm>
              <a:off x="4376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0" name="object 890"/>
            <p:cNvSpPr/>
            <p:nvPr/>
          </p:nvSpPr>
          <p:spPr>
            <a:xfrm>
              <a:off x="4520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1" name="object 891"/>
            <p:cNvSpPr/>
            <p:nvPr/>
          </p:nvSpPr>
          <p:spPr>
            <a:xfrm>
              <a:off x="4520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2" name="object 892"/>
            <p:cNvSpPr/>
            <p:nvPr/>
          </p:nvSpPr>
          <p:spPr>
            <a:xfrm>
              <a:off x="4664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3" name="object 893"/>
            <p:cNvSpPr/>
            <p:nvPr/>
          </p:nvSpPr>
          <p:spPr>
            <a:xfrm>
              <a:off x="4664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4" name="object 894"/>
            <p:cNvSpPr/>
            <p:nvPr/>
          </p:nvSpPr>
          <p:spPr>
            <a:xfrm>
              <a:off x="4808049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5" name="object 895"/>
            <p:cNvSpPr/>
            <p:nvPr/>
          </p:nvSpPr>
          <p:spPr>
            <a:xfrm>
              <a:off x="4808049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6" name="object 896"/>
            <p:cNvSpPr/>
            <p:nvPr/>
          </p:nvSpPr>
          <p:spPr>
            <a:xfrm>
              <a:off x="4952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7" name="object 897"/>
            <p:cNvSpPr/>
            <p:nvPr/>
          </p:nvSpPr>
          <p:spPr>
            <a:xfrm>
              <a:off x="4952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8" name="object 898"/>
            <p:cNvSpPr/>
            <p:nvPr/>
          </p:nvSpPr>
          <p:spPr>
            <a:xfrm>
              <a:off x="5096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9" name="object 899"/>
            <p:cNvSpPr/>
            <p:nvPr/>
          </p:nvSpPr>
          <p:spPr>
            <a:xfrm>
              <a:off x="5096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0" name="object 900"/>
            <p:cNvSpPr/>
            <p:nvPr/>
          </p:nvSpPr>
          <p:spPr>
            <a:xfrm>
              <a:off x="5240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1" name="object 901"/>
            <p:cNvSpPr/>
            <p:nvPr/>
          </p:nvSpPr>
          <p:spPr>
            <a:xfrm>
              <a:off x="5240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2" name="object 902"/>
            <p:cNvSpPr/>
            <p:nvPr/>
          </p:nvSpPr>
          <p:spPr>
            <a:xfrm>
              <a:off x="5384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3" name="object 903"/>
            <p:cNvSpPr/>
            <p:nvPr/>
          </p:nvSpPr>
          <p:spPr>
            <a:xfrm>
              <a:off x="5384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4" name="object 904"/>
            <p:cNvSpPr/>
            <p:nvPr/>
          </p:nvSpPr>
          <p:spPr>
            <a:xfrm>
              <a:off x="5528050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5" name="object 905"/>
            <p:cNvSpPr/>
            <p:nvPr/>
          </p:nvSpPr>
          <p:spPr>
            <a:xfrm>
              <a:off x="5528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6" name="object 906"/>
            <p:cNvSpPr/>
            <p:nvPr/>
          </p:nvSpPr>
          <p:spPr>
            <a:xfrm>
              <a:off x="5672049" y="642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7" name="object 907"/>
            <p:cNvSpPr/>
            <p:nvPr/>
          </p:nvSpPr>
          <p:spPr>
            <a:xfrm>
              <a:off x="5672049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8" name="object 908"/>
            <p:cNvSpPr/>
            <p:nvPr/>
          </p:nvSpPr>
          <p:spPr>
            <a:xfrm>
              <a:off x="5816050" y="6429813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9" name="object 909"/>
            <p:cNvSpPr/>
            <p:nvPr/>
          </p:nvSpPr>
          <p:spPr>
            <a:xfrm>
              <a:off x="5816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0" name="object 910"/>
            <p:cNvSpPr/>
            <p:nvPr/>
          </p:nvSpPr>
          <p:spPr>
            <a:xfrm>
              <a:off x="5960050" y="6432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1" name="object 911"/>
            <p:cNvSpPr/>
            <p:nvPr/>
          </p:nvSpPr>
          <p:spPr>
            <a:xfrm>
              <a:off x="2069510" y="6573813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2" name="object 912"/>
            <p:cNvSpPr/>
            <p:nvPr/>
          </p:nvSpPr>
          <p:spPr>
            <a:xfrm>
              <a:off x="2072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3" name="object 913"/>
            <p:cNvSpPr/>
            <p:nvPr/>
          </p:nvSpPr>
          <p:spPr>
            <a:xfrm>
              <a:off x="2216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4" name="object 914"/>
            <p:cNvSpPr/>
            <p:nvPr/>
          </p:nvSpPr>
          <p:spPr>
            <a:xfrm>
              <a:off x="2216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5" name="object 915"/>
            <p:cNvSpPr/>
            <p:nvPr/>
          </p:nvSpPr>
          <p:spPr>
            <a:xfrm>
              <a:off x="2360049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6" name="object 916"/>
            <p:cNvSpPr/>
            <p:nvPr/>
          </p:nvSpPr>
          <p:spPr>
            <a:xfrm>
              <a:off x="2360049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7" name="object 917"/>
            <p:cNvSpPr/>
            <p:nvPr/>
          </p:nvSpPr>
          <p:spPr>
            <a:xfrm>
              <a:off x="2504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8" name="object 918"/>
            <p:cNvSpPr/>
            <p:nvPr/>
          </p:nvSpPr>
          <p:spPr>
            <a:xfrm>
              <a:off x="2504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9" name="object 919"/>
            <p:cNvSpPr/>
            <p:nvPr/>
          </p:nvSpPr>
          <p:spPr>
            <a:xfrm>
              <a:off x="2648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0" name="object 920"/>
            <p:cNvSpPr/>
            <p:nvPr/>
          </p:nvSpPr>
          <p:spPr>
            <a:xfrm>
              <a:off x="2648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1" name="object 921"/>
            <p:cNvSpPr/>
            <p:nvPr/>
          </p:nvSpPr>
          <p:spPr>
            <a:xfrm>
              <a:off x="2792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2" name="object 922"/>
            <p:cNvSpPr/>
            <p:nvPr/>
          </p:nvSpPr>
          <p:spPr>
            <a:xfrm>
              <a:off x="2792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3" name="object 923"/>
            <p:cNvSpPr/>
            <p:nvPr/>
          </p:nvSpPr>
          <p:spPr>
            <a:xfrm>
              <a:off x="2936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4" name="object 924"/>
            <p:cNvSpPr/>
            <p:nvPr/>
          </p:nvSpPr>
          <p:spPr>
            <a:xfrm>
              <a:off x="2936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5" name="object 925"/>
            <p:cNvSpPr/>
            <p:nvPr/>
          </p:nvSpPr>
          <p:spPr>
            <a:xfrm>
              <a:off x="3080049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6" name="object 926"/>
            <p:cNvSpPr/>
            <p:nvPr/>
          </p:nvSpPr>
          <p:spPr>
            <a:xfrm>
              <a:off x="3080049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7" name="object 927"/>
            <p:cNvSpPr/>
            <p:nvPr/>
          </p:nvSpPr>
          <p:spPr>
            <a:xfrm>
              <a:off x="3224049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8" name="object 928"/>
            <p:cNvSpPr/>
            <p:nvPr/>
          </p:nvSpPr>
          <p:spPr>
            <a:xfrm>
              <a:off x="3224049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9" name="object 929"/>
            <p:cNvSpPr/>
            <p:nvPr/>
          </p:nvSpPr>
          <p:spPr>
            <a:xfrm>
              <a:off x="3368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0" name="object 930"/>
            <p:cNvSpPr/>
            <p:nvPr/>
          </p:nvSpPr>
          <p:spPr>
            <a:xfrm>
              <a:off x="3368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1" name="object 931"/>
            <p:cNvSpPr/>
            <p:nvPr/>
          </p:nvSpPr>
          <p:spPr>
            <a:xfrm>
              <a:off x="3512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2" name="object 932"/>
            <p:cNvSpPr/>
            <p:nvPr/>
          </p:nvSpPr>
          <p:spPr>
            <a:xfrm>
              <a:off x="3512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3" name="object 933"/>
            <p:cNvSpPr/>
            <p:nvPr/>
          </p:nvSpPr>
          <p:spPr>
            <a:xfrm>
              <a:off x="3656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4" name="object 934"/>
            <p:cNvSpPr/>
            <p:nvPr/>
          </p:nvSpPr>
          <p:spPr>
            <a:xfrm>
              <a:off x="3656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5" name="object 935"/>
            <p:cNvSpPr/>
            <p:nvPr/>
          </p:nvSpPr>
          <p:spPr>
            <a:xfrm>
              <a:off x="3800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6" name="object 936"/>
            <p:cNvSpPr/>
            <p:nvPr/>
          </p:nvSpPr>
          <p:spPr>
            <a:xfrm>
              <a:off x="3800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7" name="object 937"/>
            <p:cNvSpPr/>
            <p:nvPr/>
          </p:nvSpPr>
          <p:spPr>
            <a:xfrm>
              <a:off x="3944049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8" name="object 938"/>
            <p:cNvSpPr/>
            <p:nvPr/>
          </p:nvSpPr>
          <p:spPr>
            <a:xfrm>
              <a:off x="3944049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9" name="object 939"/>
            <p:cNvSpPr/>
            <p:nvPr/>
          </p:nvSpPr>
          <p:spPr>
            <a:xfrm>
              <a:off x="4088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0" name="object 940"/>
            <p:cNvSpPr/>
            <p:nvPr/>
          </p:nvSpPr>
          <p:spPr>
            <a:xfrm>
              <a:off x="4088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1" name="object 941"/>
            <p:cNvSpPr/>
            <p:nvPr/>
          </p:nvSpPr>
          <p:spPr>
            <a:xfrm>
              <a:off x="4232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2" name="object 942"/>
            <p:cNvSpPr/>
            <p:nvPr/>
          </p:nvSpPr>
          <p:spPr>
            <a:xfrm>
              <a:off x="4232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3" name="object 943"/>
            <p:cNvSpPr/>
            <p:nvPr/>
          </p:nvSpPr>
          <p:spPr>
            <a:xfrm>
              <a:off x="4376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4" name="object 944"/>
            <p:cNvSpPr/>
            <p:nvPr/>
          </p:nvSpPr>
          <p:spPr>
            <a:xfrm>
              <a:off x="4376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5" name="object 945"/>
            <p:cNvSpPr/>
            <p:nvPr/>
          </p:nvSpPr>
          <p:spPr>
            <a:xfrm>
              <a:off x="4520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6" name="object 946"/>
            <p:cNvSpPr/>
            <p:nvPr/>
          </p:nvSpPr>
          <p:spPr>
            <a:xfrm>
              <a:off x="4520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7" name="object 947"/>
            <p:cNvSpPr/>
            <p:nvPr/>
          </p:nvSpPr>
          <p:spPr>
            <a:xfrm>
              <a:off x="4664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8" name="object 948"/>
            <p:cNvSpPr/>
            <p:nvPr/>
          </p:nvSpPr>
          <p:spPr>
            <a:xfrm>
              <a:off x="4664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9" name="object 949"/>
            <p:cNvSpPr/>
            <p:nvPr/>
          </p:nvSpPr>
          <p:spPr>
            <a:xfrm>
              <a:off x="4808049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0" name="object 950"/>
            <p:cNvSpPr/>
            <p:nvPr/>
          </p:nvSpPr>
          <p:spPr>
            <a:xfrm>
              <a:off x="4808049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1" name="object 951"/>
            <p:cNvSpPr/>
            <p:nvPr/>
          </p:nvSpPr>
          <p:spPr>
            <a:xfrm>
              <a:off x="4952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2" name="object 952"/>
            <p:cNvSpPr/>
            <p:nvPr/>
          </p:nvSpPr>
          <p:spPr>
            <a:xfrm>
              <a:off x="4952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3" name="object 953"/>
            <p:cNvSpPr/>
            <p:nvPr/>
          </p:nvSpPr>
          <p:spPr>
            <a:xfrm>
              <a:off x="5096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4" name="object 954"/>
            <p:cNvSpPr/>
            <p:nvPr/>
          </p:nvSpPr>
          <p:spPr>
            <a:xfrm>
              <a:off x="5096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5" name="object 955"/>
            <p:cNvSpPr/>
            <p:nvPr/>
          </p:nvSpPr>
          <p:spPr>
            <a:xfrm>
              <a:off x="5240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6" name="object 956"/>
            <p:cNvSpPr/>
            <p:nvPr/>
          </p:nvSpPr>
          <p:spPr>
            <a:xfrm>
              <a:off x="5240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7" name="object 957"/>
            <p:cNvSpPr/>
            <p:nvPr/>
          </p:nvSpPr>
          <p:spPr>
            <a:xfrm>
              <a:off x="5384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8" name="object 958"/>
            <p:cNvSpPr/>
            <p:nvPr/>
          </p:nvSpPr>
          <p:spPr>
            <a:xfrm>
              <a:off x="5384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9" name="object 959"/>
            <p:cNvSpPr/>
            <p:nvPr/>
          </p:nvSpPr>
          <p:spPr>
            <a:xfrm>
              <a:off x="5528050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0" name="object 960"/>
            <p:cNvSpPr/>
            <p:nvPr/>
          </p:nvSpPr>
          <p:spPr>
            <a:xfrm>
              <a:off x="5528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1" name="object 961"/>
            <p:cNvSpPr/>
            <p:nvPr/>
          </p:nvSpPr>
          <p:spPr>
            <a:xfrm>
              <a:off x="5672049" y="6573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2" name="object 962"/>
            <p:cNvSpPr/>
            <p:nvPr/>
          </p:nvSpPr>
          <p:spPr>
            <a:xfrm>
              <a:off x="5672049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3" name="object 963"/>
            <p:cNvSpPr/>
            <p:nvPr/>
          </p:nvSpPr>
          <p:spPr>
            <a:xfrm>
              <a:off x="5816050" y="6573813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4" name="object 964"/>
            <p:cNvSpPr/>
            <p:nvPr/>
          </p:nvSpPr>
          <p:spPr>
            <a:xfrm>
              <a:off x="5816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5" name="object 965"/>
            <p:cNvSpPr/>
            <p:nvPr/>
          </p:nvSpPr>
          <p:spPr>
            <a:xfrm>
              <a:off x="5960050" y="6576348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6" name="object 966"/>
            <p:cNvSpPr/>
            <p:nvPr/>
          </p:nvSpPr>
          <p:spPr>
            <a:xfrm>
              <a:off x="2069510" y="6717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7" name="object 967"/>
            <p:cNvSpPr/>
            <p:nvPr/>
          </p:nvSpPr>
          <p:spPr>
            <a:xfrm>
              <a:off x="2072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8" name="object 968"/>
            <p:cNvSpPr/>
            <p:nvPr/>
          </p:nvSpPr>
          <p:spPr>
            <a:xfrm>
              <a:off x="2216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9" name="object 969"/>
            <p:cNvSpPr/>
            <p:nvPr/>
          </p:nvSpPr>
          <p:spPr>
            <a:xfrm>
              <a:off x="2216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0" name="object 970"/>
            <p:cNvSpPr/>
            <p:nvPr/>
          </p:nvSpPr>
          <p:spPr>
            <a:xfrm>
              <a:off x="2360049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1" name="object 971"/>
            <p:cNvSpPr/>
            <p:nvPr/>
          </p:nvSpPr>
          <p:spPr>
            <a:xfrm>
              <a:off x="2360049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2" name="object 972"/>
            <p:cNvSpPr/>
            <p:nvPr/>
          </p:nvSpPr>
          <p:spPr>
            <a:xfrm>
              <a:off x="2504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3" name="object 973"/>
            <p:cNvSpPr/>
            <p:nvPr/>
          </p:nvSpPr>
          <p:spPr>
            <a:xfrm>
              <a:off x="2504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4" name="object 974"/>
            <p:cNvSpPr/>
            <p:nvPr/>
          </p:nvSpPr>
          <p:spPr>
            <a:xfrm>
              <a:off x="2648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5" name="object 975"/>
            <p:cNvSpPr/>
            <p:nvPr/>
          </p:nvSpPr>
          <p:spPr>
            <a:xfrm>
              <a:off x="2648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6" name="object 976"/>
            <p:cNvSpPr/>
            <p:nvPr/>
          </p:nvSpPr>
          <p:spPr>
            <a:xfrm>
              <a:off x="2792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7" name="object 977"/>
            <p:cNvSpPr/>
            <p:nvPr/>
          </p:nvSpPr>
          <p:spPr>
            <a:xfrm>
              <a:off x="2792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8" name="object 978"/>
            <p:cNvSpPr/>
            <p:nvPr/>
          </p:nvSpPr>
          <p:spPr>
            <a:xfrm>
              <a:off x="2936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9" name="object 979"/>
            <p:cNvSpPr/>
            <p:nvPr/>
          </p:nvSpPr>
          <p:spPr>
            <a:xfrm>
              <a:off x="2936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0" name="object 980"/>
            <p:cNvSpPr/>
            <p:nvPr/>
          </p:nvSpPr>
          <p:spPr>
            <a:xfrm>
              <a:off x="3080049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1" name="object 981"/>
            <p:cNvSpPr/>
            <p:nvPr/>
          </p:nvSpPr>
          <p:spPr>
            <a:xfrm>
              <a:off x="3080049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2" name="object 982"/>
            <p:cNvSpPr/>
            <p:nvPr/>
          </p:nvSpPr>
          <p:spPr>
            <a:xfrm>
              <a:off x="3224049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3" name="object 983"/>
            <p:cNvSpPr/>
            <p:nvPr/>
          </p:nvSpPr>
          <p:spPr>
            <a:xfrm>
              <a:off x="3224049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4" name="object 984"/>
            <p:cNvSpPr/>
            <p:nvPr/>
          </p:nvSpPr>
          <p:spPr>
            <a:xfrm>
              <a:off x="3368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5" name="object 985"/>
            <p:cNvSpPr/>
            <p:nvPr/>
          </p:nvSpPr>
          <p:spPr>
            <a:xfrm>
              <a:off x="3368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6" name="object 986"/>
            <p:cNvSpPr/>
            <p:nvPr/>
          </p:nvSpPr>
          <p:spPr>
            <a:xfrm>
              <a:off x="3512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7" name="object 987"/>
            <p:cNvSpPr/>
            <p:nvPr/>
          </p:nvSpPr>
          <p:spPr>
            <a:xfrm>
              <a:off x="3512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8" name="object 988"/>
            <p:cNvSpPr/>
            <p:nvPr/>
          </p:nvSpPr>
          <p:spPr>
            <a:xfrm>
              <a:off x="3656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9" name="object 989"/>
            <p:cNvSpPr/>
            <p:nvPr/>
          </p:nvSpPr>
          <p:spPr>
            <a:xfrm>
              <a:off x="3656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0" name="object 990"/>
            <p:cNvSpPr/>
            <p:nvPr/>
          </p:nvSpPr>
          <p:spPr>
            <a:xfrm>
              <a:off x="3800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1" name="object 991"/>
            <p:cNvSpPr/>
            <p:nvPr/>
          </p:nvSpPr>
          <p:spPr>
            <a:xfrm>
              <a:off x="3800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2" name="object 992"/>
            <p:cNvSpPr/>
            <p:nvPr/>
          </p:nvSpPr>
          <p:spPr>
            <a:xfrm>
              <a:off x="3944049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3" name="object 993"/>
            <p:cNvSpPr/>
            <p:nvPr/>
          </p:nvSpPr>
          <p:spPr>
            <a:xfrm>
              <a:off x="3944049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4" name="object 994"/>
            <p:cNvSpPr/>
            <p:nvPr/>
          </p:nvSpPr>
          <p:spPr>
            <a:xfrm>
              <a:off x="4088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5" name="object 995"/>
            <p:cNvSpPr/>
            <p:nvPr/>
          </p:nvSpPr>
          <p:spPr>
            <a:xfrm>
              <a:off x="4088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6" name="object 996"/>
            <p:cNvSpPr/>
            <p:nvPr/>
          </p:nvSpPr>
          <p:spPr>
            <a:xfrm>
              <a:off x="4232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7" name="object 997"/>
            <p:cNvSpPr/>
            <p:nvPr/>
          </p:nvSpPr>
          <p:spPr>
            <a:xfrm>
              <a:off x="4232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8" name="object 998"/>
            <p:cNvSpPr/>
            <p:nvPr/>
          </p:nvSpPr>
          <p:spPr>
            <a:xfrm>
              <a:off x="4376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9" name="object 999"/>
            <p:cNvSpPr/>
            <p:nvPr/>
          </p:nvSpPr>
          <p:spPr>
            <a:xfrm>
              <a:off x="4376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4520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4520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4664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4664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4808049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4808049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6" name="object 1006"/>
            <p:cNvSpPr/>
            <p:nvPr/>
          </p:nvSpPr>
          <p:spPr>
            <a:xfrm>
              <a:off x="4952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4952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5096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9" name="object 1009"/>
            <p:cNvSpPr/>
            <p:nvPr/>
          </p:nvSpPr>
          <p:spPr>
            <a:xfrm>
              <a:off x="5096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0" name="object 1010"/>
            <p:cNvSpPr/>
            <p:nvPr/>
          </p:nvSpPr>
          <p:spPr>
            <a:xfrm>
              <a:off x="5240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5240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2" name="object 1012"/>
            <p:cNvSpPr/>
            <p:nvPr/>
          </p:nvSpPr>
          <p:spPr>
            <a:xfrm>
              <a:off x="5384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3" name="object 1013"/>
            <p:cNvSpPr/>
            <p:nvPr/>
          </p:nvSpPr>
          <p:spPr>
            <a:xfrm>
              <a:off x="5384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4" name="object 1014"/>
            <p:cNvSpPr/>
            <p:nvPr/>
          </p:nvSpPr>
          <p:spPr>
            <a:xfrm>
              <a:off x="5528050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5" name="object 1015"/>
            <p:cNvSpPr/>
            <p:nvPr/>
          </p:nvSpPr>
          <p:spPr>
            <a:xfrm>
              <a:off x="5528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6" name="object 1016"/>
            <p:cNvSpPr/>
            <p:nvPr/>
          </p:nvSpPr>
          <p:spPr>
            <a:xfrm>
              <a:off x="5672049" y="6717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7" name="object 1017"/>
            <p:cNvSpPr/>
            <p:nvPr/>
          </p:nvSpPr>
          <p:spPr>
            <a:xfrm>
              <a:off x="5672049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8" name="object 1018"/>
            <p:cNvSpPr/>
            <p:nvPr/>
          </p:nvSpPr>
          <p:spPr>
            <a:xfrm>
              <a:off x="5816050" y="6717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9" name="object 1019"/>
            <p:cNvSpPr/>
            <p:nvPr/>
          </p:nvSpPr>
          <p:spPr>
            <a:xfrm>
              <a:off x="5816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0" name="object 1020"/>
            <p:cNvSpPr/>
            <p:nvPr/>
          </p:nvSpPr>
          <p:spPr>
            <a:xfrm>
              <a:off x="5960050" y="6720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1" name="object 1021"/>
            <p:cNvSpPr/>
            <p:nvPr/>
          </p:nvSpPr>
          <p:spPr>
            <a:xfrm>
              <a:off x="2069510" y="6861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2" name="object 1022"/>
            <p:cNvSpPr/>
            <p:nvPr/>
          </p:nvSpPr>
          <p:spPr>
            <a:xfrm>
              <a:off x="2072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3" name="object 1023"/>
            <p:cNvSpPr/>
            <p:nvPr/>
          </p:nvSpPr>
          <p:spPr>
            <a:xfrm>
              <a:off x="2216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2216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2360049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6" name="object 1026"/>
            <p:cNvSpPr/>
            <p:nvPr/>
          </p:nvSpPr>
          <p:spPr>
            <a:xfrm>
              <a:off x="2360049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7" name="object 1027"/>
            <p:cNvSpPr/>
            <p:nvPr/>
          </p:nvSpPr>
          <p:spPr>
            <a:xfrm>
              <a:off x="2504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8" name="object 1028"/>
            <p:cNvSpPr/>
            <p:nvPr/>
          </p:nvSpPr>
          <p:spPr>
            <a:xfrm>
              <a:off x="2504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9" name="object 1029"/>
            <p:cNvSpPr/>
            <p:nvPr/>
          </p:nvSpPr>
          <p:spPr>
            <a:xfrm>
              <a:off x="2648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0" name="object 1030"/>
            <p:cNvSpPr/>
            <p:nvPr/>
          </p:nvSpPr>
          <p:spPr>
            <a:xfrm>
              <a:off x="2648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1" name="object 1031"/>
            <p:cNvSpPr/>
            <p:nvPr/>
          </p:nvSpPr>
          <p:spPr>
            <a:xfrm>
              <a:off x="2792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2792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3" name="object 1033"/>
            <p:cNvSpPr/>
            <p:nvPr/>
          </p:nvSpPr>
          <p:spPr>
            <a:xfrm>
              <a:off x="2936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4" name="object 1034"/>
            <p:cNvSpPr/>
            <p:nvPr/>
          </p:nvSpPr>
          <p:spPr>
            <a:xfrm>
              <a:off x="2936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3080049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6" name="object 1036"/>
            <p:cNvSpPr/>
            <p:nvPr/>
          </p:nvSpPr>
          <p:spPr>
            <a:xfrm>
              <a:off x="3080049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7" name="object 1037"/>
            <p:cNvSpPr/>
            <p:nvPr/>
          </p:nvSpPr>
          <p:spPr>
            <a:xfrm>
              <a:off x="3224049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3224049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9" name="object 1039"/>
            <p:cNvSpPr/>
            <p:nvPr/>
          </p:nvSpPr>
          <p:spPr>
            <a:xfrm>
              <a:off x="3368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0" name="object 1040"/>
            <p:cNvSpPr/>
            <p:nvPr/>
          </p:nvSpPr>
          <p:spPr>
            <a:xfrm>
              <a:off x="3368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3512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2" name="object 1042"/>
            <p:cNvSpPr/>
            <p:nvPr/>
          </p:nvSpPr>
          <p:spPr>
            <a:xfrm>
              <a:off x="3512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3" name="object 1043"/>
            <p:cNvSpPr/>
            <p:nvPr/>
          </p:nvSpPr>
          <p:spPr>
            <a:xfrm>
              <a:off x="3656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3656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5" name="object 1045"/>
            <p:cNvSpPr/>
            <p:nvPr/>
          </p:nvSpPr>
          <p:spPr>
            <a:xfrm>
              <a:off x="3800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6" name="object 1046"/>
            <p:cNvSpPr/>
            <p:nvPr/>
          </p:nvSpPr>
          <p:spPr>
            <a:xfrm>
              <a:off x="3800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3944049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" name="object 1048"/>
            <p:cNvSpPr/>
            <p:nvPr/>
          </p:nvSpPr>
          <p:spPr>
            <a:xfrm>
              <a:off x="3944049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4088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4088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4232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4232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4376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4376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4520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4520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7" name="object 1057"/>
            <p:cNvSpPr/>
            <p:nvPr/>
          </p:nvSpPr>
          <p:spPr>
            <a:xfrm>
              <a:off x="4664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8" name="object 1058"/>
            <p:cNvSpPr/>
            <p:nvPr/>
          </p:nvSpPr>
          <p:spPr>
            <a:xfrm>
              <a:off x="4664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4808049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0" name="object 1060"/>
            <p:cNvSpPr/>
            <p:nvPr/>
          </p:nvSpPr>
          <p:spPr>
            <a:xfrm>
              <a:off x="4808049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1" name="object 1061"/>
            <p:cNvSpPr/>
            <p:nvPr/>
          </p:nvSpPr>
          <p:spPr>
            <a:xfrm>
              <a:off x="4952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4952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3" name="object 1063"/>
            <p:cNvSpPr/>
            <p:nvPr/>
          </p:nvSpPr>
          <p:spPr>
            <a:xfrm>
              <a:off x="5096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4" name="object 1064"/>
            <p:cNvSpPr/>
            <p:nvPr/>
          </p:nvSpPr>
          <p:spPr>
            <a:xfrm>
              <a:off x="5096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5" name="object 1065"/>
            <p:cNvSpPr/>
            <p:nvPr/>
          </p:nvSpPr>
          <p:spPr>
            <a:xfrm>
              <a:off x="5240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6" name="object 1066"/>
            <p:cNvSpPr/>
            <p:nvPr/>
          </p:nvSpPr>
          <p:spPr>
            <a:xfrm>
              <a:off x="5240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7" name="object 1067"/>
            <p:cNvSpPr/>
            <p:nvPr/>
          </p:nvSpPr>
          <p:spPr>
            <a:xfrm>
              <a:off x="5384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8" name="object 1068"/>
            <p:cNvSpPr/>
            <p:nvPr/>
          </p:nvSpPr>
          <p:spPr>
            <a:xfrm>
              <a:off x="5384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9" name="object 1069"/>
            <p:cNvSpPr/>
            <p:nvPr/>
          </p:nvSpPr>
          <p:spPr>
            <a:xfrm>
              <a:off x="5528050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0" name="object 1070"/>
            <p:cNvSpPr/>
            <p:nvPr/>
          </p:nvSpPr>
          <p:spPr>
            <a:xfrm>
              <a:off x="5528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1" name="object 1071"/>
            <p:cNvSpPr/>
            <p:nvPr/>
          </p:nvSpPr>
          <p:spPr>
            <a:xfrm>
              <a:off x="5672049" y="6861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2" name="object 1072"/>
            <p:cNvSpPr/>
            <p:nvPr/>
          </p:nvSpPr>
          <p:spPr>
            <a:xfrm>
              <a:off x="5672049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3" name="object 1073"/>
            <p:cNvSpPr/>
            <p:nvPr/>
          </p:nvSpPr>
          <p:spPr>
            <a:xfrm>
              <a:off x="5816050" y="6861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5816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5" name="object 1075"/>
            <p:cNvSpPr/>
            <p:nvPr/>
          </p:nvSpPr>
          <p:spPr>
            <a:xfrm>
              <a:off x="5960050" y="6864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6" name="object 1076"/>
            <p:cNvSpPr/>
            <p:nvPr/>
          </p:nvSpPr>
          <p:spPr>
            <a:xfrm>
              <a:off x="2069510" y="7005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2072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8" name="object 1078"/>
            <p:cNvSpPr/>
            <p:nvPr/>
          </p:nvSpPr>
          <p:spPr>
            <a:xfrm>
              <a:off x="2216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9" name="object 1079"/>
            <p:cNvSpPr/>
            <p:nvPr/>
          </p:nvSpPr>
          <p:spPr>
            <a:xfrm>
              <a:off x="2216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2360049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1" name="object 1081"/>
            <p:cNvSpPr/>
            <p:nvPr/>
          </p:nvSpPr>
          <p:spPr>
            <a:xfrm>
              <a:off x="2360049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2" name="object 1082"/>
            <p:cNvSpPr/>
            <p:nvPr/>
          </p:nvSpPr>
          <p:spPr>
            <a:xfrm>
              <a:off x="2504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2504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4" name="object 1084"/>
            <p:cNvSpPr/>
            <p:nvPr/>
          </p:nvSpPr>
          <p:spPr>
            <a:xfrm>
              <a:off x="2648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5" name="object 1085"/>
            <p:cNvSpPr/>
            <p:nvPr/>
          </p:nvSpPr>
          <p:spPr>
            <a:xfrm>
              <a:off x="2648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2792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7" name="object 1087"/>
            <p:cNvSpPr/>
            <p:nvPr/>
          </p:nvSpPr>
          <p:spPr>
            <a:xfrm>
              <a:off x="2792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8" name="object 1088"/>
            <p:cNvSpPr/>
            <p:nvPr/>
          </p:nvSpPr>
          <p:spPr>
            <a:xfrm>
              <a:off x="2936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2936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0" name="object 1090"/>
            <p:cNvSpPr/>
            <p:nvPr/>
          </p:nvSpPr>
          <p:spPr>
            <a:xfrm>
              <a:off x="3080049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1" name="object 1091"/>
            <p:cNvSpPr/>
            <p:nvPr/>
          </p:nvSpPr>
          <p:spPr>
            <a:xfrm>
              <a:off x="3080049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3224049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3" name="object 1093"/>
            <p:cNvSpPr/>
            <p:nvPr/>
          </p:nvSpPr>
          <p:spPr>
            <a:xfrm>
              <a:off x="3224049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3368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3368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3512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3512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3656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9" name="object 1099"/>
            <p:cNvSpPr/>
            <p:nvPr/>
          </p:nvSpPr>
          <p:spPr>
            <a:xfrm>
              <a:off x="3656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0" name="object 1100"/>
            <p:cNvSpPr/>
            <p:nvPr/>
          </p:nvSpPr>
          <p:spPr>
            <a:xfrm>
              <a:off x="3800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3800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2" name="object 1102"/>
            <p:cNvSpPr/>
            <p:nvPr/>
          </p:nvSpPr>
          <p:spPr>
            <a:xfrm>
              <a:off x="3944049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3" name="object 1103"/>
            <p:cNvSpPr/>
            <p:nvPr/>
          </p:nvSpPr>
          <p:spPr>
            <a:xfrm>
              <a:off x="3944049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4088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5" name="object 1105"/>
            <p:cNvSpPr/>
            <p:nvPr/>
          </p:nvSpPr>
          <p:spPr>
            <a:xfrm>
              <a:off x="4088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6" name="object 1106"/>
            <p:cNvSpPr/>
            <p:nvPr/>
          </p:nvSpPr>
          <p:spPr>
            <a:xfrm>
              <a:off x="4232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4232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8" name="object 1108"/>
            <p:cNvSpPr/>
            <p:nvPr/>
          </p:nvSpPr>
          <p:spPr>
            <a:xfrm>
              <a:off x="4376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9" name="object 1109"/>
            <p:cNvSpPr/>
            <p:nvPr/>
          </p:nvSpPr>
          <p:spPr>
            <a:xfrm>
              <a:off x="4376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4520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1" name="object 1111"/>
            <p:cNvSpPr/>
            <p:nvPr/>
          </p:nvSpPr>
          <p:spPr>
            <a:xfrm>
              <a:off x="4520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2" name="object 1112"/>
            <p:cNvSpPr/>
            <p:nvPr/>
          </p:nvSpPr>
          <p:spPr>
            <a:xfrm>
              <a:off x="4664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4664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4" name="object 1114"/>
            <p:cNvSpPr/>
            <p:nvPr/>
          </p:nvSpPr>
          <p:spPr>
            <a:xfrm>
              <a:off x="4808049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5" name="object 1115"/>
            <p:cNvSpPr/>
            <p:nvPr/>
          </p:nvSpPr>
          <p:spPr>
            <a:xfrm>
              <a:off x="4808049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4952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7" name="object 1117"/>
            <p:cNvSpPr/>
            <p:nvPr/>
          </p:nvSpPr>
          <p:spPr>
            <a:xfrm>
              <a:off x="4952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8" name="object 1118"/>
            <p:cNvSpPr/>
            <p:nvPr/>
          </p:nvSpPr>
          <p:spPr>
            <a:xfrm>
              <a:off x="5096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5096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0" name="object 1120"/>
            <p:cNvSpPr/>
            <p:nvPr/>
          </p:nvSpPr>
          <p:spPr>
            <a:xfrm>
              <a:off x="5240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1" name="object 1121"/>
            <p:cNvSpPr/>
            <p:nvPr/>
          </p:nvSpPr>
          <p:spPr>
            <a:xfrm>
              <a:off x="5240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5384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3" name="object 1123"/>
            <p:cNvSpPr/>
            <p:nvPr/>
          </p:nvSpPr>
          <p:spPr>
            <a:xfrm>
              <a:off x="5384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4" name="object 1124"/>
            <p:cNvSpPr/>
            <p:nvPr/>
          </p:nvSpPr>
          <p:spPr>
            <a:xfrm>
              <a:off x="5528050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5528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6" name="object 1126"/>
            <p:cNvSpPr/>
            <p:nvPr/>
          </p:nvSpPr>
          <p:spPr>
            <a:xfrm>
              <a:off x="5672049" y="7005812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7" name="object 1127"/>
            <p:cNvSpPr/>
            <p:nvPr/>
          </p:nvSpPr>
          <p:spPr>
            <a:xfrm>
              <a:off x="5672049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5816050" y="7005812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9" name="object 1129"/>
            <p:cNvSpPr/>
            <p:nvPr/>
          </p:nvSpPr>
          <p:spPr>
            <a:xfrm>
              <a:off x="5816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0" name="object 1130"/>
            <p:cNvSpPr/>
            <p:nvPr/>
          </p:nvSpPr>
          <p:spPr>
            <a:xfrm>
              <a:off x="5960050" y="7008347"/>
              <a:ext cx="0" cy="139065"/>
            </a:xfrm>
            <a:custGeom>
              <a:avLst/>
              <a:gdLst/>
              <a:ahLst/>
              <a:cxnLst/>
              <a:rect l="l" t="t" r="r" b="b"/>
              <a:pathLst>
                <a:path h="139065">
                  <a:moveTo>
                    <a:pt x="0" y="138925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2069510" y="7149813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2" name="object 1132"/>
            <p:cNvSpPr/>
            <p:nvPr/>
          </p:nvSpPr>
          <p:spPr>
            <a:xfrm>
              <a:off x="2216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3" name="object 1133"/>
            <p:cNvSpPr/>
            <p:nvPr/>
          </p:nvSpPr>
          <p:spPr>
            <a:xfrm>
              <a:off x="2360049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2504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5" name="object 1135"/>
            <p:cNvSpPr/>
            <p:nvPr/>
          </p:nvSpPr>
          <p:spPr>
            <a:xfrm>
              <a:off x="2648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6" name="object 1136"/>
            <p:cNvSpPr/>
            <p:nvPr/>
          </p:nvSpPr>
          <p:spPr>
            <a:xfrm>
              <a:off x="2792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2936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8" name="object 1138"/>
            <p:cNvSpPr/>
            <p:nvPr/>
          </p:nvSpPr>
          <p:spPr>
            <a:xfrm>
              <a:off x="3080049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4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9" name="object 1139"/>
            <p:cNvSpPr/>
            <p:nvPr/>
          </p:nvSpPr>
          <p:spPr>
            <a:xfrm>
              <a:off x="3224049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3368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3512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3656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3800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3944049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4088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4232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4376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8" name="object 1148"/>
            <p:cNvSpPr/>
            <p:nvPr/>
          </p:nvSpPr>
          <p:spPr>
            <a:xfrm>
              <a:off x="4520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4664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0" name="object 1150"/>
            <p:cNvSpPr/>
            <p:nvPr/>
          </p:nvSpPr>
          <p:spPr>
            <a:xfrm>
              <a:off x="4808049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1" name="object 1151"/>
            <p:cNvSpPr/>
            <p:nvPr/>
          </p:nvSpPr>
          <p:spPr>
            <a:xfrm>
              <a:off x="4952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5096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3" name="object 1153"/>
            <p:cNvSpPr/>
            <p:nvPr/>
          </p:nvSpPr>
          <p:spPr>
            <a:xfrm>
              <a:off x="5240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4" name="object 1154"/>
            <p:cNvSpPr/>
            <p:nvPr/>
          </p:nvSpPr>
          <p:spPr>
            <a:xfrm>
              <a:off x="5384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5528050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6" name="object 1156"/>
            <p:cNvSpPr/>
            <p:nvPr/>
          </p:nvSpPr>
          <p:spPr>
            <a:xfrm>
              <a:off x="5672049" y="714981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0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7" name="object 1157"/>
            <p:cNvSpPr/>
            <p:nvPr/>
          </p:nvSpPr>
          <p:spPr>
            <a:xfrm>
              <a:off x="5816050" y="7149813"/>
              <a:ext cx="146685" cy="0"/>
            </a:xfrm>
            <a:custGeom>
              <a:avLst/>
              <a:gdLst/>
              <a:ahLst/>
              <a:cxnLst/>
              <a:rect l="l" t="t" r="r" b="b"/>
              <a:pathLst>
                <a:path w="146685">
                  <a:moveTo>
                    <a:pt x="0" y="0"/>
                  </a:moveTo>
                  <a:lnTo>
                    <a:pt x="146545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8" name="object 1158"/>
          <p:cNvSpPr txBox="1"/>
          <p:nvPr/>
        </p:nvSpPr>
        <p:spPr>
          <a:xfrm>
            <a:off x="2603816" y="5865598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sp>
        <p:nvSpPr>
          <p:cNvPr id="1159" name="object 1159"/>
          <p:cNvSpPr txBox="1"/>
          <p:nvPr/>
        </p:nvSpPr>
        <p:spPr>
          <a:xfrm>
            <a:off x="2293567" y="6571160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850">
              <a:latin typeface="Arial"/>
              <a:cs typeface="Arial"/>
            </a:endParaRPr>
          </a:p>
        </p:txBody>
      </p:sp>
      <p:sp>
        <p:nvSpPr>
          <p:cNvPr id="1160" name="object 1160"/>
          <p:cNvSpPr txBox="1"/>
          <p:nvPr/>
        </p:nvSpPr>
        <p:spPr>
          <a:xfrm>
            <a:off x="3527004" y="6364544"/>
            <a:ext cx="11557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9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endParaRPr sz="850">
              <a:latin typeface="Arial"/>
              <a:cs typeface="Arial"/>
            </a:endParaRPr>
          </a:p>
        </p:txBody>
      </p:sp>
      <p:sp>
        <p:nvSpPr>
          <p:cNvPr id="1161" name="object 1161"/>
          <p:cNvSpPr txBox="1"/>
          <p:nvPr/>
        </p:nvSpPr>
        <p:spPr>
          <a:xfrm>
            <a:off x="4094605" y="6358822"/>
            <a:ext cx="1092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850">
              <a:latin typeface="Arial"/>
              <a:cs typeface="Arial"/>
            </a:endParaRPr>
          </a:p>
        </p:txBody>
      </p:sp>
      <p:sp>
        <p:nvSpPr>
          <p:cNvPr id="1162" name="object 1162"/>
          <p:cNvSpPr txBox="1"/>
          <p:nvPr/>
        </p:nvSpPr>
        <p:spPr>
          <a:xfrm>
            <a:off x="5381909" y="5732388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10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850">
              <a:latin typeface="Arial"/>
              <a:cs typeface="Arial"/>
            </a:endParaRPr>
          </a:p>
        </p:txBody>
      </p:sp>
      <p:sp>
        <p:nvSpPr>
          <p:cNvPr id="1163" name="object 1163"/>
          <p:cNvSpPr txBox="1"/>
          <p:nvPr/>
        </p:nvSpPr>
        <p:spPr>
          <a:xfrm>
            <a:off x="527300" y="6992380"/>
            <a:ext cx="6686550" cy="2158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726564" algn="r">
              <a:lnSpc>
                <a:spcPct val="100000"/>
              </a:lnSpc>
              <a:spcBef>
                <a:spcPts val="100"/>
              </a:spcBef>
            </a:pPr>
            <a:r>
              <a:rPr sz="850" i="1" spc="2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Arial"/>
              <a:cs typeface="Arial"/>
            </a:endParaRPr>
          </a:p>
          <a:p>
            <a:pPr marL="192405">
              <a:lnSpc>
                <a:spcPct val="100000"/>
              </a:lnSpc>
              <a:spcBef>
                <a:spcPts val="5"/>
              </a:spcBef>
            </a:pPr>
            <a:r>
              <a:rPr sz="1400" b="1" i="1" spc="20" dirty="0">
                <a:solidFill>
                  <a:srgbClr val="649DD4"/>
                </a:solidFill>
                <a:latin typeface="Times New Roman"/>
                <a:cs typeface="Times New Roman"/>
              </a:rPr>
              <a:t>3</a:t>
            </a:r>
            <a:r>
              <a:rPr sz="1400" b="1" i="1" spc="15" dirty="0">
                <a:solidFill>
                  <a:srgbClr val="649DD4"/>
                </a:solidFill>
                <a:latin typeface="Times New Roman"/>
                <a:cs typeface="Times New Roman"/>
              </a:rPr>
              <a:t>.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150" dirty="0">
                <a:solidFill>
                  <a:srgbClr val="649DD4"/>
                </a:solidFill>
                <a:latin typeface="Times New Roman"/>
                <a:cs typeface="Times New Roman"/>
              </a:rPr>
              <a:t>Y</a:t>
            </a:r>
            <a:r>
              <a:rPr sz="1400" b="1" i="1" spc="-125" dirty="0">
                <a:solidFill>
                  <a:srgbClr val="649DD4"/>
                </a:solidFill>
                <a:latin typeface="Times New Roman"/>
                <a:cs typeface="Times New Roman"/>
              </a:rPr>
              <a:t>ü</a:t>
            </a:r>
            <a:r>
              <a:rPr sz="1400" b="1" i="1" spc="5" dirty="0">
                <a:solidFill>
                  <a:srgbClr val="649DD4"/>
                </a:solidFill>
                <a:latin typeface="Times New Roman"/>
                <a:cs typeface="Times New Roman"/>
              </a:rPr>
              <a:t>ks</a:t>
            </a:r>
            <a:r>
              <a:rPr sz="1400" b="1" i="1" spc="-15" dirty="0">
                <a:solidFill>
                  <a:srgbClr val="649DD4"/>
                </a:solidFill>
                <a:latin typeface="Times New Roman"/>
                <a:cs typeface="Times New Roman"/>
              </a:rPr>
              <a:t>e</a:t>
            </a:r>
            <a:r>
              <a:rPr sz="1400" b="1" i="1" spc="-20" dirty="0">
                <a:solidFill>
                  <a:srgbClr val="649DD4"/>
                </a:solidFill>
                <a:latin typeface="Times New Roman"/>
                <a:cs typeface="Times New Roman"/>
              </a:rPr>
              <a:t>klik</a:t>
            </a:r>
            <a:endParaRPr sz="1400">
              <a:latin typeface="Times New Roman"/>
              <a:cs typeface="Times New Roman"/>
            </a:endParaRPr>
          </a:p>
          <a:p>
            <a:pPr marL="192405" marR="5080" indent="-180340" algn="just">
              <a:lnSpc>
                <a:spcPts val="2210"/>
              </a:lnSpc>
              <a:spcBef>
                <a:spcPts val="16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40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Üçgenin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herhangi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köşesinin,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karşısındaki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kenarı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içine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alan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doğruya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en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kısa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uzaklığına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ytik-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 seklik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 denir. </a:t>
            </a:r>
            <a:r>
              <a:rPr sz="1000" i="1" spc="-75" dirty="0">
                <a:solidFill>
                  <a:srgbClr val="231F20"/>
                </a:solidFill>
                <a:latin typeface="Verdana"/>
                <a:cs typeface="Verdana"/>
              </a:rPr>
              <a:t>“h“</a:t>
            </a:r>
            <a:r>
              <a:rPr sz="1000" i="1" spc="-7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sembolti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ile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gösterilir.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tiçgende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tiç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Verdana"/>
                <a:cs typeface="Verdana"/>
              </a:rPr>
              <a:t>tane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ytikseklik 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vardır.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Ytiksekliklerin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kesim</a:t>
            </a:r>
            <a:r>
              <a:rPr sz="10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noktasına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diklik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merkezi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denir.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Verdana"/>
              <a:cs typeface="Verdana"/>
            </a:endParaRPr>
          </a:p>
          <a:p>
            <a:pPr marL="190500">
              <a:lnSpc>
                <a:spcPct val="100000"/>
              </a:lnSpc>
              <a:spcBef>
                <a:spcPts val="5"/>
              </a:spcBef>
            </a:pPr>
            <a:r>
              <a:rPr sz="1000" b="1" i="1" spc="50" dirty="0">
                <a:solidFill>
                  <a:srgbClr val="231F20"/>
                </a:solidFill>
                <a:latin typeface="Verdana"/>
                <a:cs typeface="Verdana"/>
              </a:rPr>
              <a:t>Dar</a:t>
            </a:r>
            <a:r>
              <a:rPr sz="1000" b="1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Açılı</a:t>
            </a:r>
            <a:r>
              <a:rPr sz="10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Üçgende</a:t>
            </a:r>
            <a:r>
              <a:rPr sz="1000" b="1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0" dirty="0">
                <a:solidFill>
                  <a:srgbClr val="231F20"/>
                </a:solidFill>
                <a:latin typeface="Verdana"/>
                <a:cs typeface="Verdana"/>
              </a:rPr>
              <a:t>Yükseklik: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40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Verdana"/>
                <a:cs typeface="Verdana"/>
              </a:rPr>
              <a:t>Dar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açılı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tiçgende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diklik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merkezi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iç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bölgesindedir.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164" name="object 1164"/>
          <p:cNvGrpSpPr/>
          <p:nvPr/>
        </p:nvGrpSpPr>
        <p:grpSpPr>
          <a:xfrm>
            <a:off x="2361149" y="5850037"/>
            <a:ext cx="3025775" cy="1161415"/>
            <a:chOff x="2361149" y="5850037"/>
            <a:chExt cx="3025775" cy="1161415"/>
          </a:xfrm>
        </p:grpSpPr>
        <p:sp>
          <p:nvSpPr>
            <p:cNvPr id="1165" name="object 1165"/>
            <p:cNvSpPr/>
            <p:nvPr/>
          </p:nvSpPr>
          <p:spPr>
            <a:xfrm>
              <a:off x="2364324" y="6001583"/>
              <a:ext cx="1152525" cy="574675"/>
            </a:xfrm>
            <a:custGeom>
              <a:avLst/>
              <a:gdLst/>
              <a:ahLst/>
              <a:cxnLst/>
              <a:rect l="l" t="t" r="r" b="b"/>
              <a:pathLst>
                <a:path w="1152525" h="574675">
                  <a:moveTo>
                    <a:pt x="295186" y="0"/>
                  </a:moveTo>
                  <a:lnTo>
                    <a:pt x="1151991" y="430530"/>
                  </a:lnTo>
                  <a:lnTo>
                    <a:pt x="0" y="574116"/>
                  </a:lnTo>
                  <a:lnTo>
                    <a:pt x="295186" y="0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6" name="object 1166"/>
            <p:cNvSpPr/>
            <p:nvPr/>
          </p:nvSpPr>
          <p:spPr>
            <a:xfrm>
              <a:off x="4230890" y="5853212"/>
              <a:ext cx="1153160" cy="1155065"/>
            </a:xfrm>
            <a:custGeom>
              <a:avLst/>
              <a:gdLst/>
              <a:ahLst/>
              <a:cxnLst/>
              <a:rect l="l" t="t" r="r" b="b"/>
              <a:pathLst>
                <a:path w="1153160" h="1155065">
                  <a:moveTo>
                    <a:pt x="1152778" y="0"/>
                  </a:moveTo>
                  <a:lnTo>
                    <a:pt x="1150975" y="1154569"/>
                  </a:lnTo>
                  <a:lnTo>
                    <a:pt x="0" y="577723"/>
                  </a:lnTo>
                  <a:lnTo>
                    <a:pt x="1152778" y="0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4234549" y="6429971"/>
              <a:ext cx="1144270" cy="0"/>
            </a:xfrm>
            <a:custGeom>
              <a:avLst/>
              <a:gdLst/>
              <a:ahLst/>
              <a:cxnLst/>
              <a:rect l="l" t="t" r="r" b="b"/>
              <a:pathLst>
                <a:path w="1144270">
                  <a:moveTo>
                    <a:pt x="0" y="0"/>
                  </a:moveTo>
                  <a:lnTo>
                    <a:pt x="1143723" y="0"/>
                  </a:lnTo>
                </a:path>
              </a:pathLst>
            </a:custGeom>
            <a:ln w="6350">
              <a:solidFill>
                <a:srgbClr val="EC008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2661268" y="6010189"/>
              <a:ext cx="173990" cy="515620"/>
            </a:xfrm>
            <a:custGeom>
              <a:avLst/>
              <a:gdLst/>
              <a:ahLst/>
              <a:cxnLst/>
              <a:rect l="l" t="t" r="r" b="b"/>
              <a:pathLst>
                <a:path w="173989" h="515620">
                  <a:moveTo>
                    <a:pt x="0" y="0"/>
                  </a:moveTo>
                  <a:lnTo>
                    <a:pt x="173380" y="515264"/>
                  </a:lnTo>
                </a:path>
              </a:pathLst>
            </a:custGeom>
            <a:ln w="6350">
              <a:solidFill>
                <a:srgbClr val="EC008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9" name="object 1169"/>
          <p:cNvSpPr txBox="1"/>
          <p:nvPr/>
        </p:nvSpPr>
        <p:spPr>
          <a:xfrm>
            <a:off x="3747777" y="9374982"/>
            <a:ext cx="2419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5" dirty="0">
                <a:solidFill>
                  <a:srgbClr val="FFFFFF"/>
                </a:solidFill>
                <a:latin typeface="Arial"/>
                <a:cs typeface="Arial"/>
              </a:rPr>
              <a:t>12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56348" y="4135429"/>
            <a:ext cx="1842770" cy="1167130"/>
            <a:chOff x="756348" y="4135429"/>
            <a:chExt cx="1842770" cy="1167130"/>
          </a:xfrm>
        </p:grpSpPr>
        <p:sp>
          <p:nvSpPr>
            <p:cNvPr id="11" name="object 11"/>
            <p:cNvSpPr/>
            <p:nvPr/>
          </p:nvSpPr>
          <p:spPr>
            <a:xfrm>
              <a:off x="1800708" y="4138604"/>
              <a:ext cx="64135" cy="1160780"/>
            </a:xfrm>
            <a:custGeom>
              <a:avLst/>
              <a:gdLst/>
              <a:ahLst/>
              <a:cxnLst/>
              <a:rect l="l" t="t" r="r" b="b"/>
              <a:pathLst>
                <a:path w="64135" h="1160779">
                  <a:moveTo>
                    <a:pt x="63614" y="0"/>
                  </a:moveTo>
                  <a:lnTo>
                    <a:pt x="0" y="0"/>
                  </a:lnTo>
                  <a:lnTo>
                    <a:pt x="0" y="1160437"/>
                  </a:lnTo>
                  <a:lnTo>
                    <a:pt x="63614" y="1160437"/>
                  </a:lnTo>
                  <a:lnTo>
                    <a:pt x="63614" y="0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00708" y="4138604"/>
              <a:ext cx="64135" cy="1160780"/>
            </a:xfrm>
            <a:custGeom>
              <a:avLst/>
              <a:gdLst/>
              <a:ahLst/>
              <a:cxnLst/>
              <a:rect l="l" t="t" r="r" b="b"/>
              <a:pathLst>
                <a:path w="64135" h="1160779">
                  <a:moveTo>
                    <a:pt x="0" y="0"/>
                  </a:moveTo>
                  <a:lnTo>
                    <a:pt x="63614" y="0"/>
                  </a:lnTo>
                  <a:lnTo>
                    <a:pt x="63614" y="861225"/>
                  </a:lnTo>
                  <a:lnTo>
                    <a:pt x="63614" y="1160437"/>
                  </a:lnTo>
                  <a:lnTo>
                    <a:pt x="0" y="1160437"/>
                  </a:lnTo>
                  <a:lnTo>
                    <a:pt x="0" y="0"/>
                  </a:lnTo>
                  <a:close/>
                </a:path>
              </a:pathLst>
            </a:custGeom>
            <a:ln w="6311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64320" y="4996424"/>
              <a:ext cx="382270" cy="302895"/>
            </a:xfrm>
            <a:custGeom>
              <a:avLst/>
              <a:gdLst/>
              <a:ahLst/>
              <a:cxnLst/>
              <a:rect l="l" t="t" r="r" b="b"/>
              <a:pathLst>
                <a:path w="382269" h="302895">
                  <a:moveTo>
                    <a:pt x="0" y="0"/>
                  </a:moveTo>
                  <a:lnTo>
                    <a:pt x="0" y="302615"/>
                  </a:lnTo>
                  <a:lnTo>
                    <a:pt x="381698" y="302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64320" y="4996424"/>
              <a:ext cx="382270" cy="302895"/>
            </a:xfrm>
            <a:custGeom>
              <a:avLst/>
              <a:gdLst/>
              <a:ahLst/>
              <a:cxnLst/>
              <a:rect l="l" t="t" r="r" b="b"/>
              <a:pathLst>
                <a:path w="382269" h="302895">
                  <a:moveTo>
                    <a:pt x="0" y="0"/>
                  </a:moveTo>
                  <a:lnTo>
                    <a:pt x="381698" y="302615"/>
                  </a:lnTo>
                  <a:lnTo>
                    <a:pt x="0" y="302615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0848" y="5099959"/>
              <a:ext cx="205193" cy="16396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829699" y="4210235"/>
              <a:ext cx="34925" cy="973455"/>
            </a:xfrm>
            <a:custGeom>
              <a:avLst/>
              <a:gdLst/>
              <a:ahLst/>
              <a:cxnLst/>
              <a:rect l="l" t="t" r="r" b="b"/>
              <a:pathLst>
                <a:path w="34925" h="973454">
                  <a:moveTo>
                    <a:pt x="0" y="973378"/>
                  </a:moveTo>
                  <a:lnTo>
                    <a:pt x="34632" y="973378"/>
                  </a:lnTo>
                </a:path>
                <a:path w="34925" h="973454">
                  <a:moveTo>
                    <a:pt x="0" y="924712"/>
                  </a:moveTo>
                  <a:lnTo>
                    <a:pt x="34632" y="924712"/>
                  </a:lnTo>
                </a:path>
                <a:path w="34925" h="973454">
                  <a:moveTo>
                    <a:pt x="0" y="632701"/>
                  </a:moveTo>
                  <a:lnTo>
                    <a:pt x="34632" y="632701"/>
                  </a:lnTo>
                </a:path>
                <a:path w="34925" h="973454">
                  <a:moveTo>
                    <a:pt x="0" y="584034"/>
                  </a:moveTo>
                  <a:lnTo>
                    <a:pt x="34632" y="584034"/>
                  </a:lnTo>
                </a:path>
                <a:path w="34925" h="973454">
                  <a:moveTo>
                    <a:pt x="0" y="535368"/>
                  </a:moveTo>
                  <a:lnTo>
                    <a:pt x="34632" y="535368"/>
                  </a:lnTo>
                </a:path>
                <a:path w="34925" h="973454">
                  <a:moveTo>
                    <a:pt x="0" y="486702"/>
                  </a:moveTo>
                  <a:lnTo>
                    <a:pt x="34632" y="486702"/>
                  </a:lnTo>
                </a:path>
                <a:path w="34925" h="973454">
                  <a:moveTo>
                    <a:pt x="0" y="438035"/>
                  </a:moveTo>
                  <a:lnTo>
                    <a:pt x="34632" y="438035"/>
                  </a:lnTo>
                </a:path>
                <a:path w="34925" h="973454">
                  <a:moveTo>
                    <a:pt x="0" y="389356"/>
                  </a:moveTo>
                  <a:lnTo>
                    <a:pt x="34632" y="389356"/>
                  </a:lnTo>
                </a:path>
                <a:path w="34925" h="973454">
                  <a:moveTo>
                    <a:pt x="0" y="340702"/>
                  </a:moveTo>
                  <a:lnTo>
                    <a:pt x="34632" y="340702"/>
                  </a:lnTo>
                </a:path>
                <a:path w="34925" h="973454">
                  <a:moveTo>
                    <a:pt x="0" y="292023"/>
                  </a:moveTo>
                  <a:lnTo>
                    <a:pt x="34632" y="292023"/>
                  </a:lnTo>
                </a:path>
                <a:path w="34925" h="973454">
                  <a:moveTo>
                    <a:pt x="0" y="243344"/>
                  </a:moveTo>
                  <a:lnTo>
                    <a:pt x="34632" y="243344"/>
                  </a:lnTo>
                </a:path>
                <a:path w="34925" h="973454">
                  <a:moveTo>
                    <a:pt x="0" y="194665"/>
                  </a:moveTo>
                  <a:lnTo>
                    <a:pt x="34632" y="194665"/>
                  </a:lnTo>
                </a:path>
                <a:path w="34925" h="973454">
                  <a:moveTo>
                    <a:pt x="0" y="145986"/>
                  </a:moveTo>
                  <a:lnTo>
                    <a:pt x="34632" y="145986"/>
                  </a:lnTo>
                </a:path>
                <a:path w="34925" h="973454">
                  <a:moveTo>
                    <a:pt x="0" y="97332"/>
                  </a:moveTo>
                  <a:lnTo>
                    <a:pt x="34632" y="97332"/>
                  </a:lnTo>
                </a:path>
                <a:path w="34925" h="973454">
                  <a:moveTo>
                    <a:pt x="0" y="48653"/>
                  </a:moveTo>
                  <a:lnTo>
                    <a:pt x="34632" y="48653"/>
                  </a:lnTo>
                </a:path>
                <a:path w="34925" h="973454">
                  <a:moveTo>
                    <a:pt x="0" y="0"/>
                  </a:moveTo>
                  <a:lnTo>
                    <a:pt x="34632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16613" y="524486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24688" y="0"/>
                  </a:moveTo>
                  <a:lnTo>
                    <a:pt x="7124" y="0"/>
                  </a:lnTo>
                  <a:lnTo>
                    <a:pt x="0" y="7111"/>
                  </a:lnTo>
                  <a:lnTo>
                    <a:pt x="0" y="24688"/>
                  </a:lnTo>
                  <a:lnTo>
                    <a:pt x="7124" y="31813"/>
                  </a:lnTo>
                  <a:lnTo>
                    <a:pt x="24688" y="31813"/>
                  </a:lnTo>
                  <a:lnTo>
                    <a:pt x="31813" y="24688"/>
                  </a:lnTo>
                  <a:lnTo>
                    <a:pt x="31813" y="15887"/>
                  </a:lnTo>
                  <a:lnTo>
                    <a:pt x="31813" y="7111"/>
                  </a:lnTo>
                  <a:lnTo>
                    <a:pt x="246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16613" y="524486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13" y="15887"/>
                  </a:moveTo>
                  <a:lnTo>
                    <a:pt x="31813" y="24688"/>
                  </a:lnTo>
                  <a:lnTo>
                    <a:pt x="24688" y="31813"/>
                  </a:lnTo>
                  <a:lnTo>
                    <a:pt x="15900" y="31813"/>
                  </a:lnTo>
                  <a:lnTo>
                    <a:pt x="7124" y="31813"/>
                  </a:lnTo>
                  <a:lnTo>
                    <a:pt x="0" y="24688"/>
                  </a:lnTo>
                  <a:lnTo>
                    <a:pt x="0" y="15887"/>
                  </a:lnTo>
                  <a:lnTo>
                    <a:pt x="0" y="7111"/>
                  </a:lnTo>
                  <a:lnTo>
                    <a:pt x="7124" y="0"/>
                  </a:lnTo>
                  <a:lnTo>
                    <a:pt x="15900" y="0"/>
                  </a:lnTo>
                  <a:lnTo>
                    <a:pt x="24688" y="0"/>
                  </a:lnTo>
                  <a:lnTo>
                    <a:pt x="31813" y="7111"/>
                  </a:lnTo>
                  <a:lnTo>
                    <a:pt x="31813" y="15887"/>
                  </a:lnTo>
                  <a:close/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9523" y="4138604"/>
              <a:ext cx="1836420" cy="1160780"/>
            </a:xfrm>
            <a:custGeom>
              <a:avLst/>
              <a:gdLst/>
              <a:ahLst/>
              <a:cxnLst/>
              <a:rect l="l" t="t" r="r" b="b"/>
              <a:pathLst>
                <a:path w="1836420" h="1160779">
                  <a:moveTo>
                    <a:pt x="1035405" y="0"/>
                  </a:moveTo>
                  <a:lnTo>
                    <a:pt x="1029220" y="6946"/>
                  </a:lnTo>
                  <a:lnTo>
                    <a:pt x="0" y="1160437"/>
                  </a:lnTo>
                  <a:lnTo>
                    <a:pt x="1836089" y="1160437"/>
                  </a:lnTo>
                  <a:lnTo>
                    <a:pt x="1035405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00708" y="4138604"/>
              <a:ext cx="64135" cy="1160780"/>
            </a:xfrm>
            <a:custGeom>
              <a:avLst/>
              <a:gdLst/>
              <a:ahLst/>
              <a:cxnLst/>
              <a:rect l="l" t="t" r="r" b="b"/>
              <a:pathLst>
                <a:path w="64135" h="1160779">
                  <a:moveTo>
                    <a:pt x="0" y="0"/>
                  </a:moveTo>
                  <a:lnTo>
                    <a:pt x="63614" y="0"/>
                  </a:lnTo>
                  <a:lnTo>
                    <a:pt x="63614" y="861225"/>
                  </a:lnTo>
                  <a:lnTo>
                    <a:pt x="63614" y="1160437"/>
                  </a:lnTo>
                  <a:lnTo>
                    <a:pt x="0" y="1160437"/>
                  </a:lnTo>
                  <a:lnTo>
                    <a:pt x="0" y="0"/>
                  </a:lnTo>
                  <a:close/>
                </a:path>
              </a:pathLst>
            </a:custGeom>
            <a:ln w="631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29692" y="4891601"/>
              <a:ext cx="34925" cy="194945"/>
            </a:xfrm>
            <a:custGeom>
              <a:avLst/>
              <a:gdLst/>
              <a:ahLst/>
              <a:cxnLst/>
              <a:rect l="l" t="t" r="r" b="b"/>
              <a:pathLst>
                <a:path w="34925" h="194945">
                  <a:moveTo>
                    <a:pt x="0" y="194678"/>
                  </a:moveTo>
                  <a:lnTo>
                    <a:pt x="34632" y="194678"/>
                  </a:lnTo>
                </a:path>
                <a:path w="34925" h="194945">
                  <a:moveTo>
                    <a:pt x="0" y="146011"/>
                  </a:moveTo>
                  <a:lnTo>
                    <a:pt x="34632" y="146011"/>
                  </a:lnTo>
                </a:path>
                <a:path w="34925" h="194945">
                  <a:moveTo>
                    <a:pt x="0" y="97332"/>
                  </a:moveTo>
                  <a:lnTo>
                    <a:pt x="34632" y="97332"/>
                  </a:lnTo>
                </a:path>
                <a:path w="34925" h="194945">
                  <a:moveTo>
                    <a:pt x="0" y="48666"/>
                  </a:moveTo>
                  <a:lnTo>
                    <a:pt x="34632" y="48666"/>
                  </a:lnTo>
                </a:path>
                <a:path w="34925" h="194945">
                  <a:moveTo>
                    <a:pt x="0" y="0"/>
                  </a:moveTo>
                  <a:lnTo>
                    <a:pt x="34632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94507" y="4138604"/>
              <a:ext cx="0" cy="1160780"/>
            </a:xfrm>
            <a:custGeom>
              <a:avLst/>
              <a:gdLst/>
              <a:ahLst/>
              <a:cxnLst/>
              <a:rect l="l" t="t" r="r" b="b"/>
              <a:pathLst>
                <a:path h="1160779">
                  <a:moveTo>
                    <a:pt x="0" y="0"/>
                  </a:moveTo>
                  <a:lnTo>
                    <a:pt x="0" y="1160437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43611" y="6231888"/>
            <a:ext cx="5734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95" dirty="0">
                <a:solidFill>
                  <a:srgbClr val="EC008C"/>
                </a:solidFill>
                <a:latin typeface="Verdana"/>
                <a:cs typeface="Verdana"/>
              </a:rPr>
              <a:t>3.</a:t>
            </a:r>
            <a:r>
              <a:rPr sz="1000" b="1" i="1" spc="9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2647" y="6656866"/>
            <a:ext cx="1845310" cy="1217930"/>
            <a:chOff x="802647" y="6656866"/>
            <a:chExt cx="1845310" cy="1217930"/>
          </a:xfrm>
        </p:grpSpPr>
        <p:sp>
          <p:nvSpPr>
            <p:cNvPr id="25" name="object 25"/>
            <p:cNvSpPr/>
            <p:nvPr/>
          </p:nvSpPr>
          <p:spPr>
            <a:xfrm>
              <a:off x="1842783" y="774699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79" y="75666"/>
                  </a:moveTo>
                  <a:lnTo>
                    <a:pt x="75679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72473" y="777666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0680" y="0"/>
                  </a:moveTo>
                  <a:lnTo>
                    <a:pt x="3073" y="0"/>
                  </a:lnTo>
                  <a:lnTo>
                    <a:pt x="0" y="3073"/>
                  </a:lnTo>
                  <a:lnTo>
                    <a:pt x="0" y="10693"/>
                  </a:lnTo>
                  <a:lnTo>
                    <a:pt x="3073" y="13792"/>
                  </a:lnTo>
                  <a:lnTo>
                    <a:pt x="10680" y="13792"/>
                  </a:lnTo>
                  <a:lnTo>
                    <a:pt x="13792" y="10693"/>
                  </a:lnTo>
                  <a:lnTo>
                    <a:pt x="13792" y="6896"/>
                  </a:lnTo>
                  <a:lnTo>
                    <a:pt x="13792" y="3073"/>
                  </a:lnTo>
                  <a:lnTo>
                    <a:pt x="1068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7417" y="6978123"/>
              <a:ext cx="1087755" cy="844550"/>
            </a:xfrm>
            <a:custGeom>
              <a:avLst/>
              <a:gdLst/>
              <a:ahLst/>
              <a:cxnLst/>
              <a:rect l="l" t="t" r="r" b="b"/>
              <a:pathLst>
                <a:path w="1087755" h="844550">
                  <a:moveTo>
                    <a:pt x="1087285" y="844537"/>
                  </a:moveTo>
                  <a:lnTo>
                    <a:pt x="0" y="0"/>
                  </a:lnTo>
                </a:path>
                <a:path w="1087755" h="844550">
                  <a:moveTo>
                    <a:pt x="1087285" y="84453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40800" y="6661194"/>
              <a:ext cx="0" cy="1158240"/>
            </a:xfrm>
            <a:custGeom>
              <a:avLst/>
              <a:gdLst/>
              <a:ahLst/>
              <a:cxnLst/>
              <a:rect l="l" t="t" r="r" b="b"/>
              <a:pathLst>
                <a:path h="1158240">
                  <a:moveTo>
                    <a:pt x="0" y="0"/>
                  </a:moveTo>
                  <a:lnTo>
                    <a:pt x="0" y="1158138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5822" y="6660041"/>
              <a:ext cx="1836420" cy="1160780"/>
            </a:xfrm>
            <a:custGeom>
              <a:avLst/>
              <a:gdLst/>
              <a:ahLst/>
              <a:cxnLst/>
              <a:rect l="l" t="t" r="r" b="b"/>
              <a:pathLst>
                <a:path w="1836420" h="1160779">
                  <a:moveTo>
                    <a:pt x="1035392" y="0"/>
                  </a:moveTo>
                  <a:lnTo>
                    <a:pt x="1836077" y="1160449"/>
                  </a:lnTo>
                  <a:lnTo>
                    <a:pt x="0" y="1160449"/>
                  </a:lnTo>
                  <a:lnTo>
                    <a:pt x="1029208" y="6946"/>
                  </a:lnTo>
                  <a:lnTo>
                    <a:pt x="1035392" y="0"/>
                  </a:lnTo>
                  <a:close/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7172" y="7038944"/>
              <a:ext cx="1316990" cy="833119"/>
            </a:xfrm>
            <a:custGeom>
              <a:avLst/>
              <a:gdLst/>
              <a:ahLst/>
              <a:cxnLst/>
              <a:rect l="l" t="t" r="r" b="b"/>
              <a:pathLst>
                <a:path w="1316989" h="833120">
                  <a:moveTo>
                    <a:pt x="1283538" y="0"/>
                  </a:moveTo>
                  <a:lnTo>
                    <a:pt x="0" y="778294"/>
                  </a:lnTo>
                  <a:lnTo>
                    <a:pt x="33121" y="832624"/>
                  </a:lnTo>
                  <a:lnTo>
                    <a:pt x="1061224" y="210108"/>
                  </a:lnTo>
                  <a:lnTo>
                    <a:pt x="1316685" y="54305"/>
                  </a:lnTo>
                  <a:lnTo>
                    <a:pt x="1283538" y="0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7172" y="7038944"/>
              <a:ext cx="1316990" cy="833119"/>
            </a:xfrm>
            <a:custGeom>
              <a:avLst/>
              <a:gdLst/>
              <a:ahLst/>
              <a:cxnLst/>
              <a:rect l="l" t="t" r="r" b="b"/>
              <a:pathLst>
                <a:path w="1316989" h="833120">
                  <a:moveTo>
                    <a:pt x="0" y="778294"/>
                  </a:moveTo>
                  <a:lnTo>
                    <a:pt x="33121" y="832624"/>
                  </a:lnTo>
                  <a:lnTo>
                    <a:pt x="1061224" y="210108"/>
                  </a:lnTo>
                  <a:lnTo>
                    <a:pt x="1316685" y="54305"/>
                  </a:lnTo>
                  <a:lnTo>
                    <a:pt x="1283538" y="0"/>
                  </a:lnTo>
                  <a:lnTo>
                    <a:pt x="0" y="778294"/>
                  </a:lnTo>
                  <a:close/>
                </a:path>
              </a:pathLst>
            </a:custGeom>
            <a:ln w="6311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18239" y="7012268"/>
              <a:ext cx="80645" cy="43180"/>
            </a:xfrm>
            <a:custGeom>
              <a:avLst/>
              <a:gdLst/>
              <a:ahLst/>
              <a:cxnLst/>
              <a:rect l="l" t="t" r="r" b="b"/>
              <a:pathLst>
                <a:path w="80644" h="43179">
                  <a:moveTo>
                    <a:pt x="0" y="7861"/>
                  </a:moveTo>
                  <a:lnTo>
                    <a:pt x="42621" y="42633"/>
                  </a:lnTo>
                  <a:lnTo>
                    <a:pt x="80124" y="0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53866" y="7008861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5" h="12065">
                  <a:moveTo>
                    <a:pt x="6807" y="0"/>
                  </a:moveTo>
                  <a:lnTo>
                    <a:pt x="3568" y="368"/>
                  </a:lnTo>
                  <a:lnTo>
                    <a:pt x="1765" y="2590"/>
                  </a:lnTo>
                  <a:lnTo>
                    <a:pt x="0" y="4813"/>
                  </a:lnTo>
                  <a:lnTo>
                    <a:pt x="330" y="8064"/>
                  </a:lnTo>
                  <a:lnTo>
                    <a:pt x="2578" y="9867"/>
                  </a:lnTo>
                  <a:lnTo>
                    <a:pt x="4787" y="11645"/>
                  </a:lnTo>
                  <a:lnTo>
                    <a:pt x="8051" y="11277"/>
                  </a:lnTo>
                  <a:lnTo>
                    <a:pt x="9842" y="9080"/>
                  </a:lnTo>
                  <a:lnTo>
                    <a:pt x="11633" y="6845"/>
                  </a:lnTo>
                  <a:lnTo>
                    <a:pt x="11277" y="3556"/>
                  </a:lnTo>
                  <a:lnTo>
                    <a:pt x="6807" y="0"/>
                  </a:lnTo>
                  <a:close/>
                </a:path>
              </a:pathLst>
            </a:custGeom>
            <a:solidFill>
              <a:srgbClr val="9227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53866" y="7008861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5" h="12065">
                  <a:moveTo>
                    <a:pt x="2578" y="9867"/>
                  </a:moveTo>
                  <a:lnTo>
                    <a:pt x="330" y="8064"/>
                  </a:lnTo>
                  <a:lnTo>
                    <a:pt x="0" y="4813"/>
                  </a:lnTo>
                  <a:lnTo>
                    <a:pt x="1765" y="2590"/>
                  </a:lnTo>
                  <a:lnTo>
                    <a:pt x="3568" y="368"/>
                  </a:lnTo>
                  <a:lnTo>
                    <a:pt x="6807" y="0"/>
                  </a:lnTo>
                  <a:lnTo>
                    <a:pt x="9067" y="1790"/>
                  </a:lnTo>
                  <a:lnTo>
                    <a:pt x="11277" y="3556"/>
                  </a:lnTo>
                  <a:lnTo>
                    <a:pt x="11633" y="6845"/>
                  </a:lnTo>
                  <a:lnTo>
                    <a:pt x="9842" y="9080"/>
                  </a:lnTo>
                  <a:lnTo>
                    <a:pt x="8051" y="11277"/>
                  </a:lnTo>
                  <a:lnTo>
                    <a:pt x="4787" y="11645"/>
                  </a:lnTo>
                  <a:lnTo>
                    <a:pt x="2578" y="9867"/>
                  </a:lnTo>
                  <a:close/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81839" y="7093257"/>
              <a:ext cx="473075" cy="317500"/>
            </a:xfrm>
            <a:custGeom>
              <a:avLst/>
              <a:gdLst/>
              <a:ahLst/>
              <a:cxnLst/>
              <a:rect l="l" t="t" r="r" b="b"/>
              <a:pathLst>
                <a:path w="473075" h="317500">
                  <a:moveTo>
                    <a:pt x="258356" y="0"/>
                  </a:moveTo>
                  <a:lnTo>
                    <a:pt x="0" y="157581"/>
                  </a:lnTo>
                  <a:lnTo>
                    <a:pt x="472706" y="317360"/>
                  </a:lnTo>
                  <a:lnTo>
                    <a:pt x="258356" y="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81839" y="7093257"/>
              <a:ext cx="473075" cy="317500"/>
            </a:xfrm>
            <a:custGeom>
              <a:avLst/>
              <a:gdLst/>
              <a:ahLst/>
              <a:cxnLst/>
              <a:rect l="l" t="t" r="r" b="b"/>
              <a:pathLst>
                <a:path w="473075" h="317500">
                  <a:moveTo>
                    <a:pt x="0" y="157581"/>
                  </a:moveTo>
                  <a:lnTo>
                    <a:pt x="472706" y="317360"/>
                  </a:lnTo>
                  <a:lnTo>
                    <a:pt x="258356" y="0"/>
                  </a:lnTo>
                  <a:lnTo>
                    <a:pt x="0" y="157581"/>
                  </a:lnTo>
                  <a:close/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73759" y="7155601"/>
              <a:ext cx="257175" cy="170180"/>
            </a:xfrm>
            <a:custGeom>
              <a:avLst/>
              <a:gdLst/>
              <a:ahLst/>
              <a:cxnLst/>
              <a:rect l="l" t="t" r="r" b="b"/>
              <a:pathLst>
                <a:path w="257175" h="170179">
                  <a:moveTo>
                    <a:pt x="153289" y="0"/>
                  </a:moveTo>
                  <a:lnTo>
                    <a:pt x="0" y="90982"/>
                  </a:lnTo>
                  <a:lnTo>
                    <a:pt x="256844" y="169748"/>
                  </a:lnTo>
                  <a:lnTo>
                    <a:pt x="1532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73759" y="7155601"/>
              <a:ext cx="257175" cy="170180"/>
            </a:xfrm>
            <a:custGeom>
              <a:avLst/>
              <a:gdLst/>
              <a:ahLst/>
              <a:cxnLst/>
              <a:rect l="l" t="t" r="r" b="b"/>
              <a:pathLst>
                <a:path w="257175" h="170179">
                  <a:moveTo>
                    <a:pt x="0" y="90982"/>
                  </a:moveTo>
                  <a:lnTo>
                    <a:pt x="256844" y="169748"/>
                  </a:lnTo>
                  <a:lnTo>
                    <a:pt x="153289" y="0"/>
                  </a:lnTo>
                  <a:lnTo>
                    <a:pt x="0" y="90982"/>
                  </a:lnTo>
                  <a:close/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65122" y="7123789"/>
              <a:ext cx="1170305" cy="728980"/>
            </a:xfrm>
            <a:custGeom>
              <a:avLst/>
              <a:gdLst/>
              <a:ahLst/>
              <a:cxnLst/>
              <a:rect l="l" t="t" r="r" b="b"/>
              <a:pathLst>
                <a:path w="1170305" h="728979">
                  <a:moveTo>
                    <a:pt x="1152144" y="0"/>
                  </a:moveTo>
                  <a:lnTo>
                    <a:pt x="1170165" y="29565"/>
                  </a:lnTo>
                </a:path>
                <a:path w="1170305" h="728979">
                  <a:moveTo>
                    <a:pt x="1128623" y="14274"/>
                  </a:moveTo>
                  <a:lnTo>
                    <a:pt x="1146657" y="43840"/>
                  </a:lnTo>
                </a:path>
                <a:path w="1170305" h="728979">
                  <a:moveTo>
                    <a:pt x="1105115" y="28536"/>
                  </a:moveTo>
                  <a:lnTo>
                    <a:pt x="1123149" y="58102"/>
                  </a:lnTo>
                </a:path>
                <a:path w="1170305" h="728979">
                  <a:moveTo>
                    <a:pt x="1081608" y="42811"/>
                  </a:moveTo>
                  <a:lnTo>
                    <a:pt x="1099642" y="72377"/>
                  </a:lnTo>
                </a:path>
                <a:path w="1170305" h="728979">
                  <a:moveTo>
                    <a:pt x="1058087" y="57086"/>
                  </a:moveTo>
                  <a:lnTo>
                    <a:pt x="1076121" y="86652"/>
                  </a:lnTo>
                </a:path>
                <a:path w="1170305" h="728979">
                  <a:moveTo>
                    <a:pt x="1034580" y="71348"/>
                  </a:moveTo>
                  <a:lnTo>
                    <a:pt x="1052614" y="100914"/>
                  </a:lnTo>
                </a:path>
                <a:path w="1170305" h="728979">
                  <a:moveTo>
                    <a:pt x="1011072" y="85623"/>
                  </a:moveTo>
                  <a:lnTo>
                    <a:pt x="1029093" y="115189"/>
                  </a:lnTo>
                </a:path>
                <a:path w="1170305" h="728979">
                  <a:moveTo>
                    <a:pt x="987551" y="99898"/>
                  </a:moveTo>
                  <a:lnTo>
                    <a:pt x="1005586" y="129451"/>
                  </a:lnTo>
                </a:path>
                <a:path w="1170305" h="728979">
                  <a:moveTo>
                    <a:pt x="964044" y="114160"/>
                  </a:moveTo>
                  <a:lnTo>
                    <a:pt x="982065" y="143725"/>
                  </a:lnTo>
                </a:path>
                <a:path w="1170305" h="728979">
                  <a:moveTo>
                    <a:pt x="940523" y="128422"/>
                  </a:moveTo>
                  <a:lnTo>
                    <a:pt x="958557" y="157988"/>
                  </a:lnTo>
                </a:path>
                <a:path w="1170305" h="728979">
                  <a:moveTo>
                    <a:pt x="917016" y="142697"/>
                  </a:moveTo>
                  <a:lnTo>
                    <a:pt x="935050" y="172262"/>
                  </a:lnTo>
                </a:path>
                <a:path w="1170305" h="728979">
                  <a:moveTo>
                    <a:pt x="893495" y="156972"/>
                  </a:moveTo>
                  <a:lnTo>
                    <a:pt x="911529" y="186537"/>
                  </a:lnTo>
                </a:path>
                <a:path w="1170305" h="728979">
                  <a:moveTo>
                    <a:pt x="869988" y="171234"/>
                  </a:moveTo>
                  <a:lnTo>
                    <a:pt x="888022" y="200812"/>
                  </a:lnTo>
                </a:path>
                <a:path w="1170305" h="728979">
                  <a:moveTo>
                    <a:pt x="846467" y="185508"/>
                  </a:moveTo>
                  <a:lnTo>
                    <a:pt x="864501" y="215087"/>
                  </a:lnTo>
                </a:path>
                <a:path w="1170305" h="728979">
                  <a:moveTo>
                    <a:pt x="822960" y="199771"/>
                  </a:moveTo>
                  <a:lnTo>
                    <a:pt x="840994" y="229349"/>
                  </a:lnTo>
                </a:path>
                <a:path w="1170305" h="728979">
                  <a:moveTo>
                    <a:pt x="799439" y="214045"/>
                  </a:moveTo>
                  <a:lnTo>
                    <a:pt x="817473" y="243624"/>
                  </a:lnTo>
                </a:path>
                <a:path w="1170305" h="728979">
                  <a:moveTo>
                    <a:pt x="775931" y="228307"/>
                  </a:moveTo>
                  <a:lnTo>
                    <a:pt x="793965" y="257898"/>
                  </a:lnTo>
                </a:path>
                <a:path w="1170305" h="728979">
                  <a:moveTo>
                    <a:pt x="752424" y="242582"/>
                  </a:moveTo>
                  <a:lnTo>
                    <a:pt x="770458" y="272161"/>
                  </a:lnTo>
                </a:path>
                <a:path w="1170305" h="728979">
                  <a:moveTo>
                    <a:pt x="728903" y="256857"/>
                  </a:moveTo>
                  <a:lnTo>
                    <a:pt x="746937" y="286435"/>
                  </a:lnTo>
                </a:path>
                <a:path w="1170305" h="728979">
                  <a:moveTo>
                    <a:pt x="705396" y="271132"/>
                  </a:moveTo>
                  <a:lnTo>
                    <a:pt x="723430" y="300697"/>
                  </a:lnTo>
                </a:path>
                <a:path w="1170305" h="728979">
                  <a:moveTo>
                    <a:pt x="681875" y="285407"/>
                  </a:moveTo>
                  <a:lnTo>
                    <a:pt x="699909" y="314972"/>
                  </a:lnTo>
                </a:path>
                <a:path w="1170305" h="728979">
                  <a:moveTo>
                    <a:pt x="658368" y="299669"/>
                  </a:moveTo>
                  <a:lnTo>
                    <a:pt x="676402" y="329247"/>
                  </a:lnTo>
                </a:path>
                <a:path w="1170305" h="728979">
                  <a:moveTo>
                    <a:pt x="634847" y="313944"/>
                  </a:moveTo>
                  <a:lnTo>
                    <a:pt x="652881" y="343509"/>
                  </a:lnTo>
                </a:path>
                <a:path w="1170305" h="728979">
                  <a:moveTo>
                    <a:pt x="611339" y="328206"/>
                  </a:moveTo>
                  <a:lnTo>
                    <a:pt x="629373" y="357771"/>
                  </a:lnTo>
                </a:path>
                <a:path w="1170305" h="728979">
                  <a:moveTo>
                    <a:pt x="587819" y="342493"/>
                  </a:moveTo>
                  <a:lnTo>
                    <a:pt x="605866" y="372059"/>
                  </a:lnTo>
                </a:path>
                <a:path w="1170305" h="728979">
                  <a:moveTo>
                    <a:pt x="564311" y="356755"/>
                  </a:moveTo>
                  <a:lnTo>
                    <a:pt x="582345" y="386321"/>
                  </a:lnTo>
                </a:path>
                <a:path w="1170305" h="728979">
                  <a:moveTo>
                    <a:pt x="540804" y="371017"/>
                  </a:moveTo>
                  <a:lnTo>
                    <a:pt x="558838" y="400583"/>
                  </a:lnTo>
                </a:path>
                <a:path w="1170305" h="728979">
                  <a:moveTo>
                    <a:pt x="517283" y="385292"/>
                  </a:moveTo>
                  <a:lnTo>
                    <a:pt x="535317" y="414858"/>
                  </a:lnTo>
                </a:path>
                <a:path w="1170305" h="728979">
                  <a:moveTo>
                    <a:pt x="493775" y="399567"/>
                  </a:moveTo>
                  <a:lnTo>
                    <a:pt x="511809" y="429133"/>
                  </a:lnTo>
                </a:path>
                <a:path w="1170305" h="728979">
                  <a:moveTo>
                    <a:pt x="470255" y="413829"/>
                  </a:moveTo>
                  <a:lnTo>
                    <a:pt x="488302" y="443395"/>
                  </a:lnTo>
                </a:path>
                <a:path w="1170305" h="728979">
                  <a:moveTo>
                    <a:pt x="446735" y="428104"/>
                  </a:moveTo>
                  <a:lnTo>
                    <a:pt x="464781" y="457657"/>
                  </a:lnTo>
                </a:path>
                <a:path w="1170305" h="728979">
                  <a:moveTo>
                    <a:pt x="423240" y="442379"/>
                  </a:moveTo>
                  <a:lnTo>
                    <a:pt x="441274" y="471931"/>
                  </a:lnTo>
                </a:path>
                <a:path w="1170305" h="728979">
                  <a:moveTo>
                    <a:pt x="399719" y="456641"/>
                  </a:moveTo>
                  <a:lnTo>
                    <a:pt x="417753" y="486206"/>
                  </a:lnTo>
                </a:path>
                <a:path w="1170305" h="728979">
                  <a:moveTo>
                    <a:pt x="376212" y="470903"/>
                  </a:moveTo>
                  <a:lnTo>
                    <a:pt x="394246" y="500468"/>
                  </a:lnTo>
                </a:path>
                <a:path w="1170305" h="728979">
                  <a:moveTo>
                    <a:pt x="352691" y="485178"/>
                  </a:moveTo>
                  <a:lnTo>
                    <a:pt x="370738" y="514743"/>
                  </a:lnTo>
                </a:path>
                <a:path w="1170305" h="728979">
                  <a:moveTo>
                    <a:pt x="329184" y="499452"/>
                  </a:moveTo>
                  <a:lnTo>
                    <a:pt x="347217" y="529018"/>
                  </a:lnTo>
                </a:path>
                <a:path w="1170305" h="728979">
                  <a:moveTo>
                    <a:pt x="305663" y="513715"/>
                  </a:moveTo>
                  <a:lnTo>
                    <a:pt x="323697" y="543280"/>
                  </a:lnTo>
                </a:path>
                <a:path w="1170305" h="728979">
                  <a:moveTo>
                    <a:pt x="282155" y="527989"/>
                  </a:moveTo>
                  <a:lnTo>
                    <a:pt x="300202" y="557555"/>
                  </a:lnTo>
                </a:path>
                <a:path w="1170305" h="728979">
                  <a:moveTo>
                    <a:pt x="258635" y="542251"/>
                  </a:moveTo>
                  <a:lnTo>
                    <a:pt x="276682" y="571830"/>
                  </a:lnTo>
                </a:path>
                <a:path w="1170305" h="728979">
                  <a:moveTo>
                    <a:pt x="235127" y="556526"/>
                  </a:moveTo>
                  <a:lnTo>
                    <a:pt x="253161" y="586092"/>
                  </a:lnTo>
                </a:path>
                <a:path w="1170305" h="728979">
                  <a:moveTo>
                    <a:pt x="211620" y="570788"/>
                  </a:moveTo>
                  <a:lnTo>
                    <a:pt x="229654" y="600367"/>
                  </a:lnTo>
                </a:path>
                <a:path w="1170305" h="728979">
                  <a:moveTo>
                    <a:pt x="188099" y="585063"/>
                  </a:moveTo>
                  <a:lnTo>
                    <a:pt x="206133" y="614641"/>
                  </a:lnTo>
                </a:path>
                <a:path w="1170305" h="728979">
                  <a:moveTo>
                    <a:pt x="164591" y="599338"/>
                  </a:moveTo>
                  <a:lnTo>
                    <a:pt x="182625" y="628904"/>
                  </a:lnTo>
                </a:path>
                <a:path w="1170305" h="728979">
                  <a:moveTo>
                    <a:pt x="141071" y="613600"/>
                  </a:moveTo>
                  <a:lnTo>
                    <a:pt x="159118" y="643178"/>
                  </a:lnTo>
                </a:path>
                <a:path w="1170305" h="728979">
                  <a:moveTo>
                    <a:pt x="117563" y="627875"/>
                  </a:moveTo>
                  <a:lnTo>
                    <a:pt x="135610" y="657453"/>
                  </a:lnTo>
                </a:path>
                <a:path w="1170305" h="728979">
                  <a:moveTo>
                    <a:pt x="94056" y="642150"/>
                  </a:moveTo>
                  <a:lnTo>
                    <a:pt x="112090" y="671728"/>
                  </a:lnTo>
                </a:path>
                <a:path w="1170305" h="728979">
                  <a:moveTo>
                    <a:pt x="70535" y="656424"/>
                  </a:moveTo>
                  <a:lnTo>
                    <a:pt x="88582" y="685990"/>
                  </a:lnTo>
                </a:path>
                <a:path w="1170305" h="728979">
                  <a:moveTo>
                    <a:pt x="47015" y="670674"/>
                  </a:moveTo>
                  <a:lnTo>
                    <a:pt x="65062" y="700252"/>
                  </a:lnTo>
                </a:path>
                <a:path w="1170305" h="728979">
                  <a:moveTo>
                    <a:pt x="23507" y="684949"/>
                  </a:moveTo>
                  <a:lnTo>
                    <a:pt x="41554" y="714527"/>
                  </a:lnTo>
                </a:path>
                <a:path w="1170305" h="728979">
                  <a:moveTo>
                    <a:pt x="0" y="699223"/>
                  </a:moveTo>
                  <a:lnTo>
                    <a:pt x="18034" y="72880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068872" y="707026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3392" y="0"/>
                  </a:moveTo>
                  <a:lnTo>
                    <a:pt x="7454" y="2160"/>
                  </a:lnTo>
                  <a:lnTo>
                    <a:pt x="2828" y="6463"/>
                  </a:lnTo>
                  <a:lnTo>
                    <a:pt x="285" y="12010"/>
                  </a:lnTo>
                  <a:lnTo>
                    <a:pt x="0" y="18103"/>
                  </a:lnTo>
                  <a:lnTo>
                    <a:pt x="2145" y="24042"/>
                  </a:lnTo>
                  <a:lnTo>
                    <a:pt x="6437" y="28675"/>
                  </a:lnTo>
                  <a:lnTo>
                    <a:pt x="11983" y="31206"/>
                  </a:lnTo>
                  <a:lnTo>
                    <a:pt x="18074" y="31473"/>
                  </a:lnTo>
                  <a:lnTo>
                    <a:pt x="24002" y="29312"/>
                  </a:lnTo>
                  <a:lnTo>
                    <a:pt x="28646" y="25024"/>
                  </a:lnTo>
                  <a:lnTo>
                    <a:pt x="31189" y="19484"/>
                  </a:lnTo>
                  <a:lnTo>
                    <a:pt x="31462" y="13394"/>
                  </a:lnTo>
                  <a:lnTo>
                    <a:pt x="29298" y="7456"/>
                  </a:lnTo>
                  <a:lnTo>
                    <a:pt x="25017" y="2822"/>
                  </a:lnTo>
                  <a:lnTo>
                    <a:pt x="19481" y="279"/>
                  </a:lnTo>
                  <a:lnTo>
                    <a:pt x="133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068872" y="707026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002" y="29312"/>
                  </a:moveTo>
                  <a:lnTo>
                    <a:pt x="28646" y="25024"/>
                  </a:lnTo>
                  <a:lnTo>
                    <a:pt x="31189" y="19484"/>
                  </a:lnTo>
                  <a:lnTo>
                    <a:pt x="31462" y="13394"/>
                  </a:lnTo>
                  <a:lnTo>
                    <a:pt x="29298" y="7456"/>
                  </a:lnTo>
                  <a:lnTo>
                    <a:pt x="25017" y="2822"/>
                  </a:lnTo>
                  <a:lnTo>
                    <a:pt x="19481" y="279"/>
                  </a:lnTo>
                  <a:lnTo>
                    <a:pt x="13392" y="0"/>
                  </a:lnTo>
                  <a:lnTo>
                    <a:pt x="7454" y="2160"/>
                  </a:lnTo>
                  <a:lnTo>
                    <a:pt x="2828" y="6463"/>
                  </a:lnTo>
                  <a:lnTo>
                    <a:pt x="285" y="12010"/>
                  </a:lnTo>
                  <a:lnTo>
                    <a:pt x="0" y="18103"/>
                  </a:lnTo>
                  <a:lnTo>
                    <a:pt x="2145" y="24042"/>
                  </a:lnTo>
                  <a:lnTo>
                    <a:pt x="6437" y="28675"/>
                  </a:lnTo>
                  <a:lnTo>
                    <a:pt x="11983" y="31206"/>
                  </a:lnTo>
                  <a:lnTo>
                    <a:pt x="18074" y="31473"/>
                  </a:lnTo>
                  <a:lnTo>
                    <a:pt x="24002" y="29312"/>
                  </a:lnTo>
                  <a:close/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1467" y="7033685"/>
              <a:ext cx="1286510" cy="786130"/>
            </a:xfrm>
            <a:custGeom>
              <a:avLst/>
              <a:gdLst/>
              <a:ahLst/>
              <a:cxnLst/>
              <a:rect l="l" t="t" r="r" b="b"/>
              <a:pathLst>
                <a:path w="1286510" h="786129">
                  <a:moveTo>
                    <a:pt x="0" y="785647"/>
                  </a:moveTo>
                  <a:lnTo>
                    <a:pt x="1285913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426474" y="6857474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75" dirty="0">
                <a:solidFill>
                  <a:srgbClr val="A3238E"/>
                </a:solidFill>
                <a:latin typeface="Trebuchet MS"/>
                <a:cs typeface="Trebuchet MS"/>
              </a:rPr>
              <a:t>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105463" y="6928721"/>
            <a:ext cx="977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0" dirty="0">
                <a:solidFill>
                  <a:srgbClr val="00AEEF"/>
                </a:solidFill>
                <a:latin typeface="Trebuchet MS"/>
                <a:cs typeface="Trebuchet MS"/>
              </a:rPr>
              <a:t>L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3601" y="7856531"/>
            <a:ext cx="193040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6800" algn="l"/>
                <a:tab pos="1830705" algn="l"/>
              </a:tabLst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	</a:t>
            </a:r>
            <a:r>
              <a:rPr sz="850" i="1" spc="85" dirty="0">
                <a:solidFill>
                  <a:srgbClr val="EC008C"/>
                </a:solidFill>
                <a:latin typeface="Trebuchet MS"/>
                <a:cs typeface="Trebuchet MS"/>
              </a:rPr>
              <a:t>H	</a:t>
            </a: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797949" y="6516916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17196" y="8251198"/>
            <a:ext cx="908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6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43601" y="8187698"/>
            <a:ext cx="3248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14345" algn="l"/>
              </a:tabLst>
            </a:pP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öşesinden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enarına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inen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ytikseklik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h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883515" y="4744692"/>
            <a:ext cx="1828800" cy="1223010"/>
            <a:chOff x="4883515" y="4744692"/>
            <a:chExt cx="1828800" cy="1223010"/>
          </a:xfrm>
        </p:grpSpPr>
        <p:sp>
          <p:nvSpPr>
            <p:cNvPr id="50" name="object 50"/>
            <p:cNvSpPr/>
            <p:nvPr/>
          </p:nvSpPr>
          <p:spPr>
            <a:xfrm>
              <a:off x="5898112" y="58326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91" y="75666"/>
                  </a:moveTo>
                  <a:lnTo>
                    <a:pt x="75691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927816" y="586230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0680" y="0"/>
                  </a:moveTo>
                  <a:lnTo>
                    <a:pt x="3073" y="0"/>
                  </a:lnTo>
                  <a:lnTo>
                    <a:pt x="0" y="3073"/>
                  </a:lnTo>
                  <a:lnTo>
                    <a:pt x="0" y="10693"/>
                  </a:lnTo>
                  <a:lnTo>
                    <a:pt x="3073" y="13792"/>
                  </a:lnTo>
                  <a:lnTo>
                    <a:pt x="10680" y="13792"/>
                  </a:lnTo>
                  <a:lnTo>
                    <a:pt x="13792" y="10693"/>
                  </a:lnTo>
                  <a:lnTo>
                    <a:pt x="13792" y="6896"/>
                  </a:lnTo>
                  <a:lnTo>
                    <a:pt x="13792" y="3073"/>
                  </a:lnTo>
                  <a:lnTo>
                    <a:pt x="1068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898559" y="4749019"/>
              <a:ext cx="0" cy="1158240"/>
            </a:xfrm>
            <a:custGeom>
              <a:avLst/>
              <a:gdLst/>
              <a:ahLst/>
              <a:cxnLst/>
              <a:rect l="l" t="t" r="r" b="b"/>
              <a:pathLst>
                <a:path h="1158239">
                  <a:moveTo>
                    <a:pt x="0" y="0"/>
                  </a:moveTo>
                  <a:lnTo>
                    <a:pt x="0" y="1158151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886690" y="4747867"/>
              <a:ext cx="1813560" cy="1160780"/>
            </a:xfrm>
            <a:custGeom>
              <a:avLst/>
              <a:gdLst/>
              <a:ahLst/>
              <a:cxnLst/>
              <a:rect l="l" t="t" r="r" b="b"/>
              <a:pathLst>
                <a:path w="1813559" h="1160779">
                  <a:moveTo>
                    <a:pt x="1012266" y="0"/>
                  </a:moveTo>
                  <a:lnTo>
                    <a:pt x="1812963" y="1160437"/>
                  </a:lnTo>
                  <a:lnTo>
                    <a:pt x="0" y="1160437"/>
                  </a:lnTo>
                  <a:lnTo>
                    <a:pt x="1006081" y="6946"/>
                  </a:lnTo>
                  <a:lnTo>
                    <a:pt x="1012266" y="0"/>
                  </a:lnTo>
                  <a:close/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377361" y="5056409"/>
              <a:ext cx="479425" cy="287655"/>
            </a:xfrm>
            <a:custGeom>
              <a:avLst/>
              <a:gdLst/>
              <a:ahLst/>
              <a:cxnLst/>
              <a:rect l="l" t="t" r="r" b="b"/>
              <a:pathLst>
                <a:path w="479425" h="287654">
                  <a:moveTo>
                    <a:pt x="250977" y="0"/>
                  </a:moveTo>
                  <a:lnTo>
                    <a:pt x="0" y="287578"/>
                  </a:lnTo>
                  <a:lnTo>
                    <a:pt x="478980" y="198996"/>
                  </a:lnTo>
                  <a:lnTo>
                    <a:pt x="250977" y="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377361" y="5056409"/>
              <a:ext cx="479425" cy="287655"/>
            </a:xfrm>
            <a:custGeom>
              <a:avLst/>
              <a:gdLst/>
              <a:ahLst/>
              <a:cxnLst/>
              <a:rect l="l" t="t" r="r" b="b"/>
              <a:pathLst>
                <a:path w="479425" h="287654">
                  <a:moveTo>
                    <a:pt x="478980" y="198996"/>
                  </a:moveTo>
                  <a:lnTo>
                    <a:pt x="0" y="287578"/>
                  </a:lnTo>
                  <a:lnTo>
                    <a:pt x="250977" y="0"/>
                  </a:lnTo>
                  <a:lnTo>
                    <a:pt x="478980" y="198996"/>
                  </a:lnTo>
                  <a:close/>
                </a:path>
              </a:pathLst>
            </a:custGeom>
            <a:ln w="6349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493739" y="5119045"/>
              <a:ext cx="249554" cy="149860"/>
            </a:xfrm>
            <a:custGeom>
              <a:avLst/>
              <a:gdLst/>
              <a:ahLst/>
              <a:cxnLst/>
              <a:rect l="l" t="t" r="r" b="b"/>
              <a:pathLst>
                <a:path w="249554" h="149860">
                  <a:moveTo>
                    <a:pt x="130759" y="0"/>
                  </a:moveTo>
                  <a:lnTo>
                    <a:pt x="0" y="149809"/>
                  </a:lnTo>
                  <a:lnTo>
                    <a:pt x="249542" y="103632"/>
                  </a:lnTo>
                  <a:lnTo>
                    <a:pt x="130759" y="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493739" y="5119045"/>
              <a:ext cx="249554" cy="149860"/>
            </a:xfrm>
            <a:custGeom>
              <a:avLst/>
              <a:gdLst/>
              <a:ahLst/>
              <a:cxnLst/>
              <a:rect l="l" t="t" r="r" b="b"/>
              <a:pathLst>
                <a:path w="249554" h="149860">
                  <a:moveTo>
                    <a:pt x="249542" y="103632"/>
                  </a:moveTo>
                  <a:lnTo>
                    <a:pt x="0" y="149809"/>
                  </a:lnTo>
                  <a:lnTo>
                    <a:pt x="130759" y="0"/>
                  </a:lnTo>
                  <a:lnTo>
                    <a:pt x="249542" y="103632"/>
                  </a:lnTo>
                  <a:close/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628339" y="5008487"/>
              <a:ext cx="1080770" cy="955675"/>
            </a:xfrm>
            <a:custGeom>
              <a:avLst/>
              <a:gdLst/>
              <a:ahLst/>
              <a:cxnLst/>
              <a:rect l="l" t="t" r="r" b="b"/>
              <a:pathLst>
                <a:path w="1080770" h="955675">
                  <a:moveTo>
                    <a:pt x="41833" y="0"/>
                  </a:moveTo>
                  <a:lnTo>
                    <a:pt x="0" y="47929"/>
                  </a:lnTo>
                  <a:lnTo>
                    <a:pt x="228003" y="246913"/>
                  </a:lnTo>
                  <a:lnTo>
                    <a:pt x="1038517" y="955675"/>
                  </a:lnTo>
                  <a:lnTo>
                    <a:pt x="1080389" y="907770"/>
                  </a:lnTo>
                  <a:lnTo>
                    <a:pt x="41833" y="0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628339" y="5008487"/>
              <a:ext cx="1080770" cy="955675"/>
            </a:xfrm>
            <a:custGeom>
              <a:avLst/>
              <a:gdLst/>
              <a:ahLst/>
              <a:cxnLst/>
              <a:rect l="l" t="t" r="r" b="b"/>
              <a:pathLst>
                <a:path w="1080770" h="955675">
                  <a:moveTo>
                    <a:pt x="1080389" y="907770"/>
                  </a:moveTo>
                  <a:lnTo>
                    <a:pt x="1038517" y="955675"/>
                  </a:lnTo>
                  <a:lnTo>
                    <a:pt x="228003" y="246913"/>
                  </a:lnTo>
                  <a:lnTo>
                    <a:pt x="0" y="47929"/>
                  </a:lnTo>
                  <a:lnTo>
                    <a:pt x="41833" y="0"/>
                  </a:lnTo>
                  <a:lnTo>
                    <a:pt x="1080389" y="907770"/>
                  </a:lnTo>
                  <a:close/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493732" y="5038889"/>
              <a:ext cx="249554" cy="230504"/>
            </a:xfrm>
            <a:custGeom>
              <a:avLst/>
              <a:gdLst/>
              <a:ahLst/>
              <a:cxnLst/>
              <a:rect l="l" t="t" r="r" b="b"/>
              <a:pathLst>
                <a:path w="249554" h="230504">
                  <a:moveTo>
                    <a:pt x="197675" y="14795"/>
                  </a:moveTo>
                  <a:lnTo>
                    <a:pt x="196113" y="8902"/>
                  </a:lnTo>
                  <a:lnTo>
                    <a:pt x="192252" y="3886"/>
                  </a:lnTo>
                  <a:lnTo>
                    <a:pt x="186766" y="749"/>
                  </a:lnTo>
                  <a:lnTo>
                    <a:pt x="180733" y="0"/>
                  </a:lnTo>
                  <a:lnTo>
                    <a:pt x="174840" y="1562"/>
                  </a:lnTo>
                  <a:lnTo>
                    <a:pt x="169811" y="5410"/>
                  </a:lnTo>
                  <a:lnTo>
                    <a:pt x="166700" y="10896"/>
                  </a:lnTo>
                  <a:lnTo>
                    <a:pt x="165938" y="16954"/>
                  </a:lnTo>
                  <a:lnTo>
                    <a:pt x="167513" y="22834"/>
                  </a:lnTo>
                  <a:lnTo>
                    <a:pt x="171348" y="27838"/>
                  </a:lnTo>
                  <a:lnTo>
                    <a:pt x="176847" y="30975"/>
                  </a:lnTo>
                  <a:lnTo>
                    <a:pt x="182892" y="31737"/>
                  </a:lnTo>
                  <a:lnTo>
                    <a:pt x="188772" y="30175"/>
                  </a:lnTo>
                  <a:lnTo>
                    <a:pt x="193763" y="26314"/>
                  </a:lnTo>
                  <a:lnTo>
                    <a:pt x="196900" y="20840"/>
                  </a:lnTo>
                  <a:lnTo>
                    <a:pt x="197675" y="14795"/>
                  </a:lnTo>
                  <a:close/>
                </a:path>
                <a:path w="249554" h="230504">
                  <a:moveTo>
                    <a:pt x="249542" y="183794"/>
                  </a:moveTo>
                  <a:lnTo>
                    <a:pt x="130759" y="80162"/>
                  </a:lnTo>
                  <a:lnTo>
                    <a:pt x="0" y="229971"/>
                  </a:lnTo>
                  <a:lnTo>
                    <a:pt x="249542" y="1837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59679" y="503888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5411" y="27838"/>
                  </a:moveTo>
                  <a:lnTo>
                    <a:pt x="1569" y="22839"/>
                  </a:lnTo>
                  <a:lnTo>
                    <a:pt x="0" y="16952"/>
                  </a:lnTo>
                  <a:lnTo>
                    <a:pt x="752" y="10902"/>
                  </a:lnTo>
                  <a:lnTo>
                    <a:pt x="3875" y="5410"/>
                  </a:lnTo>
                  <a:lnTo>
                    <a:pt x="8897" y="1571"/>
                  </a:lnTo>
                  <a:lnTo>
                    <a:pt x="14785" y="0"/>
                  </a:lnTo>
                  <a:lnTo>
                    <a:pt x="20828" y="752"/>
                  </a:lnTo>
                  <a:lnTo>
                    <a:pt x="26315" y="3886"/>
                  </a:lnTo>
                  <a:lnTo>
                    <a:pt x="30166" y="8905"/>
                  </a:lnTo>
                  <a:lnTo>
                    <a:pt x="31729" y="14795"/>
                  </a:lnTo>
                  <a:lnTo>
                    <a:pt x="30962" y="20838"/>
                  </a:lnTo>
                  <a:lnTo>
                    <a:pt x="27827" y="26314"/>
                  </a:lnTo>
                  <a:lnTo>
                    <a:pt x="22835" y="30174"/>
                  </a:lnTo>
                  <a:lnTo>
                    <a:pt x="16952" y="31743"/>
                  </a:lnTo>
                  <a:lnTo>
                    <a:pt x="10903" y="30979"/>
                  </a:lnTo>
                  <a:lnTo>
                    <a:pt x="5411" y="27838"/>
                  </a:lnTo>
                  <a:close/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715302" y="5106219"/>
              <a:ext cx="937894" cy="819785"/>
            </a:xfrm>
            <a:custGeom>
              <a:avLst/>
              <a:gdLst/>
              <a:ahLst/>
              <a:cxnLst/>
              <a:rect l="l" t="t" r="r" b="b"/>
              <a:pathLst>
                <a:path w="937895" h="819785">
                  <a:moveTo>
                    <a:pt x="22783" y="0"/>
                  </a:moveTo>
                  <a:lnTo>
                    <a:pt x="0" y="26111"/>
                  </a:lnTo>
                </a:path>
                <a:path w="937895" h="819785">
                  <a:moveTo>
                    <a:pt x="59435" y="32004"/>
                  </a:moveTo>
                  <a:lnTo>
                    <a:pt x="36652" y="58102"/>
                  </a:lnTo>
                </a:path>
                <a:path w="937895" h="819785">
                  <a:moveTo>
                    <a:pt x="96113" y="64008"/>
                  </a:moveTo>
                  <a:lnTo>
                    <a:pt x="73317" y="90119"/>
                  </a:lnTo>
                </a:path>
                <a:path w="937895" h="819785">
                  <a:moveTo>
                    <a:pt x="861517" y="730707"/>
                  </a:moveTo>
                  <a:lnTo>
                    <a:pt x="838733" y="756805"/>
                  </a:lnTo>
                </a:path>
                <a:path w="937895" h="819785">
                  <a:moveTo>
                    <a:pt x="131889" y="89827"/>
                  </a:moveTo>
                  <a:lnTo>
                    <a:pt x="109118" y="115912"/>
                  </a:lnTo>
                </a:path>
                <a:path w="937895" h="819785">
                  <a:moveTo>
                    <a:pt x="168567" y="121831"/>
                  </a:moveTo>
                  <a:lnTo>
                    <a:pt x="145821" y="147916"/>
                  </a:lnTo>
                </a:path>
                <a:path w="937895" h="819785">
                  <a:moveTo>
                    <a:pt x="205219" y="153822"/>
                  </a:moveTo>
                  <a:lnTo>
                    <a:pt x="182460" y="179908"/>
                  </a:lnTo>
                </a:path>
                <a:path w="937895" h="819785">
                  <a:moveTo>
                    <a:pt x="241909" y="185826"/>
                  </a:moveTo>
                  <a:lnTo>
                    <a:pt x="219125" y="211912"/>
                  </a:lnTo>
                </a:path>
                <a:path w="937895" h="819785">
                  <a:moveTo>
                    <a:pt x="278574" y="217830"/>
                  </a:moveTo>
                  <a:lnTo>
                    <a:pt x="255816" y="243928"/>
                  </a:lnTo>
                </a:path>
                <a:path w="937895" h="819785">
                  <a:moveTo>
                    <a:pt x="315226" y="249847"/>
                  </a:moveTo>
                  <a:lnTo>
                    <a:pt x="292455" y="275945"/>
                  </a:lnTo>
                </a:path>
                <a:path w="937895" h="819785">
                  <a:moveTo>
                    <a:pt x="351916" y="281825"/>
                  </a:moveTo>
                  <a:lnTo>
                    <a:pt x="329107" y="307924"/>
                  </a:lnTo>
                </a:path>
                <a:path w="937895" h="819785">
                  <a:moveTo>
                    <a:pt x="388543" y="313842"/>
                  </a:moveTo>
                  <a:lnTo>
                    <a:pt x="365798" y="339928"/>
                  </a:lnTo>
                </a:path>
                <a:path w="937895" h="819785">
                  <a:moveTo>
                    <a:pt x="425221" y="345833"/>
                  </a:moveTo>
                  <a:lnTo>
                    <a:pt x="402462" y="371906"/>
                  </a:lnTo>
                </a:path>
                <a:path w="937895" h="819785">
                  <a:moveTo>
                    <a:pt x="461898" y="377863"/>
                  </a:moveTo>
                  <a:lnTo>
                    <a:pt x="439140" y="403936"/>
                  </a:lnTo>
                </a:path>
                <a:path w="937895" h="819785">
                  <a:moveTo>
                    <a:pt x="498551" y="409867"/>
                  </a:moveTo>
                  <a:lnTo>
                    <a:pt x="475805" y="435927"/>
                  </a:lnTo>
                </a:path>
                <a:path w="937895" h="819785">
                  <a:moveTo>
                    <a:pt x="535228" y="441858"/>
                  </a:moveTo>
                  <a:lnTo>
                    <a:pt x="512457" y="467956"/>
                  </a:lnTo>
                </a:path>
                <a:path w="937895" h="819785">
                  <a:moveTo>
                    <a:pt x="571893" y="473849"/>
                  </a:moveTo>
                  <a:lnTo>
                    <a:pt x="549135" y="499935"/>
                  </a:lnTo>
                </a:path>
                <a:path w="937895" h="819785">
                  <a:moveTo>
                    <a:pt x="608545" y="505841"/>
                  </a:moveTo>
                  <a:lnTo>
                    <a:pt x="585787" y="531952"/>
                  </a:lnTo>
                </a:path>
                <a:path w="937895" h="819785">
                  <a:moveTo>
                    <a:pt x="645274" y="537870"/>
                  </a:moveTo>
                  <a:lnTo>
                    <a:pt x="622465" y="563943"/>
                  </a:lnTo>
                </a:path>
                <a:path w="937895" h="819785">
                  <a:moveTo>
                    <a:pt x="681901" y="569861"/>
                  </a:moveTo>
                  <a:lnTo>
                    <a:pt x="659142" y="595960"/>
                  </a:lnTo>
                </a:path>
                <a:path w="937895" h="819785">
                  <a:moveTo>
                    <a:pt x="718540" y="601853"/>
                  </a:moveTo>
                  <a:lnTo>
                    <a:pt x="695820" y="627938"/>
                  </a:lnTo>
                </a:path>
                <a:path w="937895" h="819785">
                  <a:moveTo>
                    <a:pt x="754849" y="633755"/>
                  </a:moveTo>
                  <a:lnTo>
                    <a:pt x="732104" y="659841"/>
                  </a:lnTo>
                </a:path>
                <a:path w="937895" h="819785">
                  <a:moveTo>
                    <a:pt x="791921" y="665226"/>
                  </a:moveTo>
                  <a:lnTo>
                    <a:pt x="769150" y="691311"/>
                  </a:lnTo>
                </a:path>
                <a:path w="937895" h="819785">
                  <a:moveTo>
                    <a:pt x="828382" y="697090"/>
                  </a:moveTo>
                  <a:lnTo>
                    <a:pt x="805611" y="723188"/>
                  </a:lnTo>
                </a:path>
                <a:path w="937895" h="819785">
                  <a:moveTo>
                    <a:pt x="900556" y="761682"/>
                  </a:moveTo>
                  <a:lnTo>
                    <a:pt x="877823" y="787781"/>
                  </a:lnTo>
                </a:path>
                <a:path w="937895" h="819785">
                  <a:moveTo>
                    <a:pt x="937310" y="793280"/>
                  </a:moveTo>
                  <a:lnTo>
                    <a:pt x="914565" y="819391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669614" y="5004918"/>
              <a:ext cx="1030605" cy="903605"/>
            </a:xfrm>
            <a:custGeom>
              <a:avLst/>
              <a:gdLst/>
              <a:ahLst/>
              <a:cxnLst/>
              <a:rect l="l" t="t" r="r" b="b"/>
              <a:pathLst>
                <a:path w="1030604" h="903604">
                  <a:moveTo>
                    <a:pt x="1030033" y="903389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922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56499" y="3308350"/>
            <a:ext cx="5480685" cy="2470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Dar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açılı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tiçgeninin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ytiksekliklerini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gönye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cetvel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kullanarak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"/>
              <a:cs typeface="Arial"/>
            </a:endParaRPr>
          </a:p>
          <a:p>
            <a:pPr marL="214629" indent="-151765">
              <a:lnSpc>
                <a:spcPct val="100000"/>
              </a:lnSpc>
              <a:buAutoNum type="arabicPeriod"/>
              <a:tabLst>
                <a:tab pos="215265" algn="l"/>
              </a:tabLst>
            </a:pP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EC008C"/>
              </a:buClr>
              <a:buFont typeface="Verdana"/>
              <a:buAutoNum type="arabicPeriod"/>
            </a:pPr>
            <a:endParaRPr sz="1200">
              <a:latin typeface="Verdana"/>
              <a:cs typeface="Verdana"/>
            </a:endParaRPr>
          </a:p>
          <a:p>
            <a:pPr marL="1097280">
              <a:lnSpc>
                <a:spcPct val="100000"/>
              </a:lnSpc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Trebuchet MS"/>
              <a:cs typeface="Trebuchet MS"/>
            </a:endParaRPr>
          </a:p>
          <a:p>
            <a:pPr marL="3702685" indent="-180975">
              <a:lnSpc>
                <a:spcPct val="100000"/>
              </a:lnSpc>
              <a:buAutoNum type="arabicPeriod" startAt="2"/>
              <a:tabLst>
                <a:tab pos="3703320" algn="l"/>
              </a:tabLst>
            </a:pP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R="182880" algn="r">
              <a:lnSpc>
                <a:spcPct val="100000"/>
              </a:lnSpc>
              <a:spcBef>
                <a:spcPts val="1305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rebuchet MS"/>
              <a:cs typeface="Trebuchet MS"/>
            </a:endParaRPr>
          </a:p>
          <a:p>
            <a:pPr marR="492125" algn="r">
              <a:lnSpc>
                <a:spcPct val="100000"/>
              </a:lnSpc>
            </a:pPr>
            <a:r>
              <a:rPr sz="850" i="1" spc="175" dirty="0">
                <a:solidFill>
                  <a:srgbClr val="A3238E"/>
                </a:solidFill>
                <a:latin typeface="Trebuchet MS"/>
                <a:cs typeface="Trebuchet MS"/>
              </a:rPr>
              <a:t>K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0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  <a:spcBef>
                <a:spcPts val="850"/>
              </a:spcBef>
              <a:tabLst>
                <a:tab pos="1097280" algn="l"/>
                <a:tab pos="1879600" algn="l"/>
              </a:tabLst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	</a:t>
            </a:r>
            <a:r>
              <a:rPr sz="850" i="1" spc="85" dirty="0">
                <a:solidFill>
                  <a:srgbClr val="EC008C"/>
                </a:solidFill>
                <a:latin typeface="Trebuchet MS"/>
                <a:cs typeface="Trebuchet MS"/>
              </a:rPr>
              <a:t>H	</a:t>
            </a: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</a:pP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köşesinden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kenarına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inen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ytikseklik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h</a:t>
            </a:r>
            <a:r>
              <a:rPr sz="1200" i="1" spc="75" baseline="-20833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200" i="1" spc="412" baseline="-20833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dır.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128334" y="5926304"/>
            <a:ext cx="3331845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algn="ctr">
              <a:lnSpc>
                <a:spcPct val="100000"/>
              </a:lnSpc>
              <a:spcBef>
                <a:spcPts val="100"/>
              </a:spcBef>
              <a:tabLst>
                <a:tab pos="1062355" algn="l"/>
                <a:tab pos="1915160" algn="l"/>
              </a:tabLst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	</a:t>
            </a:r>
            <a:r>
              <a:rPr sz="850" i="1" spc="85" dirty="0">
                <a:solidFill>
                  <a:srgbClr val="EC008C"/>
                </a:solidFill>
                <a:latin typeface="Trebuchet MS"/>
                <a:cs typeface="Trebuchet MS"/>
              </a:rPr>
              <a:t>H	</a:t>
            </a: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köşesinden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kenarına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inen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ytikseklik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h</a:t>
            </a:r>
            <a:r>
              <a:rPr sz="1200" i="1" spc="82" baseline="-20833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200" i="1" spc="412" baseline="-20833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166399" y="6866888"/>
            <a:ext cx="5765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4.</a:t>
            </a:r>
            <a:r>
              <a:rPr sz="1000" b="1" i="1" spc="8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4871890" y="7288345"/>
            <a:ext cx="1845310" cy="1169035"/>
            <a:chOff x="4871890" y="7288345"/>
            <a:chExt cx="1845310" cy="1169035"/>
          </a:xfrm>
        </p:grpSpPr>
        <p:sp>
          <p:nvSpPr>
            <p:cNvPr id="68" name="object 68"/>
            <p:cNvSpPr/>
            <p:nvPr/>
          </p:nvSpPr>
          <p:spPr>
            <a:xfrm>
              <a:off x="5910040" y="837630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91" y="75666"/>
                  </a:moveTo>
                  <a:lnTo>
                    <a:pt x="75691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939731" y="8405971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0693" y="0"/>
                  </a:moveTo>
                  <a:lnTo>
                    <a:pt x="3073" y="0"/>
                  </a:lnTo>
                  <a:lnTo>
                    <a:pt x="0" y="3073"/>
                  </a:lnTo>
                  <a:lnTo>
                    <a:pt x="0" y="10693"/>
                  </a:lnTo>
                  <a:lnTo>
                    <a:pt x="3073" y="13792"/>
                  </a:lnTo>
                  <a:lnTo>
                    <a:pt x="10693" y="13792"/>
                  </a:lnTo>
                  <a:lnTo>
                    <a:pt x="13804" y="10693"/>
                  </a:lnTo>
                  <a:lnTo>
                    <a:pt x="13804" y="6896"/>
                  </a:lnTo>
                  <a:lnTo>
                    <a:pt x="13804" y="3073"/>
                  </a:lnTo>
                  <a:lnTo>
                    <a:pt x="10693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910040" y="7292676"/>
              <a:ext cx="0" cy="1158240"/>
            </a:xfrm>
            <a:custGeom>
              <a:avLst/>
              <a:gdLst/>
              <a:ahLst/>
              <a:cxnLst/>
              <a:rect l="l" t="t" r="r" b="b"/>
              <a:pathLst>
                <a:path h="1158240">
                  <a:moveTo>
                    <a:pt x="0" y="0"/>
                  </a:moveTo>
                  <a:lnTo>
                    <a:pt x="0" y="1158138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875065" y="7668023"/>
              <a:ext cx="1295400" cy="784225"/>
            </a:xfrm>
            <a:custGeom>
              <a:avLst/>
              <a:gdLst/>
              <a:ahLst/>
              <a:cxnLst/>
              <a:rect l="l" t="t" r="r" b="b"/>
              <a:pathLst>
                <a:path w="1295400" h="784225">
                  <a:moveTo>
                    <a:pt x="0" y="783945"/>
                  </a:moveTo>
                  <a:lnTo>
                    <a:pt x="1295158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626676" y="7609603"/>
              <a:ext cx="1087755" cy="844550"/>
            </a:xfrm>
            <a:custGeom>
              <a:avLst/>
              <a:gdLst/>
              <a:ahLst/>
              <a:cxnLst/>
              <a:rect l="l" t="t" r="r" b="b"/>
              <a:pathLst>
                <a:path w="1087754" h="844550">
                  <a:moveTo>
                    <a:pt x="1087285" y="84453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581070" y="7609603"/>
              <a:ext cx="1133475" cy="844550"/>
            </a:xfrm>
            <a:custGeom>
              <a:avLst/>
              <a:gdLst/>
              <a:ahLst/>
              <a:cxnLst/>
              <a:rect l="l" t="t" r="r" b="b"/>
              <a:pathLst>
                <a:path w="1133475" h="844550">
                  <a:moveTo>
                    <a:pt x="1132890" y="844537"/>
                  </a:moveTo>
                  <a:lnTo>
                    <a:pt x="45605" y="0"/>
                  </a:lnTo>
                </a:path>
                <a:path w="1133475" h="844550">
                  <a:moveTo>
                    <a:pt x="0" y="54495"/>
                  </a:moveTo>
                  <a:lnTo>
                    <a:pt x="53136" y="97840"/>
                  </a:lnTo>
                  <a:lnTo>
                    <a:pt x="99872" y="44703"/>
                  </a:lnTo>
                </a:path>
              </a:pathLst>
            </a:custGeom>
            <a:ln w="6350">
              <a:solidFill>
                <a:srgbClr val="922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625475" y="7650045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4" h="14604">
                  <a:moveTo>
                    <a:pt x="8483" y="0"/>
                  </a:moveTo>
                  <a:lnTo>
                    <a:pt x="4445" y="457"/>
                  </a:lnTo>
                  <a:lnTo>
                    <a:pt x="0" y="6007"/>
                  </a:lnTo>
                  <a:lnTo>
                    <a:pt x="406" y="10058"/>
                  </a:lnTo>
                  <a:lnTo>
                    <a:pt x="3200" y="12306"/>
                  </a:lnTo>
                  <a:lnTo>
                    <a:pt x="5969" y="14516"/>
                  </a:lnTo>
                  <a:lnTo>
                    <a:pt x="10033" y="14071"/>
                  </a:lnTo>
                  <a:lnTo>
                    <a:pt x="12280" y="11315"/>
                  </a:lnTo>
                  <a:lnTo>
                    <a:pt x="14490" y="8534"/>
                  </a:lnTo>
                  <a:lnTo>
                    <a:pt x="14046" y="4444"/>
                  </a:lnTo>
                  <a:lnTo>
                    <a:pt x="8483" y="0"/>
                  </a:lnTo>
                  <a:close/>
                </a:path>
              </a:pathLst>
            </a:custGeom>
            <a:solidFill>
              <a:srgbClr val="9227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114305" y="7698887"/>
              <a:ext cx="90805" cy="52705"/>
            </a:xfrm>
            <a:custGeom>
              <a:avLst/>
              <a:gdLst/>
              <a:ahLst/>
              <a:cxnLst/>
              <a:rect l="l" t="t" r="r" b="b"/>
              <a:pathLst>
                <a:path w="90804" h="52704">
                  <a:moveTo>
                    <a:pt x="90335" y="19659"/>
                  </a:moveTo>
                  <a:lnTo>
                    <a:pt x="36842" y="52577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151377" y="7700242"/>
              <a:ext cx="13970" cy="13335"/>
            </a:xfrm>
            <a:custGeom>
              <a:avLst/>
              <a:gdLst/>
              <a:ahLst/>
              <a:cxnLst/>
              <a:rect l="l" t="t" r="r" b="b"/>
              <a:pathLst>
                <a:path w="13970" h="13334">
                  <a:moveTo>
                    <a:pt x="6426" y="0"/>
                  </a:moveTo>
                  <a:lnTo>
                    <a:pt x="825" y="3352"/>
                  </a:lnTo>
                  <a:lnTo>
                    <a:pt x="0" y="6946"/>
                  </a:lnTo>
                  <a:lnTo>
                    <a:pt x="1689" y="9677"/>
                  </a:lnTo>
                  <a:lnTo>
                    <a:pt x="3454" y="12395"/>
                  </a:lnTo>
                  <a:lnTo>
                    <a:pt x="7124" y="13220"/>
                  </a:lnTo>
                  <a:lnTo>
                    <a:pt x="9893" y="11544"/>
                  </a:lnTo>
                  <a:lnTo>
                    <a:pt x="12712" y="9817"/>
                  </a:lnTo>
                  <a:lnTo>
                    <a:pt x="13500" y="6273"/>
                  </a:lnTo>
                  <a:lnTo>
                    <a:pt x="11836" y="3555"/>
                  </a:lnTo>
                  <a:lnTo>
                    <a:pt x="10071" y="838"/>
                  </a:lnTo>
                  <a:lnTo>
                    <a:pt x="6426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875069" y="7291520"/>
              <a:ext cx="1836420" cy="1160780"/>
            </a:xfrm>
            <a:custGeom>
              <a:avLst/>
              <a:gdLst/>
              <a:ahLst/>
              <a:cxnLst/>
              <a:rect l="l" t="t" r="r" b="b"/>
              <a:pathLst>
                <a:path w="1836420" h="1160779">
                  <a:moveTo>
                    <a:pt x="1035418" y="0"/>
                  </a:moveTo>
                  <a:lnTo>
                    <a:pt x="1836102" y="1160449"/>
                  </a:lnTo>
                  <a:lnTo>
                    <a:pt x="0" y="1160449"/>
                  </a:lnTo>
                  <a:lnTo>
                    <a:pt x="1029220" y="6946"/>
                  </a:lnTo>
                  <a:lnTo>
                    <a:pt x="1035418" y="0"/>
                  </a:lnTo>
                  <a:close/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4166433" y="8488012"/>
            <a:ext cx="29591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8340">
              <a:lnSpc>
                <a:spcPct val="100000"/>
              </a:lnSpc>
              <a:spcBef>
                <a:spcPts val="100"/>
              </a:spcBef>
              <a:tabLst>
                <a:tab pos="1704339" algn="l"/>
                <a:tab pos="2523490" algn="l"/>
              </a:tabLst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	</a:t>
            </a:r>
            <a:r>
              <a:rPr sz="850" i="1" spc="85" dirty="0">
                <a:solidFill>
                  <a:srgbClr val="EC008C"/>
                </a:solidFill>
                <a:latin typeface="Trebuchet MS"/>
                <a:cs typeface="Trebuchet MS"/>
              </a:rPr>
              <a:t>H	</a:t>
            </a: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Ytiksekliklerin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kesim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noktası,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noktasıdır.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839287" y="7844197"/>
            <a:ext cx="1257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0CB14B"/>
                </a:solidFill>
                <a:latin typeface="Trebuchet MS"/>
                <a:cs typeface="Trebuchet MS"/>
              </a:rPr>
              <a:t>M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412215" y="8099068"/>
            <a:ext cx="19494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30" dirty="0">
                <a:solidFill>
                  <a:srgbClr val="00AEEF"/>
                </a:solidFill>
                <a:latin typeface="Trebuchet MS"/>
                <a:cs typeface="Trebuchet MS"/>
              </a:rPr>
              <a:t>h</a:t>
            </a:r>
            <a:r>
              <a:rPr sz="1050" i="1" spc="44" baseline="-15873" dirty="0">
                <a:solidFill>
                  <a:srgbClr val="00AEEF"/>
                </a:solidFill>
                <a:latin typeface="Trebuchet MS"/>
                <a:cs typeface="Trebuchet MS"/>
              </a:rPr>
              <a:t>b</a:t>
            </a:r>
            <a:endParaRPr sz="1050" baseline="-15873">
              <a:latin typeface="Trebuchet MS"/>
              <a:cs typeface="Trebuchet M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890408" y="8059388"/>
            <a:ext cx="1981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55" dirty="0">
                <a:solidFill>
                  <a:srgbClr val="EC008C"/>
                </a:solidFill>
                <a:latin typeface="Trebuchet MS"/>
                <a:cs typeface="Trebuchet MS"/>
              </a:rPr>
              <a:t>h</a:t>
            </a:r>
            <a:r>
              <a:rPr sz="1050" i="1" spc="82" baseline="-15873" dirty="0">
                <a:solidFill>
                  <a:srgbClr val="EC008C"/>
                </a:solidFill>
                <a:latin typeface="Trebuchet MS"/>
                <a:cs typeface="Trebuchet MS"/>
              </a:rPr>
              <a:t>a</a:t>
            </a:r>
            <a:endParaRPr sz="1050" baseline="-15873">
              <a:latin typeface="Trebuchet MS"/>
              <a:cs typeface="Trebuchet M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139642" y="7892701"/>
            <a:ext cx="19431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65" dirty="0">
                <a:solidFill>
                  <a:srgbClr val="A3238E"/>
                </a:solidFill>
                <a:latin typeface="Trebuchet MS"/>
                <a:cs typeface="Trebuchet MS"/>
              </a:rPr>
              <a:t>h</a:t>
            </a:r>
            <a:r>
              <a:rPr sz="1050" i="1" spc="97" baseline="-15873" dirty="0">
                <a:solidFill>
                  <a:srgbClr val="A3238E"/>
                </a:solidFill>
                <a:latin typeface="Trebuchet MS"/>
                <a:cs typeface="Trebuchet MS"/>
              </a:rPr>
              <a:t>c</a:t>
            </a:r>
            <a:endParaRPr sz="1050" baseline="-15873">
              <a:latin typeface="Trebuchet MS"/>
              <a:cs typeface="Trebuchet M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858286" y="7148397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509940" y="7488980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75" dirty="0">
                <a:solidFill>
                  <a:srgbClr val="A3238E"/>
                </a:solidFill>
                <a:latin typeface="Trebuchet MS"/>
                <a:cs typeface="Trebuchet MS"/>
              </a:rPr>
              <a:t>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191952" y="7560227"/>
            <a:ext cx="977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0" dirty="0">
                <a:solidFill>
                  <a:srgbClr val="00AEEF"/>
                </a:solidFill>
                <a:latin typeface="Trebuchet MS"/>
                <a:cs typeface="Trebuchet MS"/>
              </a:rPr>
              <a:t>L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937899" y="7575521"/>
            <a:ext cx="461009" cy="31305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71755">
              <a:lnSpc>
                <a:spcPct val="100000"/>
              </a:lnSpc>
              <a:spcBef>
                <a:spcPts val="250"/>
              </a:spcBef>
            </a:pPr>
            <a:r>
              <a:rPr sz="800" i="1" spc="30" dirty="0">
                <a:solidFill>
                  <a:srgbClr val="231F20"/>
                </a:solidFill>
                <a:latin typeface="Trebuchet MS"/>
                <a:cs typeface="Trebuchet MS"/>
              </a:rPr>
              <a:t>Diklik </a:t>
            </a:r>
            <a:r>
              <a:rPr sz="800" i="1" spc="3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00" i="1" spc="70" dirty="0">
                <a:solidFill>
                  <a:srgbClr val="231F20"/>
                </a:solidFill>
                <a:latin typeface="Trebuchet MS"/>
                <a:cs typeface="Trebuchet MS"/>
              </a:rPr>
              <a:t>merkezi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5353848" y="7672359"/>
            <a:ext cx="584200" cy="183515"/>
            <a:chOff x="5353848" y="7672359"/>
            <a:chExt cx="584200" cy="183515"/>
          </a:xfrm>
        </p:grpSpPr>
        <p:sp>
          <p:nvSpPr>
            <p:cNvPr id="88" name="object 88"/>
            <p:cNvSpPr/>
            <p:nvPr/>
          </p:nvSpPr>
          <p:spPr>
            <a:xfrm>
              <a:off x="5888596" y="7806225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21437" y="0"/>
                  </a:moveTo>
                  <a:lnTo>
                    <a:pt x="13094" y="1683"/>
                  </a:lnTo>
                  <a:lnTo>
                    <a:pt x="6280" y="6275"/>
                  </a:lnTo>
                  <a:lnTo>
                    <a:pt x="1685" y="13089"/>
                  </a:lnTo>
                  <a:lnTo>
                    <a:pt x="0" y="21437"/>
                  </a:lnTo>
                  <a:lnTo>
                    <a:pt x="1685" y="29786"/>
                  </a:lnTo>
                  <a:lnTo>
                    <a:pt x="6280" y="36599"/>
                  </a:lnTo>
                  <a:lnTo>
                    <a:pt x="13094" y="41191"/>
                  </a:lnTo>
                  <a:lnTo>
                    <a:pt x="21437" y="42875"/>
                  </a:lnTo>
                  <a:lnTo>
                    <a:pt x="29788" y="41191"/>
                  </a:lnTo>
                  <a:lnTo>
                    <a:pt x="36606" y="36599"/>
                  </a:lnTo>
                  <a:lnTo>
                    <a:pt x="41202" y="29786"/>
                  </a:lnTo>
                  <a:lnTo>
                    <a:pt x="42887" y="21437"/>
                  </a:lnTo>
                  <a:lnTo>
                    <a:pt x="41202" y="13089"/>
                  </a:lnTo>
                  <a:lnTo>
                    <a:pt x="36606" y="6275"/>
                  </a:lnTo>
                  <a:lnTo>
                    <a:pt x="29788" y="1683"/>
                  </a:lnTo>
                  <a:lnTo>
                    <a:pt x="21437" y="0"/>
                  </a:lnTo>
                  <a:close/>
                </a:path>
              </a:pathLst>
            </a:custGeom>
            <a:solidFill>
              <a:srgbClr val="ED1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888596" y="7806225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42887" y="21437"/>
                  </a:moveTo>
                  <a:lnTo>
                    <a:pt x="41202" y="29786"/>
                  </a:lnTo>
                  <a:lnTo>
                    <a:pt x="36606" y="36599"/>
                  </a:lnTo>
                  <a:lnTo>
                    <a:pt x="29788" y="41191"/>
                  </a:lnTo>
                  <a:lnTo>
                    <a:pt x="21437" y="42875"/>
                  </a:lnTo>
                  <a:lnTo>
                    <a:pt x="13094" y="41191"/>
                  </a:lnTo>
                  <a:lnTo>
                    <a:pt x="6280" y="36599"/>
                  </a:lnTo>
                  <a:lnTo>
                    <a:pt x="1685" y="29786"/>
                  </a:lnTo>
                  <a:lnTo>
                    <a:pt x="0" y="21437"/>
                  </a:lnTo>
                  <a:lnTo>
                    <a:pt x="1685" y="13089"/>
                  </a:lnTo>
                  <a:lnTo>
                    <a:pt x="6280" y="6275"/>
                  </a:lnTo>
                  <a:lnTo>
                    <a:pt x="13094" y="1683"/>
                  </a:lnTo>
                  <a:lnTo>
                    <a:pt x="21437" y="0"/>
                  </a:lnTo>
                  <a:lnTo>
                    <a:pt x="29788" y="1683"/>
                  </a:lnTo>
                  <a:lnTo>
                    <a:pt x="36606" y="6275"/>
                  </a:lnTo>
                  <a:lnTo>
                    <a:pt x="41202" y="13089"/>
                  </a:lnTo>
                  <a:lnTo>
                    <a:pt x="42887" y="21437"/>
                  </a:lnTo>
                  <a:close/>
                </a:path>
              </a:pathLst>
            </a:custGeom>
            <a:ln w="12700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390495" y="7690540"/>
              <a:ext cx="520065" cy="137160"/>
            </a:xfrm>
            <a:custGeom>
              <a:avLst/>
              <a:gdLst/>
              <a:ahLst/>
              <a:cxnLst/>
              <a:rect l="l" t="t" r="r" b="b"/>
              <a:pathLst>
                <a:path w="520064" h="137159">
                  <a:moveTo>
                    <a:pt x="519544" y="137121"/>
                  </a:moveTo>
                  <a:lnTo>
                    <a:pt x="0" y="0"/>
                  </a:lnTo>
                </a:path>
              </a:pathLst>
            </a:custGeom>
            <a:ln w="6349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353848" y="7672359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20">
                  <a:moveTo>
                    <a:pt x="59893" y="0"/>
                  </a:moveTo>
                  <a:lnTo>
                    <a:pt x="0" y="8509"/>
                  </a:lnTo>
                  <a:lnTo>
                    <a:pt x="47891" y="45466"/>
                  </a:lnTo>
                  <a:lnTo>
                    <a:pt x="44234" y="20180"/>
                  </a:lnTo>
                  <a:lnTo>
                    <a:pt x="59893" y="0"/>
                  </a:lnTo>
                  <a:close/>
                </a:path>
              </a:pathLst>
            </a:custGeom>
            <a:solidFill>
              <a:srgbClr val="ED1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" name="object 92"/>
          <p:cNvGrpSpPr/>
          <p:nvPr/>
        </p:nvGrpSpPr>
        <p:grpSpPr>
          <a:xfrm>
            <a:off x="624174" y="2712690"/>
            <a:ext cx="6756400" cy="347980"/>
            <a:chOff x="624174" y="2712690"/>
            <a:chExt cx="6756400" cy="347980"/>
          </a:xfrm>
        </p:grpSpPr>
        <p:sp>
          <p:nvSpPr>
            <p:cNvPr id="93" name="object 93"/>
            <p:cNvSpPr/>
            <p:nvPr/>
          </p:nvSpPr>
          <p:spPr>
            <a:xfrm>
              <a:off x="744822" y="2886453"/>
              <a:ext cx="6635750" cy="0"/>
            </a:xfrm>
            <a:custGeom>
              <a:avLst/>
              <a:gdLst/>
              <a:ahLst/>
              <a:cxnLst/>
              <a:rect l="l" t="t" r="r" b="b"/>
              <a:pathLst>
                <a:path w="6635750">
                  <a:moveTo>
                    <a:pt x="663517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24174" y="2712690"/>
              <a:ext cx="1445895" cy="347980"/>
            </a:xfrm>
            <a:custGeom>
              <a:avLst/>
              <a:gdLst/>
              <a:ahLst/>
              <a:cxnLst/>
              <a:rect l="l" t="t" r="r" b="b"/>
              <a:pathLst>
                <a:path w="1445895" h="347980">
                  <a:moveTo>
                    <a:pt x="14229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422971" y="347522"/>
                  </a:lnTo>
                  <a:lnTo>
                    <a:pt x="1432476" y="305340"/>
                  </a:lnTo>
                  <a:lnTo>
                    <a:pt x="1439556" y="262304"/>
                  </a:lnTo>
                  <a:lnTo>
                    <a:pt x="1443975" y="218437"/>
                  </a:lnTo>
                  <a:lnTo>
                    <a:pt x="1445501" y="173761"/>
                  </a:lnTo>
                  <a:lnTo>
                    <a:pt x="1443975" y="129091"/>
                  </a:lnTo>
                  <a:lnTo>
                    <a:pt x="1439556" y="85223"/>
                  </a:lnTo>
                  <a:lnTo>
                    <a:pt x="1432476" y="42184"/>
                  </a:lnTo>
                  <a:lnTo>
                    <a:pt x="1422971" y="0"/>
                  </a:lnTo>
                  <a:close/>
                </a:path>
              </a:pathLst>
            </a:custGeom>
            <a:solidFill>
              <a:srgbClr val="006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1073796" y="2762539"/>
            <a:ext cx="535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165" dirty="0">
                <a:solidFill>
                  <a:srgbClr val="FFFFFF"/>
                </a:solidFill>
                <a:latin typeface="Times New Roman"/>
                <a:cs typeface="Times New Roman"/>
              </a:rPr>
              <a:t>ÖRNEK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624171" y="719992"/>
            <a:ext cx="6759575" cy="840105"/>
            <a:chOff x="624171" y="719992"/>
            <a:chExt cx="6759575" cy="840105"/>
          </a:xfrm>
        </p:grpSpPr>
        <p:sp>
          <p:nvSpPr>
            <p:cNvPr id="97" name="object 97"/>
            <p:cNvSpPr/>
            <p:nvPr/>
          </p:nvSpPr>
          <p:spPr>
            <a:xfrm>
              <a:off x="737569" y="847674"/>
              <a:ext cx="6645909" cy="712470"/>
            </a:xfrm>
            <a:custGeom>
              <a:avLst/>
              <a:gdLst/>
              <a:ahLst/>
              <a:cxnLst/>
              <a:rect l="l" t="t" r="r" b="b"/>
              <a:pathLst>
                <a:path w="6645909" h="712469">
                  <a:moveTo>
                    <a:pt x="6645605" y="0"/>
                  </a:moveTo>
                  <a:lnTo>
                    <a:pt x="0" y="0"/>
                  </a:lnTo>
                  <a:lnTo>
                    <a:pt x="0" y="711987"/>
                  </a:lnTo>
                  <a:lnTo>
                    <a:pt x="6645605" y="711987"/>
                  </a:lnTo>
                  <a:lnTo>
                    <a:pt x="6645605" y="0"/>
                  </a:lnTo>
                  <a:close/>
                </a:path>
              </a:pathLst>
            </a:custGeom>
            <a:solidFill>
              <a:srgbClr val="FEE9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24171" y="719992"/>
              <a:ext cx="665480" cy="248285"/>
            </a:xfrm>
            <a:custGeom>
              <a:avLst/>
              <a:gdLst/>
              <a:ahLst/>
              <a:cxnLst/>
              <a:rect l="l" t="t" r="r" b="b"/>
              <a:pathLst>
                <a:path w="665480" h="248284">
                  <a:moveTo>
                    <a:pt x="648906" y="0"/>
                  </a:moveTo>
                  <a:lnTo>
                    <a:pt x="16205" y="0"/>
                  </a:lnTo>
                  <a:lnTo>
                    <a:pt x="9370" y="30074"/>
                  </a:lnTo>
                  <a:lnTo>
                    <a:pt x="4278" y="60756"/>
                  </a:lnTo>
                  <a:lnTo>
                    <a:pt x="1097" y="92029"/>
                  </a:lnTo>
                  <a:lnTo>
                    <a:pt x="0" y="123875"/>
                  </a:lnTo>
                  <a:lnTo>
                    <a:pt x="1097" y="155720"/>
                  </a:lnTo>
                  <a:lnTo>
                    <a:pt x="4278" y="186988"/>
                  </a:lnTo>
                  <a:lnTo>
                    <a:pt x="9370" y="217666"/>
                  </a:lnTo>
                  <a:lnTo>
                    <a:pt x="16205" y="247738"/>
                  </a:lnTo>
                  <a:lnTo>
                    <a:pt x="648906" y="247738"/>
                  </a:lnTo>
                  <a:lnTo>
                    <a:pt x="655738" y="217666"/>
                  </a:lnTo>
                  <a:lnTo>
                    <a:pt x="660827" y="186988"/>
                  </a:lnTo>
                  <a:lnTo>
                    <a:pt x="664003" y="155720"/>
                  </a:lnTo>
                  <a:lnTo>
                    <a:pt x="665099" y="123875"/>
                  </a:lnTo>
                  <a:lnTo>
                    <a:pt x="664003" y="92029"/>
                  </a:lnTo>
                  <a:lnTo>
                    <a:pt x="660827" y="60756"/>
                  </a:lnTo>
                  <a:lnTo>
                    <a:pt x="655738" y="30074"/>
                  </a:lnTo>
                  <a:lnTo>
                    <a:pt x="648906" y="0"/>
                  </a:lnTo>
                  <a:close/>
                </a:path>
              </a:pathLst>
            </a:custGeom>
            <a:solidFill>
              <a:srgbClr val="EF4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703356" y="735838"/>
            <a:ext cx="6387465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25" dirty="0">
                <a:solidFill>
                  <a:srgbClr val="FFFFFF"/>
                </a:solidFill>
                <a:latin typeface="Times New Roman"/>
                <a:cs typeface="Times New Roman"/>
              </a:rPr>
              <a:t>DİKKAT</a:t>
            </a:r>
            <a:endParaRPr sz="1200">
              <a:latin typeface="Times New Roman"/>
              <a:cs typeface="Times New Roman"/>
            </a:endParaRPr>
          </a:p>
          <a:p>
            <a:pPr marL="283845" indent="-178435">
              <a:lnSpc>
                <a:spcPct val="100000"/>
              </a:lnSpc>
              <a:spcBef>
                <a:spcPts val="994"/>
              </a:spcBef>
              <a:buChar char="•"/>
              <a:tabLst>
                <a:tab pos="284480" algn="l"/>
              </a:tabLst>
            </a:pPr>
            <a:r>
              <a:rPr sz="900" i="1" spc="85" dirty="0">
                <a:solidFill>
                  <a:srgbClr val="231F20"/>
                </a:solidFill>
                <a:latin typeface="Verdana"/>
                <a:cs typeface="Verdana"/>
              </a:rPr>
              <a:t>Dar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açılı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tiçgende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ytiksekliklerin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0" dirty="0">
                <a:solidFill>
                  <a:srgbClr val="231F20"/>
                </a:solidFill>
                <a:latin typeface="Verdana"/>
                <a:cs typeface="Verdana"/>
              </a:rPr>
              <a:t>kesim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noktası,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tiçgenin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40" dirty="0">
                <a:solidFill>
                  <a:srgbClr val="231F20"/>
                </a:solidFill>
                <a:latin typeface="Verdana"/>
                <a:cs typeface="Verdana"/>
              </a:rPr>
              <a:t>iç</a:t>
            </a:r>
            <a:r>
              <a:rPr sz="9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bölgesindedir.</a:t>
            </a:r>
            <a:endParaRPr sz="900">
              <a:latin typeface="Verdana"/>
              <a:cs typeface="Verdana"/>
            </a:endParaRPr>
          </a:p>
          <a:p>
            <a:pPr marL="283845" indent="-178435">
              <a:lnSpc>
                <a:spcPct val="100000"/>
              </a:lnSpc>
              <a:spcBef>
                <a:spcPts val="1120"/>
              </a:spcBef>
              <a:buChar char="•"/>
              <a:tabLst>
                <a:tab pos="284480" algn="l"/>
              </a:tabLst>
            </a:pPr>
            <a:r>
              <a:rPr sz="900" i="1" spc="5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9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tiçgende</a:t>
            </a:r>
            <a:r>
              <a:rPr sz="9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Verdana"/>
                <a:cs typeface="Verdana"/>
              </a:rPr>
              <a:t>iki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" dirty="0">
                <a:solidFill>
                  <a:srgbClr val="231F20"/>
                </a:solidFill>
                <a:latin typeface="Verdana"/>
                <a:cs typeface="Verdana"/>
              </a:rPr>
              <a:t>ytiksekliğin</a:t>
            </a:r>
            <a:r>
              <a:rPr sz="9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45" dirty="0">
                <a:solidFill>
                  <a:srgbClr val="231F20"/>
                </a:solidFill>
                <a:latin typeface="Verdana"/>
                <a:cs typeface="Verdana"/>
              </a:rPr>
              <a:t>geçtiği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Verdana"/>
                <a:cs typeface="Verdana"/>
              </a:rPr>
              <a:t>noktadan</a:t>
            </a:r>
            <a:r>
              <a:rPr sz="9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daima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dirty="0">
                <a:solidFill>
                  <a:srgbClr val="231F20"/>
                </a:solidFill>
                <a:latin typeface="Verdana"/>
                <a:cs typeface="Verdana"/>
              </a:rPr>
              <a:t>tiçtincti</a:t>
            </a:r>
            <a:r>
              <a:rPr sz="9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Verdana"/>
                <a:cs typeface="Verdana"/>
              </a:rPr>
              <a:t>kenara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70" dirty="0">
                <a:solidFill>
                  <a:srgbClr val="231F20"/>
                </a:solidFill>
                <a:latin typeface="Verdana"/>
                <a:cs typeface="Verdana"/>
              </a:rPr>
              <a:t>ait</a:t>
            </a:r>
            <a:r>
              <a:rPr sz="9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" dirty="0">
                <a:solidFill>
                  <a:srgbClr val="231F20"/>
                </a:solidFill>
                <a:latin typeface="Verdana"/>
                <a:cs typeface="Verdana"/>
              </a:rPr>
              <a:t>ytikseklik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60" dirty="0">
                <a:solidFill>
                  <a:srgbClr val="231F20"/>
                </a:solidFill>
                <a:latin typeface="Verdana"/>
                <a:cs typeface="Verdana"/>
              </a:rPr>
              <a:t>de</a:t>
            </a:r>
            <a:r>
              <a:rPr sz="9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5" dirty="0">
                <a:solidFill>
                  <a:srgbClr val="231F20"/>
                </a:solidFill>
                <a:latin typeface="Verdana"/>
                <a:cs typeface="Verdana"/>
              </a:rPr>
              <a:t>geçmektedir.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747777" y="9374982"/>
            <a:ext cx="2419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5" dirty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7300" y="700946"/>
            <a:ext cx="4888865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00"/>
              </a:spcBef>
            </a:pP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Dik</a:t>
            </a:r>
            <a:r>
              <a:rPr sz="1000" b="1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Açılı</a:t>
            </a:r>
            <a:r>
              <a:rPr sz="10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Üçgende</a:t>
            </a:r>
            <a:r>
              <a:rPr sz="10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0" dirty="0">
                <a:solidFill>
                  <a:srgbClr val="231F20"/>
                </a:solidFill>
                <a:latin typeface="Verdana"/>
                <a:cs typeface="Verdana"/>
              </a:rPr>
              <a:t>Yükseklik:</a:t>
            </a:r>
            <a:endParaRPr sz="1000">
              <a:latin typeface="Verdana"/>
              <a:cs typeface="Verdana"/>
            </a:endParaRPr>
          </a:p>
          <a:p>
            <a:pPr marL="192405" marR="5080" indent="-180340">
              <a:lnSpc>
                <a:spcPct val="184200"/>
              </a:lnSpc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30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Dik</a:t>
            </a:r>
            <a:r>
              <a:rPr sz="1000" i="1" spc="2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tiçgende</a:t>
            </a:r>
            <a:r>
              <a:rPr sz="1000" i="1" spc="2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dik</a:t>
            </a:r>
            <a:r>
              <a:rPr sz="1000" i="1" spc="2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kenarlar,</a:t>
            </a:r>
            <a:r>
              <a:rPr sz="1000" i="1" spc="2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aynı</a:t>
            </a:r>
            <a:r>
              <a:rPr sz="1000" i="1" spc="2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zamanda</a:t>
            </a:r>
            <a:r>
              <a:rPr sz="1000" i="1" spc="2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ytiksekliktir.</a:t>
            </a:r>
            <a:r>
              <a:rPr sz="1000" i="1" spc="2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Dik</a:t>
            </a:r>
            <a:r>
              <a:rPr sz="1000" i="1" spc="2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tiçgende </a:t>
            </a:r>
            <a:r>
              <a:rPr sz="1000" i="1" spc="-3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diklik</a:t>
            </a:r>
            <a:r>
              <a:rPr sz="10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merkezi,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dik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açının</a:t>
            </a:r>
            <a:r>
              <a:rPr sz="10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olduğu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köşedir.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08550" y="1733666"/>
            <a:ext cx="1607185" cy="1204595"/>
            <a:chOff x="908550" y="1733666"/>
            <a:chExt cx="1607185" cy="1204595"/>
          </a:xfrm>
        </p:grpSpPr>
        <p:sp>
          <p:nvSpPr>
            <p:cNvPr id="13" name="object 13"/>
            <p:cNvSpPr/>
            <p:nvPr/>
          </p:nvSpPr>
          <p:spPr>
            <a:xfrm>
              <a:off x="911725" y="2805013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39">
                  <a:moveTo>
                    <a:pt x="129540" y="129540"/>
                  </a:moveTo>
                  <a:lnTo>
                    <a:pt x="129540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1729" y="1736841"/>
              <a:ext cx="1600835" cy="1198245"/>
            </a:xfrm>
            <a:custGeom>
              <a:avLst/>
              <a:gdLst/>
              <a:ahLst/>
              <a:cxnLst/>
              <a:rect l="l" t="t" r="r" b="b"/>
              <a:pathLst>
                <a:path w="1600835" h="1198245">
                  <a:moveTo>
                    <a:pt x="0" y="1197711"/>
                  </a:moveTo>
                  <a:lnTo>
                    <a:pt x="1600657" y="1197711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1729" y="1736844"/>
              <a:ext cx="0" cy="1198245"/>
            </a:xfrm>
            <a:custGeom>
              <a:avLst/>
              <a:gdLst/>
              <a:ahLst/>
              <a:cxnLst/>
              <a:rect l="l" t="t" r="r" b="b"/>
              <a:pathLst>
                <a:path h="1198245">
                  <a:moveTo>
                    <a:pt x="0" y="0"/>
                  </a:moveTo>
                  <a:lnTo>
                    <a:pt x="0" y="1197711"/>
                  </a:lnTo>
                </a:path>
              </a:pathLst>
            </a:custGeom>
            <a:ln w="6350">
              <a:solidFill>
                <a:srgbClr val="0CB1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1240" y="2859534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30" h="24130">
                  <a:moveTo>
                    <a:pt x="18427" y="0"/>
                  </a:moveTo>
                  <a:lnTo>
                    <a:pt x="5308" y="0"/>
                  </a:lnTo>
                  <a:lnTo>
                    <a:pt x="0" y="5308"/>
                  </a:lnTo>
                  <a:lnTo>
                    <a:pt x="0" y="18427"/>
                  </a:lnTo>
                  <a:lnTo>
                    <a:pt x="5308" y="23748"/>
                  </a:lnTo>
                  <a:lnTo>
                    <a:pt x="18427" y="23748"/>
                  </a:lnTo>
                  <a:lnTo>
                    <a:pt x="23749" y="18427"/>
                  </a:lnTo>
                  <a:lnTo>
                    <a:pt x="23749" y="11861"/>
                  </a:lnTo>
                  <a:lnTo>
                    <a:pt x="23749" y="5308"/>
                  </a:lnTo>
                  <a:lnTo>
                    <a:pt x="18427" y="0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659887" y="2994040"/>
            <a:ext cx="990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0" dirty="0">
                <a:solidFill>
                  <a:srgbClr val="0CB14B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2393" y="1560081"/>
            <a:ext cx="102870" cy="19748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97870" y="2925128"/>
            <a:ext cx="113664" cy="1981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1901" y="2267144"/>
            <a:ext cx="1981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55" dirty="0">
                <a:solidFill>
                  <a:srgbClr val="0CB14B"/>
                </a:solidFill>
                <a:latin typeface="Trebuchet MS"/>
                <a:cs typeface="Trebuchet MS"/>
              </a:rPr>
              <a:t>h</a:t>
            </a:r>
            <a:r>
              <a:rPr sz="1050" i="1" spc="82" baseline="-15873" dirty="0">
                <a:solidFill>
                  <a:srgbClr val="0CB14B"/>
                </a:solidFill>
                <a:latin typeface="Trebuchet MS"/>
                <a:cs typeface="Trebuchet MS"/>
              </a:rPr>
              <a:t>a</a:t>
            </a:r>
            <a:endParaRPr sz="1050" baseline="-15873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35556" y="2963776"/>
            <a:ext cx="1553210" cy="64135"/>
          </a:xfrm>
          <a:custGeom>
            <a:avLst/>
            <a:gdLst/>
            <a:ahLst/>
            <a:cxnLst/>
            <a:rect l="l" t="t" r="r" b="b"/>
            <a:pathLst>
              <a:path w="1553210" h="64135">
                <a:moveTo>
                  <a:pt x="741933" y="27431"/>
                </a:moveTo>
                <a:lnTo>
                  <a:pt x="706996" y="27431"/>
                </a:lnTo>
                <a:lnTo>
                  <a:pt x="706996" y="35788"/>
                </a:lnTo>
                <a:lnTo>
                  <a:pt x="741540" y="35788"/>
                </a:lnTo>
                <a:lnTo>
                  <a:pt x="743305" y="35940"/>
                </a:lnTo>
                <a:lnTo>
                  <a:pt x="774039" y="63677"/>
                </a:lnTo>
                <a:lnTo>
                  <a:pt x="779119" y="63677"/>
                </a:lnTo>
                <a:lnTo>
                  <a:pt x="780135" y="59385"/>
                </a:lnTo>
                <a:lnTo>
                  <a:pt x="780435" y="58610"/>
                </a:lnTo>
                <a:lnTo>
                  <a:pt x="776579" y="58610"/>
                </a:lnTo>
                <a:lnTo>
                  <a:pt x="751179" y="28816"/>
                </a:lnTo>
                <a:lnTo>
                  <a:pt x="745337" y="27698"/>
                </a:lnTo>
                <a:lnTo>
                  <a:pt x="741933" y="27431"/>
                </a:lnTo>
                <a:close/>
              </a:path>
              <a:path w="1553210" h="64135">
                <a:moveTo>
                  <a:pt x="848702" y="27431"/>
                </a:moveTo>
                <a:lnTo>
                  <a:pt x="811225" y="27431"/>
                </a:lnTo>
                <a:lnTo>
                  <a:pt x="807808" y="27698"/>
                </a:lnTo>
                <a:lnTo>
                  <a:pt x="784047" y="40614"/>
                </a:lnTo>
                <a:lnTo>
                  <a:pt x="782993" y="41871"/>
                </a:lnTo>
                <a:lnTo>
                  <a:pt x="776579" y="58610"/>
                </a:lnTo>
                <a:lnTo>
                  <a:pt x="780435" y="58610"/>
                </a:lnTo>
                <a:lnTo>
                  <a:pt x="781769" y="55194"/>
                </a:lnTo>
                <a:lnTo>
                  <a:pt x="786053" y="47205"/>
                </a:lnTo>
                <a:lnTo>
                  <a:pt x="811593" y="35788"/>
                </a:lnTo>
                <a:lnTo>
                  <a:pt x="848702" y="35788"/>
                </a:lnTo>
                <a:lnTo>
                  <a:pt x="848702" y="27431"/>
                </a:lnTo>
                <a:close/>
              </a:path>
              <a:path w="1553210" h="64135">
                <a:moveTo>
                  <a:pt x="3238" y="0"/>
                </a:moveTo>
                <a:lnTo>
                  <a:pt x="0" y="0"/>
                </a:lnTo>
                <a:lnTo>
                  <a:pt x="1206" y="7543"/>
                </a:lnTo>
                <a:lnTo>
                  <a:pt x="2984" y="13639"/>
                </a:lnTo>
                <a:lnTo>
                  <a:pt x="7594" y="22885"/>
                </a:lnTo>
                <a:lnTo>
                  <a:pt x="10845" y="26606"/>
                </a:lnTo>
                <a:lnTo>
                  <a:pt x="15087" y="29438"/>
                </a:lnTo>
                <a:lnTo>
                  <a:pt x="19392" y="32435"/>
                </a:lnTo>
                <a:lnTo>
                  <a:pt x="24002" y="34226"/>
                </a:lnTo>
                <a:lnTo>
                  <a:pt x="33756" y="35471"/>
                </a:lnTo>
                <a:lnTo>
                  <a:pt x="38976" y="35788"/>
                </a:lnTo>
                <a:lnTo>
                  <a:pt x="141008" y="35788"/>
                </a:lnTo>
                <a:lnTo>
                  <a:pt x="141008" y="27431"/>
                </a:lnTo>
                <a:lnTo>
                  <a:pt x="38976" y="27431"/>
                </a:lnTo>
                <a:lnTo>
                  <a:pt x="33883" y="27063"/>
                </a:lnTo>
                <a:lnTo>
                  <a:pt x="24587" y="25692"/>
                </a:lnTo>
                <a:lnTo>
                  <a:pt x="20751" y="24345"/>
                </a:lnTo>
                <a:lnTo>
                  <a:pt x="17754" y="22351"/>
                </a:lnTo>
                <a:lnTo>
                  <a:pt x="15417" y="20866"/>
                </a:lnTo>
                <a:lnTo>
                  <a:pt x="3619" y="1765"/>
                </a:lnTo>
                <a:lnTo>
                  <a:pt x="3238" y="0"/>
                </a:lnTo>
                <a:close/>
              </a:path>
              <a:path w="1553210" h="64135">
                <a:moveTo>
                  <a:pt x="282016" y="27431"/>
                </a:moveTo>
                <a:lnTo>
                  <a:pt x="141008" y="27431"/>
                </a:lnTo>
                <a:lnTo>
                  <a:pt x="141008" y="35788"/>
                </a:lnTo>
                <a:lnTo>
                  <a:pt x="282016" y="35788"/>
                </a:lnTo>
                <a:lnTo>
                  <a:pt x="282016" y="27431"/>
                </a:lnTo>
                <a:close/>
              </a:path>
              <a:path w="1553210" h="64135">
                <a:moveTo>
                  <a:pt x="283984" y="27431"/>
                </a:moveTo>
                <a:lnTo>
                  <a:pt x="282016" y="27431"/>
                </a:lnTo>
                <a:lnTo>
                  <a:pt x="282016" y="35788"/>
                </a:lnTo>
                <a:lnTo>
                  <a:pt x="283984" y="35788"/>
                </a:lnTo>
                <a:lnTo>
                  <a:pt x="283984" y="27431"/>
                </a:lnTo>
                <a:close/>
              </a:path>
              <a:path w="1553210" h="64135">
                <a:moveTo>
                  <a:pt x="423011" y="27431"/>
                </a:moveTo>
                <a:lnTo>
                  <a:pt x="283984" y="27431"/>
                </a:lnTo>
                <a:lnTo>
                  <a:pt x="283984" y="35788"/>
                </a:lnTo>
                <a:lnTo>
                  <a:pt x="423011" y="35788"/>
                </a:lnTo>
                <a:lnTo>
                  <a:pt x="423011" y="27431"/>
                </a:lnTo>
                <a:close/>
              </a:path>
              <a:path w="1553210" h="64135">
                <a:moveTo>
                  <a:pt x="424992" y="27431"/>
                </a:moveTo>
                <a:lnTo>
                  <a:pt x="423011" y="27431"/>
                </a:lnTo>
                <a:lnTo>
                  <a:pt x="423011" y="35788"/>
                </a:lnTo>
                <a:lnTo>
                  <a:pt x="424992" y="35788"/>
                </a:lnTo>
                <a:lnTo>
                  <a:pt x="424992" y="27431"/>
                </a:lnTo>
                <a:close/>
              </a:path>
              <a:path w="1553210" h="64135">
                <a:moveTo>
                  <a:pt x="564019" y="27431"/>
                </a:moveTo>
                <a:lnTo>
                  <a:pt x="424992" y="27431"/>
                </a:lnTo>
                <a:lnTo>
                  <a:pt x="424992" y="35788"/>
                </a:lnTo>
                <a:lnTo>
                  <a:pt x="564019" y="35788"/>
                </a:lnTo>
                <a:lnTo>
                  <a:pt x="564019" y="27431"/>
                </a:lnTo>
                <a:close/>
              </a:path>
              <a:path w="1553210" h="64135">
                <a:moveTo>
                  <a:pt x="565988" y="27431"/>
                </a:moveTo>
                <a:lnTo>
                  <a:pt x="564019" y="27431"/>
                </a:lnTo>
                <a:lnTo>
                  <a:pt x="564019" y="35788"/>
                </a:lnTo>
                <a:lnTo>
                  <a:pt x="565988" y="35788"/>
                </a:lnTo>
                <a:lnTo>
                  <a:pt x="565988" y="27431"/>
                </a:lnTo>
                <a:close/>
              </a:path>
              <a:path w="1553210" h="64135">
                <a:moveTo>
                  <a:pt x="705015" y="27431"/>
                </a:moveTo>
                <a:lnTo>
                  <a:pt x="565988" y="27431"/>
                </a:lnTo>
                <a:lnTo>
                  <a:pt x="565988" y="35788"/>
                </a:lnTo>
                <a:lnTo>
                  <a:pt x="705015" y="35788"/>
                </a:lnTo>
                <a:lnTo>
                  <a:pt x="705015" y="27431"/>
                </a:lnTo>
                <a:close/>
              </a:path>
              <a:path w="1553210" h="64135">
                <a:moveTo>
                  <a:pt x="706996" y="27431"/>
                </a:moveTo>
                <a:lnTo>
                  <a:pt x="705015" y="27431"/>
                </a:lnTo>
                <a:lnTo>
                  <a:pt x="705015" y="35788"/>
                </a:lnTo>
                <a:lnTo>
                  <a:pt x="706996" y="35788"/>
                </a:lnTo>
                <a:lnTo>
                  <a:pt x="706996" y="27431"/>
                </a:lnTo>
                <a:close/>
              </a:path>
              <a:path w="1553210" h="64135">
                <a:moveTo>
                  <a:pt x="989685" y="27431"/>
                </a:moveTo>
                <a:lnTo>
                  <a:pt x="848702" y="27431"/>
                </a:lnTo>
                <a:lnTo>
                  <a:pt x="848702" y="35788"/>
                </a:lnTo>
                <a:lnTo>
                  <a:pt x="989685" y="35788"/>
                </a:lnTo>
                <a:lnTo>
                  <a:pt x="989685" y="27431"/>
                </a:lnTo>
                <a:close/>
              </a:path>
              <a:path w="1553210" h="64135">
                <a:moveTo>
                  <a:pt x="991679" y="27431"/>
                </a:moveTo>
                <a:lnTo>
                  <a:pt x="989685" y="27431"/>
                </a:lnTo>
                <a:lnTo>
                  <a:pt x="989685" y="35788"/>
                </a:lnTo>
                <a:lnTo>
                  <a:pt x="991679" y="35788"/>
                </a:lnTo>
                <a:lnTo>
                  <a:pt x="991679" y="27431"/>
                </a:lnTo>
                <a:close/>
              </a:path>
              <a:path w="1553210" h="64135">
                <a:moveTo>
                  <a:pt x="1130681" y="27431"/>
                </a:moveTo>
                <a:lnTo>
                  <a:pt x="991679" y="27431"/>
                </a:lnTo>
                <a:lnTo>
                  <a:pt x="991679" y="35788"/>
                </a:lnTo>
                <a:lnTo>
                  <a:pt x="1130681" y="35788"/>
                </a:lnTo>
                <a:lnTo>
                  <a:pt x="1130681" y="27431"/>
                </a:lnTo>
                <a:close/>
              </a:path>
              <a:path w="1553210" h="64135">
                <a:moveTo>
                  <a:pt x="1132674" y="27431"/>
                </a:moveTo>
                <a:lnTo>
                  <a:pt x="1130681" y="27431"/>
                </a:lnTo>
                <a:lnTo>
                  <a:pt x="1130681" y="35788"/>
                </a:lnTo>
                <a:lnTo>
                  <a:pt x="1132674" y="35788"/>
                </a:lnTo>
                <a:lnTo>
                  <a:pt x="1132674" y="27431"/>
                </a:lnTo>
                <a:close/>
              </a:path>
              <a:path w="1553210" h="64135">
                <a:moveTo>
                  <a:pt x="1271701" y="27431"/>
                </a:moveTo>
                <a:lnTo>
                  <a:pt x="1132674" y="27431"/>
                </a:lnTo>
                <a:lnTo>
                  <a:pt x="1132674" y="35788"/>
                </a:lnTo>
                <a:lnTo>
                  <a:pt x="1271701" y="35788"/>
                </a:lnTo>
                <a:lnTo>
                  <a:pt x="1271701" y="27431"/>
                </a:lnTo>
                <a:close/>
              </a:path>
              <a:path w="1553210" h="64135">
                <a:moveTo>
                  <a:pt x="1273670" y="27431"/>
                </a:moveTo>
                <a:lnTo>
                  <a:pt x="1271701" y="27431"/>
                </a:lnTo>
                <a:lnTo>
                  <a:pt x="1271701" y="35788"/>
                </a:lnTo>
                <a:lnTo>
                  <a:pt x="1273670" y="35788"/>
                </a:lnTo>
                <a:lnTo>
                  <a:pt x="1273670" y="27431"/>
                </a:lnTo>
                <a:close/>
              </a:path>
              <a:path w="1553210" h="64135">
                <a:moveTo>
                  <a:pt x="1412697" y="27431"/>
                </a:moveTo>
                <a:lnTo>
                  <a:pt x="1273670" y="27431"/>
                </a:lnTo>
                <a:lnTo>
                  <a:pt x="1273670" y="35788"/>
                </a:lnTo>
                <a:lnTo>
                  <a:pt x="1412697" y="35788"/>
                </a:lnTo>
                <a:lnTo>
                  <a:pt x="1412697" y="27431"/>
                </a:lnTo>
                <a:close/>
              </a:path>
              <a:path w="1553210" h="64135">
                <a:moveTo>
                  <a:pt x="1414678" y="27431"/>
                </a:moveTo>
                <a:lnTo>
                  <a:pt x="1412697" y="27431"/>
                </a:lnTo>
                <a:lnTo>
                  <a:pt x="1412697" y="35788"/>
                </a:lnTo>
                <a:lnTo>
                  <a:pt x="1414678" y="35788"/>
                </a:lnTo>
                <a:lnTo>
                  <a:pt x="1414678" y="27431"/>
                </a:lnTo>
                <a:close/>
              </a:path>
              <a:path w="1553210" h="64135">
                <a:moveTo>
                  <a:pt x="1552994" y="0"/>
                </a:moveTo>
                <a:lnTo>
                  <a:pt x="1549755" y="0"/>
                </a:lnTo>
                <a:lnTo>
                  <a:pt x="1549285" y="1765"/>
                </a:lnTo>
                <a:lnTo>
                  <a:pt x="1548726" y="3632"/>
                </a:lnTo>
                <a:lnTo>
                  <a:pt x="1535264" y="22351"/>
                </a:lnTo>
                <a:lnTo>
                  <a:pt x="1532255" y="24345"/>
                </a:lnTo>
                <a:lnTo>
                  <a:pt x="1528419" y="25692"/>
                </a:lnTo>
                <a:lnTo>
                  <a:pt x="1519110" y="27063"/>
                </a:lnTo>
                <a:lnTo>
                  <a:pt x="1514030" y="27431"/>
                </a:lnTo>
                <a:lnTo>
                  <a:pt x="1414678" y="27431"/>
                </a:lnTo>
                <a:lnTo>
                  <a:pt x="1414678" y="35788"/>
                </a:lnTo>
                <a:lnTo>
                  <a:pt x="1514030" y="35788"/>
                </a:lnTo>
                <a:lnTo>
                  <a:pt x="1519237" y="35471"/>
                </a:lnTo>
                <a:lnTo>
                  <a:pt x="1528991" y="34226"/>
                </a:lnTo>
                <a:lnTo>
                  <a:pt x="1533601" y="32435"/>
                </a:lnTo>
                <a:lnTo>
                  <a:pt x="1537931" y="29438"/>
                </a:lnTo>
                <a:lnTo>
                  <a:pt x="1542161" y="26606"/>
                </a:lnTo>
                <a:lnTo>
                  <a:pt x="1545412" y="22885"/>
                </a:lnTo>
                <a:lnTo>
                  <a:pt x="1550009" y="13639"/>
                </a:lnTo>
                <a:lnTo>
                  <a:pt x="1551781" y="7505"/>
                </a:lnTo>
                <a:lnTo>
                  <a:pt x="155299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3176286" y="1739725"/>
            <a:ext cx="1607185" cy="1204595"/>
            <a:chOff x="3176286" y="1739725"/>
            <a:chExt cx="1607185" cy="1204595"/>
          </a:xfrm>
        </p:grpSpPr>
        <p:sp>
          <p:nvSpPr>
            <p:cNvPr id="23" name="object 23"/>
            <p:cNvSpPr/>
            <p:nvPr/>
          </p:nvSpPr>
          <p:spPr>
            <a:xfrm>
              <a:off x="3179469" y="1742900"/>
              <a:ext cx="1600835" cy="1198245"/>
            </a:xfrm>
            <a:custGeom>
              <a:avLst/>
              <a:gdLst/>
              <a:ahLst/>
              <a:cxnLst/>
              <a:rect l="l" t="t" r="r" b="b"/>
              <a:pathLst>
                <a:path w="1600835" h="1198245">
                  <a:moveTo>
                    <a:pt x="1600669" y="1197698"/>
                  </a:moveTo>
                  <a:lnTo>
                    <a:pt x="0" y="0"/>
                  </a:lnTo>
                  <a:lnTo>
                    <a:pt x="0" y="1197698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79465" y="2940599"/>
              <a:ext cx="1600835" cy="0"/>
            </a:xfrm>
            <a:custGeom>
              <a:avLst/>
              <a:gdLst/>
              <a:ahLst/>
              <a:cxnLst/>
              <a:rect l="l" t="t" r="r" b="b"/>
              <a:pathLst>
                <a:path w="1600835">
                  <a:moveTo>
                    <a:pt x="0" y="0"/>
                  </a:moveTo>
                  <a:lnTo>
                    <a:pt x="1600669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79461" y="2811059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9539" y="129540"/>
                  </a:moveTo>
                  <a:lnTo>
                    <a:pt x="129539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32371" y="2865580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30">
                  <a:moveTo>
                    <a:pt x="18415" y="0"/>
                  </a:moveTo>
                  <a:lnTo>
                    <a:pt x="5308" y="0"/>
                  </a:lnTo>
                  <a:lnTo>
                    <a:pt x="0" y="5308"/>
                  </a:lnTo>
                  <a:lnTo>
                    <a:pt x="0" y="18427"/>
                  </a:lnTo>
                  <a:lnTo>
                    <a:pt x="5308" y="23748"/>
                  </a:lnTo>
                  <a:lnTo>
                    <a:pt x="18415" y="23748"/>
                  </a:lnTo>
                  <a:lnTo>
                    <a:pt x="23736" y="18427"/>
                  </a:lnTo>
                  <a:lnTo>
                    <a:pt x="23736" y="11874"/>
                  </a:lnTo>
                  <a:lnTo>
                    <a:pt x="23736" y="5308"/>
                  </a:lnTo>
                  <a:lnTo>
                    <a:pt x="1841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136694" y="1566857"/>
            <a:ext cx="102870" cy="19748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52983" y="2931948"/>
            <a:ext cx="113664" cy="1981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88694" y="2966673"/>
            <a:ext cx="19431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65" dirty="0">
                <a:solidFill>
                  <a:srgbClr val="EC008C"/>
                </a:solidFill>
                <a:latin typeface="Trebuchet MS"/>
                <a:cs typeface="Trebuchet MS"/>
              </a:rPr>
              <a:t>h</a:t>
            </a:r>
            <a:r>
              <a:rPr sz="1050" i="1" spc="97" baseline="-15873" dirty="0">
                <a:solidFill>
                  <a:srgbClr val="EC008C"/>
                </a:solidFill>
                <a:latin typeface="Trebuchet MS"/>
                <a:cs typeface="Trebuchet MS"/>
              </a:rPr>
              <a:t>c</a:t>
            </a:r>
            <a:endParaRPr sz="1050" baseline="-15873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68701" y="2273196"/>
            <a:ext cx="9398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45" dirty="0">
                <a:solidFill>
                  <a:srgbClr val="EC008C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087914" y="1777660"/>
            <a:ext cx="64135" cy="1144270"/>
          </a:xfrm>
          <a:custGeom>
            <a:avLst/>
            <a:gdLst/>
            <a:ahLst/>
            <a:cxnLst/>
            <a:rect l="l" t="t" r="r" b="b"/>
            <a:pathLst>
              <a:path w="64135" h="1144270">
                <a:moveTo>
                  <a:pt x="63690" y="0"/>
                </a:moveTo>
                <a:lnTo>
                  <a:pt x="34251" y="11112"/>
                </a:lnTo>
                <a:lnTo>
                  <a:pt x="31242" y="14287"/>
                </a:lnTo>
                <a:lnTo>
                  <a:pt x="29451" y="17678"/>
                </a:lnTo>
                <a:lnTo>
                  <a:pt x="28198" y="24968"/>
                </a:lnTo>
                <a:lnTo>
                  <a:pt x="27889" y="28714"/>
                </a:lnTo>
                <a:lnTo>
                  <a:pt x="27856" y="546595"/>
                </a:lnTo>
                <a:lnTo>
                  <a:pt x="27736" y="547611"/>
                </a:lnTo>
                <a:lnTo>
                  <a:pt x="0" y="570242"/>
                </a:lnTo>
                <a:lnTo>
                  <a:pt x="0" y="573976"/>
                </a:lnTo>
                <a:lnTo>
                  <a:pt x="27432" y="595210"/>
                </a:lnTo>
                <a:lnTo>
                  <a:pt x="27736" y="596620"/>
                </a:lnTo>
                <a:lnTo>
                  <a:pt x="27860" y="597674"/>
                </a:lnTo>
                <a:lnTo>
                  <a:pt x="27889" y="1115415"/>
                </a:lnTo>
                <a:lnTo>
                  <a:pt x="28206" y="1119263"/>
                </a:lnTo>
                <a:lnTo>
                  <a:pt x="29451" y="1126439"/>
                </a:lnTo>
                <a:lnTo>
                  <a:pt x="31242" y="1129830"/>
                </a:lnTo>
                <a:lnTo>
                  <a:pt x="34251" y="1133017"/>
                </a:lnTo>
                <a:lnTo>
                  <a:pt x="37071" y="1136129"/>
                </a:lnTo>
                <a:lnTo>
                  <a:pt x="40792" y="1138529"/>
                </a:lnTo>
                <a:lnTo>
                  <a:pt x="50038" y="1141933"/>
                </a:lnTo>
                <a:lnTo>
                  <a:pt x="56134" y="1143215"/>
                </a:lnTo>
                <a:lnTo>
                  <a:pt x="63690" y="1144117"/>
                </a:lnTo>
                <a:lnTo>
                  <a:pt x="63690" y="1141730"/>
                </a:lnTo>
                <a:lnTo>
                  <a:pt x="61912" y="1141387"/>
                </a:lnTo>
                <a:lnTo>
                  <a:pt x="58102" y="1140510"/>
                </a:lnTo>
                <a:lnTo>
                  <a:pt x="46405" y="1135443"/>
                </a:lnTo>
                <a:lnTo>
                  <a:pt x="44513" y="1134249"/>
                </a:lnTo>
                <a:lnTo>
                  <a:pt x="42811" y="1132789"/>
                </a:lnTo>
                <a:lnTo>
                  <a:pt x="41325" y="1131049"/>
                </a:lnTo>
                <a:lnTo>
                  <a:pt x="39331" y="1128839"/>
                </a:lnTo>
                <a:lnTo>
                  <a:pt x="37985" y="1126020"/>
                </a:lnTo>
                <a:lnTo>
                  <a:pt x="36614" y="1119162"/>
                </a:lnTo>
                <a:lnTo>
                  <a:pt x="36245" y="1115415"/>
                </a:lnTo>
                <a:lnTo>
                  <a:pt x="36136" y="596620"/>
                </a:lnTo>
                <a:lnTo>
                  <a:pt x="35979" y="595109"/>
                </a:lnTo>
                <a:lnTo>
                  <a:pt x="34861" y="590842"/>
                </a:lnTo>
                <a:lnTo>
                  <a:pt x="34137" y="588962"/>
                </a:lnTo>
                <a:lnTo>
                  <a:pt x="33223" y="587374"/>
                </a:lnTo>
                <a:lnTo>
                  <a:pt x="32334" y="585774"/>
                </a:lnTo>
                <a:lnTo>
                  <a:pt x="31343" y="584415"/>
                </a:lnTo>
                <a:lnTo>
                  <a:pt x="30302" y="583349"/>
                </a:lnTo>
                <a:lnTo>
                  <a:pt x="29248" y="582218"/>
                </a:lnTo>
                <a:lnTo>
                  <a:pt x="5080" y="572122"/>
                </a:lnTo>
                <a:lnTo>
                  <a:pt x="11252" y="570725"/>
                </a:lnTo>
                <a:lnTo>
                  <a:pt x="15582" y="569671"/>
                </a:lnTo>
                <a:lnTo>
                  <a:pt x="17411" y="569137"/>
                </a:lnTo>
                <a:lnTo>
                  <a:pt x="18910" y="568579"/>
                </a:lnTo>
                <a:lnTo>
                  <a:pt x="20434" y="568045"/>
                </a:lnTo>
                <a:lnTo>
                  <a:pt x="36245" y="28714"/>
                </a:lnTo>
                <a:lnTo>
                  <a:pt x="36633" y="24866"/>
                </a:lnTo>
                <a:lnTo>
                  <a:pt x="37287" y="21526"/>
                </a:lnTo>
                <a:lnTo>
                  <a:pt x="37985" y="18122"/>
                </a:lnTo>
                <a:lnTo>
                  <a:pt x="39331" y="15290"/>
                </a:lnTo>
                <a:lnTo>
                  <a:pt x="41325" y="13068"/>
                </a:lnTo>
                <a:lnTo>
                  <a:pt x="42811" y="11366"/>
                </a:lnTo>
                <a:lnTo>
                  <a:pt x="44513" y="9880"/>
                </a:lnTo>
                <a:lnTo>
                  <a:pt x="46405" y="8686"/>
                </a:lnTo>
                <a:lnTo>
                  <a:pt x="48285" y="7467"/>
                </a:lnTo>
                <a:lnTo>
                  <a:pt x="63690" y="2387"/>
                </a:lnTo>
                <a:lnTo>
                  <a:pt x="6369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900168" y="3413113"/>
            <a:ext cx="1607185" cy="1204595"/>
            <a:chOff x="900168" y="3413113"/>
            <a:chExt cx="1607185" cy="1204595"/>
          </a:xfrm>
        </p:grpSpPr>
        <p:sp>
          <p:nvSpPr>
            <p:cNvPr id="33" name="object 33"/>
            <p:cNvSpPr/>
            <p:nvPr/>
          </p:nvSpPr>
          <p:spPr>
            <a:xfrm>
              <a:off x="1490893" y="3989911"/>
              <a:ext cx="181610" cy="84455"/>
            </a:xfrm>
            <a:custGeom>
              <a:avLst/>
              <a:gdLst/>
              <a:ahLst/>
              <a:cxnLst/>
              <a:rect l="l" t="t" r="r" b="b"/>
              <a:pathLst>
                <a:path w="181610" h="84454">
                  <a:moveTo>
                    <a:pt x="0" y="11061"/>
                  </a:moveTo>
                  <a:lnTo>
                    <a:pt x="96253" y="84188"/>
                  </a:lnTo>
                  <a:lnTo>
                    <a:pt x="181444" y="0"/>
                  </a:lnTo>
                </a:path>
              </a:pathLst>
            </a:custGeom>
            <a:ln w="6350">
              <a:solidFill>
                <a:srgbClr val="2E30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03345" y="3918293"/>
              <a:ext cx="671195" cy="695960"/>
            </a:xfrm>
            <a:custGeom>
              <a:avLst/>
              <a:gdLst/>
              <a:ahLst/>
              <a:cxnLst/>
              <a:rect l="l" t="t" r="r" b="b"/>
              <a:pathLst>
                <a:path w="671194" h="695960">
                  <a:moveTo>
                    <a:pt x="0" y="695706"/>
                  </a:moveTo>
                  <a:lnTo>
                    <a:pt x="670902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03345" y="3416288"/>
              <a:ext cx="1600835" cy="1198245"/>
            </a:xfrm>
            <a:custGeom>
              <a:avLst/>
              <a:gdLst/>
              <a:ahLst/>
              <a:cxnLst/>
              <a:rect l="l" t="t" r="r" b="b"/>
              <a:pathLst>
                <a:path w="1600835" h="1198245">
                  <a:moveTo>
                    <a:pt x="0" y="0"/>
                  </a:moveTo>
                  <a:lnTo>
                    <a:pt x="0" y="1197711"/>
                  </a:lnTo>
                  <a:lnTo>
                    <a:pt x="1600669" y="1197711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03343" y="4484459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39">
                  <a:moveTo>
                    <a:pt x="129540" y="129539"/>
                  </a:moveTo>
                  <a:lnTo>
                    <a:pt x="129540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59642" y="4538981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30" h="24129">
                  <a:moveTo>
                    <a:pt x="18414" y="0"/>
                  </a:moveTo>
                  <a:lnTo>
                    <a:pt x="5295" y="0"/>
                  </a:lnTo>
                  <a:lnTo>
                    <a:pt x="0" y="5308"/>
                  </a:lnTo>
                  <a:lnTo>
                    <a:pt x="0" y="18415"/>
                  </a:lnTo>
                  <a:lnTo>
                    <a:pt x="5295" y="23736"/>
                  </a:lnTo>
                  <a:lnTo>
                    <a:pt x="18414" y="23736"/>
                  </a:lnTo>
                  <a:lnTo>
                    <a:pt x="23736" y="18415"/>
                  </a:lnTo>
                  <a:lnTo>
                    <a:pt x="23736" y="11861"/>
                  </a:lnTo>
                  <a:lnTo>
                    <a:pt x="23736" y="5308"/>
                  </a:lnTo>
                  <a:lnTo>
                    <a:pt x="18414" y="0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571708" y="3987818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17030" y="0"/>
                  </a:moveTo>
                  <a:lnTo>
                    <a:pt x="4902" y="0"/>
                  </a:lnTo>
                  <a:lnTo>
                    <a:pt x="0" y="4902"/>
                  </a:lnTo>
                  <a:lnTo>
                    <a:pt x="0" y="17056"/>
                  </a:lnTo>
                  <a:lnTo>
                    <a:pt x="4902" y="21945"/>
                  </a:lnTo>
                  <a:lnTo>
                    <a:pt x="17030" y="21945"/>
                  </a:lnTo>
                  <a:lnTo>
                    <a:pt x="21945" y="17056"/>
                  </a:lnTo>
                  <a:lnTo>
                    <a:pt x="21945" y="10972"/>
                  </a:lnTo>
                  <a:lnTo>
                    <a:pt x="21945" y="4902"/>
                  </a:lnTo>
                  <a:lnTo>
                    <a:pt x="17030" y="0"/>
                  </a:lnTo>
                  <a:close/>
                </a:path>
              </a:pathLst>
            </a:custGeom>
            <a:solidFill>
              <a:srgbClr val="2E3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27468" y="2925224"/>
            <a:ext cx="120014" cy="4946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rebuchet MS"/>
              <a:cs typeface="Trebuchet MS"/>
            </a:endParaRPr>
          </a:p>
          <a:p>
            <a:pPr marL="29845">
              <a:lnSpc>
                <a:spcPct val="100000"/>
              </a:lnSpc>
              <a:spcBef>
                <a:spcPts val="5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44677" y="4618754"/>
            <a:ext cx="106680" cy="1981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51618" y="4618704"/>
            <a:ext cx="113664" cy="1981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783119" y="3813734"/>
            <a:ext cx="9461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00AEEF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46639" y="3398234"/>
            <a:ext cx="1566545" cy="1178560"/>
          </a:xfrm>
          <a:custGeom>
            <a:avLst/>
            <a:gdLst/>
            <a:ahLst/>
            <a:cxnLst/>
            <a:rect l="l" t="t" r="r" b="b"/>
            <a:pathLst>
              <a:path w="1566545" h="1178560">
                <a:moveTo>
                  <a:pt x="1439952" y="1043508"/>
                </a:moveTo>
                <a:lnTo>
                  <a:pt x="1434948" y="1050226"/>
                </a:lnTo>
                <a:lnTo>
                  <a:pt x="1537449" y="1126744"/>
                </a:lnTo>
                <a:lnTo>
                  <a:pt x="1542364" y="1130858"/>
                </a:lnTo>
                <a:lnTo>
                  <a:pt x="1550861" y="1138936"/>
                </a:lnTo>
                <a:lnTo>
                  <a:pt x="1553909" y="1142885"/>
                </a:lnTo>
                <a:lnTo>
                  <a:pt x="1555737" y="1146721"/>
                </a:lnTo>
                <a:lnTo>
                  <a:pt x="1557198" y="1149692"/>
                </a:lnTo>
                <a:lnTo>
                  <a:pt x="1558201" y="1152550"/>
                </a:lnTo>
                <a:lnTo>
                  <a:pt x="1559243" y="1158024"/>
                </a:lnTo>
                <a:lnTo>
                  <a:pt x="1559357" y="1165491"/>
                </a:lnTo>
                <a:lnTo>
                  <a:pt x="1559090" y="1167752"/>
                </a:lnTo>
                <a:lnTo>
                  <a:pt x="1558201" y="1171917"/>
                </a:lnTo>
                <a:lnTo>
                  <a:pt x="1557630" y="1173822"/>
                </a:lnTo>
                <a:lnTo>
                  <a:pt x="1556946" y="1175533"/>
                </a:lnTo>
                <a:lnTo>
                  <a:pt x="1560191" y="1177956"/>
                </a:lnTo>
                <a:lnTo>
                  <a:pt x="1563497" y="1170978"/>
                </a:lnTo>
                <a:lnTo>
                  <a:pt x="1565351" y="1164780"/>
                </a:lnTo>
                <a:lnTo>
                  <a:pt x="1566253" y="1153934"/>
                </a:lnTo>
                <a:lnTo>
                  <a:pt x="1565224" y="1148499"/>
                </a:lnTo>
                <a:lnTo>
                  <a:pt x="1562567" y="1142885"/>
                </a:lnTo>
                <a:lnTo>
                  <a:pt x="1560119" y="1137424"/>
                </a:lnTo>
                <a:lnTo>
                  <a:pt x="1556563" y="1132535"/>
                </a:lnTo>
                <a:lnTo>
                  <a:pt x="1547495" y="1124216"/>
                </a:lnTo>
                <a:lnTo>
                  <a:pt x="1542453" y="1120051"/>
                </a:lnTo>
                <a:lnTo>
                  <a:pt x="1439952" y="1043508"/>
                </a:lnTo>
                <a:close/>
              </a:path>
              <a:path w="1566545" h="1178560">
                <a:moveTo>
                  <a:pt x="1296302" y="936269"/>
                </a:moveTo>
                <a:lnTo>
                  <a:pt x="1298296" y="937768"/>
                </a:lnTo>
                <a:lnTo>
                  <a:pt x="1293305" y="944460"/>
                </a:lnTo>
                <a:lnTo>
                  <a:pt x="1434948" y="1050226"/>
                </a:lnTo>
                <a:lnTo>
                  <a:pt x="1439952" y="1043508"/>
                </a:lnTo>
                <a:lnTo>
                  <a:pt x="1296302" y="936269"/>
                </a:lnTo>
                <a:close/>
              </a:path>
              <a:path w="1566545" h="1178560">
                <a:moveTo>
                  <a:pt x="1291324" y="942982"/>
                </a:moveTo>
                <a:lnTo>
                  <a:pt x="1293267" y="944460"/>
                </a:lnTo>
                <a:lnTo>
                  <a:pt x="1291324" y="942982"/>
                </a:lnTo>
                <a:close/>
              </a:path>
              <a:path w="1566545" h="1178560">
                <a:moveTo>
                  <a:pt x="1296297" y="936275"/>
                </a:moveTo>
                <a:lnTo>
                  <a:pt x="1291324" y="942982"/>
                </a:lnTo>
                <a:lnTo>
                  <a:pt x="1293305" y="944460"/>
                </a:lnTo>
                <a:lnTo>
                  <a:pt x="1298296" y="937768"/>
                </a:lnTo>
                <a:lnTo>
                  <a:pt x="1296297" y="936275"/>
                </a:lnTo>
                <a:close/>
              </a:path>
              <a:path w="1566545" h="1178560">
                <a:moveTo>
                  <a:pt x="1154659" y="830529"/>
                </a:moveTo>
                <a:lnTo>
                  <a:pt x="1156640" y="832015"/>
                </a:lnTo>
                <a:lnTo>
                  <a:pt x="1151636" y="838720"/>
                </a:lnTo>
                <a:lnTo>
                  <a:pt x="1291324" y="942982"/>
                </a:lnTo>
                <a:lnTo>
                  <a:pt x="1296288" y="936269"/>
                </a:lnTo>
                <a:lnTo>
                  <a:pt x="1154659" y="830529"/>
                </a:lnTo>
                <a:close/>
              </a:path>
              <a:path w="1566545" h="1178560">
                <a:moveTo>
                  <a:pt x="1149658" y="837243"/>
                </a:moveTo>
                <a:lnTo>
                  <a:pt x="1151629" y="838720"/>
                </a:lnTo>
                <a:lnTo>
                  <a:pt x="1149658" y="837243"/>
                </a:lnTo>
                <a:close/>
              </a:path>
              <a:path w="1566545" h="1178560">
                <a:moveTo>
                  <a:pt x="1154655" y="830533"/>
                </a:moveTo>
                <a:lnTo>
                  <a:pt x="1149663" y="837247"/>
                </a:lnTo>
                <a:lnTo>
                  <a:pt x="1151636" y="838720"/>
                </a:lnTo>
                <a:lnTo>
                  <a:pt x="1156640" y="832015"/>
                </a:lnTo>
                <a:lnTo>
                  <a:pt x="1154655" y="830533"/>
                </a:lnTo>
                <a:close/>
              </a:path>
              <a:path w="1566545" h="1178560">
                <a:moveTo>
                  <a:pt x="1014977" y="726271"/>
                </a:moveTo>
                <a:lnTo>
                  <a:pt x="1009990" y="732955"/>
                </a:lnTo>
                <a:lnTo>
                  <a:pt x="1149658" y="837243"/>
                </a:lnTo>
                <a:lnTo>
                  <a:pt x="1154649" y="830529"/>
                </a:lnTo>
                <a:lnTo>
                  <a:pt x="1014977" y="726271"/>
                </a:lnTo>
                <a:close/>
              </a:path>
              <a:path w="1566545" h="1178560">
                <a:moveTo>
                  <a:pt x="871334" y="619036"/>
                </a:moveTo>
                <a:lnTo>
                  <a:pt x="873316" y="620522"/>
                </a:lnTo>
                <a:lnTo>
                  <a:pt x="868338" y="627214"/>
                </a:lnTo>
                <a:lnTo>
                  <a:pt x="1009980" y="732967"/>
                </a:lnTo>
                <a:lnTo>
                  <a:pt x="1007999" y="731469"/>
                </a:lnTo>
                <a:lnTo>
                  <a:pt x="1012990" y="724789"/>
                </a:lnTo>
                <a:lnTo>
                  <a:pt x="871334" y="619036"/>
                </a:lnTo>
                <a:close/>
              </a:path>
              <a:path w="1566545" h="1178560">
                <a:moveTo>
                  <a:pt x="1012990" y="724789"/>
                </a:moveTo>
                <a:lnTo>
                  <a:pt x="1007999" y="731469"/>
                </a:lnTo>
                <a:lnTo>
                  <a:pt x="1009990" y="732955"/>
                </a:lnTo>
                <a:lnTo>
                  <a:pt x="1014977" y="726271"/>
                </a:lnTo>
                <a:lnTo>
                  <a:pt x="1012990" y="724789"/>
                </a:lnTo>
                <a:close/>
              </a:path>
              <a:path w="1566545" h="1178560">
                <a:moveTo>
                  <a:pt x="1013010" y="724789"/>
                </a:moveTo>
                <a:lnTo>
                  <a:pt x="1014984" y="726262"/>
                </a:lnTo>
                <a:lnTo>
                  <a:pt x="1013010" y="724789"/>
                </a:lnTo>
                <a:close/>
              </a:path>
              <a:path w="1566545" h="1178560">
                <a:moveTo>
                  <a:pt x="819881" y="548551"/>
                </a:moveTo>
                <a:lnTo>
                  <a:pt x="815073" y="548551"/>
                </a:lnTo>
                <a:lnTo>
                  <a:pt x="812557" y="557771"/>
                </a:lnTo>
                <a:lnTo>
                  <a:pt x="812114" y="559460"/>
                </a:lnTo>
                <a:lnTo>
                  <a:pt x="811759" y="561492"/>
                </a:lnTo>
                <a:lnTo>
                  <a:pt x="811474" y="564794"/>
                </a:lnTo>
                <a:lnTo>
                  <a:pt x="811530" y="566801"/>
                </a:lnTo>
                <a:lnTo>
                  <a:pt x="815353" y="580212"/>
                </a:lnTo>
                <a:lnTo>
                  <a:pt x="816166" y="582180"/>
                </a:lnTo>
                <a:lnTo>
                  <a:pt x="868325" y="627214"/>
                </a:lnTo>
                <a:lnTo>
                  <a:pt x="866331" y="625716"/>
                </a:lnTo>
                <a:lnTo>
                  <a:pt x="871331" y="619040"/>
                </a:lnTo>
                <a:lnTo>
                  <a:pt x="838226" y="594321"/>
                </a:lnTo>
                <a:lnTo>
                  <a:pt x="836625" y="593102"/>
                </a:lnTo>
                <a:lnTo>
                  <a:pt x="834949" y="591680"/>
                </a:lnTo>
                <a:lnTo>
                  <a:pt x="833184" y="589965"/>
                </a:lnTo>
                <a:lnTo>
                  <a:pt x="831431" y="588302"/>
                </a:lnTo>
                <a:lnTo>
                  <a:pt x="817779" y="564794"/>
                </a:lnTo>
                <a:lnTo>
                  <a:pt x="818169" y="557072"/>
                </a:lnTo>
                <a:lnTo>
                  <a:pt x="818293" y="554951"/>
                </a:lnTo>
                <a:lnTo>
                  <a:pt x="819071" y="550951"/>
                </a:lnTo>
                <a:lnTo>
                  <a:pt x="819174" y="550506"/>
                </a:lnTo>
                <a:lnTo>
                  <a:pt x="819881" y="548551"/>
                </a:lnTo>
                <a:close/>
              </a:path>
              <a:path w="1566545" h="1178560">
                <a:moveTo>
                  <a:pt x="871331" y="619040"/>
                </a:moveTo>
                <a:lnTo>
                  <a:pt x="866331" y="625716"/>
                </a:lnTo>
                <a:lnTo>
                  <a:pt x="868329" y="627208"/>
                </a:lnTo>
                <a:lnTo>
                  <a:pt x="873316" y="620522"/>
                </a:lnTo>
                <a:lnTo>
                  <a:pt x="871331" y="619040"/>
                </a:lnTo>
                <a:close/>
              </a:path>
              <a:path w="1566545" h="1178560">
                <a:moveTo>
                  <a:pt x="728980" y="512737"/>
                </a:moveTo>
                <a:lnTo>
                  <a:pt x="761619" y="547547"/>
                </a:lnTo>
                <a:lnTo>
                  <a:pt x="788657" y="557771"/>
                </a:lnTo>
                <a:lnTo>
                  <a:pt x="792810" y="557733"/>
                </a:lnTo>
                <a:lnTo>
                  <a:pt x="795033" y="557631"/>
                </a:lnTo>
                <a:lnTo>
                  <a:pt x="796824" y="557377"/>
                </a:lnTo>
                <a:lnTo>
                  <a:pt x="798627" y="557161"/>
                </a:lnTo>
                <a:lnTo>
                  <a:pt x="811305" y="550951"/>
                </a:lnTo>
                <a:lnTo>
                  <a:pt x="793687" y="550951"/>
                </a:lnTo>
                <a:lnTo>
                  <a:pt x="788188" y="550062"/>
                </a:lnTo>
                <a:lnTo>
                  <a:pt x="766255" y="540562"/>
                </a:lnTo>
                <a:lnTo>
                  <a:pt x="728980" y="512737"/>
                </a:lnTo>
                <a:close/>
              </a:path>
              <a:path w="1566545" h="1178560">
                <a:moveTo>
                  <a:pt x="815556" y="542569"/>
                </a:moveTo>
                <a:lnTo>
                  <a:pt x="811950" y="545249"/>
                </a:lnTo>
                <a:lnTo>
                  <a:pt x="807885" y="547370"/>
                </a:lnTo>
                <a:lnTo>
                  <a:pt x="798729" y="550570"/>
                </a:lnTo>
                <a:lnTo>
                  <a:pt x="793687" y="550951"/>
                </a:lnTo>
                <a:lnTo>
                  <a:pt x="811305" y="550951"/>
                </a:lnTo>
                <a:lnTo>
                  <a:pt x="815073" y="548551"/>
                </a:lnTo>
                <a:lnTo>
                  <a:pt x="819881" y="548551"/>
                </a:lnTo>
                <a:lnTo>
                  <a:pt x="820661" y="546392"/>
                </a:lnTo>
                <a:lnTo>
                  <a:pt x="815556" y="542569"/>
                </a:lnTo>
                <a:close/>
              </a:path>
              <a:path w="1566545" h="1178560">
                <a:moveTo>
                  <a:pt x="587323" y="406998"/>
                </a:moveTo>
                <a:lnTo>
                  <a:pt x="582333" y="413677"/>
                </a:lnTo>
                <a:lnTo>
                  <a:pt x="723976" y="519442"/>
                </a:lnTo>
                <a:lnTo>
                  <a:pt x="728980" y="512737"/>
                </a:lnTo>
                <a:lnTo>
                  <a:pt x="587323" y="406998"/>
                </a:lnTo>
                <a:close/>
              </a:path>
              <a:path w="1566545" h="1178560">
                <a:moveTo>
                  <a:pt x="580353" y="412198"/>
                </a:moveTo>
                <a:lnTo>
                  <a:pt x="582296" y="413677"/>
                </a:lnTo>
                <a:lnTo>
                  <a:pt x="580353" y="412198"/>
                </a:lnTo>
                <a:close/>
              </a:path>
              <a:path w="1566545" h="1178560">
                <a:moveTo>
                  <a:pt x="585330" y="405511"/>
                </a:moveTo>
                <a:lnTo>
                  <a:pt x="580353" y="412198"/>
                </a:lnTo>
                <a:lnTo>
                  <a:pt x="582333" y="413677"/>
                </a:lnTo>
                <a:lnTo>
                  <a:pt x="587323" y="406998"/>
                </a:lnTo>
                <a:lnTo>
                  <a:pt x="585330" y="405511"/>
                </a:lnTo>
                <a:close/>
              </a:path>
              <a:path w="1566545" h="1178560">
                <a:moveTo>
                  <a:pt x="443700" y="299770"/>
                </a:moveTo>
                <a:lnTo>
                  <a:pt x="445669" y="301256"/>
                </a:lnTo>
                <a:lnTo>
                  <a:pt x="440687" y="307949"/>
                </a:lnTo>
                <a:lnTo>
                  <a:pt x="580353" y="412198"/>
                </a:lnTo>
                <a:lnTo>
                  <a:pt x="585330" y="405511"/>
                </a:lnTo>
                <a:lnTo>
                  <a:pt x="443700" y="299770"/>
                </a:lnTo>
                <a:close/>
              </a:path>
              <a:path w="1566545" h="1178560">
                <a:moveTo>
                  <a:pt x="585334" y="405511"/>
                </a:moveTo>
                <a:lnTo>
                  <a:pt x="587324" y="406996"/>
                </a:lnTo>
                <a:lnTo>
                  <a:pt x="585334" y="405511"/>
                </a:lnTo>
                <a:close/>
              </a:path>
              <a:path w="1566545" h="1178560">
                <a:moveTo>
                  <a:pt x="303996" y="195484"/>
                </a:moveTo>
                <a:lnTo>
                  <a:pt x="299009" y="202184"/>
                </a:lnTo>
                <a:lnTo>
                  <a:pt x="440677" y="307949"/>
                </a:lnTo>
                <a:lnTo>
                  <a:pt x="438696" y="306463"/>
                </a:lnTo>
                <a:lnTo>
                  <a:pt x="443692" y="299781"/>
                </a:lnTo>
                <a:lnTo>
                  <a:pt x="303996" y="195484"/>
                </a:lnTo>
                <a:close/>
              </a:path>
              <a:path w="1566545" h="1178560">
                <a:moveTo>
                  <a:pt x="443692" y="299781"/>
                </a:moveTo>
                <a:lnTo>
                  <a:pt x="438696" y="306463"/>
                </a:lnTo>
                <a:lnTo>
                  <a:pt x="440681" y="307945"/>
                </a:lnTo>
                <a:lnTo>
                  <a:pt x="445669" y="301256"/>
                </a:lnTo>
                <a:lnTo>
                  <a:pt x="443692" y="299781"/>
                </a:lnTo>
                <a:close/>
              </a:path>
              <a:path w="1566545" h="1178560">
                <a:moveTo>
                  <a:pt x="297037" y="200711"/>
                </a:moveTo>
                <a:lnTo>
                  <a:pt x="298984" y="202184"/>
                </a:lnTo>
                <a:lnTo>
                  <a:pt x="297037" y="200711"/>
                </a:lnTo>
                <a:close/>
              </a:path>
              <a:path w="1566545" h="1178560">
                <a:moveTo>
                  <a:pt x="302032" y="194017"/>
                </a:moveTo>
                <a:lnTo>
                  <a:pt x="297037" y="200711"/>
                </a:lnTo>
                <a:lnTo>
                  <a:pt x="299009" y="202184"/>
                </a:lnTo>
                <a:lnTo>
                  <a:pt x="303988" y="195478"/>
                </a:lnTo>
                <a:lnTo>
                  <a:pt x="302032" y="194017"/>
                </a:lnTo>
                <a:close/>
              </a:path>
              <a:path w="1566545" h="1178560">
                <a:moveTo>
                  <a:pt x="162354" y="89741"/>
                </a:moveTo>
                <a:lnTo>
                  <a:pt x="157366" y="96431"/>
                </a:lnTo>
                <a:lnTo>
                  <a:pt x="297037" y="200711"/>
                </a:lnTo>
                <a:lnTo>
                  <a:pt x="302032" y="194017"/>
                </a:lnTo>
                <a:lnTo>
                  <a:pt x="162354" y="89741"/>
                </a:lnTo>
                <a:close/>
              </a:path>
              <a:path w="1566545" h="1178560">
                <a:moveTo>
                  <a:pt x="302044" y="194017"/>
                </a:moveTo>
                <a:lnTo>
                  <a:pt x="304000" y="195478"/>
                </a:lnTo>
                <a:lnTo>
                  <a:pt x="302044" y="194017"/>
                </a:lnTo>
                <a:close/>
              </a:path>
              <a:path w="1566545" h="1178560">
                <a:moveTo>
                  <a:pt x="155373" y="94943"/>
                </a:moveTo>
                <a:lnTo>
                  <a:pt x="157362" y="96431"/>
                </a:lnTo>
                <a:lnTo>
                  <a:pt x="155373" y="94943"/>
                </a:lnTo>
                <a:close/>
              </a:path>
              <a:path w="1566545" h="1178560">
                <a:moveTo>
                  <a:pt x="160376" y="88265"/>
                </a:moveTo>
                <a:lnTo>
                  <a:pt x="155373" y="94943"/>
                </a:lnTo>
                <a:lnTo>
                  <a:pt x="157366" y="96431"/>
                </a:lnTo>
                <a:lnTo>
                  <a:pt x="162349" y="89738"/>
                </a:lnTo>
                <a:lnTo>
                  <a:pt x="160376" y="88265"/>
                </a:lnTo>
                <a:close/>
              </a:path>
              <a:path w="1566545" h="1178560">
                <a:moveTo>
                  <a:pt x="51453" y="7886"/>
                </a:moveTo>
                <a:lnTo>
                  <a:pt x="24943" y="7886"/>
                </a:lnTo>
                <a:lnTo>
                  <a:pt x="27953" y="8013"/>
                </a:lnTo>
                <a:lnTo>
                  <a:pt x="31191" y="8585"/>
                </a:lnTo>
                <a:lnTo>
                  <a:pt x="155373" y="94943"/>
                </a:lnTo>
                <a:lnTo>
                  <a:pt x="160376" y="88265"/>
                </a:lnTo>
                <a:lnTo>
                  <a:pt x="60554" y="13754"/>
                </a:lnTo>
                <a:lnTo>
                  <a:pt x="55144" y="10096"/>
                </a:lnTo>
                <a:lnTo>
                  <a:pt x="51453" y="7886"/>
                </a:lnTo>
                <a:close/>
              </a:path>
              <a:path w="1566545" h="1178560">
                <a:moveTo>
                  <a:pt x="160384" y="88265"/>
                </a:moveTo>
                <a:lnTo>
                  <a:pt x="162357" y="89738"/>
                </a:lnTo>
                <a:lnTo>
                  <a:pt x="160384" y="88265"/>
                </a:lnTo>
                <a:close/>
              </a:path>
              <a:path w="1566545" h="1178560">
                <a:moveTo>
                  <a:pt x="26797" y="0"/>
                </a:moveTo>
                <a:lnTo>
                  <a:pt x="21298" y="558"/>
                </a:lnTo>
                <a:lnTo>
                  <a:pt x="11151" y="4508"/>
                </a:lnTo>
                <a:lnTo>
                  <a:pt x="5728" y="8089"/>
                </a:lnTo>
                <a:lnTo>
                  <a:pt x="0" y="13184"/>
                </a:lnTo>
                <a:lnTo>
                  <a:pt x="3268" y="15631"/>
                </a:lnTo>
                <a:lnTo>
                  <a:pt x="4788" y="14566"/>
                </a:lnTo>
                <a:lnTo>
                  <a:pt x="6464" y="13487"/>
                </a:lnTo>
                <a:lnTo>
                  <a:pt x="24943" y="7886"/>
                </a:lnTo>
                <a:lnTo>
                  <a:pt x="51453" y="7886"/>
                </a:lnTo>
                <a:lnTo>
                  <a:pt x="44603" y="3784"/>
                </a:lnTo>
                <a:lnTo>
                  <a:pt x="38900" y="1739"/>
                </a:lnTo>
                <a:lnTo>
                  <a:pt x="32753" y="901"/>
                </a:lnTo>
                <a:lnTo>
                  <a:pt x="26797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44"/>
          <p:cNvGrpSpPr/>
          <p:nvPr/>
        </p:nvGrpSpPr>
        <p:grpSpPr>
          <a:xfrm>
            <a:off x="3182479" y="3413890"/>
            <a:ext cx="1607185" cy="1204595"/>
            <a:chOff x="3182479" y="3413890"/>
            <a:chExt cx="1607185" cy="1204595"/>
          </a:xfrm>
        </p:grpSpPr>
        <p:sp>
          <p:nvSpPr>
            <p:cNvPr id="45" name="object 45"/>
            <p:cNvSpPr/>
            <p:nvPr/>
          </p:nvSpPr>
          <p:spPr>
            <a:xfrm>
              <a:off x="3773260" y="3990748"/>
              <a:ext cx="181610" cy="84455"/>
            </a:xfrm>
            <a:custGeom>
              <a:avLst/>
              <a:gdLst/>
              <a:ahLst/>
              <a:cxnLst/>
              <a:rect l="l" t="t" r="r" b="b"/>
              <a:pathLst>
                <a:path w="181610" h="84454">
                  <a:moveTo>
                    <a:pt x="0" y="11061"/>
                  </a:moveTo>
                  <a:lnTo>
                    <a:pt x="96253" y="84188"/>
                  </a:lnTo>
                  <a:lnTo>
                    <a:pt x="181470" y="0"/>
                  </a:lnTo>
                </a:path>
              </a:pathLst>
            </a:custGeom>
            <a:ln w="6350">
              <a:solidFill>
                <a:srgbClr val="2E30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185656" y="3919110"/>
              <a:ext cx="671195" cy="695960"/>
            </a:xfrm>
            <a:custGeom>
              <a:avLst/>
              <a:gdLst/>
              <a:ahLst/>
              <a:cxnLst/>
              <a:rect l="l" t="t" r="r" b="b"/>
              <a:pathLst>
                <a:path w="671195" h="695960">
                  <a:moveTo>
                    <a:pt x="0" y="695782"/>
                  </a:moveTo>
                  <a:lnTo>
                    <a:pt x="670966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185661" y="3417067"/>
              <a:ext cx="1600835" cy="1198245"/>
            </a:xfrm>
            <a:custGeom>
              <a:avLst/>
              <a:gdLst/>
              <a:ahLst/>
              <a:cxnLst/>
              <a:rect l="l" t="t" r="r" b="b"/>
              <a:pathLst>
                <a:path w="1600835" h="1198245">
                  <a:moveTo>
                    <a:pt x="1600822" y="1197825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85654" y="4485340"/>
              <a:ext cx="130175" cy="130175"/>
            </a:xfrm>
            <a:custGeom>
              <a:avLst/>
              <a:gdLst/>
              <a:ahLst/>
              <a:cxnLst/>
              <a:rect l="l" t="t" r="r" b="b"/>
              <a:pathLst>
                <a:path w="130175" h="130175">
                  <a:moveTo>
                    <a:pt x="129552" y="129552"/>
                  </a:moveTo>
                  <a:lnTo>
                    <a:pt x="129552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41961" y="4539867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8414" y="0"/>
                  </a:moveTo>
                  <a:lnTo>
                    <a:pt x="5308" y="0"/>
                  </a:lnTo>
                  <a:lnTo>
                    <a:pt x="0" y="5308"/>
                  </a:lnTo>
                  <a:lnTo>
                    <a:pt x="0" y="18415"/>
                  </a:lnTo>
                  <a:lnTo>
                    <a:pt x="5308" y="23736"/>
                  </a:lnTo>
                  <a:lnTo>
                    <a:pt x="18414" y="23736"/>
                  </a:lnTo>
                  <a:lnTo>
                    <a:pt x="23723" y="18415"/>
                  </a:lnTo>
                  <a:lnTo>
                    <a:pt x="23723" y="11874"/>
                  </a:lnTo>
                  <a:lnTo>
                    <a:pt x="23723" y="5308"/>
                  </a:lnTo>
                  <a:lnTo>
                    <a:pt x="18414" y="0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854079" y="3988654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17043" y="0"/>
                  </a:moveTo>
                  <a:lnTo>
                    <a:pt x="4914" y="0"/>
                  </a:lnTo>
                  <a:lnTo>
                    <a:pt x="0" y="4902"/>
                  </a:lnTo>
                  <a:lnTo>
                    <a:pt x="0" y="17068"/>
                  </a:lnTo>
                  <a:lnTo>
                    <a:pt x="4914" y="21945"/>
                  </a:lnTo>
                  <a:lnTo>
                    <a:pt x="17043" y="21945"/>
                  </a:lnTo>
                  <a:lnTo>
                    <a:pt x="21958" y="17068"/>
                  </a:lnTo>
                  <a:lnTo>
                    <a:pt x="21958" y="10972"/>
                  </a:lnTo>
                  <a:lnTo>
                    <a:pt x="21958" y="4902"/>
                  </a:lnTo>
                  <a:lnTo>
                    <a:pt x="17043" y="0"/>
                  </a:lnTo>
                  <a:close/>
                </a:path>
              </a:pathLst>
            </a:custGeom>
            <a:solidFill>
              <a:srgbClr val="2E3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185656" y="3417065"/>
              <a:ext cx="0" cy="1198245"/>
            </a:xfrm>
            <a:custGeom>
              <a:avLst/>
              <a:gdLst/>
              <a:ahLst/>
              <a:cxnLst/>
              <a:rect l="l" t="t" r="r" b="b"/>
              <a:pathLst>
                <a:path h="1198245">
                  <a:moveTo>
                    <a:pt x="0" y="0"/>
                  </a:moveTo>
                  <a:lnTo>
                    <a:pt x="0" y="1197825"/>
                  </a:lnTo>
                </a:path>
              </a:pathLst>
            </a:custGeom>
            <a:ln w="6350">
              <a:solidFill>
                <a:srgbClr val="0CB1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185656" y="4614893"/>
              <a:ext cx="1600835" cy="0"/>
            </a:xfrm>
            <a:custGeom>
              <a:avLst/>
              <a:gdLst/>
              <a:ahLst/>
              <a:cxnLst/>
              <a:rect l="l" t="t" r="r" b="b"/>
              <a:pathLst>
                <a:path w="1600835">
                  <a:moveTo>
                    <a:pt x="0" y="0"/>
                  </a:moveTo>
                  <a:lnTo>
                    <a:pt x="1600822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111405" y="4618888"/>
            <a:ext cx="835660" cy="3251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55"/>
              </a:spcBef>
            </a:pPr>
            <a:r>
              <a:rPr sz="800" i="1" spc="30" dirty="0">
                <a:solidFill>
                  <a:srgbClr val="231F20"/>
                </a:solidFill>
                <a:latin typeface="Trebuchet MS"/>
                <a:cs typeface="Trebuchet MS"/>
              </a:rPr>
              <a:t>Diklik</a:t>
            </a:r>
            <a:r>
              <a:rPr sz="800" i="1" spc="11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00" i="1" spc="104" baseline="3472" dirty="0">
                <a:solidFill>
                  <a:srgbClr val="231F20"/>
                </a:solidFill>
                <a:latin typeface="Trebuchet MS"/>
                <a:cs typeface="Trebuchet MS"/>
              </a:rPr>
              <a:t>merkezi</a:t>
            </a:r>
            <a:endParaRPr sz="1200" baseline="3472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18479" y="4618792"/>
            <a:ext cx="114300" cy="1981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105420" y="2932044"/>
            <a:ext cx="122555" cy="487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rebuchet MS"/>
              <a:cs typeface="Trebuchet MS"/>
            </a:endParaRPr>
          </a:p>
          <a:p>
            <a:pPr marL="31750">
              <a:lnSpc>
                <a:spcPct val="100000"/>
              </a:lnSpc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16631" y="4612011"/>
            <a:ext cx="1943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65" dirty="0">
                <a:solidFill>
                  <a:srgbClr val="EC008C"/>
                </a:solidFill>
                <a:latin typeface="Trebuchet MS"/>
                <a:cs typeface="Trebuchet MS"/>
              </a:rPr>
              <a:t>h</a:t>
            </a:r>
            <a:r>
              <a:rPr sz="1050" i="1" spc="97" baseline="-15873" dirty="0">
                <a:solidFill>
                  <a:srgbClr val="EC008C"/>
                </a:solidFill>
                <a:latin typeface="Trebuchet MS"/>
                <a:cs typeface="Trebuchet MS"/>
              </a:rPr>
              <a:t>c</a:t>
            </a:r>
            <a:endParaRPr sz="1050" baseline="-15873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544056" y="4197107"/>
            <a:ext cx="1949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30" dirty="0">
                <a:solidFill>
                  <a:srgbClr val="00AEEF"/>
                </a:solidFill>
                <a:latin typeface="Trebuchet MS"/>
                <a:cs typeface="Trebuchet MS"/>
              </a:rPr>
              <a:t>h</a:t>
            </a:r>
            <a:r>
              <a:rPr sz="1050" i="1" spc="44" baseline="-15873" dirty="0">
                <a:solidFill>
                  <a:srgbClr val="00AEEF"/>
                </a:solidFill>
                <a:latin typeface="Trebuchet MS"/>
                <a:cs typeface="Trebuchet MS"/>
              </a:rPr>
              <a:t>b</a:t>
            </a:r>
            <a:endParaRPr sz="1050" baseline="-15873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97901" y="3985415"/>
            <a:ext cx="1981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55" dirty="0">
                <a:solidFill>
                  <a:srgbClr val="0CB14B"/>
                </a:solidFill>
                <a:latin typeface="Trebuchet MS"/>
                <a:cs typeface="Trebuchet MS"/>
              </a:rPr>
              <a:t>h</a:t>
            </a:r>
            <a:r>
              <a:rPr sz="1050" i="1" spc="82" baseline="-15873" dirty="0">
                <a:solidFill>
                  <a:srgbClr val="0CB14B"/>
                </a:solidFill>
                <a:latin typeface="Trebuchet MS"/>
                <a:cs typeface="Trebuchet MS"/>
              </a:rPr>
              <a:t>a</a:t>
            </a:r>
            <a:endParaRPr sz="1050" baseline="-15873">
              <a:latin typeface="Trebuchet MS"/>
              <a:cs typeface="Trebuchet MS"/>
            </a:endParaRPr>
          </a:p>
        </p:txBody>
      </p:sp>
      <p:pic>
        <p:nvPicPr>
          <p:cNvPr id="59" name="object 5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7865" y="4587105"/>
            <a:ext cx="157335" cy="170216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527300" y="5431695"/>
            <a:ext cx="4888865" cy="10204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algn="just">
              <a:lnSpc>
                <a:spcPct val="100000"/>
              </a:lnSpc>
              <a:spcBef>
                <a:spcPts val="100"/>
              </a:spcBef>
            </a:pPr>
            <a:r>
              <a:rPr sz="1000" b="1" i="1" spc="25" dirty="0">
                <a:solidFill>
                  <a:srgbClr val="231F20"/>
                </a:solidFill>
                <a:latin typeface="Verdana"/>
                <a:cs typeface="Verdana"/>
              </a:rPr>
              <a:t>Geniş</a:t>
            </a:r>
            <a:r>
              <a:rPr sz="10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Açılı</a:t>
            </a:r>
            <a:r>
              <a:rPr sz="10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Üçgende</a:t>
            </a:r>
            <a:r>
              <a:rPr sz="10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0" dirty="0">
                <a:solidFill>
                  <a:srgbClr val="231F20"/>
                </a:solidFill>
                <a:latin typeface="Verdana"/>
                <a:cs typeface="Verdana"/>
              </a:rPr>
              <a:t>Yükseklik:</a:t>
            </a:r>
            <a:endParaRPr sz="1000">
              <a:latin typeface="Verdana"/>
              <a:cs typeface="Verdana"/>
            </a:endParaRPr>
          </a:p>
          <a:p>
            <a:pPr marL="192405" marR="5080" indent="-180340" algn="just">
              <a:lnSpc>
                <a:spcPct val="184200"/>
              </a:lnSpc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40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Geniş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açılı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tiçgende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iki </a:t>
            </a:r>
            <a:r>
              <a:rPr sz="1000" i="1" spc="85" dirty="0">
                <a:solidFill>
                  <a:srgbClr val="231F20"/>
                </a:solidFill>
                <a:latin typeface="Verdana"/>
                <a:cs typeface="Verdana"/>
              </a:rPr>
              <a:t>tane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ytikseklik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tiçgenin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dış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bölgesindedir.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Bu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nedenle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geniş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açılı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tiçgende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diklik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merkezi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de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tiçgenin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dış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bölge-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sindedir.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353224" y="6531826"/>
            <a:ext cx="3097530" cy="2178050"/>
            <a:chOff x="2353224" y="6531826"/>
            <a:chExt cx="3097530" cy="2178050"/>
          </a:xfrm>
        </p:grpSpPr>
        <p:sp>
          <p:nvSpPr>
            <p:cNvPr id="62" name="object 62"/>
            <p:cNvSpPr/>
            <p:nvPr/>
          </p:nvSpPr>
          <p:spPr>
            <a:xfrm>
              <a:off x="2355822" y="7489458"/>
              <a:ext cx="3092450" cy="1217295"/>
            </a:xfrm>
            <a:custGeom>
              <a:avLst/>
              <a:gdLst/>
              <a:ahLst/>
              <a:cxnLst/>
              <a:rect l="l" t="t" r="r" b="b"/>
              <a:pathLst>
                <a:path w="3092450" h="1217295">
                  <a:moveTo>
                    <a:pt x="1400898" y="0"/>
                  </a:moveTo>
                  <a:lnTo>
                    <a:pt x="0" y="1217244"/>
                  </a:lnTo>
                  <a:lnTo>
                    <a:pt x="3091903" y="1217244"/>
                  </a:lnTo>
                  <a:lnTo>
                    <a:pt x="1400898" y="0"/>
                  </a:lnTo>
                  <a:close/>
                </a:path>
              </a:pathLst>
            </a:custGeom>
            <a:solidFill>
              <a:srgbClr val="C7C4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615973" y="6554152"/>
              <a:ext cx="1834514" cy="2155190"/>
            </a:xfrm>
            <a:custGeom>
              <a:avLst/>
              <a:gdLst/>
              <a:ahLst/>
              <a:cxnLst/>
              <a:rect l="l" t="t" r="r" b="b"/>
              <a:pathLst>
                <a:path w="1834514" h="2155190">
                  <a:moveTo>
                    <a:pt x="25412" y="24180"/>
                  </a:moveTo>
                  <a:lnTo>
                    <a:pt x="4838" y="0"/>
                  </a:lnTo>
                  <a:lnTo>
                    <a:pt x="0" y="4114"/>
                  </a:lnTo>
                  <a:lnTo>
                    <a:pt x="20574" y="28295"/>
                  </a:lnTo>
                  <a:lnTo>
                    <a:pt x="25412" y="24180"/>
                  </a:lnTo>
                  <a:close/>
                </a:path>
                <a:path w="1834514" h="2155190">
                  <a:moveTo>
                    <a:pt x="66560" y="72555"/>
                  </a:moveTo>
                  <a:lnTo>
                    <a:pt x="45986" y="48374"/>
                  </a:lnTo>
                  <a:lnTo>
                    <a:pt x="41148" y="52489"/>
                  </a:lnTo>
                  <a:lnTo>
                    <a:pt x="61722" y="76669"/>
                  </a:lnTo>
                  <a:lnTo>
                    <a:pt x="66560" y="72555"/>
                  </a:lnTo>
                  <a:close/>
                </a:path>
                <a:path w="1834514" h="2155190">
                  <a:moveTo>
                    <a:pt x="107696" y="120916"/>
                  </a:moveTo>
                  <a:lnTo>
                    <a:pt x="87134" y="96735"/>
                  </a:lnTo>
                  <a:lnTo>
                    <a:pt x="82296" y="100850"/>
                  </a:lnTo>
                  <a:lnTo>
                    <a:pt x="102870" y="125031"/>
                  </a:lnTo>
                  <a:lnTo>
                    <a:pt x="107696" y="120916"/>
                  </a:lnTo>
                  <a:close/>
                </a:path>
                <a:path w="1834514" h="2155190">
                  <a:moveTo>
                    <a:pt x="148844" y="169291"/>
                  </a:moveTo>
                  <a:lnTo>
                    <a:pt x="128270" y="145110"/>
                  </a:lnTo>
                  <a:lnTo>
                    <a:pt x="123431" y="149225"/>
                  </a:lnTo>
                  <a:lnTo>
                    <a:pt x="144005" y="173405"/>
                  </a:lnTo>
                  <a:lnTo>
                    <a:pt x="148844" y="169291"/>
                  </a:lnTo>
                  <a:close/>
                </a:path>
                <a:path w="1834514" h="2155190">
                  <a:moveTo>
                    <a:pt x="189992" y="217652"/>
                  </a:moveTo>
                  <a:lnTo>
                    <a:pt x="169418" y="193471"/>
                  </a:lnTo>
                  <a:lnTo>
                    <a:pt x="164579" y="197586"/>
                  </a:lnTo>
                  <a:lnTo>
                    <a:pt x="185153" y="221767"/>
                  </a:lnTo>
                  <a:lnTo>
                    <a:pt x="189992" y="217652"/>
                  </a:lnTo>
                  <a:close/>
                </a:path>
                <a:path w="1834514" h="2155190">
                  <a:moveTo>
                    <a:pt x="231127" y="266026"/>
                  </a:moveTo>
                  <a:lnTo>
                    <a:pt x="210566" y="241833"/>
                  </a:lnTo>
                  <a:lnTo>
                    <a:pt x="205727" y="245948"/>
                  </a:lnTo>
                  <a:lnTo>
                    <a:pt x="226301" y="270141"/>
                  </a:lnTo>
                  <a:lnTo>
                    <a:pt x="231127" y="266026"/>
                  </a:lnTo>
                  <a:close/>
                </a:path>
                <a:path w="1834514" h="2155190">
                  <a:moveTo>
                    <a:pt x="272275" y="314388"/>
                  </a:moveTo>
                  <a:lnTo>
                    <a:pt x="251701" y="290207"/>
                  </a:lnTo>
                  <a:lnTo>
                    <a:pt x="246862" y="294322"/>
                  </a:lnTo>
                  <a:lnTo>
                    <a:pt x="267436" y="318503"/>
                  </a:lnTo>
                  <a:lnTo>
                    <a:pt x="272275" y="314388"/>
                  </a:lnTo>
                  <a:close/>
                </a:path>
                <a:path w="1834514" h="2155190">
                  <a:moveTo>
                    <a:pt x="313423" y="362762"/>
                  </a:moveTo>
                  <a:lnTo>
                    <a:pt x="292849" y="338569"/>
                  </a:lnTo>
                  <a:lnTo>
                    <a:pt x="288010" y="342684"/>
                  </a:lnTo>
                  <a:lnTo>
                    <a:pt x="308584" y="366877"/>
                  </a:lnTo>
                  <a:lnTo>
                    <a:pt x="313423" y="362762"/>
                  </a:lnTo>
                  <a:close/>
                </a:path>
                <a:path w="1834514" h="2155190">
                  <a:moveTo>
                    <a:pt x="354558" y="411124"/>
                  </a:moveTo>
                  <a:lnTo>
                    <a:pt x="333997" y="386943"/>
                  </a:lnTo>
                  <a:lnTo>
                    <a:pt x="329158" y="391058"/>
                  </a:lnTo>
                  <a:lnTo>
                    <a:pt x="349732" y="415239"/>
                  </a:lnTo>
                  <a:lnTo>
                    <a:pt x="354558" y="411124"/>
                  </a:lnTo>
                  <a:close/>
                </a:path>
                <a:path w="1834514" h="2155190">
                  <a:moveTo>
                    <a:pt x="395706" y="459498"/>
                  </a:moveTo>
                  <a:lnTo>
                    <a:pt x="375132" y="435305"/>
                  </a:lnTo>
                  <a:lnTo>
                    <a:pt x="370293" y="439420"/>
                  </a:lnTo>
                  <a:lnTo>
                    <a:pt x="390867" y="463613"/>
                  </a:lnTo>
                  <a:lnTo>
                    <a:pt x="395706" y="459498"/>
                  </a:lnTo>
                  <a:close/>
                </a:path>
                <a:path w="1834514" h="2155190">
                  <a:moveTo>
                    <a:pt x="436854" y="507860"/>
                  </a:moveTo>
                  <a:lnTo>
                    <a:pt x="416280" y="483679"/>
                  </a:lnTo>
                  <a:lnTo>
                    <a:pt x="411441" y="487794"/>
                  </a:lnTo>
                  <a:lnTo>
                    <a:pt x="432015" y="511975"/>
                  </a:lnTo>
                  <a:lnTo>
                    <a:pt x="436854" y="507860"/>
                  </a:lnTo>
                  <a:close/>
                </a:path>
                <a:path w="1834514" h="2155190">
                  <a:moveTo>
                    <a:pt x="478002" y="556234"/>
                  </a:moveTo>
                  <a:lnTo>
                    <a:pt x="457428" y="532041"/>
                  </a:lnTo>
                  <a:lnTo>
                    <a:pt x="452589" y="536155"/>
                  </a:lnTo>
                  <a:lnTo>
                    <a:pt x="473163" y="560349"/>
                  </a:lnTo>
                  <a:lnTo>
                    <a:pt x="478002" y="556234"/>
                  </a:lnTo>
                  <a:close/>
                </a:path>
                <a:path w="1834514" h="2155190">
                  <a:moveTo>
                    <a:pt x="1834172" y="2150491"/>
                  </a:moveTo>
                  <a:lnTo>
                    <a:pt x="519137" y="604596"/>
                  </a:lnTo>
                  <a:lnTo>
                    <a:pt x="498563" y="580415"/>
                  </a:lnTo>
                  <a:lnTo>
                    <a:pt x="493737" y="584530"/>
                  </a:lnTo>
                  <a:lnTo>
                    <a:pt x="514299" y="608711"/>
                  </a:lnTo>
                  <a:lnTo>
                    <a:pt x="1829333" y="2154605"/>
                  </a:lnTo>
                  <a:lnTo>
                    <a:pt x="1834172" y="2150491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355815" y="8703538"/>
              <a:ext cx="3092450" cy="6350"/>
            </a:xfrm>
            <a:custGeom>
              <a:avLst/>
              <a:gdLst/>
              <a:ahLst/>
              <a:cxnLst/>
              <a:rect l="l" t="t" r="r" b="b"/>
              <a:pathLst>
                <a:path w="3092450" h="6350">
                  <a:moveTo>
                    <a:pt x="3091916" y="0"/>
                  </a:moveTo>
                  <a:lnTo>
                    <a:pt x="0" y="0"/>
                  </a:lnTo>
                  <a:lnTo>
                    <a:pt x="0" y="6337"/>
                  </a:lnTo>
                  <a:lnTo>
                    <a:pt x="3091916" y="6337"/>
                  </a:lnTo>
                  <a:lnTo>
                    <a:pt x="3091916" y="0"/>
                  </a:lnTo>
                  <a:close/>
                </a:path>
              </a:pathLst>
            </a:custGeom>
            <a:solidFill>
              <a:srgbClr val="2E3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4338" y="7298239"/>
              <a:ext cx="170561" cy="103378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2353225" y="6533184"/>
              <a:ext cx="1534795" cy="2175510"/>
            </a:xfrm>
            <a:custGeom>
              <a:avLst/>
              <a:gdLst/>
              <a:ahLst/>
              <a:cxnLst/>
              <a:rect l="l" t="t" r="r" b="b"/>
              <a:pathLst>
                <a:path w="1534795" h="2175509">
                  <a:moveTo>
                    <a:pt x="1059434" y="678548"/>
                  </a:moveTo>
                  <a:lnTo>
                    <a:pt x="1054239" y="674890"/>
                  </a:lnTo>
                  <a:lnTo>
                    <a:pt x="1041565" y="692886"/>
                  </a:lnTo>
                  <a:lnTo>
                    <a:pt x="0" y="2171700"/>
                  </a:lnTo>
                  <a:lnTo>
                    <a:pt x="5194" y="2175357"/>
                  </a:lnTo>
                  <a:lnTo>
                    <a:pt x="1046772" y="696544"/>
                  </a:lnTo>
                  <a:lnTo>
                    <a:pt x="1059434" y="678548"/>
                  </a:lnTo>
                  <a:close/>
                </a:path>
                <a:path w="1534795" h="2175509">
                  <a:moveTo>
                    <a:pt x="1095997" y="626643"/>
                  </a:moveTo>
                  <a:lnTo>
                    <a:pt x="1090803" y="622985"/>
                  </a:lnTo>
                  <a:lnTo>
                    <a:pt x="1072515" y="648944"/>
                  </a:lnTo>
                  <a:lnTo>
                    <a:pt x="1077722" y="652589"/>
                  </a:lnTo>
                  <a:lnTo>
                    <a:pt x="1095997" y="626643"/>
                  </a:lnTo>
                  <a:close/>
                </a:path>
                <a:path w="1534795" h="2175509">
                  <a:moveTo>
                    <a:pt x="1132560" y="574725"/>
                  </a:moveTo>
                  <a:lnTo>
                    <a:pt x="1127379" y="571068"/>
                  </a:lnTo>
                  <a:lnTo>
                    <a:pt x="1109091" y="597027"/>
                  </a:lnTo>
                  <a:lnTo>
                    <a:pt x="1114285" y="600684"/>
                  </a:lnTo>
                  <a:lnTo>
                    <a:pt x="1132560" y="574725"/>
                  </a:lnTo>
                  <a:close/>
                </a:path>
                <a:path w="1534795" h="2175509">
                  <a:moveTo>
                    <a:pt x="1169123" y="522795"/>
                  </a:moveTo>
                  <a:lnTo>
                    <a:pt x="1163942" y="519150"/>
                  </a:lnTo>
                  <a:lnTo>
                    <a:pt x="1145654" y="545109"/>
                  </a:lnTo>
                  <a:lnTo>
                    <a:pt x="1150848" y="548754"/>
                  </a:lnTo>
                  <a:lnTo>
                    <a:pt x="1169123" y="522795"/>
                  </a:lnTo>
                  <a:close/>
                </a:path>
                <a:path w="1534795" h="2175509">
                  <a:moveTo>
                    <a:pt x="1205699" y="470890"/>
                  </a:moveTo>
                  <a:lnTo>
                    <a:pt x="1200505" y="467233"/>
                  </a:lnTo>
                  <a:lnTo>
                    <a:pt x="1182217" y="493191"/>
                  </a:lnTo>
                  <a:lnTo>
                    <a:pt x="1187411" y="496849"/>
                  </a:lnTo>
                  <a:lnTo>
                    <a:pt x="1205699" y="470890"/>
                  </a:lnTo>
                  <a:close/>
                </a:path>
                <a:path w="1534795" h="2175509">
                  <a:moveTo>
                    <a:pt x="1242250" y="418973"/>
                  </a:moveTo>
                  <a:lnTo>
                    <a:pt x="1237068" y="415315"/>
                  </a:lnTo>
                  <a:lnTo>
                    <a:pt x="1218780" y="441274"/>
                  </a:lnTo>
                  <a:lnTo>
                    <a:pt x="1223962" y="444931"/>
                  </a:lnTo>
                  <a:lnTo>
                    <a:pt x="1242250" y="418973"/>
                  </a:lnTo>
                  <a:close/>
                </a:path>
                <a:path w="1534795" h="2175509">
                  <a:moveTo>
                    <a:pt x="1278826" y="367055"/>
                  </a:moveTo>
                  <a:lnTo>
                    <a:pt x="1273632" y="363397"/>
                  </a:lnTo>
                  <a:lnTo>
                    <a:pt x="1255356" y="389356"/>
                  </a:lnTo>
                  <a:lnTo>
                    <a:pt x="1260538" y="393014"/>
                  </a:lnTo>
                  <a:lnTo>
                    <a:pt x="1278826" y="367055"/>
                  </a:lnTo>
                  <a:close/>
                </a:path>
                <a:path w="1534795" h="2175509">
                  <a:moveTo>
                    <a:pt x="1315389" y="315137"/>
                  </a:moveTo>
                  <a:lnTo>
                    <a:pt x="1310195" y="311492"/>
                  </a:lnTo>
                  <a:lnTo>
                    <a:pt x="1291920" y="337451"/>
                  </a:lnTo>
                  <a:lnTo>
                    <a:pt x="1297101" y="341096"/>
                  </a:lnTo>
                  <a:lnTo>
                    <a:pt x="1315389" y="315137"/>
                  </a:lnTo>
                  <a:close/>
                </a:path>
                <a:path w="1534795" h="2175509">
                  <a:moveTo>
                    <a:pt x="1351953" y="263220"/>
                  </a:moveTo>
                  <a:lnTo>
                    <a:pt x="1346758" y="259562"/>
                  </a:lnTo>
                  <a:lnTo>
                    <a:pt x="1328483" y="285521"/>
                  </a:lnTo>
                  <a:lnTo>
                    <a:pt x="1333677" y="289179"/>
                  </a:lnTo>
                  <a:lnTo>
                    <a:pt x="1351953" y="263220"/>
                  </a:lnTo>
                  <a:close/>
                </a:path>
                <a:path w="1534795" h="2175509">
                  <a:moveTo>
                    <a:pt x="1388516" y="211302"/>
                  </a:moveTo>
                  <a:lnTo>
                    <a:pt x="1383334" y="207645"/>
                  </a:lnTo>
                  <a:lnTo>
                    <a:pt x="1365046" y="233603"/>
                  </a:lnTo>
                  <a:lnTo>
                    <a:pt x="1370241" y="237261"/>
                  </a:lnTo>
                  <a:lnTo>
                    <a:pt x="1388516" y="211302"/>
                  </a:lnTo>
                  <a:close/>
                </a:path>
                <a:path w="1534795" h="2175509">
                  <a:moveTo>
                    <a:pt x="1425092" y="159397"/>
                  </a:moveTo>
                  <a:lnTo>
                    <a:pt x="1419898" y="155740"/>
                  </a:lnTo>
                  <a:lnTo>
                    <a:pt x="1401610" y="181686"/>
                  </a:lnTo>
                  <a:lnTo>
                    <a:pt x="1406804" y="185343"/>
                  </a:lnTo>
                  <a:lnTo>
                    <a:pt x="1425092" y="159397"/>
                  </a:lnTo>
                  <a:close/>
                </a:path>
                <a:path w="1534795" h="2175509">
                  <a:moveTo>
                    <a:pt x="1461655" y="107480"/>
                  </a:moveTo>
                  <a:lnTo>
                    <a:pt x="1456461" y="103822"/>
                  </a:lnTo>
                  <a:lnTo>
                    <a:pt x="1438173" y="129781"/>
                  </a:lnTo>
                  <a:lnTo>
                    <a:pt x="1443367" y="133438"/>
                  </a:lnTo>
                  <a:lnTo>
                    <a:pt x="1461655" y="107480"/>
                  </a:lnTo>
                  <a:close/>
                </a:path>
                <a:path w="1534795" h="2175509">
                  <a:moveTo>
                    <a:pt x="1498219" y="55562"/>
                  </a:moveTo>
                  <a:lnTo>
                    <a:pt x="1493024" y="51904"/>
                  </a:lnTo>
                  <a:lnTo>
                    <a:pt x="1474736" y="77863"/>
                  </a:lnTo>
                  <a:lnTo>
                    <a:pt x="1479931" y="81521"/>
                  </a:lnTo>
                  <a:lnTo>
                    <a:pt x="1498219" y="55562"/>
                  </a:lnTo>
                  <a:close/>
                </a:path>
                <a:path w="1534795" h="2175509">
                  <a:moveTo>
                    <a:pt x="1534782" y="3644"/>
                  </a:moveTo>
                  <a:lnTo>
                    <a:pt x="1529600" y="0"/>
                  </a:lnTo>
                  <a:lnTo>
                    <a:pt x="1511312" y="25946"/>
                  </a:lnTo>
                  <a:lnTo>
                    <a:pt x="1516494" y="29603"/>
                  </a:lnTo>
                  <a:lnTo>
                    <a:pt x="1534782" y="3644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755444" y="7487755"/>
              <a:ext cx="6350" cy="1219200"/>
            </a:xfrm>
            <a:custGeom>
              <a:avLst/>
              <a:gdLst/>
              <a:ahLst/>
              <a:cxnLst/>
              <a:rect l="l" t="t" r="r" b="b"/>
              <a:pathLst>
                <a:path w="6350" h="1219200">
                  <a:moveTo>
                    <a:pt x="6350" y="0"/>
                  </a:moveTo>
                  <a:lnTo>
                    <a:pt x="0" y="0"/>
                  </a:lnTo>
                  <a:lnTo>
                    <a:pt x="0" y="1218946"/>
                  </a:lnTo>
                  <a:lnTo>
                    <a:pt x="6350" y="1218946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2E3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758619" y="6535001"/>
              <a:ext cx="0" cy="920750"/>
            </a:xfrm>
            <a:custGeom>
              <a:avLst/>
              <a:gdLst/>
              <a:ahLst/>
              <a:cxnLst/>
              <a:rect l="l" t="t" r="r" b="b"/>
              <a:pathLst>
                <a:path h="920750">
                  <a:moveTo>
                    <a:pt x="0" y="0"/>
                  </a:moveTo>
                  <a:lnTo>
                    <a:pt x="0" y="920750"/>
                  </a:lnTo>
                </a:path>
              </a:pathLst>
            </a:custGeom>
            <a:ln w="6350">
              <a:solidFill>
                <a:srgbClr val="2E3092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755444" y="7487488"/>
              <a:ext cx="6350" cy="635"/>
            </a:xfrm>
            <a:custGeom>
              <a:avLst/>
              <a:gdLst/>
              <a:ahLst/>
              <a:cxnLst/>
              <a:rect l="l" t="t" r="r" b="b"/>
              <a:pathLst>
                <a:path w="6350" h="634">
                  <a:moveTo>
                    <a:pt x="6350" y="0"/>
                  </a:moveTo>
                  <a:lnTo>
                    <a:pt x="0" y="0"/>
                  </a:lnTo>
                  <a:lnTo>
                    <a:pt x="0" y="279"/>
                  </a:lnTo>
                  <a:lnTo>
                    <a:pt x="6350" y="2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2E3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876604" y="6855929"/>
              <a:ext cx="2573020" cy="1853564"/>
            </a:xfrm>
            <a:custGeom>
              <a:avLst/>
              <a:gdLst/>
              <a:ahLst/>
              <a:cxnLst/>
              <a:rect l="l" t="t" r="r" b="b"/>
              <a:pathLst>
                <a:path w="2573020" h="1853565">
                  <a:moveTo>
                    <a:pt x="58978" y="13474"/>
                  </a:moveTo>
                  <a:lnTo>
                    <a:pt x="0" y="0"/>
                  </a:lnTo>
                  <a:lnTo>
                    <a:pt x="31496" y="51650"/>
                  </a:lnTo>
                  <a:lnTo>
                    <a:pt x="36360" y="30111"/>
                  </a:lnTo>
                  <a:lnTo>
                    <a:pt x="51320" y="40868"/>
                  </a:lnTo>
                  <a:lnTo>
                    <a:pt x="55029" y="35712"/>
                  </a:lnTo>
                  <a:lnTo>
                    <a:pt x="40068" y="24942"/>
                  </a:lnTo>
                  <a:lnTo>
                    <a:pt x="58978" y="13474"/>
                  </a:lnTo>
                  <a:close/>
                </a:path>
                <a:path w="2573020" h="1853565">
                  <a:moveTo>
                    <a:pt x="106565" y="72809"/>
                  </a:moveTo>
                  <a:lnTo>
                    <a:pt x="80797" y="54254"/>
                  </a:lnTo>
                  <a:lnTo>
                    <a:pt x="77089" y="59410"/>
                  </a:lnTo>
                  <a:lnTo>
                    <a:pt x="102857" y="77965"/>
                  </a:lnTo>
                  <a:lnTo>
                    <a:pt x="106565" y="72809"/>
                  </a:lnTo>
                  <a:close/>
                </a:path>
                <a:path w="2573020" h="1853565">
                  <a:moveTo>
                    <a:pt x="158102" y="109905"/>
                  </a:moveTo>
                  <a:lnTo>
                    <a:pt x="132334" y="91363"/>
                  </a:lnTo>
                  <a:lnTo>
                    <a:pt x="128625" y="96507"/>
                  </a:lnTo>
                  <a:lnTo>
                    <a:pt x="154393" y="115062"/>
                  </a:lnTo>
                  <a:lnTo>
                    <a:pt x="158102" y="109905"/>
                  </a:lnTo>
                  <a:close/>
                </a:path>
                <a:path w="2573020" h="1853565">
                  <a:moveTo>
                    <a:pt x="209638" y="147002"/>
                  </a:moveTo>
                  <a:lnTo>
                    <a:pt x="183870" y="128460"/>
                  </a:lnTo>
                  <a:lnTo>
                    <a:pt x="180162" y="133616"/>
                  </a:lnTo>
                  <a:lnTo>
                    <a:pt x="205930" y="152158"/>
                  </a:lnTo>
                  <a:lnTo>
                    <a:pt x="209638" y="147002"/>
                  </a:lnTo>
                  <a:close/>
                </a:path>
                <a:path w="2573020" h="1853565">
                  <a:moveTo>
                    <a:pt x="261175" y="184099"/>
                  </a:moveTo>
                  <a:lnTo>
                    <a:pt x="235407" y="165557"/>
                  </a:lnTo>
                  <a:lnTo>
                    <a:pt x="231698" y="170713"/>
                  </a:lnTo>
                  <a:lnTo>
                    <a:pt x="257467" y="189255"/>
                  </a:lnTo>
                  <a:lnTo>
                    <a:pt x="261175" y="184099"/>
                  </a:lnTo>
                  <a:close/>
                </a:path>
                <a:path w="2573020" h="1853565">
                  <a:moveTo>
                    <a:pt x="312712" y="221195"/>
                  </a:moveTo>
                  <a:lnTo>
                    <a:pt x="286943" y="202653"/>
                  </a:lnTo>
                  <a:lnTo>
                    <a:pt x="283235" y="207810"/>
                  </a:lnTo>
                  <a:lnTo>
                    <a:pt x="309003" y="226352"/>
                  </a:lnTo>
                  <a:lnTo>
                    <a:pt x="312712" y="221195"/>
                  </a:lnTo>
                  <a:close/>
                </a:path>
                <a:path w="2573020" h="1853565">
                  <a:moveTo>
                    <a:pt x="364248" y="258292"/>
                  </a:moveTo>
                  <a:lnTo>
                    <a:pt x="338480" y="239750"/>
                  </a:lnTo>
                  <a:lnTo>
                    <a:pt x="334772" y="244906"/>
                  </a:lnTo>
                  <a:lnTo>
                    <a:pt x="360540" y="263448"/>
                  </a:lnTo>
                  <a:lnTo>
                    <a:pt x="364248" y="258292"/>
                  </a:lnTo>
                  <a:close/>
                </a:path>
                <a:path w="2573020" h="1853565">
                  <a:moveTo>
                    <a:pt x="415785" y="295389"/>
                  </a:moveTo>
                  <a:lnTo>
                    <a:pt x="390017" y="276847"/>
                  </a:lnTo>
                  <a:lnTo>
                    <a:pt x="386308" y="282003"/>
                  </a:lnTo>
                  <a:lnTo>
                    <a:pt x="412076" y="300545"/>
                  </a:lnTo>
                  <a:lnTo>
                    <a:pt x="415785" y="295389"/>
                  </a:lnTo>
                  <a:close/>
                </a:path>
                <a:path w="2573020" h="1853565">
                  <a:moveTo>
                    <a:pt x="467321" y="332498"/>
                  </a:moveTo>
                  <a:lnTo>
                    <a:pt x="441553" y="313944"/>
                  </a:lnTo>
                  <a:lnTo>
                    <a:pt x="437845" y="319100"/>
                  </a:lnTo>
                  <a:lnTo>
                    <a:pt x="463613" y="337642"/>
                  </a:lnTo>
                  <a:lnTo>
                    <a:pt x="467321" y="332498"/>
                  </a:lnTo>
                  <a:close/>
                </a:path>
                <a:path w="2573020" h="1853565">
                  <a:moveTo>
                    <a:pt x="518858" y="369595"/>
                  </a:moveTo>
                  <a:lnTo>
                    <a:pt x="493090" y="351040"/>
                  </a:lnTo>
                  <a:lnTo>
                    <a:pt x="489381" y="356196"/>
                  </a:lnTo>
                  <a:lnTo>
                    <a:pt x="515150" y="374738"/>
                  </a:lnTo>
                  <a:lnTo>
                    <a:pt x="518858" y="369595"/>
                  </a:lnTo>
                  <a:close/>
                </a:path>
                <a:path w="2573020" h="1853565">
                  <a:moveTo>
                    <a:pt x="570395" y="406692"/>
                  </a:moveTo>
                  <a:lnTo>
                    <a:pt x="544626" y="388137"/>
                  </a:lnTo>
                  <a:lnTo>
                    <a:pt x="540918" y="393293"/>
                  </a:lnTo>
                  <a:lnTo>
                    <a:pt x="566686" y="411835"/>
                  </a:lnTo>
                  <a:lnTo>
                    <a:pt x="570395" y="406692"/>
                  </a:lnTo>
                  <a:close/>
                </a:path>
                <a:path w="2573020" h="1853565">
                  <a:moveTo>
                    <a:pt x="621931" y="443788"/>
                  </a:moveTo>
                  <a:lnTo>
                    <a:pt x="596163" y="425234"/>
                  </a:lnTo>
                  <a:lnTo>
                    <a:pt x="592455" y="430390"/>
                  </a:lnTo>
                  <a:lnTo>
                    <a:pt x="618223" y="448945"/>
                  </a:lnTo>
                  <a:lnTo>
                    <a:pt x="621931" y="443788"/>
                  </a:lnTo>
                  <a:close/>
                </a:path>
                <a:path w="2573020" h="1853565">
                  <a:moveTo>
                    <a:pt x="673468" y="480885"/>
                  </a:moveTo>
                  <a:lnTo>
                    <a:pt x="647700" y="462330"/>
                  </a:lnTo>
                  <a:lnTo>
                    <a:pt x="643991" y="467487"/>
                  </a:lnTo>
                  <a:lnTo>
                    <a:pt x="669759" y="486041"/>
                  </a:lnTo>
                  <a:lnTo>
                    <a:pt x="673468" y="480885"/>
                  </a:lnTo>
                  <a:close/>
                </a:path>
                <a:path w="2573020" h="1853565">
                  <a:moveTo>
                    <a:pt x="725004" y="517982"/>
                  </a:moveTo>
                  <a:lnTo>
                    <a:pt x="699236" y="499427"/>
                  </a:lnTo>
                  <a:lnTo>
                    <a:pt x="695528" y="504583"/>
                  </a:lnTo>
                  <a:lnTo>
                    <a:pt x="721296" y="523138"/>
                  </a:lnTo>
                  <a:lnTo>
                    <a:pt x="725004" y="517982"/>
                  </a:lnTo>
                  <a:close/>
                </a:path>
                <a:path w="2573020" h="1853565">
                  <a:moveTo>
                    <a:pt x="776541" y="555078"/>
                  </a:moveTo>
                  <a:lnTo>
                    <a:pt x="750773" y="536524"/>
                  </a:lnTo>
                  <a:lnTo>
                    <a:pt x="747064" y="541680"/>
                  </a:lnTo>
                  <a:lnTo>
                    <a:pt x="772833" y="560235"/>
                  </a:lnTo>
                  <a:lnTo>
                    <a:pt x="776541" y="555078"/>
                  </a:lnTo>
                  <a:close/>
                </a:path>
                <a:path w="2573020" h="1853565">
                  <a:moveTo>
                    <a:pt x="828078" y="592175"/>
                  </a:moveTo>
                  <a:lnTo>
                    <a:pt x="802309" y="573620"/>
                  </a:lnTo>
                  <a:lnTo>
                    <a:pt x="798601" y="578777"/>
                  </a:lnTo>
                  <a:lnTo>
                    <a:pt x="824369" y="597331"/>
                  </a:lnTo>
                  <a:lnTo>
                    <a:pt x="828078" y="592175"/>
                  </a:lnTo>
                  <a:close/>
                </a:path>
                <a:path w="2573020" h="1853565">
                  <a:moveTo>
                    <a:pt x="2572969" y="1848205"/>
                  </a:moveTo>
                  <a:lnTo>
                    <a:pt x="879614" y="629272"/>
                  </a:lnTo>
                  <a:lnTo>
                    <a:pt x="853846" y="610717"/>
                  </a:lnTo>
                  <a:lnTo>
                    <a:pt x="850138" y="615873"/>
                  </a:lnTo>
                  <a:lnTo>
                    <a:pt x="875906" y="634428"/>
                  </a:lnTo>
                  <a:lnTo>
                    <a:pt x="2569260" y="1853349"/>
                  </a:lnTo>
                  <a:lnTo>
                    <a:pt x="2572969" y="1848205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131568" y="6851992"/>
              <a:ext cx="359410" cy="312420"/>
            </a:xfrm>
            <a:custGeom>
              <a:avLst/>
              <a:gdLst/>
              <a:ahLst/>
              <a:cxnLst/>
              <a:rect l="l" t="t" r="r" b="b"/>
              <a:pathLst>
                <a:path w="359410" h="312420">
                  <a:moveTo>
                    <a:pt x="28130" y="291515"/>
                  </a:moveTo>
                  <a:lnTo>
                    <a:pt x="23964" y="286727"/>
                  </a:lnTo>
                  <a:lnTo>
                    <a:pt x="0" y="307555"/>
                  </a:lnTo>
                  <a:lnTo>
                    <a:pt x="4152" y="312343"/>
                  </a:lnTo>
                  <a:lnTo>
                    <a:pt x="28130" y="291515"/>
                  </a:lnTo>
                  <a:close/>
                </a:path>
                <a:path w="359410" h="312420">
                  <a:moveTo>
                    <a:pt x="76060" y="249872"/>
                  </a:moveTo>
                  <a:lnTo>
                    <a:pt x="71894" y="245071"/>
                  </a:lnTo>
                  <a:lnTo>
                    <a:pt x="47929" y="265899"/>
                  </a:lnTo>
                  <a:lnTo>
                    <a:pt x="52095" y="270700"/>
                  </a:lnTo>
                  <a:lnTo>
                    <a:pt x="76060" y="249872"/>
                  </a:lnTo>
                  <a:close/>
                </a:path>
                <a:path w="359410" h="312420">
                  <a:moveTo>
                    <a:pt x="123990" y="208229"/>
                  </a:moveTo>
                  <a:lnTo>
                    <a:pt x="119824" y="203428"/>
                  </a:lnTo>
                  <a:lnTo>
                    <a:pt x="95859" y="224256"/>
                  </a:lnTo>
                  <a:lnTo>
                    <a:pt x="100025" y="229044"/>
                  </a:lnTo>
                  <a:lnTo>
                    <a:pt x="123990" y="208229"/>
                  </a:lnTo>
                  <a:close/>
                </a:path>
                <a:path w="359410" h="312420">
                  <a:moveTo>
                    <a:pt x="171932" y="166573"/>
                  </a:moveTo>
                  <a:lnTo>
                    <a:pt x="167767" y="161785"/>
                  </a:lnTo>
                  <a:lnTo>
                    <a:pt x="143802" y="182600"/>
                  </a:lnTo>
                  <a:lnTo>
                    <a:pt x="147967" y="187401"/>
                  </a:lnTo>
                  <a:lnTo>
                    <a:pt x="171932" y="166573"/>
                  </a:lnTo>
                  <a:close/>
                </a:path>
                <a:path w="359410" h="312420">
                  <a:moveTo>
                    <a:pt x="219862" y="124929"/>
                  </a:moveTo>
                  <a:lnTo>
                    <a:pt x="215696" y="120129"/>
                  </a:lnTo>
                  <a:lnTo>
                    <a:pt x="191731" y="140957"/>
                  </a:lnTo>
                  <a:lnTo>
                    <a:pt x="195897" y="145757"/>
                  </a:lnTo>
                  <a:lnTo>
                    <a:pt x="219862" y="124929"/>
                  </a:lnTo>
                  <a:close/>
                </a:path>
                <a:path w="359410" h="312420">
                  <a:moveTo>
                    <a:pt x="267792" y="83286"/>
                  </a:moveTo>
                  <a:lnTo>
                    <a:pt x="263626" y="78486"/>
                  </a:lnTo>
                  <a:lnTo>
                    <a:pt x="239661" y="99314"/>
                  </a:lnTo>
                  <a:lnTo>
                    <a:pt x="243827" y="104101"/>
                  </a:lnTo>
                  <a:lnTo>
                    <a:pt x="267792" y="83286"/>
                  </a:lnTo>
                  <a:close/>
                </a:path>
                <a:path w="359410" h="312420">
                  <a:moveTo>
                    <a:pt x="315734" y="41630"/>
                  </a:moveTo>
                  <a:lnTo>
                    <a:pt x="311569" y="36842"/>
                  </a:lnTo>
                  <a:lnTo>
                    <a:pt x="287604" y="57658"/>
                  </a:lnTo>
                  <a:lnTo>
                    <a:pt x="291769" y="62458"/>
                  </a:lnTo>
                  <a:lnTo>
                    <a:pt x="315734" y="41630"/>
                  </a:lnTo>
                  <a:close/>
                </a:path>
                <a:path w="359410" h="312420">
                  <a:moveTo>
                    <a:pt x="358800" y="0"/>
                  </a:moveTo>
                  <a:lnTo>
                    <a:pt x="301294" y="18808"/>
                  </a:lnTo>
                  <a:lnTo>
                    <a:pt x="324269" y="30010"/>
                  </a:lnTo>
                  <a:lnTo>
                    <a:pt x="332143" y="54305"/>
                  </a:lnTo>
                  <a:lnTo>
                    <a:pt x="358800" y="0"/>
                  </a:lnTo>
                  <a:close/>
                </a:path>
              </a:pathLst>
            </a:custGeom>
            <a:solidFill>
              <a:srgbClr val="0CB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353733" y="7173023"/>
              <a:ext cx="1766570" cy="1536700"/>
            </a:xfrm>
            <a:custGeom>
              <a:avLst/>
              <a:gdLst/>
              <a:ahLst/>
              <a:cxnLst/>
              <a:rect l="l" t="t" r="r" b="b"/>
              <a:pathLst>
                <a:path w="1766570" h="1536700">
                  <a:moveTo>
                    <a:pt x="1405064" y="318846"/>
                  </a:moveTo>
                  <a:lnTo>
                    <a:pt x="1400898" y="314045"/>
                  </a:lnTo>
                  <a:lnTo>
                    <a:pt x="0" y="1531289"/>
                  </a:lnTo>
                  <a:lnTo>
                    <a:pt x="4165" y="1536077"/>
                  </a:lnTo>
                  <a:lnTo>
                    <a:pt x="1405064" y="318846"/>
                  </a:lnTo>
                  <a:close/>
                </a:path>
                <a:path w="1766570" h="1536700">
                  <a:moveTo>
                    <a:pt x="1430934" y="296341"/>
                  </a:moveTo>
                  <a:lnTo>
                    <a:pt x="1426768" y="291553"/>
                  </a:lnTo>
                  <a:lnTo>
                    <a:pt x="1402803" y="312381"/>
                  </a:lnTo>
                  <a:lnTo>
                    <a:pt x="1400898" y="314032"/>
                  </a:lnTo>
                  <a:lnTo>
                    <a:pt x="1405064" y="318833"/>
                  </a:lnTo>
                  <a:lnTo>
                    <a:pt x="1406969" y="317169"/>
                  </a:lnTo>
                  <a:lnTo>
                    <a:pt x="1430934" y="296341"/>
                  </a:lnTo>
                  <a:close/>
                </a:path>
                <a:path w="1766570" h="1536700">
                  <a:moveTo>
                    <a:pt x="1478876" y="254698"/>
                  </a:moveTo>
                  <a:lnTo>
                    <a:pt x="1474711" y="249897"/>
                  </a:lnTo>
                  <a:lnTo>
                    <a:pt x="1450733" y="270725"/>
                  </a:lnTo>
                  <a:lnTo>
                    <a:pt x="1454899" y="275513"/>
                  </a:lnTo>
                  <a:lnTo>
                    <a:pt x="1478876" y="254698"/>
                  </a:lnTo>
                  <a:close/>
                </a:path>
                <a:path w="1766570" h="1536700">
                  <a:moveTo>
                    <a:pt x="1526806" y="213042"/>
                  </a:moveTo>
                  <a:lnTo>
                    <a:pt x="1522641" y="208254"/>
                  </a:lnTo>
                  <a:lnTo>
                    <a:pt x="1498676" y="229082"/>
                  </a:lnTo>
                  <a:lnTo>
                    <a:pt x="1502841" y="233870"/>
                  </a:lnTo>
                  <a:lnTo>
                    <a:pt x="1526806" y="213042"/>
                  </a:lnTo>
                  <a:close/>
                </a:path>
                <a:path w="1766570" h="1536700">
                  <a:moveTo>
                    <a:pt x="1574736" y="171399"/>
                  </a:moveTo>
                  <a:lnTo>
                    <a:pt x="1570570" y="166598"/>
                  </a:lnTo>
                  <a:lnTo>
                    <a:pt x="1546606" y="187426"/>
                  </a:lnTo>
                  <a:lnTo>
                    <a:pt x="1550771" y="192227"/>
                  </a:lnTo>
                  <a:lnTo>
                    <a:pt x="1574736" y="171399"/>
                  </a:lnTo>
                  <a:close/>
                </a:path>
                <a:path w="1766570" h="1536700">
                  <a:moveTo>
                    <a:pt x="1622666" y="129743"/>
                  </a:moveTo>
                  <a:lnTo>
                    <a:pt x="1618500" y="124955"/>
                  </a:lnTo>
                  <a:lnTo>
                    <a:pt x="1594535" y="145783"/>
                  </a:lnTo>
                  <a:lnTo>
                    <a:pt x="1598701" y="150571"/>
                  </a:lnTo>
                  <a:lnTo>
                    <a:pt x="1622666" y="129743"/>
                  </a:lnTo>
                  <a:close/>
                </a:path>
                <a:path w="1766570" h="1536700">
                  <a:moveTo>
                    <a:pt x="1670608" y="88099"/>
                  </a:moveTo>
                  <a:lnTo>
                    <a:pt x="1666443" y="83299"/>
                  </a:lnTo>
                  <a:lnTo>
                    <a:pt x="1642465" y="104127"/>
                  </a:lnTo>
                  <a:lnTo>
                    <a:pt x="1646631" y="108927"/>
                  </a:lnTo>
                  <a:lnTo>
                    <a:pt x="1670608" y="88099"/>
                  </a:lnTo>
                  <a:close/>
                </a:path>
                <a:path w="1766570" h="1536700">
                  <a:moveTo>
                    <a:pt x="1718538" y="46443"/>
                  </a:moveTo>
                  <a:lnTo>
                    <a:pt x="1714373" y="41656"/>
                  </a:lnTo>
                  <a:lnTo>
                    <a:pt x="1690408" y="62484"/>
                  </a:lnTo>
                  <a:lnTo>
                    <a:pt x="1694573" y="67271"/>
                  </a:lnTo>
                  <a:lnTo>
                    <a:pt x="1718538" y="46443"/>
                  </a:lnTo>
                  <a:close/>
                </a:path>
                <a:path w="1766570" h="1536700">
                  <a:moveTo>
                    <a:pt x="1766468" y="4800"/>
                  </a:moveTo>
                  <a:lnTo>
                    <a:pt x="1762302" y="0"/>
                  </a:lnTo>
                  <a:lnTo>
                    <a:pt x="1738337" y="20828"/>
                  </a:lnTo>
                  <a:lnTo>
                    <a:pt x="1742503" y="25628"/>
                  </a:lnTo>
                  <a:lnTo>
                    <a:pt x="1766468" y="480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735664" y="6694053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22847" y="0"/>
                  </a:moveTo>
                  <a:lnTo>
                    <a:pt x="13951" y="1798"/>
                  </a:lnTo>
                  <a:lnTo>
                    <a:pt x="6689" y="6702"/>
                  </a:lnTo>
                  <a:lnTo>
                    <a:pt x="1794" y="13973"/>
                  </a:lnTo>
                  <a:lnTo>
                    <a:pt x="0" y="22872"/>
                  </a:lnTo>
                  <a:lnTo>
                    <a:pt x="1794" y="31777"/>
                  </a:lnTo>
                  <a:lnTo>
                    <a:pt x="6689" y="39047"/>
                  </a:lnTo>
                  <a:lnTo>
                    <a:pt x="13951" y="43948"/>
                  </a:lnTo>
                  <a:lnTo>
                    <a:pt x="22847" y="45745"/>
                  </a:lnTo>
                  <a:lnTo>
                    <a:pt x="31759" y="43948"/>
                  </a:lnTo>
                  <a:lnTo>
                    <a:pt x="39033" y="39047"/>
                  </a:lnTo>
                  <a:lnTo>
                    <a:pt x="43935" y="31777"/>
                  </a:lnTo>
                  <a:lnTo>
                    <a:pt x="45732" y="22872"/>
                  </a:lnTo>
                  <a:lnTo>
                    <a:pt x="43935" y="13973"/>
                  </a:lnTo>
                  <a:lnTo>
                    <a:pt x="39033" y="6702"/>
                  </a:lnTo>
                  <a:lnTo>
                    <a:pt x="31759" y="1798"/>
                  </a:lnTo>
                  <a:lnTo>
                    <a:pt x="2284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758619" y="8584793"/>
              <a:ext cx="122555" cy="121920"/>
            </a:xfrm>
            <a:custGeom>
              <a:avLst/>
              <a:gdLst/>
              <a:ahLst/>
              <a:cxnLst/>
              <a:rect l="l" t="t" r="r" b="b"/>
              <a:pathLst>
                <a:path w="122554" h="121920">
                  <a:moveTo>
                    <a:pt x="122313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115963" y="6350"/>
                  </a:lnTo>
                  <a:lnTo>
                    <a:pt x="115963" y="121920"/>
                  </a:lnTo>
                  <a:lnTo>
                    <a:pt x="122313" y="121920"/>
                  </a:lnTo>
                  <a:lnTo>
                    <a:pt x="122313" y="6350"/>
                  </a:lnTo>
                  <a:lnTo>
                    <a:pt x="122313" y="0"/>
                  </a:lnTo>
                  <a:close/>
                </a:path>
              </a:pathLst>
            </a:custGeom>
            <a:solidFill>
              <a:srgbClr val="2E3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042661" y="7239854"/>
              <a:ext cx="172720" cy="98425"/>
            </a:xfrm>
            <a:custGeom>
              <a:avLst/>
              <a:gdLst/>
              <a:ahLst/>
              <a:cxnLst/>
              <a:rect l="l" t="t" r="r" b="b"/>
              <a:pathLst>
                <a:path w="172720" h="98425">
                  <a:moveTo>
                    <a:pt x="4864" y="0"/>
                  </a:moveTo>
                  <a:lnTo>
                    <a:pt x="0" y="4076"/>
                  </a:lnTo>
                  <a:lnTo>
                    <a:pt x="78536" y="97853"/>
                  </a:lnTo>
                  <a:lnTo>
                    <a:pt x="172313" y="19342"/>
                  </a:lnTo>
                  <a:lnTo>
                    <a:pt x="168236" y="14477"/>
                  </a:lnTo>
                  <a:lnTo>
                    <a:pt x="79324" y="88912"/>
                  </a:lnTo>
                  <a:lnTo>
                    <a:pt x="4864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804244" y="86339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380" y="0"/>
                  </a:moveTo>
                  <a:lnTo>
                    <a:pt x="5588" y="0"/>
                  </a:lnTo>
                  <a:lnTo>
                    <a:pt x="0" y="5600"/>
                  </a:lnTo>
                  <a:lnTo>
                    <a:pt x="0" y="19380"/>
                  </a:lnTo>
                  <a:lnTo>
                    <a:pt x="5588" y="24968"/>
                  </a:lnTo>
                  <a:lnTo>
                    <a:pt x="19380" y="24968"/>
                  </a:lnTo>
                  <a:lnTo>
                    <a:pt x="24968" y="19380"/>
                  </a:lnTo>
                  <a:lnTo>
                    <a:pt x="24968" y="12484"/>
                  </a:lnTo>
                  <a:lnTo>
                    <a:pt x="24968" y="5600"/>
                  </a:lnTo>
                  <a:lnTo>
                    <a:pt x="19380" y="0"/>
                  </a:lnTo>
                  <a:close/>
                </a:path>
              </a:pathLst>
            </a:custGeom>
            <a:solidFill>
              <a:srgbClr val="2E3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403628" y="729834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380" y="0"/>
                  </a:moveTo>
                  <a:lnTo>
                    <a:pt x="5587" y="0"/>
                  </a:lnTo>
                  <a:lnTo>
                    <a:pt x="0" y="5600"/>
                  </a:lnTo>
                  <a:lnTo>
                    <a:pt x="0" y="19392"/>
                  </a:lnTo>
                  <a:lnTo>
                    <a:pt x="5587" y="24968"/>
                  </a:lnTo>
                  <a:lnTo>
                    <a:pt x="19380" y="24968"/>
                  </a:lnTo>
                  <a:lnTo>
                    <a:pt x="24955" y="19392"/>
                  </a:lnTo>
                  <a:lnTo>
                    <a:pt x="24955" y="12484"/>
                  </a:lnTo>
                  <a:lnTo>
                    <a:pt x="24955" y="5600"/>
                  </a:lnTo>
                  <a:lnTo>
                    <a:pt x="1938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118315" y="723392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380" y="0"/>
                  </a:moveTo>
                  <a:lnTo>
                    <a:pt x="5588" y="0"/>
                  </a:lnTo>
                  <a:lnTo>
                    <a:pt x="0" y="5600"/>
                  </a:lnTo>
                  <a:lnTo>
                    <a:pt x="0" y="19392"/>
                  </a:lnTo>
                  <a:lnTo>
                    <a:pt x="5588" y="24968"/>
                  </a:lnTo>
                  <a:lnTo>
                    <a:pt x="19380" y="24968"/>
                  </a:lnTo>
                  <a:lnTo>
                    <a:pt x="24968" y="19392"/>
                  </a:lnTo>
                  <a:lnTo>
                    <a:pt x="24968" y="12484"/>
                  </a:lnTo>
                  <a:lnTo>
                    <a:pt x="24968" y="5600"/>
                  </a:lnTo>
                  <a:lnTo>
                    <a:pt x="19380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3601260" y="7421317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791636" y="7707072"/>
            <a:ext cx="19494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30" dirty="0">
                <a:solidFill>
                  <a:srgbClr val="EC008C"/>
                </a:solidFill>
                <a:latin typeface="Trebuchet MS"/>
                <a:cs typeface="Trebuchet MS"/>
              </a:rPr>
              <a:t>h</a:t>
            </a:r>
            <a:r>
              <a:rPr sz="1050" i="1" spc="44" baseline="-15873" dirty="0">
                <a:solidFill>
                  <a:srgbClr val="EC008C"/>
                </a:solidFill>
                <a:latin typeface="Trebuchet MS"/>
                <a:cs typeface="Trebuchet MS"/>
              </a:rPr>
              <a:t>b</a:t>
            </a:r>
            <a:endParaRPr sz="1050" baseline="-15873">
              <a:latin typeface="Trebuchet MS"/>
              <a:cs typeface="Trebuchet M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743297" y="8161097"/>
            <a:ext cx="1981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55" dirty="0">
                <a:solidFill>
                  <a:srgbClr val="ED1651"/>
                </a:solidFill>
                <a:latin typeface="Trebuchet MS"/>
                <a:cs typeface="Trebuchet MS"/>
              </a:rPr>
              <a:t>h</a:t>
            </a:r>
            <a:r>
              <a:rPr sz="1050" i="1" spc="82" baseline="-15873" dirty="0">
                <a:solidFill>
                  <a:srgbClr val="ED1651"/>
                </a:solidFill>
                <a:latin typeface="Trebuchet MS"/>
                <a:cs typeface="Trebuchet MS"/>
              </a:rPr>
              <a:t>a</a:t>
            </a:r>
            <a:endParaRPr sz="1050" baseline="-15873">
              <a:latin typeface="Trebuchet MS"/>
              <a:cs typeface="Trebuchet M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664047" y="7665792"/>
            <a:ext cx="19431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0CB14B"/>
                </a:solidFill>
                <a:latin typeface="Trebuchet MS"/>
                <a:cs typeface="Trebuchet MS"/>
              </a:rPr>
              <a:t>h</a:t>
            </a:r>
            <a:r>
              <a:rPr sz="1050" i="1" spc="89" baseline="-15873" dirty="0">
                <a:solidFill>
                  <a:srgbClr val="0CB14B"/>
                </a:solidFill>
                <a:latin typeface="Trebuchet MS"/>
                <a:cs typeface="Trebuchet MS"/>
              </a:rPr>
              <a:t>c</a:t>
            </a:r>
            <a:endParaRPr sz="1050" baseline="-15873">
              <a:latin typeface="Trebuchet MS"/>
              <a:cs typeface="Trebuchet M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015064" y="6525967"/>
            <a:ext cx="84264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35" dirty="0">
                <a:solidFill>
                  <a:srgbClr val="231F20"/>
                </a:solidFill>
                <a:latin typeface="Trebuchet MS"/>
                <a:cs typeface="Trebuchet MS"/>
              </a:rPr>
              <a:t>Diklik</a:t>
            </a:r>
            <a:r>
              <a:rPr sz="850" i="1" spc="10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i="1" spc="85" dirty="0">
                <a:solidFill>
                  <a:srgbClr val="231F20"/>
                </a:solidFill>
                <a:latin typeface="Trebuchet MS"/>
                <a:cs typeface="Trebuchet MS"/>
              </a:rPr>
              <a:t>Merkezi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3780082" y="6614870"/>
            <a:ext cx="229235" cy="105410"/>
          </a:xfrm>
          <a:custGeom>
            <a:avLst/>
            <a:gdLst/>
            <a:ahLst/>
            <a:cxnLst/>
            <a:rect l="l" t="t" r="r" b="b"/>
            <a:pathLst>
              <a:path w="229235" h="105409">
                <a:moveTo>
                  <a:pt x="228625" y="0"/>
                </a:moveTo>
                <a:lnTo>
                  <a:pt x="168135" y="1371"/>
                </a:lnTo>
                <a:lnTo>
                  <a:pt x="184353" y="16395"/>
                </a:lnTo>
                <a:lnTo>
                  <a:pt x="0" y="99161"/>
                </a:lnTo>
                <a:lnTo>
                  <a:pt x="2603" y="104952"/>
                </a:lnTo>
                <a:lnTo>
                  <a:pt x="186944" y="22199"/>
                </a:lnTo>
                <a:lnTo>
                  <a:pt x="187401" y="44284"/>
                </a:lnTo>
                <a:lnTo>
                  <a:pt x="228625" y="0"/>
                </a:lnTo>
                <a:close/>
              </a:path>
            </a:pathLst>
          </a:custGeom>
          <a:solidFill>
            <a:srgbClr val="ED16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707299" y="8640522"/>
            <a:ext cx="5726430" cy="409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4795">
              <a:lnSpc>
                <a:spcPct val="100000"/>
              </a:lnSpc>
              <a:spcBef>
                <a:spcPts val="100"/>
              </a:spcBef>
              <a:tabLst>
                <a:tab pos="4775835" algn="l"/>
              </a:tabLst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	</a:t>
            </a: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000" spc="310" dirty="0">
                <a:solidFill>
                  <a:srgbClr val="358CCB"/>
                </a:solidFill>
                <a:latin typeface="Lucida Sans Unicode"/>
                <a:cs typeface="Lucida Sans Unicode"/>
              </a:rPr>
              <a:t>À</a:t>
            </a:r>
            <a:r>
              <a:rPr sz="1000" spc="-185" dirty="0">
                <a:solidFill>
                  <a:srgbClr val="358CCB"/>
                </a:solidFill>
                <a:latin typeface="Lucida Sans Unicode"/>
                <a:cs typeface="Lucida Sans Unicode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Görtildtiğti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gibi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diklik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merkezi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geniş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açıdan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inen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ytiksekliğin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uzantısı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tizerindedir.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5696601" y="847674"/>
            <a:ext cx="1575435" cy="5273675"/>
          </a:xfrm>
          <a:custGeom>
            <a:avLst/>
            <a:gdLst/>
            <a:ahLst/>
            <a:cxnLst/>
            <a:rect l="l" t="t" r="r" b="b"/>
            <a:pathLst>
              <a:path w="1575434" h="5273675">
                <a:moveTo>
                  <a:pt x="1575409" y="0"/>
                </a:moveTo>
                <a:lnTo>
                  <a:pt x="0" y="0"/>
                </a:lnTo>
                <a:lnTo>
                  <a:pt x="0" y="5273586"/>
                </a:lnTo>
                <a:lnTo>
                  <a:pt x="1575409" y="5273586"/>
                </a:lnTo>
                <a:lnTo>
                  <a:pt x="1575409" y="0"/>
                </a:lnTo>
                <a:close/>
              </a:path>
            </a:pathLst>
          </a:custGeom>
          <a:solidFill>
            <a:srgbClr val="FEE9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5755895" y="1004706"/>
            <a:ext cx="145732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Verdana"/>
                <a:cs typeface="Verdana"/>
              </a:rPr>
              <a:t>Bir ABC </a:t>
            </a:r>
            <a:r>
              <a:rPr sz="900" i="1" spc="35" dirty="0">
                <a:solidFill>
                  <a:srgbClr val="231F20"/>
                </a:solidFill>
                <a:latin typeface="Verdana"/>
                <a:cs typeface="Verdana"/>
              </a:rPr>
              <a:t>ikizkenar </a:t>
            </a:r>
            <a:r>
              <a:rPr sz="900" i="1" spc="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dirty="0">
                <a:solidFill>
                  <a:srgbClr val="231F20"/>
                </a:solidFill>
                <a:latin typeface="Verdana"/>
                <a:cs typeface="Verdana"/>
              </a:rPr>
              <a:t>tiç</a:t>
            </a:r>
            <a:r>
              <a:rPr sz="900" i="1" spc="-15" dirty="0">
                <a:solidFill>
                  <a:srgbClr val="231F20"/>
                </a:solidFill>
                <a:latin typeface="Verdana"/>
                <a:cs typeface="Verdana"/>
              </a:rPr>
              <a:t>g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eninde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105" dirty="0">
                <a:solidFill>
                  <a:srgbClr val="231F20"/>
                </a:solidFill>
                <a:latin typeface="Verdana"/>
                <a:cs typeface="Verdana"/>
              </a:rPr>
              <a:t>|AB|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3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95" dirty="0">
                <a:solidFill>
                  <a:srgbClr val="231F20"/>
                </a:solidFill>
                <a:latin typeface="Verdana"/>
                <a:cs typeface="Verdana"/>
              </a:rPr>
              <a:t>|AC|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ise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5805298" y="1655725"/>
            <a:ext cx="1349375" cy="854710"/>
            <a:chOff x="5805298" y="1655725"/>
            <a:chExt cx="1349375" cy="854710"/>
          </a:xfrm>
        </p:grpSpPr>
        <p:sp>
          <p:nvSpPr>
            <p:cNvPr id="89" name="object 89"/>
            <p:cNvSpPr/>
            <p:nvPr/>
          </p:nvSpPr>
          <p:spPr>
            <a:xfrm>
              <a:off x="6443945" y="1658905"/>
              <a:ext cx="78740" cy="847725"/>
            </a:xfrm>
            <a:custGeom>
              <a:avLst/>
              <a:gdLst/>
              <a:ahLst/>
              <a:cxnLst/>
              <a:rect l="l" t="t" r="r" b="b"/>
              <a:pathLst>
                <a:path w="78740" h="847725">
                  <a:moveTo>
                    <a:pt x="78333" y="847610"/>
                  </a:moveTo>
                  <a:lnTo>
                    <a:pt x="78333" y="771994"/>
                  </a:lnTo>
                  <a:lnTo>
                    <a:pt x="0" y="771994"/>
                  </a:lnTo>
                </a:path>
                <a:path w="78740" h="847725">
                  <a:moveTo>
                    <a:pt x="0" y="0"/>
                  </a:moveTo>
                  <a:lnTo>
                    <a:pt x="0" y="84761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475723" y="2465310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9753" y="0"/>
                  </a:moveTo>
                  <a:lnTo>
                    <a:pt x="2806" y="0"/>
                  </a:lnTo>
                  <a:lnTo>
                    <a:pt x="0" y="2705"/>
                  </a:lnTo>
                  <a:lnTo>
                    <a:pt x="0" y="9410"/>
                  </a:lnTo>
                  <a:lnTo>
                    <a:pt x="2806" y="12115"/>
                  </a:lnTo>
                  <a:lnTo>
                    <a:pt x="9753" y="12115"/>
                  </a:lnTo>
                  <a:lnTo>
                    <a:pt x="12573" y="9410"/>
                  </a:lnTo>
                  <a:lnTo>
                    <a:pt x="12573" y="6057"/>
                  </a:lnTo>
                  <a:lnTo>
                    <a:pt x="12573" y="2705"/>
                  </a:lnTo>
                  <a:lnTo>
                    <a:pt x="9753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808473" y="1658900"/>
              <a:ext cx="1343025" cy="848360"/>
            </a:xfrm>
            <a:custGeom>
              <a:avLst/>
              <a:gdLst/>
              <a:ahLst/>
              <a:cxnLst/>
              <a:rect l="l" t="t" r="r" b="b"/>
              <a:pathLst>
                <a:path w="1343025" h="848360">
                  <a:moveTo>
                    <a:pt x="1342555" y="847788"/>
                  </a:moveTo>
                  <a:lnTo>
                    <a:pt x="635126" y="0"/>
                  </a:lnTo>
                  <a:lnTo>
                    <a:pt x="0" y="848194"/>
                  </a:lnTo>
                  <a:lnTo>
                    <a:pt x="1338059" y="848194"/>
                  </a:lnTo>
                  <a:lnTo>
                    <a:pt x="1342555" y="848194"/>
                  </a:lnTo>
                  <a:lnTo>
                    <a:pt x="1342555" y="847788"/>
                  </a:lnTo>
                  <a:close/>
                </a:path>
              </a:pathLst>
            </a:custGeom>
            <a:ln w="6350">
              <a:solidFill>
                <a:srgbClr val="F36F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7101269" y="2504333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755920" y="2504333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400906" y="1515403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6083081" y="2090120"/>
            <a:ext cx="782320" cy="443865"/>
            <a:chOff x="6083081" y="2090120"/>
            <a:chExt cx="782320" cy="443865"/>
          </a:xfrm>
        </p:grpSpPr>
        <p:sp>
          <p:nvSpPr>
            <p:cNvPr id="96" name="object 96"/>
            <p:cNvSpPr/>
            <p:nvPr/>
          </p:nvSpPr>
          <p:spPr>
            <a:xfrm>
              <a:off x="6086957" y="2093295"/>
              <a:ext cx="775335" cy="59055"/>
            </a:xfrm>
            <a:custGeom>
              <a:avLst/>
              <a:gdLst/>
              <a:ahLst/>
              <a:cxnLst/>
              <a:rect l="l" t="t" r="r" b="b"/>
              <a:pathLst>
                <a:path w="775334" h="59055">
                  <a:moveTo>
                    <a:pt x="0" y="0"/>
                  </a:moveTo>
                  <a:lnTo>
                    <a:pt x="42710" y="27051"/>
                  </a:lnTo>
                </a:path>
                <a:path w="775334" h="59055">
                  <a:moveTo>
                    <a:pt x="775042" y="31508"/>
                  </a:moveTo>
                  <a:lnTo>
                    <a:pt x="732320" y="58559"/>
                  </a:lnTo>
                </a:path>
              </a:pathLst>
            </a:custGeom>
            <a:ln w="6350">
              <a:solidFill>
                <a:srgbClr val="F36F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086256" y="2483472"/>
              <a:ext cx="713105" cy="47625"/>
            </a:xfrm>
            <a:custGeom>
              <a:avLst/>
              <a:gdLst/>
              <a:ahLst/>
              <a:cxnLst/>
              <a:rect l="l" t="t" r="r" b="b"/>
              <a:pathLst>
                <a:path w="713104" h="47625">
                  <a:moveTo>
                    <a:pt x="14554" y="0"/>
                  </a:moveTo>
                  <a:lnTo>
                    <a:pt x="0" y="47256"/>
                  </a:lnTo>
                </a:path>
                <a:path w="713104" h="47625">
                  <a:moveTo>
                    <a:pt x="29336" y="0"/>
                  </a:moveTo>
                  <a:lnTo>
                    <a:pt x="14782" y="47256"/>
                  </a:lnTo>
                </a:path>
                <a:path w="713104" h="47625">
                  <a:moveTo>
                    <a:pt x="43878" y="0"/>
                  </a:moveTo>
                  <a:lnTo>
                    <a:pt x="29336" y="47256"/>
                  </a:lnTo>
                </a:path>
                <a:path w="713104" h="47625">
                  <a:moveTo>
                    <a:pt x="683666" y="0"/>
                  </a:moveTo>
                  <a:lnTo>
                    <a:pt x="669124" y="47256"/>
                  </a:lnTo>
                </a:path>
                <a:path w="713104" h="47625">
                  <a:moveTo>
                    <a:pt x="698449" y="0"/>
                  </a:moveTo>
                  <a:lnTo>
                    <a:pt x="683907" y="47256"/>
                  </a:lnTo>
                </a:path>
                <a:path w="713104" h="47625">
                  <a:moveTo>
                    <a:pt x="713003" y="0"/>
                  </a:moveTo>
                  <a:lnTo>
                    <a:pt x="698449" y="47256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5832013" y="2478676"/>
            <a:ext cx="1181735" cy="11150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575" algn="ctr">
              <a:lnSpc>
                <a:spcPct val="100000"/>
              </a:lnSpc>
              <a:spcBef>
                <a:spcPts val="385"/>
              </a:spcBef>
            </a:pPr>
            <a:r>
              <a:rPr sz="850" i="1" spc="85" dirty="0">
                <a:solidFill>
                  <a:srgbClr val="231F20"/>
                </a:solidFill>
                <a:latin typeface="Trebuchet MS"/>
                <a:cs typeface="Trebuchet MS"/>
              </a:rPr>
              <a:t>H</a:t>
            </a:r>
            <a:endParaRPr sz="850">
              <a:latin typeface="Trebuchet MS"/>
              <a:cs typeface="Trebuchet MS"/>
            </a:endParaRPr>
          </a:p>
          <a:p>
            <a:pPr marL="12065" algn="ctr">
              <a:lnSpc>
                <a:spcPct val="100000"/>
              </a:lnSpc>
              <a:spcBef>
                <a:spcPts val="375"/>
              </a:spcBef>
            </a:pPr>
            <a:r>
              <a:rPr sz="900" i="1" spc="-10" dirty="0">
                <a:solidFill>
                  <a:srgbClr val="A3238E"/>
                </a:solidFill>
                <a:latin typeface="Verdana"/>
                <a:cs typeface="Verdana"/>
              </a:rPr>
              <a:t>[AH]</a:t>
            </a:r>
            <a:r>
              <a:rPr sz="900" i="1" spc="130" dirty="0">
                <a:solidFill>
                  <a:srgbClr val="A3238E"/>
                </a:solidFill>
                <a:latin typeface="Verdana"/>
                <a:cs typeface="Verdana"/>
              </a:rPr>
              <a:t> </a:t>
            </a:r>
            <a:r>
              <a:rPr sz="1100" i="1" spc="-215" dirty="0">
                <a:solidFill>
                  <a:srgbClr val="A3238E"/>
                </a:solidFill>
                <a:latin typeface="Verdana"/>
                <a:cs typeface="Verdana"/>
              </a:rPr>
              <a:t>^</a:t>
            </a:r>
            <a:r>
              <a:rPr sz="1100" i="1" spc="60" dirty="0">
                <a:solidFill>
                  <a:srgbClr val="A3238E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A3238E"/>
                </a:solidFill>
                <a:latin typeface="Verdana"/>
                <a:cs typeface="Verdana"/>
              </a:rPr>
              <a:t>[BC]</a:t>
            </a:r>
            <a:endParaRPr sz="900">
              <a:latin typeface="Verdana"/>
              <a:cs typeface="Verdana"/>
            </a:endParaRPr>
          </a:p>
          <a:p>
            <a:pPr marL="222250">
              <a:lnSpc>
                <a:spcPct val="100000"/>
              </a:lnSpc>
              <a:spcBef>
                <a:spcPts val="565"/>
              </a:spcBef>
            </a:pPr>
            <a:r>
              <a:rPr sz="900" i="1" spc="-95" dirty="0">
                <a:solidFill>
                  <a:srgbClr val="00AEEF"/>
                </a:solidFill>
                <a:latin typeface="Verdana"/>
                <a:cs typeface="Verdana"/>
              </a:rPr>
              <a:t>|BH|</a:t>
            </a:r>
            <a:r>
              <a:rPr sz="900" i="1" spc="130" dirty="0">
                <a:solidFill>
                  <a:srgbClr val="00AEEF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00AEEF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00AEEF"/>
                </a:solidFill>
                <a:latin typeface="Verdana"/>
                <a:cs typeface="Verdana"/>
              </a:rPr>
              <a:t> </a:t>
            </a:r>
            <a:r>
              <a:rPr sz="900" i="1" spc="-85" dirty="0">
                <a:solidFill>
                  <a:srgbClr val="00AEEF"/>
                </a:solidFill>
                <a:latin typeface="Verdana"/>
                <a:cs typeface="Verdana"/>
              </a:rPr>
              <a:t>|HC|</a:t>
            </a:r>
            <a:endParaRPr sz="900">
              <a:latin typeface="Verdana"/>
              <a:cs typeface="Verdana"/>
            </a:endParaRPr>
          </a:p>
          <a:p>
            <a:pPr marL="212090">
              <a:lnSpc>
                <a:spcPts val="905"/>
              </a:lnSpc>
              <a:spcBef>
                <a:spcPts val="434"/>
              </a:spcBef>
              <a:tabLst>
                <a:tab pos="842644" algn="l"/>
              </a:tabLst>
            </a:pPr>
            <a:r>
              <a:rPr sz="900" spc="625" dirty="0">
                <a:solidFill>
                  <a:srgbClr val="231F20"/>
                </a:solidFill>
                <a:latin typeface="Tahoma"/>
                <a:cs typeface="Tahoma"/>
              </a:rPr>
              <a:t>%	%</a:t>
            </a:r>
            <a:endParaRPr sz="900">
              <a:latin typeface="Tahoma"/>
              <a:cs typeface="Tahoma"/>
            </a:endParaRPr>
          </a:p>
          <a:p>
            <a:pPr algn="ctr">
              <a:lnSpc>
                <a:spcPts val="905"/>
              </a:lnSpc>
            </a:pP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900" i="1" spc="-2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9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900" i="1" spc="135" dirty="0">
                <a:solidFill>
                  <a:srgbClr val="231F20"/>
                </a:solidFill>
                <a:latin typeface="Arial"/>
                <a:cs typeface="Arial"/>
              </a:rPr>
              <a:t>H</a:t>
            </a:r>
            <a:r>
              <a:rPr sz="900" i="1" spc="-30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900" i="1" spc="-2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H</a:t>
            </a:r>
            <a:r>
              <a:rPr sz="9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900" i="1" spc="17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900" i="1" spc="-30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endParaRPr sz="900">
              <a:latin typeface="Verdana"/>
              <a:cs typeface="Verdana"/>
            </a:endParaRPr>
          </a:p>
          <a:p>
            <a:pPr marR="26034" algn="ctr">
              <a:lnSpc>
                <a:spcPct val="100000"/>
              </a:lnSpc>
              <a:spcBef>
                <a:spcPts val="605"/>
              </a:spcBef>
            </a:pPr>
            <a:r>
              <a:rPr sz="900" i="1" spc="-60" dirty="0">
                <a:solidFill>
                  <a:srgbClr val="EC008C"/>
                </a:solidFill>
                <a:latin typeface="Verdana"/>
                <a:cs typeface="Verdana"/>
              </a:rPr>
              <a:t>h</a:t>
            </a:r>
            <a:r>
              <a:rPr sz="1200" i="1" spc="89" baseline="-20833" dirty="0">
                <a:solidFill>
                  <a:srgbClr val="EC008C"/>
                </a:solidFill>
                <a:latin typeface="Verdana"/>
                <a:cs typeface="Verdana"/>
              </a:rPr>
              <a:t>a </a:t>
            </a:r>
            <a:r>
              <a:rPr sz="1200" i="1" spc="-172" baseline="-20833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45" dirty="0">
                <a:solidFill>
                  <a:srgbClr val="00AEEF"/>
                </a:solidFill>
                <a:latin typeface="Verdana"/>
                <a:cs typeface="Verdana"/>
              </a:rPr>
              <a:t>V</a:t>
            </a:r>
            <a:r>
              <a:rPr sz="1200" i="1" spc="89" baseline="-20833" dirty="0">
                <a:solidFill>
                  <a:srgbClr val="00AEEF"/>
                </a:solidFill>
                <a:latin typeface="Verdana"/>
                <a:cs typeface="Verdana"/>
              </a:rPr>
              <a:t>a</a:t>
            </a:r>
            <a:r>
              <a:rPr sz="1200" i="1" baseline="-20833" dirty="0">
                <a:solidFill>
                  <a:srgbClr val="00AEEF"/>
                </a:solidFill>
                <a:latin typeface="Verdana"/>
                <a:cs typeface="Verdana"/>
              </a:rPr>
              <a:t> </a:t>
            </a:r>
            <a:r>
              <a:rPr sz="1200" i="1" spc="-172" baseline="-20833" dirty="0">
                <a:solidFill>
                  <a:srgbClr val="00AEEF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A3238E"/>
                </a:solidFill>
                <a:latin typeface="Verdana"/>
                <a:cs typeface="Verdana"/>
              </a:rPr>
              <a:t>n</a:t>
            </a:r>
            <a:r>
              <a:rPr sz="1200" i="1" spc="15" baseline="-20833" dirty="0">
                <a:solidFill>
                  <a:srgbClr val="A3238E"/>
                </a:solidFill>
                <a:latin typeface="Verdana"/>
                <a:cs typeface="Verdana"/>
              </a:rPr>
              <a:t>A</a:t>
            </a:r>
            <a:r>
              <a:rPr sz="1200" i="1" baseline="-20833" dirty="0">
                <a:solidFill>
                  <a:srgbClr val="A3238E"/>
                </a:solidFill>
                <a:latin typeface="Verdana"/>
                <a:cs typeface="Verdana"/>
              </a:rPr>
              <a:t> </a:t>
            </a:r>
            <a:r>
              <a:rPr sz="1200" i="1" spc="-172" baseline="-20833" dirty="0">
                <a:solidFill>
                  <a:srgbClr val="A3238E"/>
                </a:solidFill>
                <a:latin typeface="Verdana"/>
                <a:cs typeface="Verdana"/>
              </a:rPr>
              <a:t> </a:t>
            </a:r>
            <a:r>
              <a:rPr sz="900" i="1" dirty="0">
                <a:solidFill>
                  <a:srgbClr val="231F20"/>
                </a:solidFill>
                <a:latin typeface="Verdana"/>
                <a:cs typeface="Verdana"/>
              </a:rPr>
              <a:t>dır.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5790641" y="4330071"/>
            <a:ext cx="1351915" cy="871855"/>
            <a:chOff x="5790641" y="4330071"/>
            <a:chExt cx="1351915" cy="871855"/>
          </a:xfrm>
        </p:grpSpPr>
        <p:pic>
          <p:nvPicPr>
            <p:cNvPr id="100" name="object 10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0643" y="5059895"/>
              <a:ext cx="123034" cy="141058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6634799" y="4639501"/>
              <a:ext cx="33020" cy="49530"/>
            </a:xfrm>
            <a:custGeom>
              <a:avLst/>
              <a:gdLst/>
              <a:ahLst/>
              <a:cxnLst/>
              <a:rect l="l" t="t" r="r" b="b"/>
              <a:pathLst>
                <a:path w="33020" h="49529">
                  <a:moveTo>
                    <a:pt x="27216" y="49009"/>
                  </a:moveTo>
                  <a:lnTo>
                    <a:pt x="0" y="21259"/>
                  </a:lnTo>
                  <a:lnTo>
                    <a:pt x="32931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0322" y="5059895"/>
              <a:ext cx="123034" cy="141058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5809597" y="4809253"/>
              <a:ext cx="989965" cy="387350"/>
            </a:xfrm>
            <a:custGeom>
              <a:avLst/>
              <a:gdLst/>
              <a:ahLst/>
              <a:cxnLst/>
              <a:rect l="l" t="t" r="r" b="b"/>
              <a:pathLst>
                <a:path w="989965" h="387350">
                  <a:moveTo>
                    <a:pt x="0" y="387096"/>
                  </a:moveTo>
                  <a:lnTo>
                    <a:pt x="989609" y="0"/>
                  </a:lnTo>
                </a:path>
              </a:pathLst>
            </a:custGeom>
            <a:ln w="6350">
              <a:solidFill>
                <a:srgbClr val="922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812716" y="4714210"/>
              <a:ext cx="911225" cy="478155"/>
            </a:xfrm>
            <a:custGeom>
              <a:avLst/>
              <a:gdLst/>
              <a:ahLst/>
              <a:cxnLst/>
              <a:rect l="l" t="t" r="r" b="b"/>
              <a:pathLst>
                <a:path w="911225" h="478154">
                  <a:moveTo>
                    <a:pt x="0" y="477761"/>
                  </a:moveTo>
                  <a:lnTo>
                    <a:pt x="910958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812716" y="4673405"/>
              <a:ext cx="1302385" cy="525145"/>
            </a:xfrm>
            <a:custGeom>
              <a:avLst/>
              <a:gdLst/>
              <a:ahLst/>
              <a:cxnLst/>
              <a:rect l="l" t="t" r="r" b="b"/>
              <a:pathLst>
                <a:path w="1302384" h="525145">
                  <a:moveTo>
                    <a:pt x="0" y="518566"/>
                  </a:moveTo>
                  <a:lnTo>
                    <a:pt x="876617" y="0"/>
                  </a:lnTo>
                </a:path>
                <a:path w="1302384" h="525145">
                  <a:moveTo>
                    <a:pt x="1302308" y="524929"/>
                  </a:moveTo>
                  <a:lnTo>
                    <a:pt x="374802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161900" y="4714204"/>
              <a:ext cx="951230" cy="483870"/>
            </a:xfrm>
            <a:custGeom>
              <a:avLst/>
              <a:gdLst/>
              <a:ahLst/>
              <a:cxnLst/>
              <a:rect l="l" t="t" r="r" b="b"/>
              <a:pathLst>
                <a:path w="951229" h="483870">
                  <a:moveTo>
                    <a:pt x="951115" y="48385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090665" y="4807422"/>
              <a:ext cx="1022350" cy="391160"/>
            </a:xfrm>
            <a:custGeom>
              <a:avLst/>
              <a:gdLst/>
              <a:ahLst/>
              <a:cxnLst/>
              <a:rect l="l" t="t" r="r" b="b"/>
              <a:pathLst>
                <a:path w="1022350" h="391160">
                  <a:moveTo>
                    <a:pt x="1022350" y="390639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922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207002" y="4658359"/>
              <a:ext cx="466725" cy="170815"/>
            </a:xfrm>
            <a:custGeom>
              <a:avLst/>
              <a:gdLst/>
              <a:ahLst/>
              <a:cxnLst/>
              <a:rect l="l" t="t" r="r" b="b"/>
              <a:pathLst>
                <a:path w="466725" h="170814">
                  <a:moveTo>
                    <a:pt x="11315" y="2527"/>
                  </a:moveTo>
                  <a:lnTo>
                    <a:pt x="8775" y="0"/>
                  </a:lnTo>
                  <a:lnTo>
                    <a:pt x="2540" y="0"/>
                  </a:lnTo>
                  <a:lnTo>
                    <a:pt x="0" y="2527"/>
                  </a:lnTo>
                  <a:lnTo>
                    <a:pt x="0" y="8775"/>
                  </a:lnTo>
                  <a:lnTo>
                    <a:pt x="2540" y="11303"/>
                  </a:lnTo>
                  <a:lnTo>
                    <a:pt x="8775" y="11303"/>
                  </a:lnTo>
                  <a:lnTo>
                    <a:pt x="11315" y="8775"/>
                  </a:lnTo>
                  <a:lnTo>
                    <a:pt x="11315" y="5651"/>
                  </a:lnTo>
                  <a:lnTo>
                    <a:pt x="11315" y="2527"/>
                  </a:lnTo>
                  <a:close/>
                </a:path>
                <a:path w="466725" h="170814">
                  <a:moveTo>
                    <a:pt x="253682" y="151422"/>
                  </a:moveTo>
                  <a:lnTo>
                    <a:pt x="248145" y="145884"/>
                  </a:lnTo>
                  <a:lnTo>
                    <a:pt x="234480" y="145884"/>
                  </a:lnTo>
                  <a:lnTo>
                    <a:pt x="228942" y="151422"/>
                  </a:lnTo>
                  <a:lnTo>
                    <a:pt x="228942" y="165087"/>
                  </a:lnTo>
                  <a:lnTo>
                    <a:pt x="234480" y="170637"/>
                  </a:lnTo>
                  <a:lnTo>
                    <a:pt x="248145" y="170637"/>
                  </a:lnTo>
                  <a:lnTo>
                    <a:pt x="253682" y="165087"/>
                  </a:lnTo>
                  <a:lnTo>
                    <a:pt x="253682" y="158267"/>
                  </a:lnTo>
                  <a:lnTo>
                    <a:pt x="253682" y="151422"/>
                  </a:lnTo>
                  <a:close/>
                </a:path>
                <a:path w="466725" h="170814">
                  <a:moveTo>
                    <a:pt x="466382" y="2527"/>
                  </a:moveTo>
                  <a:lnTo>
                    <a:pt x="463842" y="0"/>
                  </a:lnTo>
                  <a:lnTo>
                    <a:pt x="457606" y="0"/>
                  </a:lnTo>
                  <a:lnTo>
                    <a:pt x="455066" y="2527"/>
                  </a:lnTo>
                  <a:lnTo>
                    <a:pt x="455066" y="8775"/>
                  </a:lnTo>
                  <a:lnTo>
                    <a:pt x="457606" y="11303"/>
                  </a:lnTo>
                  <a:lnTo>
                    <a:pt x="463842" y="11303"/>
                  </a:lnTo>
                  <a:lnTo>
                    <a:pt x="466382" y="8775"/>
                  </a:lnTo>
                  <a:lnTo>
                    <a:pt x="466382" y="5651"/>
                  </a:lnTo>
                  <a:lnTo>
                    <a:pt x="466382" y="2527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435949" y="4845992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19202" y="0"/>
                  </a:moveTo>
                  <a:lnTo>
                    <a:pt x="5537" y="0"/>
                  </a:lnTo>
                  <a:lnTo>
                    <a:pt x="0" y="5537"/>
                  </a:lnTo>
                  <a:lnTo>
                    <a:pt x="0" y="19202"/>
                  </a:lnTo>
                  <a:lnTo>
                    <a:pt x="5537" y="24752"/>
                  </a:lnTo>
                  <a:lnTo>
                    <a:pt x="19202" y="24752"/>
                  </a:lnTo>
                  <a:lnTo>
                    <a:pt x="24739" y="19202"/>
                  </a:lnTo>
                  <a:lnTo>
                    <a:pt x="24739" y="12369"/>
                  </a:lnTo>
                  <a:lnTo>
                    <a:pt x="24739" y="5537"/>
                  </a:lnTo>
                  <a:lnTo>
                    <a:pt x="19202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435949" y="4931382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19202" y="0"/>
                  </a:moveTo>
                  <a:lnTo>
                    <a:pt x="5537" y="0"/>
                  </a:lnTo>
                  <a:lnTo>
                    <a:pt x="0" y="5537"/>
                  </a:lnTo>
                  <a:lnTo>
                    <a:pt x="0" y="19202"/>
                  </a:lnTo>
                  <a:lnTo>
                    <a:pt x="5537" y="24752"/>
                  </a:lnTo>
                  <a:lnTo>
                    <a:pt x="19202" y="24752"/>
                  </a:lnTo>
                  <a:lnTo>
                    <a:pt x="24739" y="19202"/>
                  </a:lnTo>
                  <a:lnTo>
                    <a:pt x="24739" y="12382"/>
                  </a:lnTo>
                  <a:lnTo>
                    <a:pt x="24739" y="5537"/>
                  </a:lnTo>
                  <a:lnTo>
                    <a:pt x="19202" y="0"/>
                  </a:lnTo>
                  <a:close/>
                </a:path>
              </a:pathLst>
            </a:custGeom>
            <a:solidFill>
              <a:srgbClr val="9227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212657" y="4639501"/>
              <a:ext cx="33020" cy="49530"/>
            </a:xfrm>
            <a:custGeom>
              <a:avLst/>
              <a:gdLst/>
              <a:ahLst/>
              <a:cxnLst/>
              <a:rect l="l" t="t" r="r" b="b"/>
              <a:pathLst>
                <a:path w="33020" h="49529">
                  <a:moveTo>
                    <a:pt x="5715" y="49009"/>
                  </a:moveTo>
                  <a:lnTo>
                    <a:pt x="32931" y="2125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790632" y="4330077"/>
              <a:ext cx="1351915" cy="864869"/>
            </a:xfrm>
            <a:custGeom>
              <a:avLst/>
              <a:gdLst/>
              <a:ahLst/>
              <a:cxnLst/>
              <a:rect l="l" t="t" r="r" b="b"/>
              <a:pathLst>
                <a:path w="1351915" h="864870">
                  <a:moveTo>
                    <a:pt x="285191" y="473519"/>
                  </a:moveTo>
                  <a:lnTo>
                    <a:pt x="281444" y="471538"/>
                  </a:lnTo>
                  <a:lnTo>
                    <a:pt x="278231" y="470230"/>
                  </a:lnTo>
                  <a:lnTo>
                    <a:pt x="272859" y="468922"/>
                  </a:lnTo>
                  <a:lnTo>
                    <a:pt x="270332" y="468884"/>
                  </a:lnTo>
                  <a:lnTo>
                    <a:pt x="265518" y="470090"/>
                  </a:lnTo>
                  <a:lnTo>
                    <a:pt x="149326" y="631786"/>
                  </a:lnTo>
                  <a:lnTo>
                    <a:pt x="140081" y="644931"/>
                  </a:lnTo>
                  <a:lnTo>
                    <a:pt x="138328" y="646709"/>
                  </a:lnTo>
                  <a:lnTo>
                    <a:pt x="135585" y="648677"/>
                  </a:lnTo>
                  <a:lnTo>
                    <a:pt x="133489" y="649643"/>
                  </a:lnTo>
                  <a:lnTo>
                    <a:pt x="130708" y="650417"/>
                  </a:lnTo>
                  <a:lnTo>
                    <a:pt x="128422" y="650455"/>
                  </a:lnTo>
                  <a:lnTo>
                    <a:pt x="123659" y="649414"/>
                  </a:lnTo>
                  <a:lnTo>
                    <a:pt x="121373" y="648665"/>
                  </a:lnTo>
                  <a:lnTo>
                    <a:pt x="119164" y="647661"/>
                  </a:lnTo>
                  <a:lnTo>
                    <a:pt x="117881" y="649478"/>
                  </a:lnTo>
                  <a:lnTo>
                    <a:pt x="124574" y="662292"/>
                  </a:lnTo>
                  <a:lnTo>
                    <a:pt x="124193" y="665403"/>
                  </a:lnTo>
                  <a:lnTo>
                    <a:pt x="123431" y="667842"/>
                  </a:lnTo>
                  <a:lnTo>
                    <a:pt x="122364" y="670102"/>
                  </a:lnTo>
                  <a:lnTo>
                    <a:pt x="121945" y="670661"/>
                  </a:lnTo>
                  <a:lnTo>
                    <a:pt x="112966" y="683412"/>
                  </a:lnTo>
                  <a:lnTo>
                    <a:pt x="3429" y="838923"/>
                  </a:lnTo>
                  <a:lnTo>
                    <a:pt x="330" y="844791"/>
                  </a:lnTo>
                  <a:lnTo>
                    <a:pt x="0" y="847026"/>
                  </a:lnTo>
                  <a:lnTo>
                    <a:pt x="482" y="851966"/>
                  </a:lnTo>
                  <a:lnTo>
                    <a:pt x="9855" y="864387"/>
                  </a:lnTo>
                  <a:lnTo>
                    <a:pt x="10668" y="863257"/>
                  </a:lnTo>
                  <a:lnTo>
                    <a:pt x="5943" y="856945"/>
                  </a:lnTo>
                  <a:lnTo>
                    <a:pt x="4508" y="853427"/>
                  </a:lnTo>
                  <a:lnTo>
                    <a:pt x="4013" y="849122"/>
                  </a:lnTo>
                  <a:lnTo>
                    <a:pt x="4381" y="847331"/>
                  </a:lnTo>
                  <a:lnTo>
                    <a:pt x="7226" y="841590"/>
                  </a:lnTo>
                  <a:lnTo>
                    <a:pt x="116751" y="686104"/>
                  </a:lnTo>
                  <a:lnTo>
                    <a:pt x="128562" y="664629"/>
                  </a:lnTo>
                  <a:lnTo>
                    <a:pt x="128231" y="662127"/>
                  </a:lnTo>
                  <a:lnTo>
                    <a:pt x="127444" y="659422"/>
                  </a:lnTo>
                  <a:lnTo>
                    <a:pt x="126428" y="657123"/>
                  </a:lnTo>
                  <a:lnTo>
                    <a:pt x="124777" y="654761"/>
                  </a:lnTo>
                  <a:lnTo>
                    <a:pt x="120840" y="650201"/>
                  </a:lnTo>
                  <a:lnTo>
                    <a:pt x="126466" y="652386"/>
                  </a:lnTo>
                  <a:lnTo>
                    <a:pt x="129235" y="653135"/>
                  </a:lnTo>
                  <a:lnTo>
                    <a:pt x="131762" y="653313"/>
                  </a:lnTo>
                  <a:lnTo>
                    <a:pt x="134581" y="653110"/>
                  </a:lnTo>
                  <a:lnTo>
                    <a:pt x="153123" y="634466"/>
                  </a:lnTo>
                  <a:lnTo>
                    <a:pt x="261429" y="480707"/>
                  </a:lnTo>
                  <a:lnTo>
                    <a:pt x="275615" y="472224"/>
                  </a:lnTo>
                  <a:lnTo>
                    <a:pt x="279234" y="472808"/>
                  </a:lnTo>
                  <a:lnTo>
                    <a:pt x="284378" y="474675"/>
                  </a:lnTo>
                  <a:lnTo>
                    <a:pt x="285191" y="473519"/>
                  </a:lnTo>
                  <a:close/>
                </a:path>
                <a:path w="1351915" h="864870">
                  <a:moveTo>
                    <a:pt x="615315" y="4089"/>
                  </a:moveTo>
                  <a:lnTo>
                    <a:pt x="611505" y="2197"/>
                  </a:lnTo>
                  <a:lnTo>
                    <a:pt x="608203" y="1003"/>
                  </a:lnTo>
                  <a:lnTo>
                    <a:pt x="602615" y="0"/>
                  </a:lnTo>
                  <a:lnTo>
                    <a:pt x="599935" y="190"/>
                  </a:lnTo>
                  <a:lnTo>
                    <a:pt x="457200" y="194195"/>
                  </a:lnTo>
                  <a:lnTo>
                    <a:pt x="446239" y="209791"/>
                  </a:lnTo>
                  <a:lnTo>
                    <a:pt x="444207" y="211950"/>
                  </a:lnTo>
                  <a:lnTo>
                    <a:pt x="441921" y="213868"/>
                  </a:lnTo>
                  <a:lnTo>
                    <a:pt x="438810" y="215684"/>
                  </a:lnTo>
                  <a:lnTo>
                    <a:pt x="435800" y="216801"/>
                  </a:lnTo>
                  <a:lnTo>
                    <a:pt x="433374" y="217030"/>
                  </a:lnTo>
                  <a:lnTo>
                    <a:pt x="428409" y="216293"/>
                  </a:lnTo>
                  <a:lnTo>
                    <a:pt x="426046" y="215658"/>
                  </a:lnTo>
                  <a:lnTo>
                    <a:pt x="423786" y="214718"/>
                  </a:lnTo>
                  <a:lnTo>
                    <a:pt x="422262" y="216877"/>
                  </a:lnTo>
                  <a:lnTo>
                    <a:pt x="423900" y="218694"/>
                  </a:lnTo>
                  <a:lnTo>
                    <a:pt x="425310" y="220700"/>
                  </a:lnTo>
                  <a:lnTo>
                    <a:pt x="427685" y="225120"/>
                  </a:lnTo>
                  <a:lnTo>
                    <a:pt x="428269" y="227482"/>
                  </a:lnTo>
                  <a:lnTo>
                    <a:pt x="428244" y="230695"/>
                  </a:lnTo>
                  <a:lnTo>
                    <a:pt x="414070" y="255498"/>
                  </a:lnTo>
                  <a:lnTo>
                    <a:pt x="285826" y="437781"/>
                  </a:lnTo>
                  <a:lnTo>
                    <a:pt x="282740" y="442468"/>
                  </a:lnTo>
                  <a:lnTo>
                    <a:pt x="280377" y="447040"/>
                  </a:lnTo>
                  <a:lnTo>
                    <a:pt x="279831" y="449580"/>
                  </a:lnTo>
                  <a:lnTo>
                    <a:pt x="279895" y="455091"/>
                  </a:lnTo>
                  <a:lnTo>
                    <a:pt x="280619" y="457682"/>
                  </a:lnTo>
                  <a:lnTo>
                    <a:pt x="282041" y="460133"/>
                  </a:lnTo>
                  <a:lnTo>
                    <a:pt x="283451" y="462597"/>
                  </a:lnTo>
                  <a:lnTo>
                    <a:pt x="285699" y="465289"/>
                  </a:lnTo>
                  <a:lnTo>
                    <a:pt x="288772" y="468236"/>
                  </a:lnTo>
                  <a:lnTo>
                    <a:pt x="289737" y="466852"/>
                  </a:lnTo>
                  <a:lnTo>
                    <a:pt x="287020" y="463435"/>
                  </a:lnTo>
                  <a:lnTo>
                    <a:pt x="284784" y="458978"/>
                  </a:lnTo>
                  <a:lnTo>
                    <a:pt x="283870" y="454977"/>
                  </a:lnTo>
                  <a:lnTo>
                    <a:pt x="283895" y="451573"/>
                  </a:lnTo>
                  <a:lnTo>
                    <a:pt x="284441" y="449516"/>
                  </a:lnTo>
                  <a:lnTo>
                    <a:pt x="287972" y="442823"/>
                  </a:lnTo>
                  <a:lnTo>
                    <a:pt x="417868" y="258165"/>
                  </a:lnTo>
                  <a:lnTo>
                    <a:pt x="429120" y="242201"/>
                  </a:lnTo>
                  <a:lnTo>
                    <a:pt x="430022" y="240639"/>
                  </a:lnTo>
                  <a:lnTo>
                    <a:pt x="431279" y="237807"/>
                  </a:lnTo>
                  <a:lnTo>
                    <a:pt x="431698" y="236474"/>
                  </a:lnTo>
                  <a:lnTo>
                    <a:pt x="432282" y="232968"/>
                  </a:lnTo>
                  <a:lnTo>
                    <a:pt x="432142" y="230187"/>
                  </a:lnTo>
                  <a:lnTo>
                    <a:pt x="431546" y="227228"/>
                  </a:lnTo>
                  <a:lnTo>
                    <a:pt x="430669" y="224701"/>
                  </a:lnTo>
                  <a:lnTo>
                    <a:pt x="429133" y="222199"/>
                  </a:lnTo>
                  <a:lnTo>
                    <a:pt x="425335" y="217424"/>
                  </a:lnTo>
                  <a:lnTo>
                    <a:pt x="432168" y="219659"/>
                  </a:lnTo>
                  <a:lnTo>
                    <a:pt x="460997" y="196862"/>
                  </a:lnTo>
                  <a:lnTo>
                    <a:pt x="589445" y="14287"/>
                  </a:lnTo>
                  <a:lnTo>
                    <a:pt x="605256" y="3467"/>
                  </a:lnTo>
                  <a:lnTo>
                    <a:pt x="609041" y="3810"/>
                  </a:lnTo>
                  <a:lnTo>
                    <a:pt x="614337" y="5473"/>
                  </a:lnTo>
                  <a:lnTo>
                    <a:pt x="615315" y="4089"/>
                  </a:lnTo>
                  <a:close/>
                </a:path>
                <a:path w="1351915" h="864870">
                  <a:moveTo>
                    <a:pt x="834161" y="192125"/>
                  </a:moveTo>
                  <a:lnTo>
                    <a:pt x="688873" y="10947"/>
                  </a:lnTo>
                  <a:lnTo>
                    <a:pt x="670534" y="38"/>
                  </a:lnTo>
                  <a:lnTo>
                    <a:pt x="664819" y="1447"/>
                  </a:lnTo>
                  <a:lnTo>
                    <a:pt x="661492" y="2933"/>
                  </a:lnTo>
                  <a:lnTo>
                    <a:pt x="657669" y="5156"/>
                  </a:lnTo>
                  <a:lnTo>
                    <a:pt x="658774" y="6540"/>
                  </a:lnTo>
                  <a:lnTo>
                    <a:pt x="662952" y="4775"/>
                  </a:lnTo>
                  <a:lnTo>
                    <a:pt x="668032" y="3822"/>
                  </a:lnTo>
                  <a:lnTo>
                    <a:pt x="830414" y="195160"/>
                  </a:lnTo>
                  <a:lnTo>
                    <a:pt x="834161" y="192125"/>
                  </a:lnTo>
                  <a:close/>
                </a:path>
                <a:path w="1351915" h="864870">
                  <a:moveTo>
                    <a:pt x="1035316" y="451434"/>
                  </a:moveTo>
                  <a:lnTo>
                    <a:pt x="1035011" y="445706"/>
                  </a:lnTo>
                  <a:lnTo>
                    <a:pt x="1034275" y="443090"/>
                  </a:lnTo>
                  <a:lnTo>
                    <a:pt x="1029881" y="436181"/>
                  </a:lnTo>
                  <a:lnTo>
                    <a:pt x="882942" y="252971"/>
                  </a:lnTo>
                  <a:lnTo>
                    <a:pt x="870356" y="237261"/>
                  </a:lnTo>
                  <a:lnTo>
                    <a:pt x="868794" y="234619"/>
                  </a:lnTo>
                  <a:lnTo>
                    <a:pt x="867219" y="230809"/>
                  </a:lnTo>
                  <a:lnTo>
                    <a:pt x="866597" y="228130"/>
                  </a:lnTo>
                  <a:lnTo>
                    <a:pt x="866355" y="224777"/>
                  </a:lnTo>
                  <a:lnTo>
                    <a:pt x="866813" y="222288"/>
                  </a:lnTo>
                  <a:lnTo>
                    <a:pt x="868959" y="217512"/>
                  </a:lnTo>
                  <a:lnTo>
                    <a:pt x="870267" y="215328"/>
                  </a:lnTo>
                  <a:lnTo>
                    <a:pt x="871855" y="213334"/>
                  </a:lnTo>
                  <a:lnTo>
                    <a:pt x="870127" y="211201"/>
                  </a:lnTo>
                  <a:lnTo>
                    <a:pt x="867854" y="212318"/>
                  </a:lnTo>
                  <a:lnTo>
                    <a:pt x="865454" y="213144"/>
                  </a:lnTo>
                  <a:lnTo>
                    <a:pt x="860374" y="214249"/>
                  </a:lnTo>
                  <a:lnTo>
                    <a:pt x="857846" y="214172"/>
                  </a:lnTo>
                  <a:lnTo>
                    <a:pt x="834174" y="192125"/>
                  </a:lnTo>
                  <a:lnTo>
                    <a:pt x="830427" y="195160"/>
                  </a:lnTo>
                  <a:lnTo>
                    <a:pt x="857173" y="217525"/>
                  </a:lnTo>
                  <a:lnTo>
                    <a:pt x="859929" y="217347"/>
                  </a:lnTo>
                  <a:lnTo>
                    <a:pt x="862863" y="216547"/>
                  </a:lnTo>
                  <a:lnTo>
                    <a:pt x="868705" y="214096"/>
                  </a:lnTo>
                  <a:lnTo>
                    <a:pt x="865111" y="219341"/>
                  </a:lnTo>
                  <a:lnTo>
                    <a:pt x="863688" y="222059"/>
                  </a:lnTo>
                  <a:lnTo>
                    <a:pt x="862952" y="224726"/>
                  </a:lnTo>
                  <a:lnTo>
                    <a:pt x="862507" y="228727"/>
                  </a:lnTo>
                  <a:lnTo>
                    <a:pt x="862774" y="231902"/>
                  </a:lnTo>
                  <a:lnTo>
                    <a:pt x="1024242" y="436880"/>
                  </a:lnTo>
                  <a:lnTo>
                    <a:pt x="1027696" y="441515"/>
                  </a:lnTo>
                  <a:lnTo>
                    <a:pt x="1030236" y="445947"/>
                  </a:lnTo>
                  <a:lnTo>
                    <a:pt x="1030935" y="448043"/>
                  </a:lnTo>
                  <a:lnTo>
                    <a:pt x="1031100" y="453059"/>
                  </a:lnTo>
                  <a:lnTo>
                    <a:pt x="1030516" y="455841"/>
                  </a:lnTo>
                  <a:lnTo>
                    <a:pt x="1029106" y="459536"/>
                  </a:lnTo>
                  <a:lnTo>
                    <a:pt x="1025944" y="464362"/>
                  </a:lnTo>
                  <a:lnTo>
                    <a:pt x="1027036" y="465721"/>
                  </a:lnTo>
                  <a:lnTo>
                    <a:pt x="1030020" y="462445"/>
                  </a:lnTo>
                  <a:lnTo>
                    <a:pt x="1032154" y="459498"/>
                  </a:lnTo>
                  <a:lnTo>
                    <a:pt x="1034745" y="454190"/>
                  </a:lnTo>
                  <a:lnTo>
                    <a:pt x="1035316" y="451434"/>
                  </a:lnTo>
                  <a:close/>
                </a:path>
                <a:path w="1351915" h="864870">
                  <a:moveTo>
                    <a:pt x="1182408" y="626338"/>
                  </a:moveTo>
                  <a:lnTo>
                    <a:pt x="1059916" y="473773"/>
                  </a:lnTo>
                  <a:lnTo>
                    <a:pt x="1046149" y="465124"/>
                  </a:lnTo>
                  <a:lnTo>
                    <a:pt x="1043546" y="465328"/>
                  </a:lnTo>
                  <a:lnTo>
                    <a:pt x="1038072" y="467067"/>
                  </a:lnTo>
                  <a:lnTo>
                    <a:pt x="1034846" y="468642"/>
                  </a:lnTo>
                  <a:lnTo>
                    <a:pt x="1031100" y="470966"/>
                  </a:lnTo>
                  <a:lnTo>
                    <a:pt x="1032040" y="472109"/>
                  </a:lnTo>
                  <a:lnTo>
                    <a:pt x="1036078" y="470204"/>
                  </a:lnTo>
                  <a:lnTo>
                    <a:pt x="1040917" y="468947"/>
                  </a:lnTo>
                  <a:lnTo>
                    <a:pt x="1178661" y="629373"/>
                  </a:lnTo>
                  <a:lnTo>
                    <a:pt x="1182408" y="626338"/>
                  </a:lnTo>
                  <a:close/>
                </a:path>
                <a:path w="1351915" h="864870">
                  <a:moveTo>
                    <a:pt x="1351495" y="840041"/>
                  </a:moveTo>
                  <a:lnTo>
                    <a:pt x="1351000" y="837768"/>
                  </a:lnTo>
                  <a:lnTo>
                    <a:pt x="1347406" y="831850"/>
                  </a:lnTo>
                  <a:lnTo>
                    <a:pt x="1223530" y="677570"/>
                  </a:lnTo>
                  <a:lnTo>
                    <a:pt x="1213370" y="664908"/>
                  </a:lnTo>
                  <a:lnTo>
                    <a:pt x="1212469" y="663663"/>
                  </a:lnTo>
                  <a:lnTo>
                    <a:pt x="1211287" y="661250"/>
                  </a:lnTo>
                  <a:lnTo>
                    <a:pt x="1210462" y="658761"/>
                  </a:lnTo>
                  <a:lnTo>
                    <a:pt x="1210081" y="656374"/>
                  </a:lnTo>
                  <a:lnTo>
                    <a:pt x="1210106" y="653376"/>
                  </a:lnTo>
                  <a:lnTo>
                    <a:pt x="1210729" y="651078"/>
                  </a:lnTo>
                  <a:lnTo>
                    <a:pt x="1213091" y="646607"/>
                  </a:lnTo>
                  <a:lnTo>
                    <a:pt x="1214501" y="644512"/>
                  </a:lnTo>
                  <a:lnTo>
                    <a:pt x="1216126" y="642594"/>
                  </a:lnTo>
                  <a:lnTo>
                    <a:pt x="1214678" y="640791"/>
                  </a:lnTo>
                  <a:lnTo>
                    <a:pt x="1212456" y="641972"/>
                  </a:lnTo>
                  <a:lnTo>
                    <a:pt x="1210144" y="642912"/>
                  </a:lnTo>
                  <a:lnTo>
                    <a:pt x="1205293" y="644321"/>
                  </a:lnTo>
                  <a:lnTo>
                    <a:pt x="1202931" y="644436"/>
                  </a:lnTo>
                  <a:lnTo>
                    <a:pt x="1200645" y="643966"/>
                  </a:lnTo>
                  <a:lnTo>
                    <a:pt x="1182408" y="626351"/>
                  </a:lnTo>
                  <a:lnTo>
                    <a:pt x="1178661" y="629386"/>
                  </a:lnTo>
                  <a:lnTo>
                    <a:pt x="1202042" y="647534"/>
                  </a:lnTo>
                  <a:lnTo>
                    <a:pt x="1203769" y="647344"/>
                  </a:lnTo>
                  <a:lnTo>
                    <a:pt x="1206423" y="646607"/>
                  </a:lnTo>
                  <a:lnTo>
                    <a:pt x="1213129" y="643534"/>
                  </a:lnTo>
                  <a:lnTo>
                    <a:pt x="1208735" y="649478"/>
                  </a:lnTo>
                  <a:lnTo>
                    <a:pt x="1207820" y="651129"/>
                  </a:lnTo>
                  <a:lnTo>
                    <a:pt x="1206919" y="653605"/>
                  </a:lnTo>
                  <a:lnTo>
                    <a:pt x="1206284" y="656450"/>
                  </a:lnTo>
                  <a:lnTo>
                    <a:pt x="1206119" y="659079"/>
                  </a:lnTo>
                  <a:lnTo>
                    <a:pt x="1206207" y="660095"/>
                  </a:lnTo>
                  <a:lnTo>
                    <a:pt x="1219771" y="680618"/>
                  </a:lnTo>
                  <a:lnTo>
                    <a:pt x="1342072" y="832916"/>
                  </a:lnTo>
                  <a:lnTo>
                    <a:pt x="1344955" y="836853"/>
                  </a:lnTo>
                  <a:lnTo>
                    <a:pt x="1346987" y="840663"/>
                  </a:lnTo>
                  <a:lnTo>
                    <a:pt x="1347482" y="842518"/>
                  </a:lnTo>
                  <a:lnTo>
                    <a:pt x="1347279" y="847013"/>
                  </a:lnTo>
                  <a:lnTo>
                    <a:pt x="1346517" y="849566"/>
                  </a:lnTo>
                  <a:lnTo>
                    <a:pt x="1344904" y="853020"/>
                  </a:lnTo>
                  <a:lnTo>
                    <a:pt x="1341564" y="857656"/>
                  </a:lnTo>
                  <a:lnTo>
                    <a:pt x="1342491" y="858799"/>
                  </a:lnTo>
                  <a:lnTo>
                    <a:pt x="1345539" y="855599"/>
                  </a:lnTo>
                  <a:lnTo>
                    <a:pt x="1347749" y="852766"/>
                  </a:lnTo>
                  <a:lnTo>
                    <a:pt x="1350606" y="847763"/>
                  </a:lnTo>
                  <a:lnTo>
                    <a:pt x="1351356" y="845235"/>
                  </a:lnTo>
                  <a:lnTo>
                    <a:pt x="1351495" y="84004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5836410" y="4868358"/>
            <a:ext cx="863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cap="small" spc="40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6134308" y="4435602"/>
            <a:ext cx="863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cap="small" spc="40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6668216" y="4435602"/>
            <a:ext cx="863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cap="small" spc="40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001469" y="4868369"/>
            <a:ext cx="863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cap="small" spc="40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072007" y="5202897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85" dirty="0">
                <a:solidFill>
                  <a:srgbClr val="231F20"/>
                </a:solidFill>
                <a:latin typeface="Lucida Sans Unicode"/>
                <a:cs typeface="Lucida Sans Unicode"/>
              </a:rPr>
              <a:t>C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5755912" y="5202897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Lucida Sans Unicode"/>
                <a:cs typeface="Lucida Sans Unicode"/>
              </a:rPr>
              <a:t>B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375854" y="4191406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5" dirty="0">
                <a:solidFill>
                  <a:srgbClr val="231F20"/>
                </a:solidFill>
                <a:latin typeface="Lucida Sans Unicode"/>
                <a:cs typeface="Lucida Sans Unicode"/>
              </a:rPr>
              <a:t>A</a:t>
            </a:r>
            <a:endParaRPr sz="850">
              <a:latin typeface="Lucida Sans Unicode"/>
              <a:cs typeface="Lucida Sans Unicode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5583192" y="719992"/>
            <a:ext cx="1533525" cy="4481830"/>
            <a:chOff x="5583192" y="719992"/>
            <a:chExt cx="1533525" cy="4481830"/>
          </a:xfrm>
        </p:grpSpPr>
        <p:sp>
          <p:nvSpPr>
            <p:cNvPr id="121" name="object 121"/>
            <p:cNvSpPr/>
            <p:nvPr/>
          </p:nvSpPr>
          <p:spPr>
            <a:xfrm>
              <a:off x="5808357" y="4344009"/>
              <a:ext cx="1304925" cy="854075"/>
            </a:xfrm>
            <a:custGeom>
              <a:avLst/>
              <a:gdLst/>
              <a:ahLst/>
              <a:cxnLst/>
              <a:rect l="l" t="t" r="r" b="b"/>
              <a:pathLst>
                <a:path w="1304925" h="854075">
                  <a:moveTo>
                    <a:pt x="1304658" y="853655"/>
                  </a:moveTo>
                  <a:lnTo>
                    <a:pt x="617207" y="0"/>
                  </a:lnTo>
                  <a:lnTo>
                    <a:pt x="0" y="854049"/>
                  </a:lnTo>
                  <a:lnTo>
                    <a:pt x="1300289" y="854049"/>
                  </a:lnTo>
                  <a:lnTo>
                    <a:pt x="1304658" y="854049"/>
                  </a:lnTo>
                  <a:lnTo>
                    <a:pt x="1304658" y="853655"/>
                  </a:lnTo>
                  <a:close/>
                </a:path>
              </a:pathLst>
            </a:custGeom>
            <a:ln w="6350">
              <a:solidFill>
                <a:srgbClr val="F36F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583192" y="719992"/>
              <a:ext cx="665480" cy="248285"/>
            </a:xfrm>
            <a:custGeom>
              <a:avLst/>
              <a:gdLst/>
              <a:ahLst/>
              <a:cxnLst/>
              <a:rect l="l" t="t" r="r" b="b"/>
              <a:pathLst>
                <a:path w="665479" h="248284">
                  <a:moveTo>
                    <a:pt x="648906" y="0"/>
                  </a:moveTo>
                  <a:lnTo>
                    <a:pt x="16205" y="0"/>
                  </a:lnTo>
                  <a:lnTo>
                    <a:pt x="9370" y="30074"/>
                  </a:lnTo>
                  <a:lnTo>
                    <a:pt x="4278" y="60756"/>
                  </a:lnTo>
                  <a:lnTo>
                    <a:pt x="1097" y="92029"/>
                  </a:lnTo>
                  <a:lnTo>
                    <a:pt x="0" y="123875"/>
                  </a:lnTo>
                  <a:lnTo>
                    <a:pt x="1097" y="155720"/>
                  </a:lnTo>
                  <a:lnTo>
                    <a:pt x="4278" y="186988"/>
                  </a:lnTo>
                  <a:lnTo>
                    <a:pt x="9370" y="217666"/>
                  </a:lnTo>
                  <a:lnTo>
                    <a:pt x="16205" y="247738"/>
                  </a:lnTo>
                  <a:lnTo>
                    <a:pt x="648906" y="247738"/>
                  </a:lnTo>
                  <a:lnTo>
                    <a:pt x="655738" y="217666"/>
                  </a:lnTo>
                  <a:lnTo>
                    <a:pt x="660827" y="186988"/>
                  </a:lnTo>
                  <a:lnTo>
                    <a:pt x="664003" y="155720"/>
                  </a:lnTo>
                  <a:lnTo>
                    <a:pt x="665099" y="123875"/>
                  </a:lnTo>
                  <a:lnTo>
                    <a:pt x="664003" y="92029"/>
                  </a:lnTo>
                  <a:lnTo>
                    <a:pt x="660827" y="60756"/>
                  </a:lnTo>
                  <a:lnTo>
                    <a:pt x="655738" y="30074"/>
                  </a:lnTo>
                  <a:lnTo>
                    <a:pt x="648906" y="0"/>
                  </a:lnTo>
                  <a:close/>
                </a:path>
              </a:pathLst>
            </a:custGeom>
            <a:solidFill>
              <a:srgbClr val="EF4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6073393" y="5386222"/>
            <a:ext cx="809625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i="1" spc="-60" dirty="0">
                <a:solidFill>
                  <a:srgbClr val="EC008C"/>
                </a:solidFill>
                <a:latin typeface="Verdana"/>
                <a:cs typeface="Verdana"/>
              </a:rPr>
              <a:t>h</a:t>
            </a:r>
            <a:r>
              <a:rPr sz="1200" i="1" spc="15" baseline="-20833" dirty="0">
                <a:solidFill>
                  <a:srgbClr val="EC008C"/>
                </a:solidFill>
                <a:latin typeface="Verdana"/>
                <a:cs typeface="Verdana"/>
              </a:rPr>
              <a:t>b </a:t>
            </a:r>
            <a:r>
              <a:rPr sz="1200" i="1" spc="-172" baseline="-20833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EC008C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900" i="1" spc="-60" dirty="0">
                <a:solidFill>
                  <a:srgbClr val="EC008C"/>
                </a:solidFill>
                <a:latin typeface="Verdana"/>
                <a:cs typeface="Verdana"/>
              </a:rPr>
              <a:t>h</a:t>
            </a:r>
            <a:r>
              <a:rPr sz="1200" i="1" spc="135" baseline="-20833" dirty="0">
                <a:solidFill>
                  <a:srgbClr val="EC008C"/>
                </a:solidFill>
                <a:latin typeface="Verdana"/>
                <a:cs typeface="Verdana"/>
              </a:rPr>
              <a:t>c</a:t>
            </a:r>
            <a:endParaRPr sz="1200" baseline="-20833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890"/>
              </a:spcBef>
            </a:pPr>
            <a:r>
              <a:rPr sz="900" i="1" spc="20" dirty="0">
                <a:solidFill>
                  <a:srgbClr val="00AEEF"/>
                </a:solidFill>
                <a:latin typeface="Verdana"/>
                <a:cs typeface="Verdana"/>
              </a:rPr>
              <a:t>n</a:t>
            </a:r>
            <a:r>
              <a:rPr sz="1200" i="1" spc="44" baseline="-20833" dirty="0">
                <a:solidFill>
                  <a:srgbClr val="00AEEF"/>
                </a:solidFill>
                <a:latin typeface="Verdana"/>
                <a:cs typeface="Verdana"/>
              </a:rPr>
              <a:t>B </a:t>
            </a:r>
            <a:r>
              <a:rPr sz="1200" i="1" spc="-172" baseline="-20833" dirty="0">
                <a:solidFill>
                  <a:srgbClr val="00AEEF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00AEEF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00AEEF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00AEEF"/>
                </a:solidFill>
                <a:latin typeface="Verdana"/>
                <a:cs typeface="Verdana"/>
              </a:rPr>
              <a:t>n</a:t>
            </a:r>
            <a:r>
              <a:rPr sz="1200" i="1" spc="112" baseline="-20833" dirty="0">
                <a:solidFill>
                  <a:srgbClr val="00AEEF"/>
                </a:solidFill>
                <a:latin typeface="Verdana"/>
                <a:cs typeface="Verdana"/>
              </a:rPr>
              <a:t>C</a:t>
            </a:r>
            <a:endParaRPr sz="1200" baseline="-20833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885"/>
              </a:spcBef>
            </a:pPr>
            <a:r>
              <a:rPr sz="900" i="1" spc="45" dirty="0">
                <a:solidFill>
                  <a:srgbClr val="A3238E"/>
                </a:solidFill>
                <a:latin typeface="Verdana"/>
                <a:cs typeface="Verdana"/>
              </a:rPr>
              <a:t>V</a:t>
            </a:r>
            <a:r>
              <a:rPr sz="1200" i="1" spc="15" baseline="-20833" dirty="0">
                <a:solidFill>
                  <a:srgbClr val="A3238E"/>
                </a:solidFill>
                <a:latin typeface="Verdana"/>
                <a:cs typeface="Verdana"/>
              </a:rPr>
              <a:t>b </a:t>
            </a:r>
            <a:r>
              <a:rPr sz="1200" i="1" spc="-172" baseline="-20833" dirty="0">
                <a:solidFill>
                  <a:srgbClr val="A3238E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A3238E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A3238E"/>
                </a:solidFill>
                <a:latin typeface="Verdana"/>
                <a:cs typeface="Verdana"/>
              </a:rPr>
              <a:t> </a:t>
            </a:r>
            <a:r>
              <a:rPr sz="900" i="1" spc="45" dirty="0">
                <a:solidFill>
                  <a:srgbClr val="A3238E"/>
                </a:solidFill>
                <a:latin typeface="Verdana"/>
                <a:cs typeface="Verdana"/>
              </a:rPr>
              <a:t>V</a:t>
            </a:r>
            <a:r>
              <a:rPr sz="1200" i="1" spc="135" baseline="-20833" dirty="0">
                <a:solidFill>
                  <a:srgbClr val="A3238E"/>
                </a:solidFill>
                <a:latin typeface="Verdana"/>
                <a:cs typeface="Verdana"/>
              </a:rPr>
              <a:t>c</a:t>
            </a:r>
            <a:r>
              <a:rPr sz="1200" i="1" baseline="-20833" dirty="0">
                <a:solidFill>
                  <a:srgbClr val="A3238E"/>
                </a:solidFill>
                <a:latin typeface="Verdana"/>
                <a:cs typeface="Verdana"/>
              </a:rPr>
              <a:t> </a:t>
            </a:r>
            <a:r>
              <a:rPr sz="1200" i="1" spc="-172" baseline="-20833" dirty="0">
                <a:solidFill>
                  <a:srgbClr val="A3238E"/>
                </a:solidFill>
                <a:latin typeface="Verdana"/>
                <a:cs typeface="Verdana"/>
              </a:rPr>
              <a:t> </a:t>
            </a:r>
            <a:r>
              <a:rPr sz="900" i="1" spc="10" dirty="0">
                <a:solidFill>
                  <a:srgbClr val="231F20"/>
                </a:solidFill>
                <a:latin typeface="Verdana"/>
                <a:cs typeface="Verdana"/>
              </a:rPr>
              <a:t>dir.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748462" y="9374982"/>
            <a:ext cx="24130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14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5662377" y="735838"/>
            <a:ext cx="497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20" dirty="0">
                <a:solidFill>
                  <a:srgbClr val="FFFFFF"/>
                </a:solidFill>
                <a:latin typeface="Times New Roman"/>
                <a:cs typeface="Times New Roman"/>
              </a:rPr>
              <a:t>DİKK</a:t>
            </a:r>
            <a:r>
              <a:rPr sz="1200" b="1" i="1" spc="-1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200" b="1" i="1" spc="-13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264" y="1858409"/>
            <a:ext cx="2395220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190" dirty="0">
                <a:solidFill>
                  <a:srgbClr val="EC008C"/>
                </a:solidFill>
                <a:latin typeface="Verdana"/>
                <a:cs typeface="Verdana"/>
              </a:rPr>
              <a:t>1.</a:t>
            </a:r>
            <a:r>
              <a:rPr sz="1000" b="1" i="1" spc="-4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Herhangi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tiçgenini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endParaRPr sz="1000">
              <a:latin typeface="Arial"/>
              <a:cs typeface="Arial"/>
            </a:endParaRPr>
          </a:p>
          <a:p>
            <a:pPr marR="165100" algn="ctr">
              <a:lnSpc>
                <a:spcPct val="100000"/>
              </a:lnSpc>
              <a:spcBef>
                <a:spcPts val="12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48992" y="2682045"/>
            <a:ext cx="1829435" cy="915035"/>
          </a:xfrm>
          <a:custGeom>
            <a:avLst/>
            <a:gdLst/>
            <a:ahLst/>
            <a:cxnLst/>
            <a:rect l="l" t="t" r="r" b="b"/>
            <a:pathLst>
              <a:path w="1829435" h="915035">
                <a:moveTo>
                  <a:pt x="1828965" y="914412"/>
                </a:moveTo>
                <a:lnTo>
                  <a:pt x="0" y="914412"/>
                </a:lnTo>
                <a:lnTo>
                  <a:pt x="457200" y="0"/>
                </a:lnTo>
                <a:lnTo>
                  <a:pt x="1828965" y="914412"/>
                </a:lnTo>
                <a:close/>
              </a:path>
            </a:pathLst>
          </a:custGeom>
          <a:ln w="6350">
            <a:solidFill>
              <a:srgbClr val="006A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30527" y="3530805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99164" y="3530805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72352" y="6731754"/>
            <a:ext cx="1791335" cy="1288415"/>
            <a:chOff x="1472352" y="6731754"/>
            <a:chExt cx="1791335" cy="128841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2239" y="7836294"/>
              <a:ext cx="231228" cy="1835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75527" y="6734929"/>
              <a:ext cx="1784985" cy="892810"/>
            </a:xfrm>
            <a:custGeom>
              <a:avLst/>
              <a:gdLst/>
              <a:ahLst/>
              <a:cxnLst/>
              <a:rect l="l" t="t" r="r" b="b"/>
              <a:pathLst>
                <a:path w="1784985" h="892809">
                  <a:moveTo>
                    <a:pt x="1784565" y="892213"/>
                  </a:moveTo>
                  <a:lnTo>
                    <a:pt x="0" y="892213"/>
                  </a:lnTo>
                  <a:lnTo>
                    <a:pt x="446112" y="0"/>
                  </a:lnTo>
                  <a:lnTo>
                    <a:pt x="1784565" y="892213"/>
                  </a:lnTo>
                  <a:close/>
                </a:path>
              </a:pathLst>
            </a:custGeom>
            <a:ln w="635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07298" y="5480398"/>
            <a:ext cx="3127375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95" dirty="0">
                <a:solidFill>
                  <a:srgbClr val="EC008C"/>
                </a:solidFill>
                <a:latin typeface="Verdana"/>
                <a:cs typeface="Verdana"/>
              </a:rPr>
              <a:t>3.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 algn="just">
              <a:lnSpc>
                <a:spcPct val="141700"/>
              </a:lnSpc>
              <a:spcBef>
                <a:spcPts val="1130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Pergeli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M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noktasına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koyup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yay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N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nok-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tasına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koyup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eş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yarıçaplı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iki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yay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Yayların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kesiştiği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noktaya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diyelim.</a:t>
            </a:r>
            <a:endParaRPr sz="1000">
              <a:latin typeface="Arial"/>
              <a:cs typeface="Arial"/>
            </a:endParaRPr>
          </a:p>
          <a:p>
            <a:pPr marR="664845" algn="ctr">
              <a:lnSpc>
                <a:spcPct val="100000"/>
              </a:lnSpc>
              <a:spcBef>
                <a:spcPts val="1205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61639" y="7564311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52598" y="7642791"/>
            <a:ext cx="1257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M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61701" y="7962913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85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72158" y="7642793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20" dirty="0">
                <a:solidFill>
                  <a:srgbClr val="231F20"/>
                </a:solidFill>
                <a:latin typeface="Trebuchet MS"/>
                <a:cs typeface="Trebuchet MS"/>
              </a:rPr>
              <a:t>N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66432" y="7564311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76686" y="7546726"/>
            <a:ext cx="1477010" cy="473709"/>
            <a:chOff x="1176686" y="7546726"/>
            <a:chExt cx="1477010" cy="473709"/>
          </a:xfrm>
        </p:grpSpPr>
        <p:sp>
          <p:nvSpPr>
            <p:cNvPr id="24" name="object 24"/>
            <p:cNvSpPr/>
            <p:nvPr/>
          </p:nvSpPr>
          <p:spPr>
            <a:xfrm>
              <a:off x="1284182" y="7627138"/>
              <a:ext cx="294005" cy="342265"/>
            </a:xfrm>
            <a:custGeom>
              <a:avLst/>
              <a:gdLst/>
              <a:ahLst/>
              <a:cxnLst/>
              <a:rect l="l" t="t" r="r" b="b"/>
              <a:pathLst>
                <a:path w="294005" h="342265">
                  <a:moveTo>
                    <a:pt x="293509" y="0"/>
                  </a:moveTo>
                  <a:lnTo>
                    <a:pt x="0" y="323049"/>
                  </a:lnTo>
                  <a:lnTo>
                    <a:pt x="10706" y="342138"/>
                  </a:lnTo>
                  <a:lnTo>
                    <a:pt x="293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84182" y="7627138"/>
              <a:ext cx="294005" cy="342265"/>
            </a:xfrm>
            <a:custGeom>
              <a:avLst/>
              <a:gdLst/>
              <a:ahLst/>
              <a:cxnLst/>
              <a:rect l="l" t="t" r="r" b="b"/>
              <a:pathLst>
                <a:path w="294005" h="342265">
                  <a:moveTo>
                    <a:pt x="0" y="323049"/>
                  </a:moveTo>
                  <a:lnTo>
                    <a:pt x="10706" y="342138"/>
                  </a:lnTo>
                  <a:lnTo>
                    <a:pt x="293509" y="0"/>
                  </a:lnTo>
                  <a:lnTo>
                    <a:pt x="0" y="323049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2599" y="7928090"/>
              <a:ext cx="603885" cy="63500"/>
            </a:xfrm>
            <a:custGeom>
              <a:avLst/>
              <a:gdLst/>
              <a:ahLst/>
              <a:cxnLst/>
              <a:rect l="l" t="t" r="r" b="b"/>
              <a:pathLst>
                <a:path w="603885" h="63500">
                  <a:moveTo>
                    <a:pt x="603427" y="0"/>
                  </a:moveTo>
                  <a:lnTo>
                    <a:pt x="0" y="31216"/>
                  </a:lnTo>
                  <a:lnTo>
                    <a:pt x="10782" y="63271"/>
                  </a:lnTo>
                  <a:lnTo>
                    <a:pt x="6034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02599" y="7928090"/>
              <a:ext cx="603885" cy="63500"/>
            </a:xfrm>
            <a:custGeom>
              <a:avLst/>
              <a:gdLst/>
              <a:ahLst/>
              <a:cxnLst/>
              <a:rect l="l" t="t" r="r" b="b"/>
              <a:pathLst>
                <a:path w="603885" h="63500">
                  <a:moveTo>
                    <a:pt x="0" y="31216"/>
                  </a:moveTo>
                  <a:lnTo>
                    <a:pt x="10782" y="63271"/>
                  </a:lnTo>
                  <a:lnTo>
                    <a:pt x="603427" y="0"/>
                  </a:lnTo>
                  <a:lnTo>
                    <a:pt x="0" y="31216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6686" y="7896239"/>
              <a:ext cx="155959" cy="12360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252604" y="7627138"/>
              <a:ext cx="294005" cy="342265"/>
            </a:xfrm>
            <a:custGeom>
              <a:avLst/>
              <a:gdLst/>
              <a:ahLst/>
              <a:cxnLst/>
              <a:rect l="l" t="t" r="r" b="b"/>
              <a:pathLst>
                <a:path w="294005" h="342265">
                  <a:moveTo>
                    <a:pt x="0" y="0"/>
                  </a:moveTo>
                  <a:lnTo>
                    <a:pt x="282816" y="342138"/>
                  </a:lnTo>
                  <a:lnTo>
                    <a:pt x="293522" y="323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52604" y="7627138"/>
              <a:ext cx="294005" cy="342265"/>
            </a:xfrm>
            <a:custGeom>
              <a:avLst/>
              <a:gdLst/>
              <a:ahLst/>
              <a:cxnLst/>
              <a:rect l="l" t="t" r="r" b="b"/>
              <a:pathLst>
                <a:path w="294005" h="342265">
                  <a:moveTo>
                    <a:pt x="293522" y="323049"/>
                  </a:moveTo>
                  <a:lnTo>
                    <a:pt x="282816" y="342138"/>
                  </a:lnTo>
                  <a:lnTo>
                    <a:pt x="0" y="0"/>
                  </a:lnTo>
                  <a:lnTo>
                    <a:pt x="293522" y="323049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24282" y="7928090"/>
              <a:ext cx="603885" cy="63500"/>
            </a:xfrm>
            <a:custGeom>
              <a:avLst/>
              <a:gdLst/>
              <a:ahLst/>
              <a:cxnLst/>
              <a:rect l="l" t="t" r="r" b="b"/>
              <a:pathLst>
                <a:path w="603885" h="63500">
                  <a:moveTo>
                    <a:pt x="0" y="0"/>
                  </a:moveTo>
                  <a:lnTo>
                    <a:pt x="592645" y="63271"/>
                  </a:lnTo>
                  <a:lnTo>
                    <a:pt x="603427" y="31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24282" y="7928090"/>
              <a:ext cx="603885" cy="63500"/>
            </a:xfrm>
            <a:custGeom>
              <a:avLst/>
              <a:gdLst/>
              <a:ahLst/>
              <a:cxnLst/>
              <a:rect l="l" t="t" r="r" b="b"/>
              <a:pathLst>
                <a:path w="603885" h="63500">
                  <a:moveTo>
                    <a:pt x="603427" y="31216"/>
                  </a:moveTo>
                  <a:lnTo>
                    <a:pt x="592645" y="63271"/>
                  </a:lnTo>
                  <a:lnTo>
                    <a:pt x="0" y="0"/>
                  </a:lnTo>
                  <a:lnTo>
                    <a:pt x="603427" y="31216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7663" y="7896239"/>
              <a:ext cx="155954" cy="12360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528099" y="7549901"/>
              <a:ext cx="882650" cy="135255"/>
            </a:xfrm>
            <a:custGeom>
              <a:avLst/>
              <a:gdLst/>
              <a:ahLst/>
              <a:cxnLst/>
              <a:rect l="l" t="t" r="r" b="b"/>
              <a:pathLst>
                <a:path w="882650" h="135254">
                  <a:moveTo>
                    <a:pt x="882078" y="0"/>
                  </a:moveTo>
                  <a:lnTo>
                    <a:pt x="838535" y="24622"/>
                  </a:lnTo>
                  <a:lnTo>
                    <a:pt x="793606" y="46981"/>
                  </a:lnTo>
                  <a:lnTo>
                    <a:pt x="747368" y="66998"/>
                  </a:lnTo>
                  <a:lnTo>
                    <a:pt x="699899" y="84596"/>
                  </a:lnTo>
                  <a:lnTo>
                    <a:pt x="651275" y="99699"/>
                  </a:lnTo>
                  <a:lnTo>
                    <a:pt x="601573" y="112229"/>
                  </a:lnTo>
                  <a:lnTo>
                    <a:pt x="550871" y="122109"/>
                  </a:lnTo>
                  <a:lnTo>
                    <a:pt x="499246" y="129262"/>
                  </a:lnTo>
                  <a:lnTo>
                    <a:pt x="446775" y="133610"/>
                  </a:lnTo>
                  <a:lnTo>
                    <a:pt x="393534" y="135077"/>
                  </a:lnTo>
                  <a:lnTo>
                    <a:pt x="341244" y="133661"/>
                  </a:lnTo>
                  <a:lnTo>
                    <a:pt x="289693" y="129464"/>
                  </a:lnTo>
                  <a:lnTo>
                    <a:pt x="238953" y="122560"/>
                  </a:lnTo>
                  <a:lnTo>
                    <a:pt x="189099" y="113020"/>
                  </a:lnTo>
                  <a:lnTo>
                    <a:pt x="140204" y="100919"/>
                  </a:lnTo>
                  <a:lnTo>
                    <a:pt x="92340" y="86331"/>
                  </a:lnTo>
                  <a:lnTo>
                    <a:pt x="45580" y="69329"/>
                  </a:lnTo>
                  <a:lnTo>
                    <a:pt x="0" y="49987"/>
                  </a:lnTo>
                </a:path>
              </a:pathLst>
            </a:custGeom>
            <a:ln w="6349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74664" y="7612684"/>
              <a:ext cx="688975" cy="330200"/>
            </a:xfrm>
            <a:custGeom>
              <a:avLst/>
              <a:gdLst/>
              <a:ahLst/>
              <a:cxnLst/>
              <a:rect l="l" t="t" r="r" b="b"/>
              <a:pathLst>
                <a:path w="688975" h="330200">
                  <a:moveTo>
                    <a:pt x="28917" y="6477"/>
                  </a:moveTo>
                  <a:lnTo>
                    <a:pt x="22440" y="0"/>
                  </a:lnTo>
                  <a:lnTo>
                    <a:pt x="6464" y="0"/>
                  </a:lnTo>
                  <a:lnTo>
                    <a:pt x="0" y="6477"/>
                  </a:lnTo>
                  <a:lnTo>
                    <a:pt x="0" y="22453"/>
                  </a:lnTo>
                  <a:lnTo>
                    <a:pt x="6464" y="28930"/>
                  </a:lnTo>
                  <a:lnTo>
                    <a:pt x="22440" y="28930"/>
                  </a:lnTo>
                  <a:lnTo>
                    <a:pt x="28917" y="22453"/>
                  </a:lnTo>
                  <a:lnTo>
                    <a:pt x="28917" y="14465"/>
                  </a:lnTo>
                  <a:lnTo>
                    <a:pt x="28917" y="6477"/>
                  </a:lnTo>
                  <a:close/>
                </a:path>
                <a:path w="688975" h="330200">
                  <a:moveTo>
                    <a:pt x="360286" y="307428"/>
                  </a:moveTo>
                  <a:lnTo>
                    <a:pt x="353809" y="300951"/>
                  </a:lnTo>
                  <a:lnTo>
                    <a:pt x="337832" y="300951"/>
                  </a:lnTo>
                  <a:lnTo>
                    <a:pt x="331368" y="307428"/>
                  </a:lnTo>
                  <a:lnTo>
                    <a:pt x="331368" y="323392"/>
                  </a:lnTo>
                  <a:lnTo>
                    <a:pt x="337832" y="329869"/>
                  </a:lnTo>
                  <a:lnTo>
                    <a:pt x="353809" y="329869"/>
                  </a:lnTo>
                  <a:lnTo>
                    <a:pt x="360286" y="323392"/>
                  </a:lnTo>
                  <a:lnTo>
                    <a:pt x="360286" y="315417"/>
                  </a:lnTo>
                  <a:lnTo>
                    <a:pt x="360286" y="307428"/>
                  </a:lnTo>
                  <a:close/>
                </a:path>
                <a:path w="688975" h="330200">
                  <a:moveTo>
                    <a:pt x="688606" y="6477"/>
                  </a:moveTo>
                  <a:lnTo>
                    <a:pt x="682129" y="0"/>
                  </a:lnTo>
                  <a:lnTo>
                    <a:pt x="666165" y="0"/>
                  </a:lnTo>
                  <a:lnTo>
                    <a:pt x="659688" y="6477"/>
                  </a:lnTo>
                  <a:lnTo>
                    <a:pt x="659688" y="22453"/>
                  </a:lnTo>
                  <a:lnTo>
                    <a:pt x="666165" y="28930"/>
                  </a:lnTo>
                  <a:lnTo>
                    <a:pt x="682129" y="28930"/>
                  </a:lnTo>
                  <a:lnTo>
                    <a:pt x="688606" y="22453"/>
                  </a:lnTo>
                  <a:lnTo>
                    <a:pt x="688606" y="14465"/>
                  </a:lnTo>
                  <a:lnTo>
                    <a:pt x="688606" y="647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124450" y="1858398"/>
            <a:ext cx="3268345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2.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 algn="just">
              <a:lnSpc>
                <a:spcPct val="141700"/>
              </a:lnSpc>
              <a:spcBef>
                <a:spcPts val="1130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Pergeli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köşesine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koyup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kenarının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iki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yerde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kesecek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şekilde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yay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Yayın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kestiği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noktalara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diyelim.</a:t>
            </a:r>
            <a:endParaRPr sz="1000">
              <a:latin typeface="Arial"/>
              <a:cs typeface="Arial"/>
            </a:endParaRPr>
          </a:p>
          <a:p>
            <a:pPr marR="897255" algn="ctr">
              <a:lnSpc>
                <a:spcPct val="100000"/>
              </a:lnSpc>
              <a:spcBef>
                <a:spcPts val="1205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836515" y="3113845"/>
            <a:ext cx="1829435" cy="915035"/>
          </a:xfrm>
          <a:custGeom>
            <a:avLst/>
            <a:gdLst/>
            <a:ahLst/>
            <a:cxnLst/>
            <a:rect l="l" t="t" r="r" b="b"/>
            <a:pathLst>
              <a:path w="1829434" h="915035">
                <a:moveTo>
                  <a:pt x="1828965" y="914412"/>
                </a:moveTo>
                <a:lnTo>
                  <a:pt x="0" y="914412"/>
                </a:lnTo>
                <a:lnTo>
                  <a:pt x="457212" y="0"/>
                </a:lnTo>
                <a:lnTo>
                  <a:pt x="1828965" y="914412"/>
                </a:lnTo>
                <a:close/>
              </a:path>
            </a:pathLst>
          </a:custGeom>
          <a:ln w="6350">
            <a:solidFill>
              <a:srgbClr val="006A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694701" y="3966923"/>
            <a:ext cx="33401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r>
              <a:rPr sz="850" i="1" spc="29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75" i="1" spc="202" baseline="-42483" dirty="0">
                <a:solidFill>
                  <a:srgbClr val="231F20"/>
                </a:solidFill>
                <a:latin typeface="Trebuchet MS"/>
                <a:cs typeface="Trebuchet MS"/>
              </a:rPr>
              <a:t>M</a:t>
            </a:r>
            <a:endParaRPr sz="1275" baseline="-42483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78283" y="4047346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20" dirty="0">
                <a:solidFill>
                  <a:srgbClr val="231F20"/>
                </a:solidFill>
                <a:latin typeface="Trebuchet MS"/>
                <a:cs typeface="Trebuchet MS"/>
              </a:rPr>
              <a:t>N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685608" y="3952134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887224" y="3110665"/>
            <a:ext cx="1324610" cy="980440"/>
            <a:chOff x="4887224" y="3110665"/>
            <a:chExt cx="1324610" cy="980440"/>
          </a:xfrm>
        </p:grpSpPr>
        <p:sp>
          <p:nvSpPr>
            <p:cNvPr id="42" name="object 42"/>
            <p:cNvSpPr/>
            <p:nvPr/>
          </p:nvSpPr>
          <p:spPr>
            <a:xfrm>
              <a:off x="5293728" y="3113840"/>
              <a:ext cx="824230" cy="190500"/>
            </a:xfrm>
            <a:custGeom>
              <a:avLst/>
              <a:gdLst/>
              <a:ahLst/>
              <a:cxnLst/>
              <a:rect l="l" t="t" r="r" b="b"/>
              <a:pathLst>
                <a:path w="824229" h="190500">
                  <a:moveTo>
                    <a:pt x="0" y="0"/>
                  </a:moveTo>
                  <a:lnTo>
                    <a:pt x="824153" y="190449"/>
                  </a:lnTo>
                  <a:lnTo>
                    <a:pt x="783818" y="1499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93728" y="3113840"/>
              <a:ext cx="824230" cy="190500"/>
            </a:xfrm>
            <a:custGeom>
              <a:avLst/>
              <a:gdLst/>
              <a:ahLst/>
              <a:cxnLst/>
              <a:rect l="l" t="t" r="r" b="b"/>
              <a:pathLst>
                <a:path w="824229" h="190500">
                  <a:moveTo>
                    <a:pt x="783818" y="149961"/>
                  </a:moveTo>
                  <a:lnTo>
                    <a:pt x="824153" y="190449"/>
                  </a:lnTo>
                  <a:lnTo>
                    <a:pt x="0" y="0"/>
                  </a:lnTo>
                  <a:lnTo>
                    <a:pt x="783818" y="149961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238685" y="3280681"/>
              <a:ext cx="888365" cy="807085"/>
            </a:xfrm>
            <a:custGeom>
              <a:avLst/>
              <a:gdLst/>
              <a:ahLst/>
              <a:cxnLst/>
              <a:rect l="l" t="t" r="r" b="b"/>
              <a:pathLst>
                <a:path w="888364" h="807085">
                  <a:moveTo>
                    <a:pt x="855662" y="0"/>
                  </a:moveTo>
                  <a:lnTo>
                    <a:pt x="0" y="806843"/>
                  </a:lnTo>
                  <a:lnTo>
                    <a:pt x="887780" y="32245"/>
                  </a:lnTo>
                  <a:lnTo>
                    <a:pt x="8556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238685" y="3280681"/>
              <a:ext cx="888365" cy="807085"/>
            </a:xfrm>
            <a:custGeom>
              <a:avLst/>
              <a:gdLst/>
              <a:ahLst/>
              <a:cxnLst/>
              <a:rect l="l" t="t" r="r" b="b"/>
              <a:pathLst>
                <a:path w="888364" h="807085">
                  <a:moveTo>
                    <a:pt x="855662" y="0"/>
                  </a:moveTo>
                  <a:lnTo>
                    <a:pt x="887780" y="32245"/>
                  </a:lnTo>
                  <a:lnTo>
                    <a:pt x="0" y="806843"/>
                  </a:lnTo>
                  <a:lnTo>
                    <a:pt x="855662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0036" y="3179254"/>
              <a:ext cx="181748" cy="18156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890399" y="3949094"/>
              <a:ext cx="904240" cy="138430"/>
            </a:xfrm>
            <a:custGeom>
              <a:avLst/>
              <a:gdLst/>
              <a:ahLst/>
              <a:cxnLst/>
              <a:rect l="l" t="t" r="r" b="b"/>
              <a:pathLst>
                <a:path w="904239" h="138429">
                  <a:moveTo>
                    <a:pt x="904024" y="0"/>
                  </a:moveTo>
                  <a:lnTo>
                    <a:pt x="859396" y="25234"/>
                  </a:lnTo>
                  <a:lnTo>
                    <a:pt x="813348" y="48149"/>
                  </a:lnTo>
                  <a:lnTo>
                    <a:pt x="765958" y="68663"/>
                  </a:lnTo>
                  <a:lnTo>
                    <a:pt x="717306" y="86698"/>
                  </a:lnTo>
                  <a:lnTo>
                    <a:pt x="667472" y="102176"/>
                  </a:lnTo>
                  <a:lnTo>
                    <a:pt x="616533" y="115016"/>
                  </a:lnTo>
                  <a:lnTo>
                    <a:pt x="564571" y="125141"/>
                  </a:lnTo>
                  <a:lnTo>
                    <a:pt x="511662" y="132471"/>
                  </a:lnTo>
                  <a:lnTo>
                    <a:pt x="457888" y="136927"/>
                  </a:lnTo>
                  <a:lnTo>
                    <a:pt x="403326" y="138430"/>
                  </a:lnTo>
                  <a:lnTo>
                    <a:pt x="349735" y="136979"/>
                  </a:lnTo>
                  <a:lnTo>
                    <a:pt x="296901" y="132679"/>
                  </a:lnTo>
                  <a:lnTo>
                    <a:pt x="244899" y="125604"/>
                  </a:lnTo>
                  <a:lnTo>
                    <a:pt x="193805" y="115828"/>
                  </a:lnTo>
                  <a:lnTo>
                    <a:pt x="143692" y="103428"/>
                  </a:lnTo>
                  <a:lnTo>
                    <a:pt x="94638" y="88479"/>
                  </a:lnTo>
                  <a:lnTo>
                    <a:pt x="46715" y="71055"/>
                  </a:lnTo>
                  <a:lnTo>
                    <a:pt x="0" y="51231"/>
                  </a:lnTo>
                </a:path>
              </a:pathLst>
            </a:custGeom>
            <a:ln w="6349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38106" y="4013440"/>
              <a:ext cx="706120" cy="29845"/>
            </a:xfrm>
            <a:custGeom>
              <a:avLst/>
              <a:gdLst/>
              <a:ahLst/>
              <a:cxnLst/>
              <a:rect l="l" t="t" r="r" b="b"/>
              <a:pathLst>
                <a:path w="706120" h="29845">
                  <a:moveTo>
                    <a:pt x="29641" y="6629"/>
                  </a:moveTo>
                  <a:lnTo>
                    <a:pt x="23012" y="0"/>
                  </a:lnTo>
                  <a:lnTo>
                    <a:pt x="6642" y="0"/>
                  </a:lnTo>
                  <a:lnTo>
                    <a:pt x="0" y="6629"/>
                  </a:lnTo>
                  <a:lnTo>
                    <a:pt x="0" y="23012"/>
                  </a:lnTo>
                  <a:lnTo>
                    <a:pt x="6642" y="29641"/>
                  </a:lnTo>
                  <a:lnTo>
                    <a:pt x="23012" y="29641"/>
                  </a:lnTo>
                  <a:lnTo>
                    <a:pt x="29641" y="23012"/>
                  </a:lnTo>
                  <a:lnTo>
                    <a:pt x="29641" y="14820"/>
                  </a:lnTo>
                  <a:lnTo>
                    <a:pt x="29641" y="6629"/>
                  </a:lnTo>
                  <a:close/>
                </a:path>
                <a:path w="706120" h="29845">
                  <a:moveTo>
                    <a:pt x="705751" y="6629"/>
                  </a:moveTo>
                  <a:lnTo>
                    <a:pt x="699122" y="0"/>
                  </a:lnTo>
                  <a:lnTo>
                    <a:pt x="682752" y="0"/>
                  </a:lnTo>
                  <a:lnTo>
                    <a:pt x="676109" y="6629"/>
                  </a:lnTo>
                  <a:lnTo>
                    <a:pt x="676109" y="23012"/>
                  </a:lnTo>
                  <a:lnTo>
                    <a:pt x="682752" y="29641"/>
                  </a:lnTo>
                  <a:lnTo>
                    <a:pt x="699122" y="29641"/>
                  </a:lnTo>
                  <a:lnTo>
                    <a:pt x="705751" y="23012"/>
                  </a:lnTo>
                  <a:lnTo>
                    <a:pt x="705751" y="14820"/>
                  </a:lnTo>
                  <a:lnTo>
                    <a:pt x="705751" y="662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4833340" y="6514547"/>
            <a:ext cx="1835785" cy="1322705"/>
            <a:chOff x="4833340" y="6514547"/>
            <a:chExt cx="1835785" cy="1322705"/>
          </a:xfrm>
        </p:grpSpPr>
        <p:sp>
          <p:nvSpPr>
            <p:cNvPr id="50" name="object 50"/>
            <p:cNvSpPr/>
            <p:nvPr/>
          </p:nvSpPr>
          <p:spPr>
            <a:xfrm>
              <a:off x="4836515" y="6519944"/>
              <a:ext cx="1829435" cy="915035"/>
            </a:xfrm>
            <a:custGeom>
              <a:avLst/>
              <a:gdLst/>
              <a:ahLst/>
              <a:cxnLst/>
              <a:rect l="l" t="t" r="r" b="b"/>
              <a:pathLst>
                <a:path w="1829434" h="915034">
                  <a:moveTo>
                    <a:pt x="1828965" y="914412"/>
                  </a:moveTo>
                  <a:lnTo>
                    <a:pt x="0" y="914412"/>
                  </a:lnTo>
                  <a:lnTo>
                    <a:pt x="457212" y="0"/>
                  </a:lnTo>
                  <a:lnTo>
                    <a:pt x="1828965" y="914412"/>
                  </a:lnTo>
                  <a:close/>
                </a:path>
              </a:pathLst>
            </a:custGeom>
            <a:ln w="635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295920" y="6519944"/>
              <a:ext cx="0" cy="1223010"/>
            </a:xfrm>
            <a:custGeom>
              <a:avLst/>
              <a:gdLst/>
              <a:ahLst/>
              <a:cxnLst/>
              <a:rect l="l" t="t" r="r" b="b"/>
              <a:pathLst>
                <a:path h="1223009">
                  <a:moveTo>
                    <a:pt x="0" y="0"/>
                  </a:moveTo>
                  <a:lnTo>
                    <a:pt x="0" y="1222844"/>
                  </a:lnTo>
                </a:path>
              </a:pathLst>
            </a:custGeom>
            <a:ln w="10548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71432" y="7648802"/>
              <a:ext cx="236829" cy="18796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4124450" y="5480398"/>
            <a:ext cx="3268345" cy="1036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4.</a:t>
            </a:r>
            <a:r>
              <a:rPr sz="1000" b="1" i="1" spc="10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41700"/>
              </a:lnSpc>
              <a:spcBef>
                <a:spcPts val="1130"/>
              </a:spcBef>
            </a:pP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köşesi</a:t>
            </a:r>
            <a:r>
              <a:rPr sz="1000" i="1" spc="3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3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spc="3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noktasını</a:t>
            </a:r>
            <a:r>
              <a:rPr sz="1000" i="1" spc="3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cetvelle</a:t>
            </a:r>
            <a:r>
              <a:rPr sz="1000" i="1" spc="3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birleştirelim.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[AH],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nin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ytiksekliğidir.</a:t>
            </a:r>
            <a:endParaRPr sz="1000">
              <a:latin typeface="Arial"/>
              <a:cs typeface="Arial"/>
            </a:endParaRPr>
          </a:p>
          <a:p>
            <a:pPr marR="897255" algn="ctr">
              <a:lnSpc>
                <a:spcPct val="100000"/>
              </a:lnSpc>
              <a:spcBef>
                <a:spcPts val="1205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20101" y="7373022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915804" y="7453407"/>
            <a:ext cx="1257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M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232622" y="7781491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85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550804" y="7453407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20" dirty="0">
                <a:solidFill>
                  <a:srgbClr val="231F20"/>
                </a:solidFill>
                <a:latin typeface="Trebuchet MS"/>
                <a:cs typeface="Trebuchet MS"/>
              </a:rPr>
              <a:t>N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300366" y="7281983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5" dirty="0">
                <a:solidFill>
                  <a:srgbClr val="231F20"/>
                </a:solidFill>
                <a:latin typeface="Trebuchet MS"/>
                <a:cs typeface="Trebuchet MS"/>
              </a:rPr>
              <a:t>H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685596" y="7358157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887224" y="6475767"/>
            <a:ext cx="910590" cy="1387475"/>
            <a:chOff x="4887224" y="6475767"/>
            <a:chExt cx="910590" cy="1387475"/>
          </a:xfrm>
        </p:grpSpPr>
        <p:sp>
          <p:nvSpPr>
            <p:cNvPr id="61" name="object 61"/>
            <p:cNvSpPr/>
            <p:nvPr/>
          </p:nvSpPr>
          <p:spPr>
            <a:xfrm>
              <a:off x="4890399" y="7355193"/>
              <a:ext cx="904240" cy="138430"/>
            </a:xfrm>
            <a:custGeom>
              <a:avLst/>
              <a:gdLst/>
              <a:ahLst/>
              <a:cxnLst/>
              <a:rect l="l" t="t" r="r" b="b"/>
              <a:pathLst>
                <a:path w="904239" h="138429">
                  <a:moveTo>
                    <a:pt x="904024" y="0"/>
                  </a:moveTo>
                  <a:lnTo>
                    <a:pt x="859396" y="25234"/>
                  </a:lnTo>
                  <a:lnTo>
                    <a:pt x="813348" y="48149"/>
                  </a:lnTo>
                  <a:lnTo>
                    <a:pt x="765958" y="68663"/>
                  </a:lnTo>
                  <a:lnTo>
                    <a:pt x="717306" y="86698"/>
                  </a:lnTo>
                  <a:lnTo>
                    <a:pt x="667472" y="102176"/>
                  </a:lnTo>
                  <a:lnTo>
                    <a:pt x="616533" y="115016"/>
                  </a:lnTo>
                  <a:lnTo>
                    <a:pt x="564571" y="125141"/>
                  </a:lnTo>
                  <a:lnTo>
                    <a:pt x="511662" y="132471"/>
                  </a:lnTo>
                  <a:lnTo>
                    <a:pt x="457888" y="136927"/>
                  </a:lnTo>
                  <a:lnTo>
                    <a:pt x="403326" y="138429"/>
                  </a:lnTo>
                  <a:lnTo>
                    <a:pt x="349735" y="136979"/>
                  </a:lnTo>
                  <a:lnTo>
                    <a:pt x="296901" y="132679"/>
                  </a:lnTo>
                  <a:lnTo>
                    <a:pt x="244899" y="125604"/>
                  </a:lnTo>
                  <a:lnTo>
                    <a:pt x="193805" y="115828"/>
                  </a:lnTo>
                  <a:lnTo>
                    <a:pt x="143692" y="103428"/>
                  </a:lnTo>
                  <a:lnTo>
                    <a:pt x="94638" y="88479"/>
                  </a:lnTo>
                  <a:lnTo>
                    <a:pt x="46715" y="71055"/>
                  </a:lnTo>
                  <a:lnTo>
                    <a:pt x="0" y="51231"/>
                  </a:lnTo>
                </a:path>
              </a:pathLst>
            </a:custGeom>
            <a:ln w="6349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938106" y="7419542"/>
              <a:ext cx="706120" cy="338455"/>
            </a:xfrm>
            <a:custGeom>
              <a:avLst/>
              <a:gdLst/>
              <a:ahLst/>
              <a:cxnLst/>
              <a:rect l="l" t="t" r="r" b="b"/>
              <a:pathLst>
                <a:path w="706120" h="338454">
                  <a:moveTo>
                    <a:pt x="29641" y="6629"/>
                  </a:moveTo>
                  <a:lnTo>
                    <a:pt x="23012" y="0"/>
                  </a:lnTo>
                  <a:lnTo>
                    <a:pt x="6642" y="0"/>
                  </a:lnTo>
                  <a:lnTo>
                    <a:pt x="0" y="6629"/>
                  </a:lnTo>
                  <a:lnTo>
                    <a:pt x="0" y="23012"/>
                  </a:lnTo>
                  <a:lnTo>
                    <a:pt x="6642" y="29641"/>
                  </a:lnTo>
                  <a:lnTo>
                    <a:pt x="23012" y="29641"/>
                  </a:lnTo>
                  <a:lnTo>
                    <a:pt x="29641" y="23012"/>
                  </a:lnTo>
                  <a:lnTo>
                    <a:pt x="29641" y="14820"/>
                  </a:lnTo>
                  <a:lnTo>
                    <a:pt x="29641" y="6629"/>
                  </a:lnTo>
                  <a:close/>
                </a:path>
                <a:path w="706120" h="338454">
                  <a:moveTo>
                    <a:pt x="369252" y="308432"/>
                  </a:moveTo>
                  <a:lnTo>
                    <a:pt x="352539" y="308432"/>
                  </a:lnTo>
                  <a:lnTo>
                    <a:pt x="352539" y="338074"/>
                  </a:lnTo>
                  <a:lnTo>
                    <a:pt x="369252" y="338074"/>
                  </a:lnTo>
                  <a:lnTo>
                    <a:pt x="369252" y="308432"/>
                  </a:lnTo>
                  <a:close/>
                </a:path>
                <a:path w="706120" h="338454">
                  <a:moveTo>
                    <a:pt x="369252" y="0"/>
                  </a:moveTo>
                  <a:lnTo>
                    <a:pt x="352539" y="0"/>
                  </a:lnTo>
                  <a:lnTo>
                    <a:pt x="352539" y="29641"/>
                  </a:lnTo>
                  <a:lnTo>
                    <a:pt x="369252" y="29641"/>
                  </a:lnTo>
                  <a:lnTo>
                    <a:pt x="369252" y="0"/>
                  </a:lnTo>
                  <a:close/>
                </a:path>
                <a:path w="706120" h="338454">
                  <a:moveTo>
                    <a:pt x="705751" y="6629"/>
                  </a:moveTo>
                  <a:lnTo>
                    <a:pt x="699122" y="0"/>
                  </a:lnTo>
                  <a:lnTo>
                    <a:pt x="682752" y="0"/>
                  </a:lnTo>
                  <a:lnTo>
                    <a:pt x="676109" y="6629"/>
                  </a:lnTo>
                  <a:lnTo>
                    <a:pt x="676109" y="23012"/>
                  </a:lnTo>
                  <a:lnTo>
                    <a:pt x="682752" y="29641"/>
                  </a:lnTo>
                  <a:lnTo>
                    <a:pt x="699122" y="29641"/>
                  </a:lnTo>
                  <a:lnTo>
                    <a:pt x="705751" y="23012"/>
                  </a:lnTo>
                  <a:lnTo>
                    <a:pt x="705751" y="14820"/>
                  </a:lnTo>
                  <a:lnTo>
                    <a:pt x="705751" y="662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238093" y="6477672"/>
              <a:ext cx="52705" cy="1383665"/>
            </a:xfrm>
            <a:custGeom>
              <a:avLst/>
              <a:gdLst/>
              <a:ahLst/>
              <a:cxnLst/>
              <a:rect l="l" t="t" r="r" b="b"/>
              <a:pathLst>
                <a:path w="52704" h="1383665">
                  <a:moveTo>
                    <a:pt x="52552" y="0"/>
                  </a:moveTo>
                  <a:lnTo>
                    <a:pt x="0" y="0"/>
                  </a:lnTo>
                  <a:lnTo>
                    <a:pt x="0" y="1383245"/>
                  </a:lnTo>
                  <a:lnTo>
                    <a:pt x="52552" y="1383245"/>
                  </a:lnTo>
                  <a:lnTo>
                    <a:pt x="52552" y="0"/>
                  </a:lnTo>
                  <a:close/>
                </a:path>
              </a:pathLst>
            </a:custGeom>
            <a:solidFill>
              <a:srgbClr val="FFF5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238093" y="6477672"/>
              <a:ext cx="52705" cy="1383665"/>
            </a:xfrm>
            <a:custGeom>
              <a:avLst/>
              <a:gdLst/>
              <a:ahLst/>
              <a:cxnLst/>
              <a:rect l="l" t="t" r="r" b="b"/>
              <a:pathLst>
                <a:path w="52704" h="1383665">
                  <a:moveTo>
                    <a:pt x="0" y="1383245"/>
                  </a:moveTo>
                  <a:lnTo>
                    <a:pt x="52552" y="1383245"/>
                  </a:lnTo>
                  <a:lnTo>
                    <a:pt x="52552" y="0"/>
                  </a:lnTo>
                  <a:lnTo>
                    <a:pt x="0" y="0"/>
                  </a:lnTo>
                  <a:lnTo>
                    <a:pt x="0" y="1383245"/>
                  </a:lnTo>
                  <a:close/>
                </a:path>
              </a:pathLst>
            </a:custGeom>
            <a:ln w="381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249155" y="6499580"/>
              <a:ext cx="30480" cy="29845"/>
            </a:xfrm>
            <a:custGeom>
              <a:avLst/>
              <a:gdLst/>
              <a:ahLst/>
              <a:cxnLst/>
              <a:rect l="l" t="t" r="r" b="b"/>
              <a:pathLst>
                <a:path w="30479" h="29845">
                  <a:moveTo>
                    <a:pt x="23571" y="0"/>
                  </a:moveTo>
                  <a:lnTo>
                    <a:pt x="6781" y="25"/>
                  </a:lnTo>
                  <a:lnTo>
                    <a:pt x="0" y="6667"/>
                  </a:lnTo>
                  <a:lnTo>
                    <a:pt x="63" y="23075"/>
                  </a:lnTo>
                  <a:lnTo>
                    <a:pt x="6857" y="29730"/>
                  </a:lnTo>
                  <a:lnTo>
                    <a:pt x="23660" y="29692"/>
                  </a:lnTo>
                  <a:lnTo>
                    <a:pt x="30429" y="23012"/>
                  </a:lnTo>
                  <a:lnTo>
                    <a:pt x="30391" y="14820"/>
                  </a:lnTo>
                  <a:lnTo>
                    <a:pt x="30378" y="6603"/>
                  </a:lnTo>
                  <a:lnTo>
                    <a:pt x="235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249155" y="6499580"/>
              <a:ext cx="30480" cy="29845"/>
            </a:xfrm>
            <a:custGeom>
              <a:avLst/>
              <a:gdLst/>
              <a:ahLst/>
              <a:cxnLst/>
              <a:rect l="l" t="t" r="r" b="b"/>
              <a:pathLst>
                <a:path w="30479" h="29845">
                  <a:moveTo>
                    <a:pt x="30391" y="14820"/>
                  </a:moveTo>
                  <a:lnTo>
                    <a:pt x="30378" y="6603"/>
                  </a:lnTo>
                  <a:lnTo>
                    <a:pt x="23571" y="0"/>
                  </a:lnTo>
                  <a:lnTo>
                    <a:pt x="15176" y="25"/>
                  </a:lnTo>
                  <a:lnTo>
                    <a:pt x="6781" y="25"/>
                  </a:lnTo>
                  <a:lnTo>
                    <a:pt x="0" y="6667"/>
                  </a:lnTo>
                  <a:lnTo>
                    <a:pt x="38" y="14884"/>
                  </a:lnTo>
                  <a:lnTo>
                    <a:pt x="63" y="23075"/>
                  </a:lnTo>
                  <a:lnTo>
                    <a:pt x="6857" y="29730"/>
                  </a:lnTo>
                  <a:lnTo>
                    <a:pt x="15278" y="29717"/>
                  </a:lnTo>
                  <a:lnTo>
                    <a:pt x="23660" y="29692"/>
                  </a:lnTo>
                  <a:lnTo>
                    <a:pt x="30429" y="23012"/>
                  </a:lnTo>
                  <a:lnTo>
                    <a:pt x="30391" y="14820"/>
                  </a:lnTo>
                  <a:close/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264365" y="6573162"/>
              <a:ext cx="26670" cy="1253490"/>
            </a:xfrm>
            <a:custGeom>
              <a:avLst/>
              <a:gdLst/>
              <a:ahLst/>
              <a:cxnLst/>
              <a:rect l="l" t="t" r="r" b="b"/>
              <a:pathLst>
                <a:path w="26670" h="1253490">
                  <a:moveTo>
                    <a:pt x="0" y="1253439"/>
                  </a:moveTo>
                  <a:lnTo>
                    <a:pt x="26276" y="1253439"/>
                  </a:lnTo>
                </a:path>
                <a:path w="26670" h="1253490">
                  <a:moveTo>
                    <a:pt x="0" y="1222870"/>
                  </a:moveTo>
                  <a:lnTo>
                    <a:pt x="26276" y="1222870"/>
                  </a:lnTo>
                </a:path>
                <a:path w="26670" h="1253490">
                  <a:moveTo>
                    <a:pt x="0" y="1192288"/>
                  </a:moveTo>
                  <a:lnTo>
                    <a:pt x="26276" y="1192288"/>
                  </a:lnTo>
                </a:path>
                <a:path w="26670" h="1253490">
                  <a:moveTo>
                    <a:pt x="0" y="1161719"/>
                  </a:moveTo>
                  <a:lnTo>
                    <a:pt x="26276" y="1161719"/>
                  </a:lnTo>
                </a:path>
                <a:path w="26670" h="1253490">
                  <a:moveTo>
                    <a:pt x="0" y="1131150"/>
                  </a:moveTo>
                  <a:lnTo>
                    <a:pt x="26276" y="1131150"/>
                  </a:lnTo>
                </a:path>
                <a:path w="26670" h="1253490">
                  <a:moveTo>
                    <a:pt x="0" y="1100582"/>
                  </a:moveTo>
                  <a:lnTo>
                    <a:pt x="26276" y="1100582"/>
                  </a:lnTo>
                </a:path>
                <a:path w="26670" h="1253490">
                  <a:moveTo>
                    <a:pt x="0" y="1070000"/>
                  </a:moveTo>
                  <a:lnTo>
                    <a:pt x="26276" y="1070000"/>
                  </a:lnTo>
                </a:path>
                <a:path w="26670" h="1253490">
                  <a:moveTo>
                    <a:pt x="0" y="1039444"/>
                  </a:moveTo>
                  <a:lnTo>
                    <a:pt x="26276" y="1039444"/>
                  </a:lnTo>
                </a:path>
                <a:path w="26670" h="1253490">
                  <a:moveTo>
                    <a:pt x="0" y="1008862"/>
                  </a:moveTo>
                  <a:lnTo>
                    <a:pt x="26276" y="1008862"/>
                  </a:lnTo>
                </a:path>
                <a:path w="26670" h="1253490">
                  <a:moveTo>
                    <a:pt x="0" y="978293"/>
                  </a:moveTo>
                  <a:lnTo>
                    <a:pt x="26276" y="978293"/>
                  </a:lnTo>
                </a:path>
                <a:path w="26670" h="1253490">
                  <a:moveTo>
                    <a:pt x="0" y="947724"/>
                  </a:moveTo>
                  <a:lnTo>
                    <a:pt x="26276" y="947724"/>
                  </a:lnTo>
                </a:path>
                <a:path w="26670" h="1253490">
                  <a:moveTo>
                    <a:pt x="0" y="917143"/>
                  </a:moveTo>
                  <a:lnTo>
                    <a:pt x="26276" y="917143"/>
                  </a:lnTo>
                </a:path>
                <a:path w="26670" h="1253490">
                  <a:moveTo>
                    <a:pt x="0" y="886587"/>
                  </a:moveTo>
                  <a:lnTo>
                    <a:pt x="26276" y="886587"/>
                  </a:lnTo>
                </a:path>
                <a:path w="26670" h="1253490">
                  <a:moveTo>
                    <a:pt x="0" y="856005"/>
                  </a:moveTo>
                  <a:lnTo>
                    <a:pt x="26276" y="856005"/>
                  </a:lnTo>
                </a:path>
                <a:path w="26670" h="1253490">
                  <a:moveTo>
                    <a:pt x="0" y="825436"/>
                  </a:moveTo>
                  <a:lnTo>
                    <a:pt x="26276" y="825436"/>
                  </a:lnTo>
                </a:path>
                <a:path w="26670" h="1253490">
                  <a:moveTo>
                    <a:pt x="0" y="794854"/>
                  </a:moveTo>
                  <a:lnTo>
                    <a:pt x="26276" y="794854"/>
                  </a:lnTo>
                </a:path>
                <a:path w="26670" h="1253490">
                  <a:moveTo>
                    <a:pt x="0" y="764298"/>
                  </a:moveTo>
                  <a:lnTo>
                    <a:pt x="26276" y="764298"/>
                  </a:lnTo>
                </a:path>
                <a:path w="26670" h="1253490">
                  <a:moveTo>
                    <a:pt x="0" y="733717"/>
                  </a:moveTo>
                  <a:lnTo>
                    <a:pt x="26276" y="733717"/>
                  </a:lnTo>
                </a:path>
                <a:path w="26670" h="1253490">
                  <a:moveTo>
                    <a:pt x="0" y="703148"/>
                  </a:moveTo>
                  <a:lnTo>
                    <a:pt x="26276" y="703148"/>
                  </a:lnTo>
                </a:path>
                <a:path w="26670" h="1253490">
                  <a:moveTo>
                    <a:pt x="0" y="672579"/>
                  </a:moveTo>
                  <a:lnTo>
                    <a:pt x="26276" y="672579"/>
                  </a:lnTo>
                </a:path>
                <a:path w="26670" h="1253490">
                  <a:moveTo>
                    <a:pt x="0" y="642010"/>
                  </a:moveTo>
                  <a:lnTo>
                    <a:pt x="26276" y="642010"/>
                  </a:lnTo>
                </a:path>
                <a:path w="26670" h="1253490">
                  <a:moveTo>
                    <a:pt x="0" y="611441"/>
                  </a:moveTo>
                  <a:lnTo>
                    <a:pt x="26276" y="611441"/>
                  </a:lnTo>
                </a:path>
                <a:path w="26670" h="1253490">
                  <a:moveTo>
                    <a:pt x="0" y="580859"/>
                  </a:moveTo>
                  <a:lnTo>
                    <a:pt x="26276" y="580859"/>
                  </a:lnTo>
                </a:path>
                <a:path w="26670" h="1253490">
                  <a:moveTo>
                    <a:pt x="0" y="550303"/>
                  </a:moveTo>
                  <a:lnTo>
                    <a:pt x="26276" y="550303"/>
                  </a:lnTo>
                </a:path>
                <a:path w="26670" h="1253490">
                  <a:moveTo>
                    <a:pt x="0" y="519722"/>
                  </a:moveTo>
                  <a:lnTo>
                    <a:pt x="26276" y="519722"/>
                  </a:lnTo>
                </a:path>
                <a:path w="26670" h="1253490">
                  <a:moveTo>
                    <a:pt x="0" y="489153"/>
                  </a:moveTo>
                  <a:lnTo>
                    <a:pt x="26276" y="489153"/>
                  </a:lnTo>
                </a:path>
                <a:path w="26670" h="1253490">
                  <a:moveTo>
                    <a:pt x="0" y="458584"/>
                  </a:moveTo>
                  <a:lnTo>
                    <a:pt x="26276" y="458584"/>
                  </a:lnTo>
                </a:path>
                <a:path w="26670" h="1253490">
                  <a:moveTo>
                    <a:pt x="0" y="428015"/>
                  </a:moveTo>
                  <a:lnTo>
                    <a:pt x="26276" y="428015"/>
                  </a:lnTo>
                </a:path>
                <a:path w="26670" h="1253490">
                  <a:moveTo>
                    <a:pt x="0" y="397433"/>
                  </a:moveTo>
                  <a:lnTo>
                    <a:pt x="26276" y="397433"/>
                  </a:lnTo>
                </a:path>
                <a:path w="26670" h="1253490">
                  <a:moveTo>
                    <a:pt x="0" y="366864"/>
                  </a:moveTo>
                  <a:lnTo>
                    <a:pt x="26276" y="366864"/>
                  </a:lnTo>
                </a:path>
                <a:path w="26670" h="1253490">
                  <a:moveTo>
                    <a:pt x="0" y="336296"/>
                  </a:moveTo>
                  <a:lnTo>
                    <a:pt x="26276" y="336296"/>
                  </a:lnTo>
                </a:path>
                <a:path w="26670" h="1253490">
                  <a:moveTo>
                    <a:pt x="0" y="305714"/>
                  </a:moveTo>
                  <a:lnTo>
                    <a:pt x="26276" y="305714"/>
                  </a:lnTo>
                </a:path>
                <a:path w="26670" h="1253490">
                  <a:moveTo>
                    <a:pt x="0" y="275158"/>
                  </a:moveTo>
                  <a:lnTo>
                    <a:pt x="26276" y="275158"/>
                  </a:lnTo>
                </a:path>
                <a:path w="26670" h="1253490">
                  <a:moveTo>
                    <a:pt x="0" y="244576"/>
                  </a:moveTo>
                  <a:lnTo>
                    <a:pt x="26276" y="244576"/>
                  </a:lnTo>
                </a:path>
                <a:path w="26670" h="1253490">
                  <a:moveTo>
                    <a:pt x="0" y="214007"/>
                  </a:moveTo>
                  <a:lnTo>
                    <a:pt x="26276" y="214007"/>
                  </a:lnTo>
                </a:path>
                <a:path w="26670" h="1253490">
                  <a:moveTo>
                    <a:pt x="0" y="183438"/>
                  </a:moveTo>
                  <a:lnTo>
                    <a:pt x="26276" y="183438"/>
                  </a:lnTo>
                </a:path>
                <a:path w="26670" h="1253490">
                  <a:moveTo>
                    <a:pt x="0" y="152869"/>
                  </a:moveTo>
                  <a:lnTo>
                    <a:pt x="26276" y="152869"/>
                  </a:lnTo>
                </a:path>
                <a:path w="26670" h="1253490">
                  <a:moveTo>
                    <a:pt x="0" y="122288"/>
                  </a:moveTo>
                  <a:lnTo>
                    <a:pt x="26276" y="122288"/>
                  </a:lnTo>
                </a:path>
                <a:path w="26670" h="1253490">
                  <a:moveTo>
                    <a:pt x="0" y="91719"/>
                  </a:moveTo>
                  <a:lnTo>
                    <a:pt x="26276" y="91719"/>
                  </a:lnTo>
                </a:path>
                <a:path w="26670" h="1253490">
                  <a:moveTo>
                    <a:pt x="0" y="61150"/>
                  </a:moveTo>
                  <a:lnTo>
                    <a:pt x="26276" y="61150"/>
                  </a:lnTo>
                </a:path>
                <a:path w="26670" h="1253490">
                  <a:moveTo>
                    <a:pt x="0" y="30581"/>
                  </a:moveTo>
                  <a:lnTo>
                    <a:pt x="26276" y="30581"/>
                  </a:lnTo>
                </a:path>
                <a:path w="26670" h="1253490">
                  <a:moveTo>
                    <a:pt x="0" y="0"/>
                  </a:moveTo>
                  <a:lnTo>
                    <a:pt x="26276" y="0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624174" y="719995"/>
            <a:ext cx="6756400" cy="347980"/>
            <a:chOff x="624174" y="719995"/>
            <a:chExt cx="6756400" cy="347980"/>
          </a:xfrm>
        </p:grpSpPr>
        <p:sp>
          <p:nvSpPr>
            <p:cNvPr id="69" name="object 69"/>
            <p:cNvSpPr/>
            <p:nvPr/>
          </p:nvSpPr>
          <p:spPr>
            <a:xfrm>
              <a:off x="744822" y="893756"/>
              <a:ext cx="6635750" cy="0"/>
            </a:xfrm>
            <a:custGeom>
              <a:avLst/>
              <a:gdLst/>
              <a:ahLst/>
              <a:cxnLst/>
              <a:rect l="l" t="t" r="r" b="b"/>
              <a:pathLst>
                <a:path w="6635750">
                  <a:moveTo>
                    <a:pt x="663517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24174" y="719995"/>
              <a:ext cx="1445895" cy="347980"/>
            </a:xfrm>
            <a:custGeom>
              <a:avLst/>
              <a:gdLst/>
              <a:ahLst/>
              <a:cxnLst/>
              <a:rect l="l" t="t" r="r" b="b"/>
              <a:pathLst>
                <a:path w="1445895" h="347980">
                  <a:moveTo>
                    <a:pt x="14229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422971" y="347522"/>
                  </a:lnTo>
                  <a:lnTo>
                    <a:pt x="1432476" y="305340"/>
                  </a:lnTo>
                  <a:lnTo>
                    <a:pt x="1439556" y="262304"/>
                  </a:lnTo>
                  <a:lnTo>
                    <a:pt x="1443975" y="218437"/>
                  </a:lnTo>
                  <a:lnTo>
                    <a:pt x="1445501" y="173761"/>
                  </a:lnTo>
                  <a:lnTo>
                    <a:pt x="1443975" y="129091"/>
                  </a:lnTo>
                  <a:lnTo>
                    <a:pt x="1439556" y="85223"/>
                  </a:lnTo>
                  <a:lnTo>
                    <a:pt x="1432476" y="42184"/>
                  </a:lnTo>
                  <a:lnTo>
                    <a:pt x="1422971" y="0"/>
                  </a:lnTo>
                  <a:close/>
                </a:path>
              </a:pathLst>
            </a:custGeom>
            <a:solidFill>
              <a:srgbClr val="006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775493" y="769843"/>
            <a:ext cx="6617334" cy="870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100"/>
              </a:spcBef>
            </a:pPr>
            <a:r>
              <a:rPr sz="1400" b="1" i="1" spc="-165" dirty="0">
                <a:solidFill>
                  <a:srgbClr val="FFFFFF"/>
                </a:solidFill>
                <a:latin typeface="Times New Roman"/>
                <a:cs typeface="Times New Roman"/>
              </a:rPr>
              <a:t>ÖRNEK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>
              <a:latin typeface="Times New Roman"/>
              <a:cs typeface="Times New Roman"/>
            </a:endParaRPr>
          </a:p>
          <a:p>
            <a:pPr marL="232410" marR="5080" indent="-220345">
              <a:lnSpc>
                <a:spcPct val="136400"/>
              </a:lnSpc>
            </a:pPr>
            <a:r>
              <a:rPr sz="1100" b="1" i="1" spc="-210" dirty="0">
                <a:solidFill>
                  <a:srgbClr val="EF5BA1"/>
                </a:solidFill>
                <a:latin typeface="Verdana"/>
                <a:cs typeface="Verdana"/>
              </a:rPr>
              <a:t>1.</a:t>
            </a:r>
            <a:r>
              <a:rPr sz="1100" b="1" i="1" spc="-50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b="1" i="1" spc="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1000" b="1" i="1" spc="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üçgeninden</a:t>
            </a:r>
            <a:r>
              <a:rPr sz="1000" b="1" i="1" spc="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pergel</a:t>
            </a:r>
            <a:r>
              <a:rPr sz="1000" b="1" i="1" spc="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b="1" i="1" spc="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cettvel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kullanarak</a:t>
            </a:r>
            <a:r>
              <a:rPr sz="1000" b="1" i="1" spc="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0" dirty="0">
                <a:solidFill>
                  <a:srgbClr val="231F20"/>
                </a:solidFill>
                <a:latin typeface="Verdana"/>
                <a:cs typeface="Verdana"/>
              </a:rPr>
              <a:t>[BC]</a:t>
            </a:r>
            <a:r>
              <a:rPr sz="1000" b="1" i="1" spc="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kenarına</a:t>
            </a:r>
            <a:r>
              <a:rPr sz="1000" b="1" i="1" spc="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90" dirty="0">
                <a:solidFill>
                  <a:srgbClr val="231F20"/>
                </a:solidFill>
                <a:latin typeface="Verdana"/>
                <a:cs typeface="Verdana"/>
              </a:rPr>
              <a:t>aitt</a:t>
            </a: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0" dirty="0">
                <a:solidFill>
                  <a:srgbClr val="231F20"/>
                </a:solidFill>
                <a:latin typeface="Verdana"/>
                <a:cs typeface="Verdana"/>
              </a:rPr>
              <a:t>yükseklik</a:t>
            </a:r>
            <a:r>
              <a:rPr sz="1000" b="1" i="1" spc="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0" dirty="0">
                <a:solidFill>
                  <a:srgbClr val="231F20"/>
                </a:solidFill>
                <a:latin typeface="Verdana"/>
                <a:cs typeface="Verdana"/>
              </a:rPr>
              <a:t>doğrusunu </a:t>
            </a:r>
            <a:r>
              <a:rPr sz="1000" b="1" i="1" spc="-3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çizelim.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748462" y="9374982"/>
            <a:ext cx="24130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15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887" y="721621"/>
            <a:ext cx="1536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0" dirty="0">
                <a:solidFill>
                  <a:srgbClr val="EF5BA1"/>
                </a:solidFill>
                <a:latin typeface="Verdana"/>
                <a:cs typeface="Verdana"/>
              </a:rPr>
              <a:t>2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85846" y="860859"/>
            <a:ext cx="1351915" cy="1228725"/>
          </a:xfrm>
          <a:custGeom>
            <a:avLst/>
            <a:gdLst/>
            <a:ahLst/>
            <a:cxnLst/>
            <a:rect l="l" t="t" r="r" b="b"/>
            <a:pathLst>
              <a:path w="1351914" h="1228725">
                <a:moveTo>
                  <a:pt x="1351508" y="1228140"/>
                </a:moveTo>
                <a:lnTo>
                  <a:pt x="0" y="1228140"/>
                </a:lnTo>
                <a:lnTo>
                  <a:pt x="871524" y="0"/>
                </a:lnTo>
                <a:lnTo>
                  <a:pt x="1351508" y="1228140"/>
                </a:lnTo>
                <a:close/>
              </a:path>
              <a:path w="1351914" h="1228725">
                <a:moveTo>
                  <a:pt x="870496" y="0"/>
                </a:moveTo>
                <a:lnTo>
                  <a:pt x="870496" y="1228140"/>
                </a:lnTo>
              </a:path>
            </a:pathLst>
          </a:custGeom>
          <a:ln w="6350">
            <a:solidFill>
              <a:srgbClr val="E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05528" y="707514"/>
            <a:ext cx="1009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 rot="21540000">
            <a:off x="801612" y="2120127"/>
            <a:ext cx="134503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5528" y="2092179"/>
            <a:ext cx="1174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95" dirty="0">
                <a:solidFill>
                  <a:srgbClr val="231F20"/>
                </a:solidFill>
                <a:latin typeface="Trebuchet MS"/>
                <a:cs typeface="Trebuchet MS"/>
              </a:rPr>
              <a:t>D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04159" y="2092179"/>
            <a:ext cx="1117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20479" y="923413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44732" y="734321"/>
            <a:ext cx="3874770" cy="78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Şekilde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tiçgeninin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diklik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merkezi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[AD]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tizerindedir.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65"/>
              </a:spcBef>
            </a:pP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|AB|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|BC|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v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0°q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350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b="1" i="1" spc="-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29" dirty="0">
                <a:solidFill>
                  <a:srgbClr val="231F20"/>
                </a:solidFill>
                <a:latin typeface="Verdana"/>
                <a:cs typeface="Verdana"/>
              </a:rPr>
              <a:t>D</a:t>
            </a:r>
            <a:r>
              <a:rPr sz="1500" spc="-345" baseline="38888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b="1" i="1" spc="-229" dirty="0">
                <a:solidFill>
                  <a:srgbClr val="231F20"/>
                </a:solidFill>
                <a:latin typeface="Verdana"/>
                <a:cs typeface="Verdana"/>
              </a:rPr>
              <a:t>AC</a:t>
            </a:r>
            <a:r>
              <a:rPr sz="1000" b="1" i="1" spc="-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b="1" i="1" spc="1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35" dirty="0">
                <a:solidFill>
                  <a:srgbClr val="231F20"/>
                </a:solidFill>
                <a:latin typeface="Verdana"/>
                <a:cs typeface="Verdana"/>
              </a:rPr>
              <a:t>derece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bulalım.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74045" y="3683611"/>
            <a:ext cx="50800" cy="118745"/>
          </a:xfrm>
          <a:custGeom>
            <a:avLst/>
            <a:gdLst/>
            <a:ahLst/>
            <a:cxnLst/>
            <a:rect l="l" t="t" r="r" b="b"/>
            <a:pathLst>
              <a:path w="50800" h="118745">
                <a:moveTo>
                  <a:pt x="0" y="0"/>
                </a:moveTo>
                <a:lnTo>
                  <a:pt x="31018" y="31612"/>
                </a:lnTo>
                <a:lnTo>
                  <a:pt x="46410" y="54497"/>
                </a:lnTo>
                <a:lnTo>
                  <a:pt x="50722" y="79765"/>
                </a:lnTo>
                <a:lnTo>
                  <a:pt x="48501" y="118529"/>
                </a:lnTo>
              </a:path>
            </a:pathLst>
          </a:custGeom>
          <a:ln w="6350">
            <a:solidFill>
              <a:srgbClr val="ED16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 rot="4440000">
            <a:off x="1727025" y="2905466"/>
            <a:ext cx="217304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i="1" spc="85" dirty="0">
                <a:solidFill>
                  <a:srgbClr val="231F20"/>
                </a:solidFill>
                <a:latin typeface="Cambria"/>
                <a:cs typeface="Cambria"/>
              </a:rPr>
              <a:t>25°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 rot="18000000">
            <a:off x="1576405" y="2783728"/>
            <a:ext cx="222837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i="1" spc="100" dirty="0">
                <a:solidFill>
                  <a:srgbClr val="231F20"/>
                </a:solidFill>
                <a:latin typeface="Cambria"/>
                <a:cs typeface="Cambria"/>
              </a:rPr>
              <a:t>40°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 rot="21540000">
            <a:off x="805967" y="3832948"/>
            <a:ext cx="133991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i="1" spc="110" dirty="0">
                <a:solidFill>
                  <a:srgbClr val="231F20"/>
                </a:solidFill>
                <a:latin typeface="Cambria"/>
                <a:cs typeface="Cambria"/>
              </a:rPr>
              <a:t>B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 rot="21540000">
            <a:off x="1015266" y="3672575"/>
            <a:ext cx="225063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i="1" spc="110" dirty="0">
                <a:solidFill>
                  <a:srgbClr val="231F20"/>
                </a:solidFill>
                <a:latin typeface="Cambria"/>
                <a:cs typeface="Cambria"/>
              </a:rPr>
              <a:t>50°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139794" y="3683611"/>
            <a:ext cx="50800" cy="118745"/>
          </a:xfrm>
          <a:custGeom>
            <a:avLst/>
            <a:gdLst/>
            <a:ahLst/>
            <a:cxnLst/>
            <a:rect l="l" t="t" r="r" b="b"/>
            <a:pathLst>
              <a:path w="50800" h="118745">
                <a:moveTo>
                  <a:pt x="50709" y="0"/>
                </a:moveTo>
                <a:lnTo>
                  <a:pt x="19698" y="31612"/>
                </a:lnTo>
                <a:lnTo>
                  <a:pt x="4310" y="54497"/>
                </a:lnTo>
                <a:lnTo>
                  <a:pt x="0" y="79765"/>
                </a:lnTo>
                <a:lnTo>
                  <a:pt x="2221" y="118529"/>
                </a:lnTo>
              </a:path>
            </a:pathLst>
          </a:custGeom>
          <a:ln w="6350">
            <a:solidFill>
              <a:srgbClr val="ED16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 rot="21540000">
            <a:off x="1960638" y="3673597"/>
            <a:ext cx="214554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i="1" spc="75" dirty="0">
                <a:solidFill>
                  <a:srgbClr val="231F20"/>
                </a:solidFill>
                <a:latin typeface="Cambria"/>
                <a:cs typeface="Cambria"/>
              </a:rPr>
              <a:t>65°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09398" y="3795794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70" dirty="0">
                <a:solidFill>
                  <a:srgbClr val="231F20"/>
                </a:solidFill>
                <a:latin typeface="Cambria"/>
                <a:cs typeface="Cambria"/>
              </a:rPr>
              <a:t>D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07878" y="380531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15" dirty="0">
                <a:solidFill>
                  <a:srgbClr val="231F20"/>
                </a:solidFill>
                <a:latin typeface="Cambria"/>
                <a:cs typeface="Cambria"/>
              </a:rPr>
              <a:t>C</a:t>
            </a:r>
            <a:endParaRPr sz="85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86760" y="2571146"/>
            <a:ext cx="1357630" cy="1234440"/>
            <a:chOff x="886760" y="2571146"/>
            <a:chExt cx="1357630" cy="1234440"/>
          </a:xfrm>
        </p:grpSpPr>
        <p:sp>
          <p:nvSpPr>
            <p:cNvPr id="29" name="object 29"/>
            <p:cNvSpPr/>
            <p:nvPr/>
          </p:nvSpPr>
          <p:spPr>
            <a:xfrm>
              <a:off x="1676166" y="2689302"/>
              <a:ext cx="187325" cy="175895"/>
            </a:xfrm>
            <a:custGeom>
              <a:avLst/>
              <a:gdLst/>
              <a:ahLst/>
              <a:cxnLst/>
              <a:rect l="l" t="t" r="r" b="b"/>
              <a:pathLst>
                <a:path w="187325" h="175894">
                  <a:moveTo>
                    <a:pt x="0" y="0"/>
                  </a:moveTo>
                  <a:lnTo>
                    <a:pt x="17419" y="20371"/>
                  </a:lnTo>
                  <a:lnTo>
                    <a:pt x="31867" y="29911"/>
                  </a:lnTo>
                  <a:lnTo>
                    <a:pt x="51120" y="31093"/>
                  </a:lnTo>
                  <a:lnTo>
                    <a:pt x="82956" y="26390"/>
                  </a:lnTo>
                </a:path>
                <a:path w="187325" h="175894">
                  <a:moveTo>
                    <a:pt x="82956" y="165392"/>
                  </a:moveTo>
                  <a:lnTo>
                    <a:pt x="112202" y="174545"/>
                  </a:lnTo>
                  <a:lnTo>
                    <a:pt x="132805" y="175660"/>
                  </a:lnTo>
                  <a:lnTo>
                    <a:pt x="154534" y="166992"/>
                  </a:lnTo>
                  <a:lnTo>
                    <a:pt x="187159" y="146799"/>
                  </a:lnTo>
                </a:path>
              </a:pathLst>
            </a:custGeom>
            <a:ln w="6350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89935" y="2574321"/>
              <a:ext cx="1351280" cy="1228090"/>
            </a:xfrm>
            <a:custGeom>
              <a:avLst/>
              <a:gdLst/>
              <a:ahLst/>
              <a:cxnLst/>
              <a:rect l="l" t="t" r="r" b="b"/>
              <a:pathLst>
                <a:path w="1351280" h="1228089">
                  <a:moveTo>
                    <a:pt x="1351153" y="1227823"/>
                  </a:moveTo>
                  <a:lnTo>
                    <a:pt x="0" y="1227823"/>
                  </a:lnTo>
                  <a:lnTo>
                    <a:pt x="871296" y="0"/>
                  </a:lnTo>
                  <a:lnTo>
                    <a:pt x="1351153" y="1227823"/>
                  </a:lnTo>
                  <a:close/>
                </a:path>
                <a:path w="1351280" h="1228089">
                  <a:moveTo>
                    <a:pt x="870267" y="0"/>
                  </a:moveTo>
                  <a:lnTo>
                    <a:pt x="870267" y="1227823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709398" y="2421015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90" dirty="0">
                <a:solidFill>
                  <a:srgbClr val="231F20"/>
                </a:solidFill>
                <a:latin typeface="Cambria"/>
                <a:cs typeface="Cambria"/>
              </a:rPr>
              <a:t>A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61345" y="2613848"/>
            <a:ext cx="4857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Cambria"/>
                <a:cs typeface="Cambria"/>
              </a:rPr>
              <a:t>Diklik </a:t>
            </a:r>
            <a:r>
              <a:rPr sz="850" i="1" spc="55" dirty="0">
                <a:solidFill>
                  <a:srgbClr val="231F20"/>
                </a:solidFill>
                <a:latin typeface="Cambria"/>
                <a:cs typeface="Cambria"/>
              </a:rPr>
              <a:t> </a:t>
            </a:r>
            <a:r>
              <a:rPr sz="850" i="1" spc="110" dirty="0">
                <a:solidFill>
                  <a:srgbClr val="231F20"/>
                </a:solidFill>
                <a:latin typeface="Cambria"/>
                <a:cs typeface="Cambria"/>
              </a:rPr>
              <a:t>merkezi</a:t>
            </a:r>
            <a:endParaRPr sz="850">
              <a:latin typeface="Cambria"/>
              <a:cs typeface="Cambr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93149" y="2919495"/>
            <a:ext cx="1357630" cy="972185"/>
            <a:chOff x="893149" y="2919495"/>
            <a:chExt cx="1357630" cy="972185"/>
          </a:xfrm>
        </p:grpSpPr>
        <p:sp>
          <p:nvSpPr>
            <p:cNvPr id="34" name="object 34"/>
            <p:cNvSpPr/>
            <p:nvPr/>
          </p:nvSpPr>
          <p:spPr>
            <a:xfrm>
              <a:off x="1260097" y="2946673"/>
              <a:ext cx="500380" cy="514984"/>
            </a:xfrm>
            <a:custGeom>
              <a:avLst/>
              <a:gdLst/>
              <a:ahLst/>
              <a:cxnLst/>
              <a:rect l="l" t="t" r="r" b="b"/>
              <a:pathLst>
                <a:path w="500380" h="514985">
                  <a:moveTo>
                    <a:pt x="500100" y="514553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EE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33665" y="2919495"/>
              <a:ext cx="55880" cy="56515"/>
            </a:xfrm>
            <a:custGeom>
              <a:avLst/>
              <a:gdLst/>
              <a:ahLst/>
              <a:cxnLst/>
              <a:rect l="l" t="t" r="r" b="b"/>
              <a:pathLst>
                <a:path w="55880" h="56514">
                  <a:moveTo>
                    <a:pt x="0" y="0"/>
                  </a:moveTo>
                  <a:lnTo>
                    <a:pt x="21996" y="56349"/>
                  </a:lnTo>
                  <a:lnTo>
                    <a:pt x="31889" y="32804"/>
                  </a:lnTo>
                  <a:lnTo>
                    <a:pt x="55714" y="23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45377" y="3445076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5">
                  <a:moveTo>
                    <a:pt x="23012" y="0"/>
                  </a:moveTo>
                  <a:lnTo>
                    <a:pt x="6642" y="0"/>
                  </a:lnTo>
                  <a:lnTo>
                    <a:pt x="0" y="6629"/>
                  </a:lnTo>
                  <a:lnTo>
                    <a:pt x="0" y="22999"/>
                  </a:lnTo>
                  <a:lnTo>
                    <a:pt x="6642" y="29641"/>
                  </a:lnTo>
                  <a:lnTo>
                    <a:pt x="23012" y="29641"/>
                  </a:lnTo>
                  <a:lnTo>
                    <a:pt x="29641" y="22999"/>
                  </a:lnTo>
                  <a:lnTo>
                    <a:pt x="29641" y="14820"/>
                  </a:lnTo>
                  <a:lnTo>
                    <a:pt x="29641" y="6629"/>
                  </a:lnTo>
                  <a:lnTo>
                    <a:pt x="230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60268" y="3731126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30" h="74929">
                  <a:moveTo>
                    <a:pt x="74333" y="74320"/>
                  </a:moveTo>
                  <a:lnTo>
                    <a:pt x="74333" y="0"/>
                  </a:lnTo>
                  <a:lnTo>
                    <a:pt x="0" y="0"/>
                  </a:lnTo>
                </a:path>
              </a:pathLst>
            </a:custGeom>
            <a:ln w="441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88920" y="3759765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3220" y="0"/>
                  </a:moveTo>
                  <a:lnTo>
                    <a:pt x="3810" y="0"/>
                  </a:lnTo>
                  <a:lnTo>
                    <a:pt x="0" y="3822"/>
                  </a:lnTo>
                  <a:lnTo>
                    <a:pt x="0" y="13220"/>
                  </a:lnTo>
                  <a:lnTo>
                    <a:pt x="3810" y="17030"/>
                  </a:lnTo>
                  <a:lnTo>
                    <a:pt x="13220" y="17030"/>
                  </a:lnTo>
                  <a:lnTo>
                    <a:pt x="17030" y="13220"/>
                  </a:lnTo>
                  <a:lnTo>
                    <a:pt x="17030" y="8521"/>
                  </a:lnTo>
                  <a:lnTo>
                    <a:pt x="17030" y="3822"/>
                  </a:lnTo>
                  <a:lnTo>
                    <a:pt x="132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686825" y="3731126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30" h="74929">
                  <a:moveTo>
                    <a:pt x="0" y="74320"/>
                  </a:moveTo>
                  <a:lnTo>
                    <a:pt x="0" y="0"/>
                  </a:lnTo>
                  <a:lnTo>
                    <a:pt x="74333" y="0"/>
                  </a:lnTo>
                </a:path>
              </a:pathLst>
            </a:custGeom>
            <a:ln w="441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15475" y="3759765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3220" y="0"/>
                  </a:moveTo>
                  <a:lnTo>
                    <a:pt x="3810" y="0"/>
                  </a:lnTo>
                  <a:lnTo>
                    <a:pt x="0" y="3822"/>
                  </a:lnTo>
                  <a:lnTo>
                    <a:pt x="0" y="8521"/>
                  </a:lnTo>
                  <a:lnTo>
                    <a:pt x="0" y="13220"/>
                  </a:lnTo>
                  <a:lnTo>
                    <a:pt x="3810" y="17030"/>
                  </a:lnTo>
                  <a:lnTo>
                    <a:pt x="13220" y="17030"/>
                  </a:lnTo>
                  <a:lnTo>
                    <a:pt x="17030" y="13220"/>
                  </a:lnTo>
                  <a:lnTo>
                    <a:pt x="17030" y="3822"/>
                  </a:lnTo>
                  <a:lnTo>
                    <a:pt x="132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96324" y="3274333"/>
              <a:ext cx="1351280" cy="614045"/>
            </a:xfrm>
            <a:custGeom>
              <a:avLst/>
              <a:gdLst/>
              <a:ahLst/>
              <a:cxnLst/>
              <a:rect l="l" t="t" r="r" b="b"/>
              <a:pathLst>
                <a:path w="1351280" h="614045">
                  <a:moveTo>
                    <a:pt x="1351153" y="531101"/>
                  </a:moveTo>
                  <a:lnTo>
                    <a:pt x="1311766" y="549777"/>
                  </a:lnTo>
                  <a:lnTo>
                    <a:pt x="1245971" y="560789"/>
                  </a:lnTo>
                  <a:lnTo>
                    <a:pt x="1202733" y="565738"/>
                  </a:lnTo>
                  <a:lnTo>
                    <a:pt x="1153277" y="570261"/>
                  </a:lnTo>
                  <a:lnTo>
                    <a:pt x="1098110" y="574316"/>
                  </a:lnTo>
                  <a:lnTo>
                    <a:pt x="1037740" y="577861"/>
                  </a:lnTo>
                  <a:lnTo>
                    <a:pt x="972673" y="580855"/>
                  </a:lnTo>
                  <a:lnTo>
                    <a:pt x="903416" y="583256"/>
                  </a:lnTo>
                  <a:lnTo>
                    <a:pt x="830476" y="585022"/>
                  </a:lnTo>
                  <a:lnTo>
                    <a:pt x="754361" y="586113"/>
                  </a:lnTo>
                  <a:lnTo>
                    <a:pt x="675576" y="586485"/>
                  </a:lnTo>
                  <a:lnTo>
                    <a:pt x="596789" y="586113"/>
                  </a:lnTo>
                  <a:lnTo>
                    <a:pt x="520672" y="585022"/>
                  </a:lnTo>
                  <a:lnTo>
                    <a:pt x="447731" y="583256"/>
                  </a:lnTo>
                  <a:lnTo>
                    <a:pt x="378473" y="580855"/>
                  </a:lnTo>
                  <a:lnTo>
                    <a:pt x="313406" y="577861"/>
                  </a:lnTo>
                  <a:lnTo>
                    <a:pt x="253036" y="574316"/>
                  </a:lnTo>
                  <a:lnTo>
                    <a:pt x="197870" y="570261"/>
                  </a:lnTo>
                  <a:lnTo>
                    <a:pt x="148415" y="565738"/>
                  </a:lnTo>
                  <a:lnTo>
                    <a:pt x="105178" y="560789"/>
                  </a:lnTo>
                  <a:lnTo>
                    <a:pt x="39384" y="549777"/>
                  </a:lnTo>
                  <a:lnTo>
                    <a:pt x="4545" y="537559"/>
                  </a:lnTo>
                  <a:lnTo>
                    <a:pt x="0" y="531101"/>
                  </a:lnTo>
                </a:path>
                <a:path w="1351280" h="614045">
                  <a:moveTo>
                    <a:pt x="337350" y="0"/>
                  </a:moveTo>
                  <a:lnTo>
                    <a:pt x="386562" y="39687"/>
                  </a:lnTo>
                </a:path>
                <a:path w="1351280" h="614045">
                  <a:moveTo>
                    <a:pt x="669036" y="559282"/>
                  </a:moveTo>
                  <a:lnTo>
                    <a:pt x="701230" y="613676"/>
                  </a:lnTo>
                </a:path>
              </a:pathLst>
            </a:custGeom>
            <a:ln w="6350">
              <a:solidFill>
                <a:srgbClr val="F36F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530079" y="2902333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654550" y="3190233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473852" y="2413022"/>
            <a:ext cx="3437254" cy="1054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Diklik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merkezi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[AD]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tizerinde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ise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[AD]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ABD</a:t>
            </a:r>
            <a:r>
              <a:rPr sz="10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endParaRPr sz="1000">
              <a:latin typeface="Arial"/>
              <a:cs typeface="Arial"/>
            </a:endParaRPr>
          </a:p>
          <a:p>
            <a:pPr marL="12700" marR="1554480">
              <a:lnSpc>
                <a:spcPct val="188900"/>
              </a:lnSpc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90°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0°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RB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180° 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RB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0°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241917" y="4515909"/>
            <a:ext cx="212725" cy="65405"/>
            <a:chOff x="2241917" y="4515909"/>
            <a:chExt cx="212725" cy="65405"/>
          </a:xfrm>
        </p:grpSpPr>
        <p:sp>
          <p:nvSpPr>
            <p:cNvPr id="46" name="object 46"/>
            <p:cNvSpPr/>
            <p:nvPr/>
          </p:nvSpPr>
          <p:spPr>
            <a:xfrm>
              <a:off x="2241917" y="4548319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3014" y="0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365247" y="4515909"/>
              <a:ext cx="89535" cy="65405"/>
            </a:xfrm>
            <a:custGeom>
              <a:avLst/>
              <a:gdLst/>
              <a:ahLst/>
              <a:cxnLst/>
              <a:rect l="l" t="t" r="r" b="b"/>
              <a:pathLst>
                <a:path w="89535" h="65404">
                  <a:moveTo>
                    <a:pt x="0" y="0"/>
                  </a:moveTo>
                  <a:lnTo>
                    <a:pt x="19685" y="32410"/>
                  </a:lnTo>
                  <a:lnTo>
                    <a:pt x="0" y="64820"/>
                  </a:lnTo>
                  <a:lnTo>
                    <a:pt x="89052" y="324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19405" y="4053932"/>
            <a:ext cx="3728085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8240">
              <a:lnSpc>
                <a:spcPts val="990"/>
              </a:lnSpc>
              <a:spcBef>
                <a:spcPts val="100"/>
              </a:spcBef>
              <a:tabLst>
                <a:tab pos="3126105" algn="l"/>
              </a:tabLst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	%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990"/>
              </a:lnSpc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|AB|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|BC| 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ise </a:t>
            </a:r>
            <a:r>
              <a:rPr sz="1000" i="1" spc="3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BRC)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BCR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1761489" algn="l"/>
              </a:tabLst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50°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x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x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180°	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x</a:t>
            </a:r>
            <a:r>
              <a:rPr sz="10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65°</a:t>
            </a:r>
            <a:endParaRPr sz="10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07647" y="4629732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19429" y="4728931"/>
            <a:ext cx="20942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5°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0°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5°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71060" y="5939821"/>
            <a:ext cx="142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135" dirty="0">
                <a:solidFill>
                  <a:srgbClr val="EF5BA1"/>
                </a:solidFill>
                <a:latin typeface="Verdana"/>
                <a:cs typeface="Verdana"/>
              </a:rPr>
              <a:t>3.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853513" y="6092283"/>
            <a:ext cx="1426210" cy="1082040"/>
            <a:chOff x="853513" y="6092283"/>
            <a:chExt cx="1426210" cy="1082040"/>
          </a:xfrm>
        </p:grpSpPr>
        <p:sp>
          <p:nvSpPr>
            <p:cNvPr id="53" name="object 53"/>
            <p:cNvSpPr/>
            <p:nvPr/>
          </p:nvSpPr>
          <p:spPr>
            <a:xfrm>
              <a:off x="1966551" y="7133929"/>
              <a:ext cx="13335" cy="13335"/>
            </a:xfrm>
            <a:custGeom>
              <a:avLst/>
              <a:gdLst/>
              <a:ahLst/>
              <a:cxnLst/>
              <a:rect l="l" t="t" r="r" b="b"/>
              <a:pathLst>
                <a:path w="13335" h="13334">
                  <a:moveTo>
                    <a:pt x="9982" y="0"/>
                  </a:moveTo>
                  <a:lnTo>
                    <a:pt x="6438" y="0"/>
                  </a:lnTo>
                  <a:lnTo>
                    <a:pt x="2895" y="0"/>
                  </a:lnTo>
                  <a:lnTo>
                    <a:pt x="12" y="2870"/>
                  </a:lnTo>
                  <a:lnTo>
                    <a:pt x="0" y="9969"/>
                  </a:lnTo>
                  <a:lnTo>
                    <a:pt x="2882" y="12852"/>
                  </a:lnTo>
                  <a:lnTo>
                    <a:pt x="9982" y="12865"/>
                  </a:lnTo>
                  <a:lnTo>
                    <a:pt x="12865" y="9982"/>
                  </a:lnTo>
                  <a:lnTo>
                    <a:pt x="12865" y="2882"/>
                  </a:lnTo>
                  <a:lnTo>
                    <a:pt x="99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944923" y="7112297"/>
              <a:ext cx="56515" cy="56515"/>
            </a:xfrm>
            <a:custGeom>
              <a:avLst/>
              <a:gdLst/>
              <a:ahLst/>
              <a:cxnLst/>
              <a:rect l="l" t="t" r="r" b="b"/>
              <a:pathLst>
                <a:path w="56514" h="56515">
                  <a:moveTo>
                    <a:pt x="0" y="0"/>
                  </a:moveTo>
                  <a:lnTo>
                    <a:pt x="56121" y="0"/>
                  </a:lnTo>
                  <a:lnTo>
                    <a:pt x="56121" y="56121"/>
                  </a:lnTo>
                </a:path>
              </a:pathLst>
            </a:custGeom>
            <a:ln w="334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941897" y="6095778"/>
              <a:ext cx="0" cy="1075055"/>
            </a:xfrm>
            <a:custGeom>
              <a:avLst/>
              <a:gdLst/>
              <a:ahLst/>
              <a:cxnLst/>
              <a:rect l="l" t="t" r="r" b="b"/>
              <a:pathLst>
                <a:path h="1075054">
                  <a:moveTo>
                    <a:pt x="0" y="0"/>
                  </a:moveTo>
                  <a:lnTo>
                    <a:pt x="0" y="1074864"/>
                  </a:lnTo>
                </a:path>
              </a:pathLst>
            </a:custGeom>
            <a:ln w="6350">
              <a:solidFill>
                <a:srgbClr val="00AB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124199" y="6793694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5" h="14604">
                  <a:moveTo>
                    <a:pt x="8775" y="0"/>
                  </a:moveTo>
                  <a:lnTo>
                    <a:pt x="1968" y="1968"/>
                  </a:lnTo>
                  <a:lnTo>
                    <a:pt x="0" y="5537"/>
                  </a:lnTo>
                  <a:lnTo>
                    <a:pt x="1981" y="12357"/>
                  </a:lnTo>
                  <a:lnTo>
                    <a:pt x="5549" y="14325"/>
                  </a:lnTo>
                  <a:lnTo>
                    <a:pt x="8953" y="13335"/>
                  </a:lnTo>
                  <a:lnTo>
                    <a:pt x="12357" y="12344"/>
                  </a:lnTo>
                  <a:lnTo>
                    <a:pt x="14312" y="8788"/>
                  </a:lnTo>
                  <a:lnTo>
                    <a:pt x="12357" y="1955"/>
                  </a:lnTo>
                  <a:lnTo>
                    <a:pt x="87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096576" y="6781756"/>
              <a:ext cx="69850" cy="53975"/>
            </a:xfrm>
            <a:custGeom>
              <a:avLst/>
              <a:gdLst/>
              <a:ahLst/>
              <a:cxnLst/>
              <a:rect l="l" t="t" r="r" b="b"/>
              <a:pathLst>
                <a:path w="69850" h="53975">
                  <a:moveTo>
                    <a:pt x="69570" y="38201"/>
                  </a:moveTo>
                  <a:lnTo>
                    <a:pt x="15684" y="53886"/>
                  </a:lnTo>
                  <a:lnTo>
                    <a:pt x="0" y="0"/>
                  </a:lnTo>
                </a:path>
              </a:pathLst>
            </a:custGeom>
            <a:ln w="334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56999" y="6765780"/>
              <a:ext cx="1293495" cy="405130"/>
            </a:xfrm>
            <a:custGeom>
              <a:avLst/>
              <a:gdLst/>
              <a:ahLst/>
              <a:cxnLst/>
              <a:rect l="l" t="t" r="r" b="b"/>
              <a:pathLst>
                <a:path w="1293495" h="405129">
                  <a:moveTo>
                    <a:pt x="1293495" y="0"/>
                  </a:moveTo>
                  <a:lnTo>
                    <a:pt x="0" y="404863"/>
                  </a:lnTo>
                </a:path>
              </a:pathLst>
            </a:custGeom>
            <a:ln w="6350">
              <a:solidFill>
                <a:srgbClr val="00AB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563842" y="6493913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5" h="14604">
                  <a:moveTo>
                    <a:pt x="8966" y="0"/>
                  </a:moveTo>
                  <a:lnTo>
                    <a:pt x="4889" y="101"/>
                  </a:lnTo>
                  <a:lnTo>
                    <a:pt x="0" y="5245"/>
                  </a:lnTo>
                  <a:lnTo>
                    <a:pt x="114" y="9321"/>
                  </a:lnTo>
                  <a:lnTo>
                    <a:pt x="5257" y="14211"/>
                  </a:lnTo>
                  <a:lnTo>
                    <a:pt x="9334" y="14097"/>
                  </a:lnTo>
                  <a:lnTo>
                    <a:pt x="11772" y="11531"/>
                  </a:lnTo>
                  <a:lnTo>
                    <a:pt x="14223" y="8966"/>
                  </a:lnTo>
                  <a:lnTo>
                    <a:pt x="14109" y="4902"/>
                  </a:lnTo>
                  <a:lnTo>
                    <a:pt x="89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531287" y="6499965"/>
              <a:ext cx="79375" cy="41275"/>
            </a:xfrm>
            <a:custGeom>
              <a:avLst/>
              <a:gdLst/>
              <a:ahLst/>
              <a:cxnLst/>
              <a:rect l="l" t="t" r="r" b="b"/>
              <a:pathLst>
                <a:path w="79375" h="41275">
                  <a:moveTo>
                    <a:pt x="79336" y="0"/>
                  </a:moveTo>
                  <a:lnTo>
                    <a:pt x="40716" y="40716"/>
                  </a:lnTo>
                  <a:lnTo>
                    <a:pt x="0" y="2108"/>
                  </a:lnTo>
                </a:path>
              </a:pathLst>
            </a:custGeom>
            <a:ln w="334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573622" y="6461119"/>
              <a:ext cx="702945" cy="709930"/>
            </a:xfrm>
            <a:custGeom>
              <a:avLst/>
              <a:gdLst/>
              <a:ahLst/>
              <a:cxnLst/>
              <a:rect l="l" t="t" r="r" b="b"/>
              <a:pathLst>
                <a:path w="702944" h="709929">
                  <a:moveTo>
                    <a:pt x="0" y="0"/>
                  </a:moveTo>
                  <a:lnTo>
                    <a:pt x="702500" y="709523"/>
                  </a:lnTo>
                </a:path>
              </a:pathLst>
            </a:custGeom>
            <a:ln w="6350">
              <a:solidFill>
                <a:srgbClr val="00AB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57006" y="6095776"/>
              <a:ext cx="1419225" cy="1075055"/>
            </a:xfrm>
            <a:custGeom>
              <a:avLst/>
              <a:gdLst/>
              <a:ahLst/>
              <a:cxnLst/>
              <a:rect l="l" t="t" r="r" b="b"/>
              <a:pathLst>
                <a:path w="1419225" h="1075054">
                  <a:moveTo>
                    <a:pt x="1419110" y="1074864"/>
                  </a:moveTo>
                  <a:lnTo>
                    <a:pt x="0" y="1074864"/>
                  </a:lnTo>
                  <a:lnTo>
                    <a:pt x="1085596" y="0"/>
                  </a:lnTo>
                  <a:lnTo>
                    <a:pt x="1419110" y="1074864"/>
                  </a:lnTo>
                  <a:close/>
                </a:path>
              </a:pathLst>
            </a:custGeom>
            <a:ln w="645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1884747" y="5945934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Cambria"/>
                <a:cs typeface="Cambria"/>
              </a:rPr>
              <a:t>A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462472" y="6340464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55" dirty="0">
                <a:solidFill>
                  <a:srgbClr val="231F20"/>
                </a:solidFill>
                <a:latin typeface="Cambria"/>
                <a:cs typeface="Cambria"/>
              </a:rPr>
              <a:t>D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15299" y="7173902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00" dirty="0">
                <a:solidFill>
                  <a:srgbClr val="231F20"/>
                </a:solidFill>
                <a:latin typeface="Cambria"/>
                <a:cs typeface="Cambria"/>
              </a:rPr>
              <a:t>B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826543" y="6841060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Cambria"/>
                <a:cs typeface="Cambria"/>
              </a:rPr>
              <a:t>K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67" name="object 67"/>
          <p:cNvSpPr txBox="1"/>
          <p:nvPr/>
        </p:nvSpPr>
        <p:spPr>
          <a:xfrm rot="3300000">
            <a:off x="1902326" y="6957022"/>
            <a:ext cx="209762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0"/>
              </a:lnSpc>
            </a:pPr>
            <a:r>
              <a:rPr sz="800" spc="140" dirty="0">
                <a:solidFill>
                  <a:srgbClr val="231F20"/>
                </a:solidFill>
                <a:latin typeface="Cambria"/>
                <a:cs typeface="Cambria"/>
              </a:rPr>
              <a:t>4</a:t>
            </a:r>
            <a:r>
              <a:rPr sz="800" spc="130" dirty="0">
                <a:solidFill>
                  <a:srgbClr val="231F20"/>
                </a:solidFill>
                <a:latin typeface="Cambria"/>
                <a:cs typeface="Cambria"/>
              </a:rPr>
              <a:t>0</a:t>
            </a:r>
            <a:r>
              <a:rPr sz="800" spc="-30" dirty="0">
                <a:solidFill>
                  <a:srgbClr val="231F20"/>
                </a:solidFill>
                <a:latin typeface="Cambria"/>
                <a:cs typeface="Cambria"/>
              </a:rPr>
              <a:t>°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236111" y="7173902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95" dirty="0">
                <a:solidFill>
                  <a:srgbClr val="231F20"/>
                </a:solidFill>
                <a:latin typeface="Cambria"/>
                <a:cs typeface="Cambria"/>
              </a:rPr>
              <a:t>C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176853" y="6665902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29" dirty="0">
                <a:solidFill>
                  <a:srgbClr val="231F20"/>
                </a:solidFill>
                <a:latin typeface="Cambria"/>
                <a:cs typeface="Cambria"/>
              </a:rPr>
              <a:t>F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941897" y="6898427"/>
            <a:ext cx="61594" cy="29845"/>
          </a:xfrm>
          <a:custGeom>
            <a:avLst/>
            <a:gdLst/>
            <a:ahLst/>
            <a:cxnLst/>
            <a:rect l="l" t="t" r="r" b="b"/>
            <a:pathLst>
              <a:path w="61594" h="29845">
                <a:moveTo>
                  <a:pt x="0" y="27787"/>
                </a:moveTo>
                <a:lnTo>
                  <a:pt x="16302" y="29589"/>
                </a:lnTo>
                <a:lnTo>
                  <a:pt x="28117" y="27295"/>
                </a:lnTo>
                <a:lnTo>
                  <a:pt x="41190" y="18300"/>
                </a:lnTo>
                <a:lnTo>
                  <a:pt x="61264" y="0"/>
                </a:lnTo>
              </a:path>
            </a:pathLst>
          </a:custGeom>
          <a:ln w="6349">
            <a:solidFill>
              <a:srgbClr val="E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3789402" y="6140468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502155" y="5939821"/>
            <a:ext cx="2061845" cy="48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[BF]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[AC],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[CD]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-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[AB]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v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EK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0°</a:t>
            </a:r>
            <a:endParaRPr sz="10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476714" y="6564272"/>
            <a:ext cx="37998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göre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b="1" i="1" spc="-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80" dirty="0">
                <a:solidFill>
                  <a:srgbClr val="231F20"/>
                </a:solidFill>
                <a:latin typeface="Verdana"/>
                <a:cs typeface="Verdana"/>
              </a:rPr>
              <a:t>E</a:t>
            </a:r>
            <a:r>
              <a:rPr sz="1500" spc="-270" baseline="41666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b="1" i="1" spc="-180" dirty="0">
                <a:solidFill>
                  <a:srgbClr val="231F20"/>
                </a:solidFill>
                <a:latin typeface="Verdana"/>
                <a:cs typeface="Verdana"/>
              </a:rPr>
              <a:t>CK</a:t>
            </a:r>
            <a:r>
              <a:rPr sz="1000" b="1" i="1" spc="-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35" dirty="0">
                <a:solidFill>
                  <a:srgbClr val="231F20"/>
                </a:solidFill>
                <a:latin typeface="Verdana"/>
                <a:cs typeface="Verdana"/>
              </a:rPr>
              <a:t>derece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bulalım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942820" y="8639515"/>
            <a:ext cx="62865" cy="62865"/>
            <a:chOff x="1942820" y="8639515"/>
            <a:chExt cx="62865" cy="62865"/>
          </a:xfrm>
        </p:grpSpPr>
        <p:sp>
          <p:nvSpPr>
            <p:cNvPr id="75" name="object 75"/>
            <p:cNvSpPr/>
            <p:nvPr/>
          </p:nvSpPr>
          <p:spPr>
            <a:xfrm>
              <a:off x="1945995" y="8642690"/>
              <a:ext cx="56515" cy="56515"/>
            </a:xfrm>
            <a:custGeom>
              <a:avLst/>
              <a:gdLst/>
              <a:ahLst/>
              <a:cxnLst/>
              <a:rect l="l" t="t" r="r" b="b"/>
              <a:pathLst>
                <a:path w="56514" h="56515">
                  <a:moveTo>
                    <a:pt x="56121" y="56121"/>
                  </a:moveTo>
                  <a:lnTo>
                    <a:pt x="56121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967376" y="866407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0375" y="0"/>
                  </a:moveTo>
                  <a:lnTo>
                    <a:pt x="2997" y="0"/>
                  </a:lnTo>
                  <a:lnTo>
                    <a:pt x="0" y="2984"/>
                  </a:lnTo>
                  <a:lnTo>
                    <a:pt x="0" y="10363"/>
                  </a:lnTo>
                  <a:lnTo>
                    <a:pt x="2997" y="13347"/>
                  </a:lnTo>
                  <a:lnTo>
                    <a:pt x="10375" y="13347"/>
                  </a:lnTo>
                  <a:lnTo>
                    <a:pt x="13360" y="10363"/>
                  </a:lnTo>
                  <a:lnTo>
                    <a:pt x="13360" y="6680"/>
                  </a:lnTo>
                  <a:lnTo>
                    <a:pt x="13360" y="2984"/>
                  </a:lnTo>
                  <a:lnTo>
                    <a:pt x="10375" y="0"/>
                  </a:lnTo>
                  <a:close/>
                </a:path>
              </a:pathLst>
            </a:custGeom>
            <a:solidFill>
              <a:srgbClr val="ED1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 rot="3300000">
            <a:off x="1919944" y="8478989"/>
            <a:ext cx="183611" cy="8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00"/>
              </a:lnSpc>
            </a:pPr>
            <a:r>
              <a:rPr sz="700" spc="70" dirty="0">
                <a:solidFill>
                  <a:srgbClr val="231F20"/>
                </a:solidFill>
                <a:latin typeface="Cambria"/>
                <a:cs typeface="Cambria"/>
              </a:rPr>
              <a:t>40°</a:t>
            </a:r>
            <a:endParaRPr sz="700">
              <a:latin typeface="Cambria"/>
              <a:cs typeface="Cambri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857879" y="7620721"/>
            <a:ext cx="1425575" cy="1081405"/>
            <a:chOff x="857879" y="7620721"/>
            <a:chExt cx="1425575" cy="1081405"/>
          </a:xfrm>
        </p:grpSpPr>
        <p:sp>
          <p:nvSpPr>
            <p:cNvPr id="79" name="object 79"/>
            <p:cNvSpPr/>
            <p:nvPr/>
          </p:nvSpPr>
          <p:spPr>
            <a:xfrm>
              <a:off x="1945998" y="8426598"/>
              <a:ext cx="61594" cy="29845"/>
            </a:xfrm>
            <a:custGeom>
              <a:avLst/>
              <a:gdLst/>
              <a:ahLst/>
              <a:cxnLst/>
              <a:rect l="l" t="t" r="r" b="b"/>
              <a:pathLst>
                <a:path w="61594" h="29845">
                  <a:moveTo>
                    <a:pt x="0" y="27787"/>
                  </a:moveTo>
                  <a:lnTo>
                    <a:pt x="16302" y="29589"/>
                  </a:lnTo>
                  <a:lnTo>
                    <a:pt x="28117" y="27295"/>
                  </a:lnTo>
                  <a:lnTo>
                    <a:pt x="41190" y="18300"/>
                  </a:lnTo>
                  <a:lnTo>
                    <a:pt x="61264" y="0"/>
                  </a:lnTo>
                </a:path>
              </a:pathLst>
            </a:custGeom>
            <a:ln w="6349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945998" y="7623950"/>
              <a:ext cx="0" cy="1075055"/>
            </a:xfrm>
            <a:custGeom>
              <a:avLst/>
              <a:gdLst/>
              <a:ahLst/>
              <a:cxnLst/>
              <a:rect l="l" t="t" r="r" b="b"/>
              <a:pathLst>
                <a:path h="1075054">
                  <a:moveTo>
                    <a:pt x="0" y="0"/>
                  </a:moveTo>
                  <a:lnTo>
                    <a:pt x="0" y="1074864"/>
                  </a:lnTo>
                </a:path>
              </a:pathLst>
            </a:custGeom>
            <a:ln w="6350">
              <a:solidFill>
                <a:srgbClr val="00AB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178166" y="8622026"/>
              <a:ext cx="26034" cy="76835"/>
            </a:xfrm>
            <a:custGeom>
              <a:avLst/>
              <a:gdLst/>
              <a:ahLst/>
              <a:cxnLst/>
              <a:rect l="l" t="t" r="r" b="b"/>
              <a:pathLst>
                <a:path w="26035" h="76834">
                  <a:moveTo>
                    <a:pt x="26034" y="0"/>
                  </a:moveTo>
                  <a:lnTo>
                    <a:pt x="11647" y="16901"/>
                  </a:lnTo>
                  <a:lnTo>
                    <a:pt x="4140" y="30533"/>
                  </a:lnTo>
                  <a:lnTo>
                    <a:pt x="1071" y="48095"/>
                  </a:lnTo>
                  <a:lnTo>
                    <a:pt x="0" y="76784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128298" y="8321865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5" h="14604">
                  <a:moveTo>
                    <a:pt x="8775" y="0"/>
                  </a:moveTo>
                  <a:lnTo>
                    <a:pt x="1968" y="1968"/>
                  </a:lnTo>
                  <a:lnTo>
                    <a:pt x="0" y="5537"/>
                  </a:lnTo>
                  <a:lnTo>
                    <a:pt x="1981" y="12357"/>
                  </a:lnTo>
                  <a:lnTo>
                    <a:pt x="5549" y="14325"/>
                  </a:lnTo>
                  <a:lnTo>
                    <a:pt x="8953" y="13335"/>
                  </a:lnTo>
                  <a:lnTo>
                    <a:pt x="12357" y="12344"/>
                  </a:lnTo>
                  <a:lnTo>
                    <a:pt x="14312" y="8788"/>
                  </a:lnTo>
                  <a:lnTo>
                    <a:pt x="12357" y="1955"/>
                  </a:lnTo>
                  <a:lnTo>
                    <a:pt x="87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100676" y="8309927"/>
              <a:ext cx="69850" cy="53975"/>
            </a:xfrm>
            <a:custGeom>
              <a:avLst/>
              <a:gdLst/>
              <a:ahLst/>
              <a:cxnLst/>
              <a:rect l="l" t="t" r="r" b="b"/>
              <a:pathLst>
                <a:path w="69850" h="53975">
                  <a:moveTo>
                    <a:pt x="69570" y="38201"/>
                  </a:moveTo>
                  <a:lnTo>
                    <a:pt x="15684" y="53886"/>
                  </a:lnTo>
                  <a:lnTo>
                    <a:pt x="0" y="0"/>
                  </a:lnTo>
                </a:path>
              </a:pathLst>
            </a:custGeom>
            <a:ln w="334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861100" y="8293951"/>
              <a:ext cx="1293495" cy="405130"/>
            </a:xfrm>
            <a:custGeom>
              <a:avLst/>
              <a:gdLst/>
              <a:ahLst/>
              <a:cxnLst/>
              <a:rect l="l" t="t" r="r" b="b"/>
              <a:pathLst>
                <a:path w="1293495" h="405129">
                  <a:moveTo>
                    <a:pt x="1293495" y="0"/>
                  </a:moveTo>
                  <a:lnTo>
                    <a:pt x="0" y="404863"/>
                  </a:lnTo>
                </a:path>
              </a:pathLst>
            </a:custGeom>
            <a:ln w="6350">
              <a:solidFill>
                <a:srgbClr val="00AB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567941" y="8022084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5" h="14604">
                  <a:moveTo>
                    <a:pt x="8966" y="0"/>
                  </a:moveTo>
                  <a:lnTo>
                    <a:pt x="4889" y="101"/>
                  </a:lnTo>
                  <a:lnTo>
                    <a:pt x="0" y="5245"/>
                  </a:lnTo>
                  <a:lnTo>
                    <a:pt x="114" y="9321"/>
                  </a:lnTo>
                  <a:lnTo>
                    <a:pt x="5257" y="14211"/>
                  </a:lnTo>
                  <a:lnTo>
                    <a:pt x="9334" y="14096"/>
                  </a:lnTo>
                  <a:lnTo>
                    <a:pt x="11772" y="11531"/>
                  </a:lnTo>
                  <a:lnTo>
                    <a:pt x="14223" y="8966"/>
                  </a:lnTo>
                  <a:lnTo>
                    <a:pt x="14109" y="4902"/>
                  </a:lnTo>
                  <a:lnTo>
                    <a:pt x="89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535388" y="8028136"/>
              <a:ext cx="79375" cy="41275"/>
            </a:xfrm>
            <a:custGeom>
              <a:avLst/>
              <a:gdLst/>
              <a:ahLst/>
              <a:cxnLst/>
              <a:rect l="l" t="t" r="r" b="b"/>
              <a:pathLst>
                <a:path w="79375" h="41275">
                  <a:moveTo>
                    <a:pt x="79336" y="0"/>
                  </a:moveTo>
                  <a:lnTo>
                    <a:pt x="40716" y="40716"/>
                  </a:lnTo>
                  <a:lnTo>
                    <a:pt x="0" y="2108"/>
                  </a:lnTo>
                </a:path>
              </a:pathLst>
            </a:custGeom>
            <a:ln w="334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577723" y="7989290"/>
              <a:ext cx="702945" cy="709930"/>
            </a:xfrm>
            <a:custGeom>
              <a:avLst/>
              <a:gdLst/>
              <a:ahLst/>
              <a:cxnLst/>
              <a:rect l="l" t="t" r="r" b="b"/>
              <a:pathLst>
                <a:path w="702944" h="709929">
                  <a:moveTo>
                    <a:pt x="0" y="0"/>
                  </a:moveTo>
                  <a:lnTo>
                    <a:pt x="702500" y="709523"/>
                  </a:lnTo>
                </a:path>
              </a:pathLst>
            </a:custGeom>
            <a:ln w="6350">
              <a:solidFill>
                <a:srgbClr val="00AB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61105" y="7623947"/>
              <a:ext cx="1419225" cy="1075055"/>
            </a:xfrm>
            <a:custGeom>
              <a:avLst/>
              <a:gdLst/>
              <a:ahLst/>
              <a:cxnLst/>
              <a:rect l="l" t="t" r="r" b="b"/>
              <a:pathLst>
                <a:path w="1419225" h="1075054">
                  <a:moveTo>
                    <a:pt x="1419110" y="1074864"/>
                  </a:moveTo>
                  <a:lnTo>
                    <a:pt x="0" y="1074864"/>
                  </a:lnTo>
                  <a:lnTo>
                    <a:pt x="1085596" y="0"/>
                  </a:lnTo>
                  <a:lnTo>
                    <a:pt x="1419110" y="1074864"/>
                  </a:lnTo>
                  <a:close/>
                </a:path>
              </a:pathLst>
            </a:custGeom>
            <a:ln w="645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1884734" y="7173902"/>
            <a:ext cx="107314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50" dirty="0">
                <a:solidFill>
                  <a:srgbClr val="231F20"/>
                </a:solidFill>
                <a:latin typeface="Cambria"/>
                <a:cs typeface="Cambria"/>
              </a:rPr>
              <a:t>E</a:t>
            </a:r>
            <a:endParaRPr sz="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Cambria"/>
              <a:cs typeface="Cambria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sz="850" spc="60" dirty="0">
                <a:solidFill>
                  <a:srgbClr val="231F20"/>
                </a:solidFill>
                <a:latin typeface="Cambria"/>
                <a:cs typeface="Cambria"/>
              </a:rPr>
              <a:t>A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747396" y="9374982"/>
            <a:ext cx="24447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16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466571" y="7868635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55" dirty="0">
                <a:solidFill>
                  <a:srgbClr val="231F20"/>
                </a:solidFill>
                <a:latin typeface="Cambria"/>
                <a:cs typeface="Cambria"/>
              </a:rPr>
              <a:t>D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19400" y="8702072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00" dirty="0">
                <a:solidFill>
                  <a:srgbClr val="231F20"/>
                </a:solidFill>
                <a:latin typeface="Cambria"/>
                <a:cs typeface="Cambria"/>
              </a:rPr>
              <a:t>B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830644" y="8369231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Cambria"/>
                <a:cs typeface="Cambria"/>
              </a:rPr>
              <a:t>K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888835" y="8702072"/>
            <a:ext cx="46291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3855" algn="l"/>
              </a:tabLst>
            </a:pPr>
            <a:r>
              <a:rPr sz="850" spc="150" dirty="0">
                <a:solidFill>
                  <a:srgbClr val="231F20"/>
                </a:solidFill>
                <a:latin typeface="Cambria"/>
                <a:cs typeface="Cambria"/>
              </a:rPr>
              <a:t>E	</a:t>
            </a:r>
            <a:r>
              <a:rPr sz="850" spc="195" dirty="0">
                <a:solidFill>
                  <a:srgbClr val="231F20"/>
                </a:solidFill>
                <a:latin typeface="Cambria"/>
                <a:cs typeface="Cambria"/>
              </a:rPr>
              <a:t>C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180954" y="8223392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29" dirty="0">
                <a:solidFill>
                  <a:srgbClr val="231F20"/>
                </a:solidFill>
                <a:latin typeface="Cambria"/>
                <a:cs typeface="Cambria"/>
              </a:rPr>
              <a:t>F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012151" y="8585900"/>
            <a:ext cx="18796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75" dirty="0">
                <a:solidFill>
                  <a:srgbClr val="231F20"/>
                </a:solidFill>
                <a:latin typeface="Cambria"/>
                <a:cs typeface="Cambria"/>
              </a:rPr>
              <a:t>50°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568393" y="8083770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692863" y="8371668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506254" y="7417840"/>
            <a:ext cx="4706620" cy="123190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algn="just">
              <a:lnSpc>
                <a:spcPct val="134800"/>
              </a:lnSpc>
              <a:spcBef>
                <a:spcPts val="45"/>
              </a:spcBef>
            </a:pP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Bir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tiçgende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iki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ytiksekliğin kesim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noktasından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tiçtincti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ytikseklik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de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geçer.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[AE]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Üçgende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iç açıların ölçtileri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toplamı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180°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olduğundan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KEC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endParaRPr sz="1000">
              <a:latin typeface="Arial"/>
              <a:cs typeface="Arial"/>
            </a:endParaRPr>
          </a:p>
          <a:p>
            <a:pPr marL="12700" marR="2556510" indent="63500" algn="just">
              <a:lnSpc>
                <a:spcPct val="188900"/>
              </a:lnSpc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0°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90°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+s(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EC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180°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ise 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EC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0°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4500" y="899995"/>
            <a:ext cx="7025640" cy="8280400"/>
            <a:chOff x="444500" y="899995"/>
            <a:chExt cx="7025640" cy="8280400"/>
          </a:xfrm>
        </p:grpSpPr>
        <p:sp>
          <p:nvSpPr>
            <p:cNvPr id="3" name="object 3"/>
            <p:cNvSpPr/>
            <p:nvPr/>
          </p:nvSpPr>
          <p:spPr>
            <a:xfrm>
              <a:off x="4137978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48889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59786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0696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81609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92531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03442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14340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25252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36162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47074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57984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68896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79807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90717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01628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12538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23450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34360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45272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56181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67094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7800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88902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99813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10724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21634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2546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43455" y="1060056"/>
              <a:ext cx="111125" cy="104139"/>
            </a:xfrm>
            <a:custGeom>
              <a:avLst/>
              <a:gdLst/>
              <a:ahLst/>
              <a:cxnLst/>
              <a:rect l="l" t="t" r="r" b="b"/>
              <a:pathLst>
                <a:path w="111125" h="104140">
                  <a:moveTo>
                    <a:pt x="110910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  <a:path w="111125" h="104140">
                  <a:moveTo>
                    <a:pt x="110910" y="0"/>
                  </a:moveTo>
                  <a:lnTo>
                    <a:pt x="110910" y="103632"/>
                  </a:lnTo>
                </a:path>
              </a:pathLst>
            </a:custGeom>
            <a:ln w="3223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54368" y="1060056"/>
              <a:ext cx="109855" cy="104139"/>
            </a:xfrm>
            <a:custGeom>
              <a:avLst/>
              <a:gdLst/>
              <a:ahLst/>
              <a:cxnLst/>
              <a:rect l="l" t="t" r="r" b="b"/>
              <a:pathLst>
                <a:path w="109854" h="104140">
                  <a:moveTo>
                    <a:pt x="109286" y="103632"/>
                  </a:moveTo>
                  <a:lnTo>
                    <a:pt x="0" y="103632"/>
                  </a:lnTo>
                  <a:lnTo>
                    <a:pt x="0" y="0"/>
                  </a:lnTo>
                </a:path>
              </a:pathLst>
            </a:custGeom>
            <a:ln w="3221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137978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48889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359786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70696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81609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92531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03442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14340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25252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136162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47074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57984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468896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579807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690717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01628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912538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23450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134360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245272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356181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467094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57800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688902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799813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910724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021634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32546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3455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354368" y="11636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37978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248889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359786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470696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581609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692531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03442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914340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025252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136162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247074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357984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468896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579807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690717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801628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12538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023450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134360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245272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356181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467094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57800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688902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799813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910724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021634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132546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243455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354368" y="127208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137978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248889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359786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470696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581609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692531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803442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914340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025252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136162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247074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357984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468896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579807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690717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801628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912538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023450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134360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245272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356181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467094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57800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688902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799813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910724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021634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132546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243455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54368" y="138046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137978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248889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359786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470696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581609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692531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803442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914340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025252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136162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247074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357984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468896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579807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5690717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801628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912538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023450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6134360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245272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6356181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467094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657800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6688902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799813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910724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021634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132546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243455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354368" y="148885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137978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248889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359786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4470696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581609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692531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803442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914340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5025252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5136162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5247074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5357984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5468896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5579807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5690717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5801628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5912538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6023450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6134360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6245272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6356181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6467094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657800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6688902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6799813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6910724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021634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132546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243455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354368" y="15972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4137978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4248889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4359786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4470696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4581609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4692531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4803442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4914340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5025252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5136162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5247074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5357984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5468896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5579807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5690717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5801628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5912538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6023450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6134360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6245272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6356181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6467094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657800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6688902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6799813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6910724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7021634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7132546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7243455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7354368" y="170563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4137978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4248889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4359786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4470696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4581609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4692531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4803442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4914340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5025252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5136162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5247074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5357984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5468896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5579807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5690717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5801628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5912538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6023450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6134360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6245272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6356181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6467094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657800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6688902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6799813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6910724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7021634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7132546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7243455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7354368" y="181403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4137978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4248889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4359786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4470696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4581609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4692531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4803442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4914340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5025252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5136162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5247074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5357984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5468896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5579807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5690717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5801628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5912538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6023450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6134360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6245272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6356181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6467094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657800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6688902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6799813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6910724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7021634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7132546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7243455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7354368" y="19224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4137978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4248889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4359786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4470696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4581609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4692531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4803442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4914340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5025252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5136162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5247074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5357984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5468896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5579807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5690717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5801628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5912538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6023450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6134360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6245272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6356181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6467094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657800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6688902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6799813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6910724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7021634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7132546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7243455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7354368" y="20308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4137978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4248889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4359786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4470696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4581609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4692531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4803442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4914340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5025252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5136162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5247074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5357984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5468896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5579807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5690717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5801628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5912538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6023450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6134360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6245272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6356181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6467094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657800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6688902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6799813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6910724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7021634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7132546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7243455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7354368" y="213921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4137978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4248889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4359786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4470696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4581609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4692531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4803442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4914340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5025252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5136162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5247074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5357984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5468896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5579807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5690717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5801628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5912538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6023450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6134360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6245272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6356181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6467094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657800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6688902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6799813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6910724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7021634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7132546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7243455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7354368" y="224760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4137978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4248889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4359786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4470696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4581609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4692531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4803442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4914340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5025252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5136162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5247074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5357984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5468896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5579807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5690717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5801628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5912538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6023450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6134360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6245272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6356181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6467094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657800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6688902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6799813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6910724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7021634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7132546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7243455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7354368" y="235599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4137978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4248889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4359786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4470696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4581609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4692531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4803442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4914340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5025252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5136162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5247074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5357984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5468896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5579807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5690717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5801628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5912538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6023450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6134360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6245272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6356181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6467094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657800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6688902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6799813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6910724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7021634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7132546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7243455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7354368" y="246439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4137978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4248889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4359786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4470696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4581609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4692531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4803442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4914340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5025252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5136162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5247074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5357984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5468896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5579807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5690717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5801628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5912538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6023450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6134360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6245272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6356181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6467094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657800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6688902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6799813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6910724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7021634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7132546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7243455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7354368" y="257277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4137978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4248889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4359786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4470696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4581609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4692531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4803442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4914340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5025252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5136162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5247074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5357984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5468896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5579807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5690717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5801628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5912538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6023450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6134360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6245272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6356181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4" name="object 474"/>
            <p:cNvSpPr/>
            <p:nvPr/>
          </p:nvSpPr>
          <p:spPr>
            <a:xfrm>
              <a:off x="6467094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657800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6688902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6799813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6910724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7021634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7132546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7243455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7354368" y="268116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4137978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4248889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4359786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4470696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4581609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4692531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4803442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4914340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5025252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5136162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3" name="object 493"/>
            <p:cNvSpPr/>
            <p:nvPr/>
          </p:nvSpPr>
          <p:spPr>
            <a:xfrm>
              <a:off x="5247074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4" name="object 494"/>
            <p:cNvSpPr/>
            <p:nvPr/>
          </p:nvSpPr>
          <p:spPr>
            <a:xfrm>
              <a:off x="5357984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5468896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6" name="object 496"/>
            <p:cNvSpPr/>
            <p:nvPr/>
          </p:nvSpPr>
          <p:spPr>
            <a:xfrm>
              <a:off x="5579807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5690717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5801628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5912538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6023450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6134360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2" name="object 502"/>
            <p:cNvSpPr/>
            <p:nvPr/>
          </p:nvSpPr>
          <p:spPr>
            <a:xfrm>
              <a:off x="6245272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6356181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/>
            <p:cNvSpPr/>
            <p:nvPr/>
          </p:nvSpPr>
          <p:spPr>
            <a:xfrm>
              <a:off x="6467094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5" name="object 505"/>
            <p:cNvSpPr/>
            <p:nvPr/>
          </p:nvSpPr>
          <p:spPr>
            <a:xfrm>
              <a:off x="657800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6688902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7" name="object 507"/>
            <p:cNvSpPr/>
            <p:nvPr/>
          </p:nvSpPr>
          <p:spPr>
            <a:xfrm>
              <a:off x="6799813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08"/>
            <p:cNvSpPr/>
            <p:nvPr/>
          </p:nvSpPr>
          <p:spPr>
            <a:xfrm>
              <a:off x="6910724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9" name="object 509"/>
            <p:cNvSpPr/>
            <p:nvPr/>
          </p:nvSpPr>
          <p:spPr>
            <a:xfrm>
              <a:off x="7021634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0" name="object 510"/>
            <p:cNvSpPr/>
            <p:nvPr/>
          </p:nvSpPr>
          <p:spPr>
            <a:xfrm>
              <a:off x="7132546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7243455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7354368" y="27895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3" name="object 513"/>
            <p:cNvSpPr/>
            <p:nvPr/>
          </p:nvSpPr>
          <p:spPr>
            <a:xfrm>
              <a:off x="4137978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4248889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4359786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4470696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17"/>
            <p:cNvSpPr/>
            <p:nvPr/>
          </p:nvSpPr>
          <p:spPr>
            <a:xfrm>
              <a:off x="4581609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4692531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9" name="object 519"/>
            <p:cNvSpPr/>
            <p:nvPr/>
          </p:nvSpPr>
          <p:spPr>
            <a:xfrm>
              <a:off x="4803442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4914340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1"/>
            <p:cNvSpPr/>
            <p:nvPr/>
          </p:nvSpPr>
          <p:spPr>
            <a:xfrm>
              <a:off x="5025252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5136162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/>
            <p:cNvSpPr/>
            <p:nvPr/>
          </p:nvSpPr>
          <p:spPr>
            <a:xfrm>
              <a:off x="5247074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5357984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5468896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5579807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5690717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5801628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5912538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6023450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1" name="object 531"/>
            <p:cNvSpPr/>
            <p:nvPr/>
          </p:nvSpPr>
          <p:spPr>
            <a:xfrm>
              <a:off x="6134360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2"/>
            <p:cNvSpPr/>
            <p:nvPr/>
          </p:nvSpPr>
          <p:spPr>
            <a:xfrm>
              <a:off x="6245272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3" name="object 533"/>
            <p:cNvSpPr/>
            <p:nvPr/>
          </p:nvSpPr>
          <p:spPr>
            <a:xfrm>
              <a:off x="6356181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4" name="object 534"/>
            <p:cNvSpPr/>
            <p:nvPr/>
          </p:nvSpPr>
          <p:spPr>
            <a:xfrm>
              <a:off x="6467094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535"/>
            <p:cNvSpPr/>
            <p:nvPr/>
          </p:nvSpPr>
          <p:spPr>
            <a:xfrm>
              <a:off x="657800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36"/>
            <p:cNvSpPr/>
            <p:nvPr/>
          </p:nvSpPr>
          <p:spPr>
            <a:xfrm>
              <a:off x="6688902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6799813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6910724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7021634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7132546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1"/>
            <p:cNvSpPr/>
            <p:nvPr/>
          </p:nvSpPr>
          <p:spPr>
            <a:xfrm>
              <a:off x="7243455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2" name="object 542"/>
            <p:cNvSpPr/>
            <p:nvPr/>
          </p:nvSpPr>
          <p:spPr>
            <a:xfrm>
              <a:off x="7354368" y="28979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4137978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4248889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5" name="object 545"/>
            <p:cNvSpPr/>
            <p:nvPr/>
          </p:nvSpPr>
          <p:spPr>
            <a:xfrm>
              <a:off x="4359786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4470696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4581609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48"/>
            <p:cNvSpPr/>
            <p:nvPr/>
          </p:nvSpPr>
          <p:spPr>
            <a:xfrm>
              <a:off x="4692531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49"/>
            <p:cNvSpPr/>
            <p:nvPr/>
          </p:nvSpPr>
          <p:spPr>
            <a:xfrm>
              <a:off x="4803442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0"/>
            <p:cNvSpPr/>
            <p:nvPr/>
          </p:nvSpPr>
          <p:spPr>
            <a:xfrm>
              <a:off x="4914340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5025252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5136162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3"/>
            <p:cNvSpPr/>
            <p:nvPr/>
          </p:nvSpPr>
          <p:spPr>
            <a:xfrm>
              <a:off x="5247074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54"/>
            <p:cNvSpPr/>
            <p:nvPr/>
          </p:nvSpPr>
          <p:spPr>
            <a:xfrm>
              <a:off x="5357984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5468896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5579807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5690717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5801628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5912538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6023450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6134360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6245272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6356181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6467094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657800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6688902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6799813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68"/>
            <p:cNvSpPr/>
            <p:nvPr/>
          </p:nvSpPr>
          <p:spPr>
            <a:xfrm>
              <a:off x="6910724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569"/>
            <p:cNvSpPr/>
            <p:nvPr/>
          </p:nvSpPr>
          <p:spPr>
            <a:xfrm>
              <a:off x="7021634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/>
            <p:cNvSpPr/>
            <p:nvPr/>
          </p:nvSpPr>
          <p:spPr>
            <a:xfrm>
              <a:off x="7132546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7243455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/>
            <p:cNvSpPr/>
            <p:nvPr/>
          </p:nvSpPr>
          <p:spPr>
            <a:xfrm>
              <a:off x="7354368" y="30063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573"/>
            <p:cNvSpPr/>
            <p:nvPr/>
          </p:nvSpPr>
          <p:spPr>
            <a:xfrm>
              <a:off x="4137978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4" name="object 574"/>
            <p:cNvSpPr/>
            <p:nvPr/>
          </p:nvSpPr>
          <p:spPr>
            <a:xfrm>
              <a:off x="4248889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575"/>
            <p:cNvSpPr/>
            <p:nvPr/>
          </p:nvSpPr>
          <p:spPr>
            <a:xfrm>
              <a:off x="4359786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4470696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77"/>
            <p:cNvSpPr/>
            <p:nvPr/>
          </p:nvSpPr>
          <p:spPr>
            <a:xfrm>
              <a:off x="4581609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78"/>
            <p:cNvSpPr/>
            <p:nvPr/>
          </p:nvSpPr>
          <p:spPr>
            <a:xfrm>
              <a:off x="4692531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579"/>
            <p:cNvSpPr/>
            <p:nvPr/>
          </p:nvSpPr>
          <p:spPr>
            <a:xfrm>
              <a:off x="4803442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0" name="object 580"/>
            <p:cNvSpPr/>
            <p:nvPr/>
          </p:nvSpPr>
          <p:spPr>
            <a:xfrm>
              <a:off x="4914340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1" name="object 581"/>
            <p:cNvSpPr/>
            <p:nvPr/>
          </p:nvSpPr>
          <p:spPr>
            <a:xfrm>
              <a:off x="5025252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5136162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3"/>
            <p:cNvSpPr/>
            <p:nvPr/>
          </p:nvSpPr>
          <p:spPr>
            <a:xfrm>
              <a:off x="5247074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5357984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5468896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86"/>
            <p:cNvSpPr/>
            <p:nvPr/>
          </p:nvSpPr>
          <p:spPr>
            <a:xfrm>
              <a:off x="5579807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87"/>
            <p:cNvSpPr/>
            <p:nvPr/>
          </p:nvSpPr>
          <p:spPr>
            <a:xfrm>
              <a:off x="5690717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5801628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89"/>
            <p:cNvSpPr/>
            <p:nvPr/>
          </p:nvSpPr>
          <p:spPr>
            <a:xfrm>
              <a:off x="5912538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0" name="object 590"/>
            <p:cNvSpPr/>
            <p:nvPr/>
          </p:nvSpPr>
          <p:spPr>
            <a:xfrm>
              <a:off x="6023450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6134360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6245272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3" name="object 593"/>
            <p:cNvSpPr/>
            <p:nvPr/>
          </p:nvSpPr>
          <p:spPr>
            <a:xfrm>
              <a:off x="6356181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6467094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595"/>
            <p:cNvSpPr/>
            <p:nvPr/>
          </p:nvSpPr>
          <p:spPr>
            <a:xfrm>
              <a:off x="657800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6" name="object 596"/>
            <p:cNvSpPr/>
            <p:nvPr/>
          </p:nvSpPr>
          <p:spPr>
            <a:xfrm>
              <a:off x="6688902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7" name="object 597"/>
            <p:cNvSpPr/>
            <p:nvPr/>
          </p:nvSpPr>
          <p:spPr>
            <a:xfrm>
              <a:off x="6799813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8" name="object 598"/>
            <p:cNvSpPr/>
            <p:nvPr/>
          </p:nvSpPr>
          <p:spPr>
            <a:xfrm>
              <a:off x="6910724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9" name="object 599"/>
            <p:cNvSpPr/>
            <p:nvPr/>
          </p:nvSpPr>
          <p:spPr>
            <a:xfrm>
              <a:off x="7021634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0" name="object 600"/>
            <p:cNvSpPr/>
            <p:nvPr/>
          </p:nvSpPr>
          <p:spPr>
            <a:xfrm>
              <a:off x="7132546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1" name="object 601"/>
            <p:cNvSpPr/>
            <p:nvPr/>
          </p:nvSpPr>
          <p:spPr>
            <a:xfrm>
              <a:off x="7243455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2" name="object 602"/>
            <p:cNvSpPr/>
            <p:nvPr/>
          </p:nvSpPr>
          <p:spPr>
            <a:xfrm>
              <a:off x="7354368" y="31147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3" name="object 603"/>
            <p:cNvSpPr/>
            <p:nvPr/>
          </p:nvSpPr>
          <p:spPr>
            <a:xfrm>
              <a:off x="4137978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4" name="object 604"/>
            <p:cNvSpPr/>
            <p:nvPr/>
          </p:nvSpPr>
          <p:spPr>
            <a:xfrm>
              <a:off x="4248889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5" name="object 605"/>
            <p:cNvSpPr/>
            <p:nvPr/>
          </p:nvSpPr>
          <p:spPr>
            <a:xfrm>
              <a:off x="4359786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6" name="object 606"/>
            <p:cNvSpPr/>
            <p:nvPr/>
          </p:nvSpPr>
          <p:spPr>
            <a:xfrm>
              <a:off x="4470696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7" name="object 607"/>
            <p:cNvSpPr/>
            <p:nvPr/>
          </p:nvSpPr>
          <p:spPr>
            <a:xfrm>
              <a:off x="4581609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8" name="object 608"/>
            <p:cNvSpPr/>
            <p:nvPr/>
          </p:nvSpPr>
          <p:spPr>
            <a:xfrm>
              <a:off x="4692531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9" name="object 609"/>
            <p:cNvSpPr/>
            <p:nvPr/>
          </p:nvSpPr>
          <p:spPr>
            <a:xfrm>
              <a:off x="4803442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0" name="object 610"/>
            <p:cNvSpPr/>
            <p:nvPr/>
          </p:nvSpPr>
          <p:spPr>
            <a:xfrm>
              <a:off x="4914340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611"/>
            <p:cNvSpPr/>
            <p:nvPr/>
          </p:nvSpPr>
          <p:spPr>
            <a:xfrm>
              <a:off x="5025252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2" name="object 612"/>
            <p:cNvSpPr/>
            <p:nvPr/>
          </p:nvSpPr>
          <p:spPr>
            <a:xfrm>
              <a:off x="5136162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3" name="object 613"/>
            <p:cNvSpPr/>
            <p:nvPr/>
          </p:nvSpPr>
          <p:spPr>
            <a:xfrm>
              <a:off x="5247074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4" name="object 614"/>
            <p:cNvSpPr/>
            <p:nvPr/>
          </p:nvSpPr>
          <p:spPr>
            <a:xfrm>
              <a:off x="5357984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5" name="object 615"/>
            <p:cNvSpPr/>
            <p:nvPr/>
          </p:nvSpPr>
          <p:spPr>
            <a:xfrm>
              <a:off x="5468896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6" name="object 616"/>
            <p:cNvSpPr/>
            <p:nvPr/>
          </p:nvSpPr>
          <p:spPr>
            <a:xfrm>
              <a:off x="5579807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7" name="object 617"/>
            <p:cNvSpPr/>
            <p:nvPr/>
          </p:nvSpPr>
          <p:spPr>
            <a:xfrm>
              <a:off x="5690717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8" name="object 618"/>
            <p:cNvSpPr/>
            <p:nvPr/>
          </p:nvSpPr>
          <p:spPr>
            <a:xfrm>
              <a:off x="5801628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9" name="object 619"/>
            <p:cNvSpPr/>
            <p:nvPr/>
          </p:nvSpPr>
          <p:spPr>
            <a:xfrm>
              <a:off x="5912538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0" name="object 620"/>
            <p:cNvSpPr/>
            <p:nvPr/>
          </p:nvSpPr>
          <p:spPr>
            <a:xfrm>
              <a:off x="6023450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1" name="object 621"/>
            <p:cNvSpPr/>
            <p:nvPr/>
          </p:nvSpPr>
          <p:spPr>
            <a:xfrm>
              <a:off x="6134360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2" name="object 622"/>
            <p:cNvSpPr/>
            <p:nvPr/>
          </p:nvSpPr>
          <p:spPr>
            <a:xfrm>
              <a:off x="6245272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3" name="object 623"/>
            <p:cNvSpPr/>
            <p:nvPr/>
          </p:nvSpPr>
          <p:spPr>
            <a:xfrm>
              <a:off x="6356181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4" name="object 624"/>
            <p:cNvSpPr/>
            <p:nvPr/>
          </p:nvSpPr>
          <p:spPr>
            <a:xfrm>
              <a:off x="6467094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5" name="object 625"/>
            <p:cNvSpPr/>
            <p:nvPr/>
          </p:nvSpPr>
          <p:spPr>
            <a:xfrm>
              <a:off x="657800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626"/>
            <p:cNvSpPr/>
            <p:nvPr/>
          </p:nvSpPr>
          <p:spPr>
            <a:xfrm>
              <a:off x="6688902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627"/>
            <p:cNvSpPr/>
            <p:nvPr/>
          </p:nvSpPr>
          <p:spPr>
            <a:xfrm>
              <a:off x="6799813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8" name="object 628"/>
            <p:cNvSpPr/>
            <p:nvPr/>
          </p:nvSpPr>
          <p:spPr>
            <a:xfrm>
              <a:off x="6910724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9" name="object 629"/>
            <p:cNvSpPr/>
            <p:nvPr/>
          </p:nvSpPr>
          <p:spPr>
            <a:xfrm>
              <a:off x="7021634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630"/>
            <p:cNvSpPr/>
            <p:nvPr/>
          </p:nvSpPr>
          <p:spPr>
            <a:xfrm>
              <a:off x="7132546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631"/>
            <p:cNvSpPr/>
            <p:nvPr/>
          </p:nvSpPr>
          <p:spPr>
            <a:xfrm>
              <a:off x="7243455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2" name="object 632"/>
            <p:cNvSpPr/>
            <p:nvPr/>
          </p:nvSpPr>
          <p:spPr>
            <a:xfrm>
              <a:off x="7354368" y="322313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3" name="object 633"/>
            <p:cNvSpPr/>
            <p:nvPr/>
          </p:nvSpPr>
          <p:spPr>
            <a:xfrm>
              <a:off x="4137978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4" name="object 634"/>
            <p:cNvSpPr/>
            <p:nvPr/>
          </p:nvSpPr>
          <p:spPr>
            <a:xfrm>
              <a:off x="4248889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5" name="object 635"/>
            <p:cNvSpPr/>
            <p:nvPr/>
          </p:nvSpPr>
          <p:spPr>
            <a:xfrm>
              <a:off x="4359786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6" name="object 636"/>
            <p:cNvSpPr/>
            <p:nvPr/>
          </p:nvSpPr>
          <p:spPr>
            <a:xfrm>
              <a:off x="4470696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7" name="object 637"/>
            <p:cNvSpPr/>
            <p:nvPr/>
          </p:nvSpPr>
          <p:spPr>
            <a:xfrm>
              <a:off x="4581609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8" name="object 638"/>
            <p:cNvSpPr/>
            <p:nvPr/>
          </p:nvSpPr>
          <p:spPr>
            <a:xfrm>
              <a:off x="4692531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9" name="object 639"/>
            <p:cNvSpPr/>
            <p:nvPr/>
          </p:nvSpPr>
          <p:spPr>
            <a:xfrm>
              <a:off x="4803442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0" name="object 640"/>
            <p:cNvSpPr/>
            <p:nvPr/>
          </p:nvSpPr>
          <p:spPr>
            <a:xfrm>
              <a:off x="4914340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1" name="object 641"/>
            <p:cNvSpPr/>
            <p:nvPr/>
          </p:nvSpPr>
          <p:spPr>
            <a:xfrm>
              <a:off x="5025252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2" name="object 642"/>
            <p:cNvSpPr/>
            <p:nvPr/>
          </p:nvSpPr>
          <p:spPr>
            <a:xfrm>
              <a:off x="5136162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3" name="object 643"/>
            <p:cNvSpPr/>
            <p:nvPr/>
          </p:nvSpPr>
          <p:spPr>
            <a:xfrm>
              <a:off x="5247074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4" name="object 644"/>
            <p:cNvSpPr/>
            <p:nvPr/>
          </p:nvSpPr>
          <p:spPr>
            <a:xfrm>
              <a:off x="5357984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5" name="object 645"/>
            <p:cNvSpPr/>
            <p:nvPr/>
          </p:nvSpPr>
          <p:spPr>
            <a:xfrm>
              <a:off x="5468896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6" name="object 646"/>
            <p:cNvSpPr/>
            <p:nvPr/>
          </p:nvSpPr>
          <p:spPr>
            <a:xfrm>
              <a:off x="5579807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7" name="object 647"/>
            <p:cNvSpPr/>
            <p:nvPr/>
          </p:nvSpPr>
          <p:spPr>
            <a:xfrm>
              <a:off x="5690717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8" name="object 648"/>
            <p:cNvSpPr/>
            <p:nvPr/>
          </p:nvSpPr>
          <p:spPr>
            <a:xfrm>
              <a:off x="5801628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9" name="object 649"/>
            <p:cNvSpPr/>
            <p:nvPr/>
          </p:nvSpPr>
          <p:spPr>
            <a:xfrm>
              <a:off x="5912538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0" name="object 650"/>
            <p:cNvSpPr/>
            <p:nvPr/>
          </p:nvSpPr>
          <p:spPr>
            <a:xfrm>
              <a:off x="6023450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1" name="object 651"/>
            <p:cNvSpPr/>
            <p:nvPr/>
          </p:nvSpPr>
          <p:spPr>
            <a:xfrm>
              <a:off x="6134360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2" name="object 652"/>
            <p:cNvSpPr/>
            <p:nvPr/>
          </p:nvSpPr>
          <p:spPr>
            <a:xfrm>
              <a:off x="6245272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3" name="object 653"/>
            <p:cNvSpPr/>
            <p:nvPr/>
          </p:nvSpPr>
          <p:spPr>
            <a:xfrm>
              <a:off x="6356181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4" name="object 654"/>
            <p:cNvSpPr/>
            <p:nvPr/>
          </p:nvSpPr>
          <p:spPr>
            <a:xfrm>
              <a:off x="6467094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5" name="object 655"/>
            <p:cNvSpPr/>
            <p:nvPr/>
          </p:nvSpPr>
          <p:spPr>
            <a:xfrm>
              <a:off x="657800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6" name="object 656"/>
            <p:cNvSpPr/>
            <p:nvPr/>
          </p:nvSpPr>
          <p:spPr>
            <a:xfrm>
              <a:off x="6688902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7" name="object 657"/>
            <p:cNvSpPr/>
            <p:nvPr/>
          </p:nvSpPr>
          <p:spPr>
            <a:xfrm>
              <a:off x="6799813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658"/>
            <p:cNvSpPr/>
            <p:nvPr/>
          </p:nvSpPr>
          <p:spPr>
            <a:xfrm>
              <a:off x="6910724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9" name="object 659"/>
            <p:cNvSpPr/>
            <p:nvPr/>
          </p:nvSpPr>
          <p:spPr>
            <a:xfrm>
              <a:off x="7021634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0" name="object 660"/>
            <p:cNvSpPr/>
            <p:nvPr/>
          </p:nvSpPr>
          <p:spPr>
            <a:xfrm>
              <a:off x="7132546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1" name="object 661"/>
            <p:cNvSpPr/>
            <p:nvPr/>
          </p:nvSpPr>
          <p:spPr>
            <a:xfrm>
              <a:off x="7243455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2" name="object 662"/>
            <p:cNvSpPr/>
            <p:nvPr/>
          </p:nvSpPr>
          <p:spPr>
            <a:xfrm>
              <a:off x="7354368" y="33315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3" name="object 663"/>
            <p:cNvSpPr/>
            <p:nvPr/>
          </p:nvSpPr>
          <p:spPr>
            <a:xfrm>
              <a:off x="4137978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4" name="object 664"/>
            <p:cNvSpPr/>
            <p:nvPr/>
          </p:nvSpPr>
          <p:spPr>
            <a:xfrm>
              <a:off x="4248889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5" name="object 665"/>
            <p:cNvSpPr/>
            <p:nvPr/>
          </p:nvSpPr>
          <p:spPr>
            <a:xfrm>
              <a:off x="4359786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6" name="object 666"/>
            <p:cNvSpPr/>
            <p:nvPr/>
          </p:nvSpPr>
          <p:spPr>
            <a:xfrm>
              <a:off x="4470696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7" name="object 667"/>
            <p:cNvSpPr/>
            <p:nvPr/>
          </p:nvSpPr>
          <p:spPr>
            <a:xfrm>
              <a:off x="4581609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8" name="object 668"/>
            <p:cNvSpPr/>
            <p:nvPr/>
          </p:nvSpPr>
          <p:spPr>
            <a:xfrm>
              <a:off x="4692531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9" name="object 669"/>
            <p:cNvSpPr/>
            <p:nvPr/>
          </p:nvSpPr>
          <p:spPr>
            <a:xfrm>
              <a:off x="4803442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0" name="object 670"/>
            <p:cNvSpPr/>
            <p:nvPr/>
          </p:nvSpPr>
          <p:spPr>
            <a:xfrm>
              <a:off x="4914340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1" name="object 671"/>
            <p:cNvSpPr/>
            <p:nvPr/>
          </p:nvSpPr>
          <p:spPr>
            <a:xfrm>
              <a:off x="5025252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2" name="object 672"/>
            <p:cNvSpPr/>
            <p:nvPr/>
          </p:nvSpPr>
          <p:spPr>
            <a:xfrm>
              <a:off x="5136162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3" name="object 673"/>
            <p:cNvSpPr/>
            <p:nvPr/>
          </p:nvSpPr>
          <p:spPr>
            <a:xfrm>
              <a:off x="5247074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4" name="object 674"/>
            <p:cNvSpPr/>
            <p:nvPr/>
          </p:nvSpPr>
          <p:spPr>
            <a:xfrm>
              <a:off x="5357984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5" name="object 675"/>
            <p:cNvSpPr/>
            <p:nvPr/>
          </p:nvSpPr>
          <p:spPr>
            <a:xfrm>
              <a:off x="5468896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6" name="object 676"/>
            <p:cNvSpPr/>
            <p:nvPr/>
          </p:nvSpPr>
          <p:spPr>
            <a:xfrm>
              <a:off x="5579807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7" name="object 677"/>
            <p:cNvSpPr/>
            <p:nvPr/>
          </p:nvSpPr>
          <p:spPr>
            <a:xfrm>
              <a:off x="5690717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8" name="object 678"/>
            <p:cNvSpPr/>
            <p:nvPr/>
          </p:nvSpPr>
          <p:spPr>
            <a:xfrm>
              <a:off x="5801628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9" name="object 679"/>
            <p:cNvSpPr/>
            <p:nvPr/>
          </p:nvSpPr>
          <p:spPr>
            <a:xfrm>
              <a:off x="5912538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0" name="object 680"/>
            <p:cNvSpPr/>
            <p:nvPr/>
          </p:nvSpPr>
          <p:spPr>
            <a:xfrm>
              <a:off x="6023450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1" name="object 681"/>
            <p:cNvSpPr/>
            <p:nvPr/>
          </p:nvSpPr>
          <p:spPr>
            <a:xfrm>
              <a:off x="6134360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682"/>
            <p:cNvSpPr/>
            <p:nvPr/>
          </p:nvSpPr>
          <p:spPr>
            <a:xfrm>
              <a:off x="6245272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3" name="object 683"/>
            <p:cNvSpPr/>
            <p:nvPr/>
          </p:nvSpPr>
          <p:spPr>
            <a:xfrm>
              <a:off x="6356181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4" name="object 684"/>
            <p:cNvSpPr/>
            <p:nvPr/>
          </p:nvSpPr>
          <p:spPr>
            <a:xfrm>
              <a:off x="6467094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5" name="object 685"/>
            <p:cNvSpPr/>
            <p:nvPr/>
          </p:nvSpPr>
          <p:spPr>
            <a:xfrm>
              <a:off x="657800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6" name="object 686"/>
            <p:cNvSpPr/>
            <p:nvPr/>
          </p:nvSpPr>
          <p:spPr>
            <a:xfrm>
              <a:off x="6688902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7" name="object 687"/>
            <p:cNvSpPr/>
            <p:nvPr/>
          </p:nvSpPr>
          <p:spPr>
            <a:xfrm>
              <a:off x="6799813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8" name="object 688"/>
            <p:cNvSpPr/>
            <p:nvPr/>
          </p:nvSpPr>
          <p:spPr>
            <a:xfrm>
              <a:off x="6910724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9" name="object 689"/>
            <p:cNvSpPr/>
            <p:nvPr/>
          </p:nvSpPr>
          <p:spPr>
            <a:xfrm>
              <a:off x="7021634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0" name="object 690"/>
            <p:cNvSpPr/>
            <p:nvPr/>
          </p:nvSpPr>
          <p:spPr>
            <a:xfrm>
              <a:off x="7132546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1" name="object 691"/>
            <p:cNvSpPr/>
            <p:nvPr/>
          </p:nvSpPr>
          <p:spPr>
            <a:xfrm>
              <a:off x="7243455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2" name="object 692"/>
            <p:cNvSpPr/>
            <p:nvPr/>
          </p:nvSpPr>
          <p:spPr>
            <a:xfrm>
              <a:off x="7354368" y="343991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3" name="object 693"/>
            <p:cNvSpPr/>
            <p:nvPr/>
          </p:nvSpPr>
          <p:spPr>
            <a:xfrm>
              <a:off x="4137978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4" name="object 694"/>
            <p:cNvSpPr/>
            <p:nvPr/>
          </p:nvSpPr>
          <p:spPr>
            <a:xfrm>
              <a:off x="4248889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5" name="object 695"/>
            <p:cNvSpPr/>
            <p:nvPr/>
          </p:nvSpPr>
          <p:spPr>
            <a:xfrm>
              <a:off x="4359786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6" name="object 696"/>
            <p:cNvSpPr/>
            <p:nvPr/>
          </p:nvSpPr>
          <p:spPr>
            <a:xfrm>
              <a:off x="4470696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7" name="object 697"/>
            <p:cNvSpPr/>
            <p:nvPr/>
          </p:nvSpPr>
          <p:spPr>
            <a:xfrm>
              <a:off x="4581609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8" name="object 698"/>
            <p:cNvSpPr/>
            <p:nvPr/>
          </p:nvSpPr>
          <p:spPr>
            <a:xfrm>
              <a:off x="4692531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9" name="object 699"/>
            <p:cNvSpPr/>
            <p:nvPr/>
          </p:nvSpPr>
          <p:spPr>
            <a:xfrm>
              <a:off x="4803442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0" name="object 700"/>
            <p:cNvSpPr/>
            <p:nvPr/>
          </p:nvSpPr>
          <p:spPr>
            <a:xfrm>
              <a:off x="4914340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1" name="object 701"/>
            <p:cNvSpPr/>
            <p:nvPr/>
          </p:nvSpPr>
          <p:spPr>
            <a:xfrm>
              <a:off x="5025252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2" name="object 702"/>
            <p:cNvSpPr/>
            <p:nvPr/>
          </p:nvSpPr>
          <p:spPr>
            <a:xfrm>
              <a:off x="5136162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3" name="object 703"/>
            <p:cNvSpPr/>
            <p:nvPr/>
          </p:nvSpPr>
          <p:spPr>
            <a:xfrm>
              <a:off x="5247074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4" name="object 704"/>
            <p:cNvSpPr/>
            <p:nvPr/>
          </p:nvSpPr>
          <p:spPr>
            <a:xfrm>
              <a:off x="5357984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5" name="object 705"/>
            <p:cNvSpPr/>
            <p:nvPr/>
          </p:nvSpPr>
          <p:spPr>
            <a:xfrm>
              <a:off x="5468896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6" name="object 706"/>
            <p:cNvSpPr/>
            <p:nvPr/>
          </p:nvSpPr>
          <p:spPr>
            <a:xfrm>
              <a:off x="5579807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7" name="object 707"/>
            <p:cNvSpPr/>
            <p:nvPr/>
          </p:nvSpPr>
          <p:spPr>
            <a:xfrm>
              <a:off x="5690717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8" name="object 708"/>
            <p:cNvSpPr/>
            <p:nvPr/>
          </p:nvSpPr>
          <p:spPr>
            <a:xfrm>
              <a:off x="5801628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9" name="object 709"/>
            <p:cNvSpPr/>
            <p:nvPr/>
          </p:nvSpPr>
          <p:spPr>
            <a:xfrm>
              <a:off x="5912538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0" name="object 710"/>
            <p:cNvSpPr/>
            <p:nvPr/>
          </p:nvSpPr>
          <p:spPr>
            <a:xfrm>
              <a:off x="6023450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1" name="object 711"/>
            <p:cNvSpPr/>
            <p:nvPr/>
          </p:nvSpPr>
          <p:spPr>
            <a:xfrm>
              <a:off x="6134360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2" name="object 712"/>
            <p:cNvSpPr/>
            <p:nvPr/>
          </p:nvSpPr>
          <p:spPr>
            <a:xfrm>
              <a:off x="6245272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3" name="object 713"/>
            <p:cNvSpPr/>
            <p:nvPr/>
          </p:nvSpPr>
          <p:spPr>
            <a:xfrm>
              <a:off x="6356181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4" name="object 714"/>
            <p:cNvSpPr/>
            <p:nvPr/>
          </p:nvSpPr>
          <p:spPr>
            <a:xfrm>
              <a:off x="6467094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5" name="object 715"/>
            <p:cNvSpPr/>
            <p:nvPr/>
          </p:nvSpPr>
          <p:spPr>
            <a:xfrm>
              <a:off x="657800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6" name="object 716"/>
            <p:cNvSpPr/>
            <p:nvPr/>
          </p:nvSpPr>
          <p:spPr>
            <a:xfrm>
              <a:off x="6688902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7" name="object 717"/>
            <p:cNvSpPr/>
            <p:nvPr/>
          </p:nvSpPr>
          <p:spPr>
            <a:xfrm>
              <a:off x="6799813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8" name="object 718"/>
            <p:cNvSpPr/>
            <p:nvPr/>
          </p:nvSpPr>
          <p:spPr>
            <a:xfrm>
              <a:off x="6910724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9" name="object 719"/>
            <p:cNvSpPr/>
            <p:nvPr/>
          </p:nvSpPr>
          <p:spPr>
            <a:xfrm>
              <a:off x="7021634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0" name="object 720"/>
            <p:cNvSpPr/>
            <p:nvPr/>
          </p:nvSpPr>
          <p:spPr>
            <a:xfrm>
              <a:off x="7132546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1" name="object 721"/>
            <p:cNvSpPr/>
            <p:nvPr/>
          </p:nvSpPr>
          <p:spPr>
            <a:xfrm>
              <a:off x="7243455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2" name="object 722"/>
            <p:cNvSpPr/>
            <p:nvPr/>
          </p:nvSpPr>
          <p:spPr>
            <a:xfrm>
              <a:off x="7354368" y="354831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3" name="object 723"/>
            <p:cNvSpPr/>
            <p:nvPr/>
          </p:nvSpPr>
          <p:spPr>
            <a:xfrm>
              <a:off x="4137978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4" name="object 724"/>
            <p:cNvSpPr/>
            <p:nvPr/>
          </p:nvSpPr>
          <p:spPr>
            <a:xfrm>
              <a:off x="4248889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5" name="object 725"/>
            <p:cNvSpPr/>
            <p:nvPr/>
          </p:nvSpPr>
          <p:spPr>
            <a:xfrm>
              <a:off x="4359786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6" name="object 726"/>
            <p:cNvSpPr/>
            <p:nvPr/>
          </p:nvSpPr>
          <p:spPr>
            <a:xfrm>
              <a:off x="4470696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7" name="object 727"/>
            <p:cNvSpPr/>
            <p:nvPr/>
          </p:nvSpPr>
          <p:spPr>
            <a:xfrm>
              <a:off x="4581609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8" name="object 728"/>
            <p:cNvSpPr/>
            <p:nvPr/>
          </p:nvSpPr>
          <p:spPr>
            <a:xfrm>
              <a:off x="4692531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9" name="object 729"/>
            <p:cNvSpPr/>
            <p:nvPr/>
          </p:nvSpPr>
          <p:spPr>
            <a:xfrm>
              <a:off x="4803442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0" name="object 730"/>
            <p:cNvSpPr/>
            <p:nvPr/>
          </p:nvSpPr>
          <p:spPr>
            <a:xfrm>
              <a:off x="4914340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1" name="object 731"/>
            <p:cNvSpPr/>
            <p:nvPr/>
          </p:nvSpPr>
          <p:spPr>
            <a:xfrm>
              <a:off x="5025252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2" name="object 732"/>
            <p:cNvSpPr/>
            <p:nvPr/>
          </p:nvSpPr>
          <p:spPr>
            <a:xfrm>
              <a:off x="5136162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3" name="object 733"/>
            <p:cNvSpPr/>
            <p:nvPr/>
          </p:nvSpPr>
          <p:spPr>
            <a:xfrm>
              <a:off x="5247074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4" name="object 734"/>
            <p:cNvSpPr/>
            <p:nvPr/>
          </p:nvSpPr>
          <p:spPr>
            <a:xfrm>
              <a:off x="5357984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5" name="object 735"/>
            <p:cNvSpPr/>
            <p:nvPr/>
          </p:nvSpPr>
          <p:spPr>
            <a:xfrm>
              <a:off x="5468896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6" name="object 736"/>
            <p:cNvSpPr/>
            <p:nvPr/>
          </p:nvSpPr>
          <p:spPr>
            <a:xfrm>
              <a:off x="5579807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7" name="object 737"/>
            <p:cNvSpPr/>
            <p:nvPr/>
          </p:nvSpPr>
          <p:spPr>
            <a:xfrm>
              <a:off x="5690717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8" name="object 738"/>
            <p:cNvSpPr/>
            <p:nvPr/>
          </p:nvSpPr>
          <p:spPr>
            <a:xfrm>
              <a:off x="5801628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9" name="object 739"/>
            <p:cNvSpPr/>
            <p:nvPr/>
          </p:nvSpPr>
          <p:spPr>
            <a:xfrm>
              <a:off x="5912538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0" name="object 740"/>
            <p:cNvSpPr/>
            <p:nvPr/>
          </p:nvSpPr>
          <p:spPr>
            <a:xfrm>
              <a:off x="6023450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1" name="object 741"/>
            <p:cNvSpPr/>
            <p:nvPr/>
          </p:nvSpPr>
          <p:spPr>
            <a:xfrm>
              <a:off x="6134360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2" name="object 742"/>
            <p:cNvSpPr/>
            <p:nvPr/>
          </p:nvSpPr>
          <p:spPr>
            <a:xfrm>
              <a:off x="6245272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3" name="object 743"/>
            <p:cNvSpPr/>
            <p:nvPr/>
          </p:nvSpPr>
          <p:spPr>
            <a:xfrm>
              <a:off x="6356181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4" name="object 744"/>
            <p:cNvSpPr/>
            <p:nvPr/>
          </p:nvSpPr>
          <p:spPr>
            <a:xfrm>
              <a:off x="6467094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5" name="object 745"/>
            <p:cNvSpPr/>
            <p:nvPr/>
          </p:nvSpPr>
          <p:spPr>
            <a:xfrm>
              <a:off x="657800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6" name="object 746"/>
            <p:cNvSpPr/>
            <p:nvPr/>
          </p:nvSpPr>
          <p:spPr>
            <a:xfrm>
              <a:off x="6688902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7" name="object 747"/>
            <p:cNvSpPr/>
            <p:nvPr/>
          </p:nvSpPr>
          <p:spPr>
            <a:xfrm>
              <a:off x="6799813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8" name="object 748"/>
            <p:cNvSpPr/>
            <p:nvPr/>
          </p:nvSpPr>
          <p:spPr>
            <a:xfrm>
              <a:off x="6910724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9" name="object 749"/>
            <p:cNvSpPr/>
            <p:nvPr/>
          </p:nvSpPr>
          <p:spPr>
            <a:xfrm>
              <a:off x="7021634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0" name="object 750"/>
            <p:cNvSpPr/>
            <p:nvPr/>
          </p:nvSpPr>
          <p:spPr>
            <a:xfrm>
              <a:off x="7132546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1" name="object 751"/>
            <p:cNvSpPr/>
            <p:nvPr/>
          </p:nvSpPr>
          <p:spPr>
            <a:xfrm>
              <a:off x="7243455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2" name="object 752"/>
            <p:cNvSpPr/>
            <p:nvPr/>
          </p:nvSpPr>
          <p:spPr>
            <a:xfrm>
              <a:off x="7354368" y="365669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3" name="object 753"/>
            <p:cNvSpPr/>
            <p:nvPr/>
          </p:nvSpPr>
          <p:spPr>
            <a:xfrm>
              <a:off x="4137978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4" name="object 754"/>
            <p:cNvSpPr/>
            <p:nvPr/>
          </p:nvSpPr>
          <p:spPr>
            <a:xfrm>
              <a:off x="4248889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5" name="object 755"/>
            <p:cNvSpPr/>
            <p:nvPr/>
          </p:nvSpPr>
          <p:spPr>
            <a:xfrm>
              <a:off x="4359786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6" name="object 756"/>
            <p:cNvSpPr/>
            <p:nvPr/>
          </p:nvSpPr>
          <p:spPr>
            <a:xfrm>
              <a:off x="4470696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7" name="object 757"/>
            <p:cNvSpPr/>
            <p:nvPr/>
          </p:nvSpPr>
          <p:spPr>
            <a:xfrm>
              <a:off x="4581609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8" name="object 758"/>
            <p:cNvSpPr/>
            <p:nvPr/>
          </p:nvSpPr>
          <p:spPr>
            <a:xfrm>
              <a:off x="4692531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4803442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0" name="object 760"/>
            <p:cNvSpPr/>
            <p:nvPr/>
          </p:nvSpPr>
          <p:spPr>
            <a:xfrm>
              <a:off x="4914340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1" name="object 761"/>
            <p:cNvSpPr/>
            <p:nvPr/>
          </p:nvSpPr>
          <p:spPr>
            <a:xfrm>
              <a:off x="5025252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2" name="object 762"/>
            <p:cNvSpPr/>
            <p:nvPr/>
          </p:nvSpPr>
          <p:spPr>
            <a:xfrm>
              <a:off x="5136162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3" name="object 763"/>
            <p:cNvSpPr/>
            <p:nvPr/>
          </p:nvSpPr>
          <p:spPr>
            <a:xfrm>
              <a:off x="5247074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4" name="object 764"/>
            <p:cNvSpPr/>
            <p:nvPr/>
          </p:nvSpPr>
          <p:spPr>
            <a:xfrm>
              <a:off x="5357984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5" name="object 765"/>
            <p:cNvSpPr/>
            <p:nvPr/>
          </p:nvSpPr>
          <p:spPr>
            <a:xfrm>
              <a:off x="5468896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6" name="object 766"/>
            <p:cNvSpPr/>
            <p:nvPr/>
          </p:nvSpPr>
          <p:spPr>
            <a:xfrm>
              <a:off x="5579807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7" name="object 767"/>
            <p:cNvSpPr/>
            <p:nvPr/>
          </p:nvSpPr>
          <p:spPr>
            <a:xfrm>
              <a:off x="5690717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8" name="object 768"/>
            <p:cNvSpPr/>
            <p:nvPr/>
          </p:nvSpPr>
          <p:spPr>
            <a:xfrm>
              <a:off x="5801628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9" name="object 769"/>
            <p:cNvSpPr/>
            <p:nvPr/>
          </p:nvSpPr>
          <p:spPr>
            <a:xfrm>
              <a:off x="5912538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0" name="object 770"/>
            <p:cNvSpPr/>
            <p:nvPr/>
          </p:nvSpPr>
          <p:spPr>
            <a:xfrm>
              <a:off x="6023450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1" name="object 771"/>
            <p:cNvSpPr/>
            <p:nvPr/>
          </p:nvSpPr>
          <p:spPr>
            <a:xfrm>
              <a:off x="6134360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2" name="object 772"/>
            <p:cNvSpPr/>
            <p:nvPr/>
          </p:nvSpPr>
          <p:spPr>
            <a:xfrm>
              <a:off x="6245272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3" name="object 773"/>
            <p:cNvSpPr/>
            <p:nvPr/>
          </p:nvSpPr>
          <p:spPr>
            <a:xfrm>
              <a:off x="6356181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4" name="object 774"/>
            <p:cNvSpPr/>
            <p:nvPr/>
          </p:nvSpPr>
          <p:spPr>
            <a:xfrm>
              <a:off x="6467094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5" name="object 775"/>
            <p:cNvSpPr/>
            <p:nvPr/>
          </p:nvSpPr>
          <p:spPr>
            <a:xfrm>
              <a:off x="657800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6" name="object 776"/>
            <p:cNvSpPr/>
            <p:nvPr/>
          </p:nvSpPr>
          <p:spPr>
            <a:xfrm>
              <a:off x="6688902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7" name="object 777"/>
            <p:cNvSpPr/>
            <p:nvPr/>
          </p:nvSpPr>
          <p:spPr>
            <a:xfrm>
              <a:off x="6799813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8" name="object 778"/>
            <p:cNvSpPr/>
            <p:nvPr/>
          </p:nvSpPr>
          <p:spPr>
            <a:xfrm>
              <a:off x="6910724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9" name="object 779"/>
            <p:cNvSpPr/>
            <p:nvPr/>
          </p:nvSpPr>
          <p:spPr>
            <a:xfrm>
              <a:off x="7021634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0" name="object 780"/>
            <p:cNvSpPr/>
            <p:nvPr/>
          </p:nvSpPr>
          <p:spPr>
            <a:xfrm>
              <a:off x="7132546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1" name="object 781"/>
            <p:cNvSpPr/>
            <p:nvPr/>
          </p:nvSpPr>
          <p:spPr>
            <a:xfrm>
              <a:off x="7243455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2" name="object 782"/>
            <p:cNvSpPr/>
            <p:nvPr/>
          </p:nvSpPr>
          <p:spPr>
            <a:xfrm>
              <a:off x="7354368" y="376508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3" name="object 783"/>
            <p:cNvSpPr/>
            <p:nvPr/>
          </p:nvSpPr>
          <p:spPr>
            <a:xfrm>
              <a:off x="4137978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4" name="object 784"/>
            <p:cNvSpPr/>
            <p:nvPr/>
          </p:nvSpPr>
          <p:spPr>
            <a:xfrm>
              <a:off x="4248889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5" name="object 785"/>
            <p:cNvSpPr/>
            <p:nvPr/>
          </p:nvSpPr>
          <p:spPr>
            <a:xfrm>
              <a:off x="4359786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6" name="object 786"/>
            <p:cNvSpPr/>
            <p:nvPr/>
          </p:nvSpPr>
          <p:spPr>
            <a:xfrm>
              <a:off x="4470696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7" name="object 787"/>
            <p:cNvSpPr/>
            <p:nvPr/>
          </p:nvSpPr>
          <p:spPr>
            <a:xfrm>
              <a:off x="4581609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8" name="object 788"/>
            <p:cNvSpPr/>
            <p:nvPr/>
          </p:nvSpPr>
          <p:spPr>
            <a:xfrm>
              <a:off x="4692531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9" name="object 789"/>
            <p:cNvSpPr/>
            <p:nvPr/>
          </p:nvSpPr>
          <p:spPr>
            <a:xfrm>
              <a:off x="4803442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0" name="object 790"/>
            <p:cNvSpPr/>
            <p:nvPr/>
          </p:nvSpPr>
          <p:spPr>
            <a:xfrm>
              <a:off x="4914340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1" name="object 791"/>
            <p:cNvSpPr/>
            <p:nvPr/>
          </p:nvSpPr>
          <p:spPr>
            <a:xfrm>
              <a:off x="5025252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2" name="object 792"/>
            <p:cNvSpPr/>
            <p:nvPr/>
          </p:nvSpPr>
          <p:spPr>
            <a:xfrm>
              <a:off x="5136162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3" name="object 793"/>
            <p:cNvSpPr/>
            <p:nvPr/>
          </p:nvSpPr>
          <p:spPr>
            <a:xfrm>
              <a:off x="5247074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4" name="object 794"/>
            <p:cNvSpPr/>
            <p:nvPr/>
          </p:nvSpPr>
          <p:spPr>
            <a:xfrm>
              <a:off x="5357984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5" name="object 795"/>
            <p:cNvSpPr/>
            <p:nvPr/>
          </p:nvSpPr>
          <p:spPr>
            <a:xfrm>
              <a:off x="5468896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6" name="object 796"/>
            <p:cNvSpPr/>
            <p:nvPr/>
          </p:nvSpPr>
          <p:spPr>
            <a:xfrm>
              <a:off x="5579807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7" name="object 797"/>
            <p:cNvSpPr/>
            <p:nvPr/>
          </p:nvSpPr>
          <p:spPr>
            <a:xfrm>
              <a:off x="5690717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8" name="object 798"/>
            <p:cNvSpPr/>
            <p:nvPr/>
          </p:nvSpPr>
          <p:spPr>
            <a:xfrm>
              <a:off x="5801628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9" name="object 799"/>
            <p:cNvSpPr/>
            <p:nvPr/>
          </p:nvSpPr>
          <p:spPr>
            <a:xfrm>
              <a:off x="5912538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0" name="object 800"/>
            <p:cNvSpPr/>
            <p:nvPr/>
          </p:nvSpPr>
          <p:spPr>
            <a:xfrm>
              <a:off x="6023450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1" name="object 801"/>
            <p:cNvSpPr/>
            <p:nvPr/>
          </p:nvSpPr>
          <p:spPr>
            <a:xfrm>
              <a:off x="6134360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2" name="object 802"/>
            <p:cNvSpPr/>
            <p:nvPr/>
          </p:nvSpPr>
          <p:spPr>
            <a:xfrm>
              <a:off x="6245272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3" name="object 803"/>
            <p:cNvSpPr/>
            <p:nvPr/>
          </p:nvSpPr>
          <p:spPr>
            <a:xfrm>
              <a:off x="6356181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4" name="object 804"/>
            <p:cNvSpPr/>
            <p:nvPr/>
          </p:nvSpPr>
          <p:spPr>
            <a:xfrm>
              <a:off x="6467094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5" name="object 805"/>
            <p:cNvSpPr/>
            <p:nvPr/>
          </p:nvSpPr>
          <p:spPr>
            <a:xfrm>
              <a:off x="657800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6" name="object 806"/>
            <p:cNvSpPr/>
            <p:nvPr/>
          </p:nvSpPr>
          <p:spPr>
            <a:xfrm>
              <a:off x="6688902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7" name="object 807"/>
            <p:cNvSpPr/>
            <p:nvPr/>
          </p:nvSpPr>
          <p:spPr>
            <a:xfrm>
              <a:off x="6799813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8" name="object 808"/>
            <p:cNvSpPr/>
            <p:nvPr/>
          </p:nvSpPr>
          <p:spPr>
            <a:xfrm>
              <a:off x="6910724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9" name="object 809"/>
            <p:cNvSpPr/>
            <p:nvPr/>
          </p:nvSpPr>
          <p:spPr>
            <a:xfrm>
              <a:off x="7021634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0" name="object 810"/>
            <p:cNvSpPr/>
            <p:nvPr/>
          </p:nvSpPr>
          <p:spPr>
            <a:xfrm>
              <a:off x="7132546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1" name="object 811"/>
            <p:cNvSpPr/>
            <p:nvPr/>
          </p:nvSpPr>
          <p:spPr>
            <a:xfrm>
              <a:off x="7243455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2" name="object 812"/>
            <p:cNvSpPr/>
            <p:nvPr/>
          </p:nvSpPr>
          <p:spPr>
            <a:xfrm>
              <a:off x="7354368" y="38734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3" name="object 813"/>
            <p:cNvSpPr/>
            <p:nvPr/>
          </p:nvSpPr>
          <p:spPr>
            <a:xfrm>
              <a:off x="4137978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4" name="object 814"/>
            <p:cNvSpPr/>
            <p:nvPr/>
          </p:nvSpPr>
          <p:spPr>
            <a:xfrm>
              <a:off x="4248889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5" name="object 815"/>
            <p:cNvSpPr/>
            <p:nvPr/>
          </p:nvSpPr>
          <p:spPr>
            <a:xfrm>
              <a:off x="4359786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6" name="object 816"/>
            <p:cNvSpPr/>
            <p:nvPr/>
          </p:nvSpPr>
          <p:spPr>
            <a:xfrm>
              <a:off x="4470696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7" name="object 817"/>
            <p:cNvSpPr/>
            <p:nvPr/>
          </p:nvSpPr>
          <p:spPr>
            <a:xfrm>
              <a:off x="4581609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8" name="object 818"/>
            <p:cNvSpPr/>
            <p:nvPr/>
          </p:nvSpPr>
          <p:spPr>
            <a:xfrm>
              <a:off x="4692531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9" name="object 819"/>
            <p:cNvSpPr/>
            <p:nvPr/>
          </p:nvSpPr>
          <p:spPr>
            <a:xfrm>
              <a:off x="4803442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0" name="object 820"/>
            <p:cNvSpPr/>
            <p:nvPr/>
          </p:nvSpPr>
          <p:spPr>
            <a:xfrm>
              <a:off x="4914340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1" name="object 821"/>
            <p:cNvSpPr/>
            <p:nvPr/>
          </p:nvSpPr>
          <p:spPr>
            <a:xfrm>
              <a:off x="5025252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2" name="object 822"/>
            <p:cNvSpPr/>
            <p:nvPr/>
          </p:nvSpPr>
          <p:spPr>
            <a:xfrm>
              <a:off x="5136162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3" name="object 823"/>
            <p:cNvSpPr/>
            <p:nvPr/>
          </p:nvSpPr>
          <p:spPr>
            <a:xfrm>
              <a:off x="5247074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4" name="object 824"/>
            <p:cNvSpPr/>
            <p:nvPr/>
          </p:nvSpPr>
          <p:spPr>
            <a:xfrm>
              <a:off x="5357984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5" name="object 825"/>
            <p:cNvSpPr/>
            <p:nvPr/>
          </p:nvSpPr>
          <p:spPr>
            <a:xfrm>
              <a:off x="5468896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6" name="object 826"/>
            <p:cNvSpPr/>
            <p:nvPr/>
          </p:nvSpPr>
          <p:spPr>
            <a:xfrm>
              <a:off x="5579807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7" name="object 827"/>
            <p:cNvSpPr/>
            <p:nvPr/>
          </p:nvSpPr>
          <p:spPr>
            <a:xfrm>
              <a:off x="5690717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8" name="object 828"/>
            <p:cNvSpPr/>
            <p:nvPr/>
          </p:nvSpPr>
          <p:spPr>
            <a:xfrm>
              <a:off x="5801628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9" name="object 829"/>
            <p:cNvSpPr/>
            <p:nvPr/>
          </p:nvSpPr>
          <p:spPr>
            <a:xfrm>
              <a:off x="5912538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0" name="object 830"/>
            <p:cNvSpPr/>
            <p:nvPr/>
          </p:nvSpPr>
          <p:spPr>
            <a:xfrm>
              <a:off x="6023450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1" name="object 831"/>
            <p:cNvSpPr/>
            <p:nvPr/>
          </p:nvSpPr>
          <p:spPr>
            <a:xfrm>
              <a:off x="6134360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2" name="object 832"/>
            <p:cNvSpPr/>
            <p:nvPr/>
          </p:nvSpPr>
          <p:spPr>
            <a:xfrm>
              <a:off x="6245272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3" name="object 833"/>
            <p:cNvSpPr/>
            <p:nvPr/>
          </p:nvSpPr>
          <p:spPr>
            <a:xfrm>
              <a:off x="6356181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4" name="object 834"/>
            <p:cNvSpPr/>
            <p:nvPr/>
          </p:nvSpPr>
          <p:spPr>
            <a:xfrm>
              <a:off x="6467094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5" name="object 835"/>
            <p:cNvSpPr/>
            <p:nvPr/>
          </p:nvSpPr>
          <p:spPr>
            <a:xfrm>
              <a:off x="657800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6" name="object 836"/>
            <p:cNvSpPr/>
            <p:nvPr/>
          </p:nvSpPr>
          <p:spPr>
            <a:xfrm>
              <a:off x="6688902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7" name="object 837"/>
            <p:cNvSpPr/>
            <p:nvPr/>
          </p:nvSpPr>
          <p:spPr>
            <a:xfrm>
              <a:off x="6799813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8" name="object 838"/>
            <p:cNvSpPr/>
            <p:nvPr/>
          </p:nvSpPr>
          <p:spPr>
            <a:xfrm>
              <a:off x="6910724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9" name="object 839"/>
            <p:cNvSpPr/>
            <p:nvPr/>
          </p:nvSpPr>
          <p:spPr>
            <a:xfrm>
              <a:off x="7021634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0" name="object 840"/>
            <p:cNvSpPr/>
            <p:nvPr/>
          </p:nvSpPr>
          <p:spPr>
            <a:xfrm>
              <a:off x="7132546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1" name="object 841"/>
            <p:cNvSpPr/>
            <p:nvPr/>
          </p:nvSpPr>
          <p:spPr>
            <a:xfrm>
              <a:off x="7243455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2" name="object 842"/>
            <p:cNvSpPr/>
            <p:nvPr/>
          </p:nvSpPr>
          <p:spPr>
            <a:xfrm>
              <a:off x="7354368" y="39818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3" name="object 843"/>
            <p:cNvSpPr/>
            <p:nvPr/>
          </p:nvSpPr>
          <p:spPr>
            <a:xfrm>
              <a:off x="4137978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4" name="object 844"/>
            <p:cNvSpPr/>
            <p:nvPr/>
          </p:nvSpPr>
          <p:spPr>
            <a:xfrm>
              <a:off x="4248889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5" name="object 845"/>
            <p:cNvSpPr/>
            <p:nvPr/>
          </p:nvSpPr>
          <p:spPr>
            <a:xfrm>
              <a:off x="4359786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6" name="object 846"/>
            <p:cNvSpPr/>
            <p:nvPr/>
          </p:nvSpPr>
          <p:spPr>
            <a:xfrm>
              <a:off x="4470696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7" name="object 847"/>
            <p:cNvSpPr/>
            <p:nvPr/>
          </p:nvSpPr>
          <p:spPr>
            <a:xfrm>
              <a:off x="4581609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8" name="object 848"/>
            <p:cNvSpPr/>
            <p:nvPr/>
          </p:nvSpPr>
          <p:spPr>
            <a:xfrm>
              <a:off x="4692531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9" name="object 849"/>
            <p:cNvSpPr/>
            <p:nvPr/>
          </p:nvSpPr>
          <p:spPr>
            <a:xfrm>
              <a:off x="4803442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0" name="object 850"/>
            <p:cNvSpPr/>
            <p:nvPr/>
          </p:nvSpPr>
          <p:spPr>
            <a:xfrm>
              <a:off x="4914340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1" name="object 851"/>
            <p:cNvSpPr/>
            <p:nvPr/>
          </p:nvSpPr>
          <p:spPr>
            <a:xfrm>
              <a:off x="5025252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2" name="object 852"/>
            <p:cNvSpPr/>
            <p:nvPr/>
          </p:nvSpPr>
          <p:spPr>
            <a:xfrm>
              <a:off x="5136162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3" name="object 853"/>
            <p:cNvSpPr/>
            <p:nvPr/>
          </p:nvSpPr>
          <p:spPr>
            <a:xfrm>
              <a:off x="5247074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4" name="object 854"/>
            <p:cNvSpPr/>
            <p:nvPr/>
          </p:nvSpPr>
          <p:spPr>
            <a:xfrm>
              <a:off x="5357984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5" name="object 855"/>
            <p:cNvSpPr/>
            <p:nvPr/>
          </p:nvSpPr>
          <p:spPr>
            <a:xfrm>
              <a:off x="5468896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6" name="object 856"/>
            <p:cNvSpPr/>
            <p:nvPr/>
          </p:nvSpPr>
          <p:spPr>
            <a:xfrm>
              <a:off x="5579807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7" name="object 857"/>
            <p:cNvSpPr/>
            <p:nvPr/>
          </p:nvSpPr>
          <p:spPr>
            <a:xfrm>
              <a:off x="5690717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8" name="object 858"/>
            <p:cNvSpPr/>
            <p:nvPr/>
          </p:nvSpPr>
          <p:spPr>
            <a:xfrm>
              <a:off x="5801628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9" name="object 859"/>
            <p:cNvSpPr/>
            <p:nvPr/>
          </p:nvSpPr>
          <p:spPr>
            <a:xfrm>
              <a:off x="5912538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0" name="object 860"/>
            <p:cNvSpPr/>
            <p:nvPr/>
          </p:nvSpPr>
          <p:spPr>
            <a:xfrm>
              <a:off x="6023450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1" name="object 861"/>
            <p:cNvSpPr/>
            <p:nvPr/>
          </p:nvSpPr>
          <p:spPr>
            <a:xfrm>
              <a:off x="6134360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2" name="object 862"/>
            <p:cNvSpPr/>
            <p:nvPr/>
          </p:nvSpPr>
          <p:spPr>
            <a:xfrm>
              <a:off x="6245272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3" name="object 863"/>
            <p:cNvSpPr/>
            <p:nvPr/>
          </p:nvSpPr>
          <p:spPr>
            <a:xfrm>
              <a:off x="6356181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4" name="object 864"/>
            <p:cNvSpPr/>
            <p:nvPr/>
          </p:nvSpPr>
          <p:spPr>
            <a:xfrm>
              <a:off x="6467094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5" name="object 865"/>
            <p:cNvSpPr/>
            <p:nvPr/>
          </p:nvSpPr>
          <p:spPr>
            <a:xfrm>
              <a:off x="657800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6" name="object 866"/>
            <p:cNvSpPr/>
            <p:nvPr/>
          </p:nvSpPr>
          <p:spPr>
            <a:xfrm>
              <a:off x="6688902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7" name="object 867"/>
            <p:cNvSpPr/>
            <p:nvPr/>
          </p:nvSpPr>
          <p:spPr>
            <a:xfrm>
              <a:off x="6799813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8" name="object 868"/>
            <p:cNvSpPr/>
            <p:nvPr/>
          </p:nvSpPr>
          <p:spPr>
            <a:xfrm>
              <a:off x="6910724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9" name="object 869"/>
            <p:cNvSpPr/>
            <p:nvPr/>
          </p:nvSpPr>
          <p:spPr>
            <a:xfrm>
              <a:off x="7021634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0" name="object 870"/>
            <p:cNvSpPr/>
            <p:nvPr/>
          </p:nvSpPr>
          <p:spPr>
            <a:xfrm>
              <a:off x="7132546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1" name="object 871"/>
            <p:cNvSpPr/>
            <p:nvPr/>
          </p:nvSpPr>
          <p:spPr>
            <a:xfrm>
              <a:off x="7243455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2" name="object 872"/>
            <p:cNvSpPr/>
            <p:nvPr/>
          </p:nvSpPr>
          <p:spPr>
            <a:xfrm>
              <a:off x="7354368" y="409026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3" name="object 873"/>
            <p:cNvSpPr/>
            <p:nvPr/>
          </p:nvSpPr>
          <p:spPr>
            <a:xfrm>
              <a:off x="4137978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4" name="object 874"/>
            <p:cNvSpPr/>
            <p:nvPr/>
          </p:nvSpPr>
          <p:spPr>
            <a:xfrm>
              <a:off x="4248889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5" name="object 875"/>
            <p:cNvSpPr/>
            <p:nvPr/>
          </p:nvSpPr>
          <p:spPr>
            <a:xfrm>
              <a:off x="4359786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6" name="object 876"/>
            <p:cNvSpPr/>
            <p:nvPr/>
          </p:nvSpPr>
          <p:spPr>
            <a:xfrm>
              <a:off x="4470696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7" name="object 877"/>
            <p:cNvSpPr/>
            <p:nvPr/>
          </p:nvSpPr>
          <p:spPr>
            <a:xfrm>
              <a:off x="4581609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8" name="object 878"/>
            <p:cNvSpPr/>
            <p:nvPr/>
          </p:nvSpPr>
          <p:spPr>
            <a:xfrm>
              <a:off x="4692531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9" name="object 879"/>
            <p:cNvSpPr/>
            <p:nvPr/>
          </p:nvSpPr>
          <p:spPr>
            <a:xfrm>
              <a:off x="4803442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0" name="object 880"/>
            <p:cNvSpPr/>
            <p:nvPr/>
          </p:nvSpPr>
          <p:spPr>
            <a:xfrm>
              <a:off x="4914340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1" name="object 881"/>
            <p:cNvSpPr/>
            <p:nvPr/>
          </p:nvSpPr>
          <p:spPr>
            <a:xfrm>
              <a:off x="5025252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2" name="object 882"/>
            <p:cNvSpPr/>
            <p:nvPr/>
          </p:nvSpPr>
          <p:spPr>
            <a:xfrm>
              <a:off x="5136162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3" name="object 883"/>
            <p:cNvSpPr/>
            <p:nvPr/>
          </p:nvSpPr>
          <p:spPr>
            <a:xfrm>
              <a:off x="5247074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4" name="object 884"/>
            <p:cNvSpPr/>
            <p:nvPr/>
          </p:nvSpPr>
          <p:spPr>
            <a:xfrm>
              <a:off x="5357984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5" name="object 885"/>
            <p:cNvSpPr/>
            <p:nvPr/>
          </p:nvSpPr>
          <p:spPr>
            <a:xfrm>
              <a:off x="5468896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6" name="object 886"/>
            <p:cNvSpPr/>
            <p:nvPr/>
          </p:nvSpPr>
          <p:spPr>
            <a:xfrm>
              <a:off x="5579807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7" name="object 887"/>
            <p:cNvSpPr/>
            <p:nvPr/>
          </p:nvSpPr>
          <p:spPr>
            <a:xfrm>
              <a:off x="5690717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8" name="object 888"/>
            <p:cNvSpPr/>
            <p:nvPr/>
          </p:nvSpPr>
          <p:spPr>
            <a:xfrm>
              <a:off x="5801628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9" name="object 889"/>
            <p:cNvSpPr/>
            <p:nvPr/>
          </p:nvSpPr>
          <p:spPr>
            <a:xfrm>
              <a:off x="5912538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0" name="object 890"/>
            <p:cNvSpPr/>
            <p:nvPr/>
          </p:nvSpPr>
          <p:spPr>
            <a:xfrm>
              <a:off x="6023450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1" name="object 891"/>
            <p:cNvSpPr/>
            <p:nvPr/>
          </p:nvSpPr>
          <p:spPr>
            <a:xfrm>
              <a:off x="6134360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2" name="object 892"/>
            <p:cNvSpPr/>
            <p:nvPr/>
          </p:nvSpPr>
          <p:spPr>
            <a:xfrm>
              <a:off x="6245272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3" name="object 893"/>
            <p:cNvSpPr/>
            <p:nvPr/>
          </p:nvSpPr>
          <p:spPr>
            <a:xfrm>
              <a:off x="6356181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4" name="object 894"/>
            <p:cNvSpPr/>
            <p:nvPr/>
          </p:nvSpPr>
          <p:spPr>
            <a:xfrm>
              <a:off x="6467094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5" name="object 895"/>
            <p:cNvSpPr/>
            <p:nvPr/>
          </p:nvSpPr>
          <p:spPr>
            <a:xfrm>
              <a:off x="657800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6" name="object 896"/>
            <p:cNvSpPr/>
            <p:nvPr/>
          </p:nvSpPr>
          <p:spPr>
            <a:xfrm>
              <a:off x="6688902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7" name="object 897"/>
            <p:cNvSpPr/>
            <p:nvPr/>
          </p:nvSpPr>
          <p:spPr>
            <a:xfrm>
              <a:off x="6799813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8" name="object 898"/>
            <p:cNvSpPr/>
            <p:nvPr/>
          </p:nvSpPr>
          <p:spPr>
            <a:xfrm>
              <a:off x="6910724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9" name="object 899"/>
            <p:cNvSpPr/>
            <p:nvPr/>
          </p:nvSpPr>
          <p:spPr>
            <a:xfrm>
              <a:off x="7021634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0" name="object 900"/>
            <p:cNvSpPr/>
            <p:nvPr/>
          </p:nvSpPr>
          <p:spPr>
            <a:xfrm>
              <a:off x="7132546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1" name="object 901"/>
            <p:cNvSpPr/>
            <p:nvPr/>
          </p:nvSpPr>
          <p:spPr>
            <a:xfrm>
              <a:off x="7243455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2" name="object 902"/>
            <p:cNvSpPr/>
            <p:nvPr/>
          </p:nvSpPr>
          <p:spPr>
            <a:xfrm>
              <a:off x="7354368" y="41986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3" name="object 903"/>
            <p:cNvSpPr/>
            <p:nvPr/>
          </p:nvSpPr>
          <p:spPr>
            <a:xfrm>
              <a:off x="4137978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4" name="object 904"/>
            <p:cNvSpPr/>
            <p:nvPr/>
          </p:nvSpPr>
          <p:spPr>
            <a:xfrm>
              <a:off x="4248889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5" name="object 905"/>
            <p:cNvSpPr/>
            <p:nvPr/>
          </p:nvSpPr>
          <p:spPr>
            <a:xfrm>
              <a:off x="4359786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6" name="object 906"/>
            <p:cNvSpPr/>
            <p:nvPr/>
          </p:nvSpPr>
          <p:spPr>
            <a:xfrm>
              <a:off x="4470696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7" name="object 907"/>
            <p:cNvSpPr/>
            <p:nvPr/>
          </p:nvSpPr>
          <p:spPr>
            <a:xfrm>
              <a:off x="4581609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8" name="object 908"/>
            <p:cNvSpPr/>
            <p:nvPr/>
          </p:nvSpPr>
          <p:spPr>
            <a:xfrm>
              <a:off x="4692531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9" name="object 909"/>
            <p:cNvSpPr/>
            <p:nvPr/>
          </p:nvSpPr>
          <p:spPr>
            <a:xfrm>
              <a:off x="4803442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0" name="object 910"/>
            <p:cNvSpPr/>
            <p:nvPr/>
          </p:nvSpPr>
          <p:spPr>
            <a:xfrm>
              <a:off x="4914340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1" name="object 911"/>
            <p:cNvSpPr/>
            <p:nvPr/>
          </p:nvSpPr>
          <p:spPr>
            <a:xfrm>
              <a:off x="5025252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2" name="object 912"/>
            <p:cNvSpPr/>
            <p:nvPr/>
          </p:nvSpPr>
          <p:spPr>
            <a:xfrm>
              <a:off x="5136162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3" name="object 913"/>
            <p:cNvSpPr/>
            <p:nvPr/>
          </p:nvSpPr>
          <p:spPr>
            <a:xfrm>
              <a:off x="5247074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4" name="object 914"/>
            <p:cNvSpPr/>
            <p:nvPr/>
          </p:nvSpPr>
          <p:spPr>
            <a:xfrm>
              <a:off x="5357984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5" name="object 915"/>
            <p:cNvSpPr/>
            <p:nvPr/>
          </p:nvSpPr>
          <p:spPr>
            <a:xfrm>
              <a:off x="5468896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6" name="object 916"/>
            <p:cNvSpPr/>
            <p:nvPr/>
          </p:nvSpPr>
          <p:spPr>
            <a:xfrm>
              <a:off x="5579807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7" name="object 917"/>
            <p:cNvSpPr/>
            <p:nvPr/>
          </p:nvSpPr>
          <p:spPr>
            <a:xfrm>
              <a:off x="5690717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8" name="object 918"/>
            <p:cNvSpPr/>
            <p:nvPr/>
          </p:nvSpPr>
          <p:spPr>
            <a:xfrm>
              <a:off x="5801628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9" name="object 919"/>
            <p:cNvSpPr/>
            <p:nvPr/>
          </p:nvSpPr>
          <p:spPr>
            <a:xfrm>
              <a:off x="5912538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0" name="object 920"/>
            <p:cNvSpPr/>
            <p:nvPr/>
          </p:nvSpPr>
          <p:spPr>
            <a:xfrm>
              <a:off x="6023450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1" name="object 921"/>
            <p:cNvSpPr/>
            <p:nvPr/>
          </p:nvSpPr>
          <p:spPr>
            <a:xfrm>
              <a:off x="6134360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2" name="object 922"/>
            <p:cNvSpPr/>
            <p:nvPr/>
          </p:nvSpPr>
          <p:spPr>
            <a:xfrm>
              <a:off x="6245272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3" name="object 923"/>
            <p:cNvSpPr/>
            <p:nvPr/>
          </p:nvSpPr>
          <p:spPr>
            <a:xfrm>
              <a:off x="6356181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4" name="object 924"/>
            <p:cNvSpPr/>
            <p:nvPr/>
          </p:nvSpPr>
          <p:spPr>
            <a:xfrm>
              <a:off x="6467094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5" name="object 925"/>
            <p:cNvSpPr/>
            <p:nvPr/>
          </p:nvSpPr>
          <p:spPr>
            <a:xfrm>
              <a:off x="657800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6" name="object 926"/>
            <p:cNvSpPr/>
            <p:nvPr/>
          </p:nvSpPr>
          <p:spPr>
            <a:xfrm>
              <a:off x="6688902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7" name="object 927"/>
            <p:cNvSpPr/>
            <p:nvPr/>
          </p:nvSpPr>
          <p:spPr>
            <a:xfrm>
              <a:off x="6799813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8" name="object 928"/>
            <p:cNvSpPr/>
            <p:nvPr/>
          </p:nvSpPr>
          <p:spPr>
            <a:xfrm>
              <a:off x="6910724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9" name="object 929"/>
            <p:cNvSpPr/>
            <p:nvPr/>
          </p:nvSpPr>
          <p:spPr>
            <a:xfrm>
              <a:off x="7021634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0" name="object 930"/>
            <p:cNvSpPr/>
            <p:nvPr/>
          </p:nvSpPr>
          <p:spPr>
            <a:xfrm>
              <a:off x="7132546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1" name="object 931"/>
            <p:cNvSpPr/>
            <p:nvPr/>
          </p:nvSpPr>
          <p:spPr>
            <a:xfrm>
              <a:off x="7243455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2" name="object 932"/>
            <p:cNvSpPr/>
            <p:nvPr/>
          </p:nvSpPr>
          <p:spPr>
            <a:xfrm>
              <a:off x="7354368" y="430704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3" name="object 933"/>
            <p:cNvSpPr/>
            <p:nvPr/>
          </p:nvSpPr>
          <p:spPr>
            <a:xfrm>
              <a:off x="4137978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4" name="object 934"/>
            <p:cNvSpPr/>
            <p:nvPr/>
          </p:nvSpPr>
          <p:spPr>
            <a:xfrm>
              <a:off x="4248889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5" name="object 935"/>
            <p:cNvSpPr/>
            <p:nvPr/>
          </p:nvSpPr>
          <p:spPr>
            <a:xfrm>
              <a:off x="4359786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6" name="object 936"/>
            <p:cNvSpPr/>
            <p:nvPr/>
          </p:nvSpPr>
          <p:spPr>
            <a:xfrm>
              <a:off x="4470696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7" name="object 937"/>
            <p:cNvSpPr/>
            <p:nvPr/>
          </p:nvSpPr>
          <p:spPr>
            <a:xfrm>
              <a:off x="4581609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8" name="object 938"/>
            <p:cNvSpPr/>
            <p:nvPr/>
          </p:nvSpPr>
          <p:spPr>
            <a:xfrm>
              <a:off x="4692531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9" name="object 939"/>
            <p:cNvSpPr/>
            <p:nvPr/>
          </p:nvSpPr>
          <p:spPr>
            <a:xfrm>
              <a:off x="4803442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0" name="object 940"/>
            <p:cNvSpPr/>
            <p:nvPr/>
          </p:nvSpPr>
          <p:spPr>
            <a:xfrm>
              <a:off x="4914340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1" name="object 941"/>
            <p:cNvSpPr/>
            <p:nvPr/>
          </p:nvSpPr>
          <p:spPr>
            <a:xfrm>
              <a:off x="5025252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2" name="object 942"/>
            <p:cNvSpPr/>
            <p:nvPr/>
          </p:nvSpPr>
          <p:spPr>
            <a:xfrm>
              <a:off x="5136162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3" name="object 943"/>
            <p:cNvSpPr/>
            <p:nvPr/>
          </p:nvSpPr>
          <p:spPr>
            <a:xfrm>
              <a:off x="5247074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4" name="object 944"/>
            <p:cNvSpPr/>
            <p:nvPr/>
          </p:nvSpPr>
          <p:spPr>
            <a:xfrm>
              <a:off x="5357984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5" name="object 945"/>
            <p:cNvSpPr/>
            <p:nvPr/>
          </p:nvSpPr>
          <p:spPr>
            <a:xfrm>
              <a:off x="5468896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6" name="object 946"/>
            <p:cNvSpPr/>
            <p:nvPr/>
          </p:nvSpPr>
          <p:spPr>
            <a:xfrm>
              <a:off x="5579807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7" name="object 947"/>
            <p:cNvSpPr/>
            <p:nvPr/>
          </p:nvSpPr>
          <p:spPr>
            <a:xfrm>
              <a:off x="5690717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8" name="object 948"/>
            <p:cNvSpPr/>
            <p:nvPr/>
          </p:nvSpPr>
          <p:spPr>
            <a:xfrm>
              <a:off x="5801628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9" name="object 949"/>
            <p:cNvSpPr/>
            <p:nvPr/>
          </p:nvSpPr>
          <p:spPr>
            <a:xfrm>
              <a:off x="5912538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0" name="object 950"/>
            <p:cNvSpPr/>
            <p:nvPr/>
          </p:nvSpPr>
          <p:spPr>
            <a:xfrm>
              <a:off x="6023450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1" name="object 951"/>
            <p:cNvSpPr/>
            <p:nvPr/>
          </p:nvSpPr>
          <p:spPr>
            <a:xfrm>
              <a:off x="6134360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2" name="object 952"/>
            <p:cNvSpPr/>
            <p:nvPr/>
          </p:nvSpPr>
          <p:spPr>
            <a:xfrm>
              <a:off x="6245272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3" name="object 953"/>
            <p:cNvSpPr/>
            <p:nvPr/>
          </p:nvSpPr>
          <p:spPr>
            <a:xfrm>
              <a:off x="6356181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4" name="object 954"/>
            <p:cNvSpPr/>
            <p:nvPr/>
          </p:nvSpPr>
          <p:spPr>
            <a:xfrm>
              <a:off x="6467094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5" name="object 955"/>
            <p:cNvSpPr/>
            <p:nvPr/>
          </p:nvSpPr>
          <p:spPr>
            <a:xfrm>
              <a:off x="657800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6" name="object 956"/>
            <p:cNvSpPr/>
            <p:nvPr/>
          </p:nvSpPr>
          <p:spPr>
            <a:xfrm>
              <a:off x="6688902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7" name="object 957"/>
            <p:cNvSpPr/>
            <p:nvPr/>
          </p:nvSpPr>
          <p:spPr>
            <a:xfrm>
              <a:off x="6799813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8" name="object 958"/>
            <p:cNvSpPr/>
            <p:nvPr/>
          </p:nvSpPr>
          <p:spPr>
            <a:xfrm>
              <a:off x="6910724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9" name="object 959"/>
            <p:cNvSpPr/>
            <p:nvPr/>
          </p:nvSpPr>
          <p:spPr>
            <a:xfrm>
              <a:off x="7021634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0" name="object 960"/>
            <p:cNvSpPr/>
            <p:nvPr/>
          </p:nvSpPr>
          <p:spPr>
            <a:xfrm>
              <a:off x="7132546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1" name="object 961"/>
            <p:cNvSpPr/>
            <p:nvPr/>
          </p:nvSpPr>
          <p:spPr>
            <a:xfrm>
              <a:off x="7243455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2" name="object 962"/>
            <p:cNvSpPr/>
            <p:nvPr/>
          </p:nvSpPr>
          <p:spPr>
            <a:xfrm>
              <a:off x="7354368" y="441544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3" name="object 963"/>
            <p:cNvSpPr/>
            <p:nvPr/>
          </p:nvSpPr>
          <p:spPr>
            <a:xfrm>
              <a:off x="4137978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4" name="object 964"/>
            <p:cNvSpPr/>
            <p:nvPr/>
          </p:nvSpPr>
          <p:spPr>
            <a:xfrm>
              <a:off x="4248889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5" name="object 965"/>
            <p:cNvSpPr/>
            <p:nvPr/>
          </p:nvSpPr>
          <p:spPr>
            <a:xfrm>
              <a:off x="4359786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6" name="object 966"/>
            <p:cNvSpPr/>
            <p:nvPr/>
          </p:nvSpPr>
          <p:spPr>
            <a:xfrm>
              <a:off x="4470696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7" name="object 967"/>
            <p:cNvSpPr/>
            <p:nvPr/>
          </p:nvSpPr>
          <p:spPr>
            <a:xfrm>
              <a:off x="4581609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8" name="object 968"/>
            <p:cNvSpPr/>
            <p:nvPr/>
          </p:nvSpPr>
          <p:spPr>
            <a:xfrm>
              <a:off x="4692531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9" name="object 969"/>
            <p:cNvSpPr/>
            <p:nvPr/>
          </p:nvSpPr>
          <p:spPr>
            <a:xfrm>
              <a:off x="4803442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0" name="object 970"/>
            <p:cNvSpPr/>
            <p:nvPr/>
          </p:nvSpPr>
          <p:spPr>
            <a:xfrm>
              <a:off x="4914340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1" name="object 971"/>
            <p:cNvSpPr/>
            <p:nvPr/>
          </p:nvSpPr>
          <p:spPr>
            <a:xfrm>
              <a:off x="5025252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2" name="object 972"/>
            <p:cNvSpPr/>
            <p:nvPr/>
          </p:nvSpPr>
          <p:spPr>
            <a:xfrm>
              <a:off x="5136162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3" name="object 973"/>
            <p:cNvSpPr/>
            <p:nvPr/>
          </p:nvSpPr>
          <p:spPr>
            <a:xfrm>
              <a:off x="5247074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4" name="object 974"/>
            <p:cNvSpPr/>
            <p:nvPr/>
          </p:nvSpPr>
          <p:spPr>
            <a:xfrm>
              <a:off x="5357984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5" name="object 975"/>
            <p:cNvSpPr/>
            <p:nvPr/>
          </p:nvSpPr>
          <p:spPr>
            <a:xfrm>
              <a:off x="5468896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6" name="object 976"/>
            <p:cNvSpPr/>
            <p:nvPr/>
          </p:nvSpPr>
          <p:spPr>
            <a:xfrm>
              <a:off x="5579807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7" name="object 977"/>
            <p:cNvSpPr/>
            <p:nvPr/>
          </p:nvSpPr>
          <p:spPr>
            <a:xfrm>
              <a:off x="5690717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8" name="object 978"/>
            <p:cNvSpPr/>
            <p:nvPr/>
          </p:nvSpPr>
          <p:spPr>
            <a:xfrm>
              <a:off x="5801628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9" name="object 979"/>
            <p:cNvSpPr/>
            <p:nvPr/>
          </p:nvSpPr>
          <p:spPr>
            <a:xfrm>
              <a:off x="5912538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0" name="object 980"/>
            <p:cNvSpPr/>
            <p:nvPr/>
          </p:nvSpPr>
          <p:spPr>
            <a:xfrm>
              <a:off x="6023450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1" name="object 981"/>
            <p:cNvSpPr/>
            <p:nvPr/>
          </p:nvSpPr>
          <p:spPr>
            <a:xfrm>
              <a:off x="6134360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2" name="object 982"/>
            <p:cNvSpPr/>
            <p:nvPr/>
          </p:nvSpPr>
          <p:spPr>
            <a:xfrm>
              <a:off x="6245272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3" name="object 983"/>
            <p:cNvSpPr/>
            <p:nvPr/>
          </p:nvSpPr>
          <p:spPr>
            <a:xfrm>
              <a:off x="6356181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4" name="object 984"/>
            <p:cNvSpPr/>
            <p:nvPr/>
          </p:nvSpPr>
          <p:spPr>
            <a:xfrm>
              <a:off x="6467094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5" name="object 985"/>
            <p:cNvSpPr/>
            <p:nvPr/>
          </p:nvSpPr>
          <p:spPr>
            <a:xfrm>
              <a:off x="657800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6" name="object 986"/>
            <p:cNvSpPr/>
            <p:nvPr/>
          </p:nvSpPr>
          <p:spPr>
            <a:xfrm>
              <a:off x="6688902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7" name="object 987"/>
            <p:cNvSpPr/>
            <p:nvPr/>
          </p:nvSpPr>
          <p:spPr>
            <a:xfrm>
              <a:off x="6799813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8" name="object 988"/>
            <p:cNvSpPr/>
            <p:nvPr/>
          </p:nvSpPr>
          <p:spPr>
            <a:xfrm>
              <a:off x="6910724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9" name="object 989"/>
            <p:cNvSpPr/>
            <p:nvPr/>
          </p:nvSpPr>
          <p:spPr>
            <a:xfrm>
              <a:off x="7021634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0" name="object 990"/>
            <p:cNvSpPr/>
            <p:nvPr/>
          </p:nvSpPr>
          <p:spPr>
            <a:xfrm>
              <a:off x="7132546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1" name="object 991"/>
            <p:cNvSpPr/>
            <p:nvPr/>
          </p:nvSpPr>
          <p:spPr>
            <a:xfrm>
              <a:off x="7243455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2" name="object 992"/>
            <p:cNvSpPr/>
            <p:nvPr/>
          </p:nvSpPr>
          <p:spPr>
            <a:xfrm>
              <a:off x="7354368" y="452383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3" name="object 993"/>
            <p:cNvSpPr/>
            <p:nvPr/>
          </p:nvSpPr>
          <p:spPr>
            <a:xfrm>
              <a:off x="4137978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4" name="object 994"/>
            <p:cNvSpPr/>
            <p:nvPr/>
          </p:nvSpPr>
          <p:spPr>
            <a:xfrm>
              <a:off x="4248889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5" name="object 995"/>
            <p:cNvSpPr/>
            <p:nvPr/>
          </p:nvSpPr>
          <p:spPr>
            <a:xfrm>
              <a:off x="4359786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6" name="object 996"/>
            <p:cNvSpPr/>
            <p:nvPr/>
          </p:nvSpPr>
          <p:spPr>
            <a:xfrm>
              <a:off x="4470696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7" name="object 997"/>
            <p:cNvSpPr/>
            <p:nvPr/>
          </p:nvSpPr>
          <p:spPr>
            <a:xfrm>
              <a:off x="4581609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8" name="object 998"/>
            <p:cNvSpPr/>
            <p:nvPr/>
          </p:nvSpPr>
          <p:spPr>
            <a:xfrm>
              <a:off x="4692531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9" name="object 999"/>
            <p:cNvSpPr/>
            <p:nvPr/>
          </p:nvSpPr>
          <p:spPr>
            <a:xfrm>
              <a:off x="4803442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4914340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5025252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5136162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5247074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5357984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5468896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6" name="object 1006"/>
            <p:cNvSpPr/>
            <p:nvPr/>
          </p:nvSpPr>
          <p:spPr>
            <a:xfrm>
              <a:off x="5579807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5690717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5801628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9" name="object 1009"/>
            <p:cNvSpPr/>
            <p:nvPr/>
          </p:nvSpPr>
          <p:spPr>
            <a:xfrm>
              <a:off x="5912538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0" name="object 1010"/>
            <p:cNvSpPr/>
            <p:nvPr/>
          </p:nvSpPr>
          <p:spPr>
            <a:xfrm>
              <a:off x="6023450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6134360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2" name="object 1012"/>
            <p:cNvSpPr/>
            <p:nvPr/>
          </p:nvSpPr>
          <p:spPr>
            <a:xfrm>
              <a:off x="6245272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3" name="object 1013"/>
            <p:cNvSpPr/>
            <p:nvPr/>
          </p:nvSpPr>
          <p:spPr>
            <a:xfrm>
              <a:off x="6356181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4" name="object 1014"/>
            <p:cNvSpPr/>
            <p:nvPr/>
          </p:nvSpPr>
          <p:spPr>
            <a:xfrm>
              <a:off x="6467094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5" name="object 1015"/>
            <p:cNvSpPr/>
            <p:nvPr/>
          </p:nvSpPr>
          <p:spPr>
            <a:xfrm>
              <a:off x="657800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6" name="object 1016"/>
            <p:cNvSpPr/>
            <p:nvPr/>
          </p:nvSpPr>
          <p:spPr>
            <a:xfrm>
              <a:off x="6688902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7" name="object 1017"/>
            <p:cNvSpPr/>
            <p:nvPr/>
          </p:nvSpPr>
          <p:spPr>
            <a:xfrm>
              <a:off x="6799813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8" name="object 1018"/>
            <p:cNvSpPr/>
            <p:nvPr/>
          </p:nvSpPr>
          <p:spPr>
            <a:xfrm>
              <a:off x="6910724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9" name="object 1019"/>
            <p:cNvSpPr/>
            <p:nvPr/>
          </p:nvSpPr>
          <p:spPr>
            <a:xfrm>
              <a:off x="7021634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0" name="object 1020"/>
            <p:cNvSpPr/>
            <p:nvPr/>
          </p:nvSpPr>
          <p:spPr>
            <a:xfrm>
              <a:off x="7132546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1" name="object 1021"/>
            <p:cNvSpPr/>
            <p:nvPr/>
          </p:nvSpPr>
          <p:spPr>
            <a:xfrm>
              <a:off x="7243455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2" name="object 1022"/>
            <p:cNvSpPr/>
            <p:nvPr/>
          </p:nvSpPr>
          <p:spPr>
            <a:xfrm>
              <a:off x="7354368" y="463222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3" name="object 1023"/>
            <p:cNvSpPr/>
            <p:nvPr/>
          </p:nvSpPr>
          <p:spPr>
            <a:xfrm>
              <a:off x="4137978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4248889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4359786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6" name="object 1026"/>
            <p:cNvSpPr/>
            <p:nvPr/>
          </p:nvSpPr>
          <p:spPr>
            <a:xfrm>
              <a:off x="4470696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7" name="object 1027"/>
            <p:cNvSpPr/>
            <p:nvPr/>
          </p:nvSpPr>
          <p:spPr>
            <a:xfrm>
              <a:off x="4581609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8" name="object 1028"/>
            <p:cNvSpPr/>
            <p:nvPr/>
          </p:nvSpPr>
          <p:spPr>
            <a:xfrm>
              <a:off x="4692531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9" name="object 1029"/>
            <p:cNvSpPr/>
            <p:nvPr/>
          </p:nvSpPr>
          <p:spPr>
            <a:xfrm>
              <a:off x="4803442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0" name="object 1030"/>
            <p:cNvSpPr/>
            <p:nvPr/>
          </p:nvSpPr>
          <p:spPr>
            <a:xfrm>
              <a:off x="4914340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1" name="object 1031"/>
            <p:cNvSpPr/>
            <p:nvPr/>
          </p:nvSpPr>
          <p:spPr>
            <a:xfrm>
              <a:off x="5025252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5136162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3" name="object 1033"/>
            <p:cNvSpPr/>
            <p:nvPr/>
          </p:nvSpPr>
          <p:spPr>
            <a:xfrm>
              <a:off x="5247074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4" name="object 1034"/>
            <p:cNvSpPr/>
            <p:nvPr/>
          </p:nvSpPr>
          <p:spPr>
            <a:xfrm>
              <a:off x="5357984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5468896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6" name="object 1036"/>
            <p:cNvSpPr/>
            <p:nvPr/>
          </p:nvSpPr>
          <p:spPr>
            <a:xfrm>
              <a:off x="5579807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7" name="object 1037"/>
            <p:cNvSpPr/>
            <p:nvPr/>
          </p:nvSpPr>
          <p:spPr>
            <a:xfrm>
              <a:off x="5690717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5801628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9" name="object 1039"/>
            <p:cNvSpPr/>
            <p:nvPr/>
          </p:nvSpPr>
          <p:spPr>
            <a:xfrm>
              <a:off x="5912538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0" name="object 1040"/>
            <p:cNvSpPr/>
            <p:nvPr/>
          </p:nvSpPr>
          <p:spPr>
            <a:xfrm>
              <a:off x="6023450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6134360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2" name="object 1042"/>
            <p:cNvSpPr/>
            <p:nvPr/>
          </p:nvSpPr>
          <p:spPr>
            <a:xfrm>
              <a:off x="6245272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3" name="object 1043"/>
            <p:cNvSpPr/>
            <p:nvPr/>
          </p:nvSpPr>
          <p:spPr>
            <a:xfrm>
              <a:off x="6356181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6467094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5" name="object 1045"/>
            <p:cNvSpPr/>
            <p:nvPr/>
          </p:nvSpPr>
          <p:spPr>
            <a:xfrm>
              <a:off x="657800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6" name="object 1046"/>
            <p:cNvSpPr/>
            <p:nvPr/>
          </p:nvSpPr>
          <p:spPr>
            <a:xfrm>
              <a:off x="6688902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6799813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" name="object 1048"/>
            <p:cNvSpPr/>
            <p:nvPr/>
          </p:nvSpPr>
          <p:spPr>
            <a:xfrm>
              <a:off x="6910724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7021634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7132546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7243455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7354368" y="474062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4137978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4248889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4359786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4470696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7" name="object 1057"/>
            <p:cNvSpPr/>
            <p:nvPr/>
          </p:nvSpPr>
          <p:spPr>
            <a:xfrm>
              <a:off x="4581609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8" name="object 1058"/>
            <p:cNvSpPr/>
            <p:nvPr/>
          </p:nvSpPr>
          <p:spPr>
            <a:xfrm>
              <a:off x="4692531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4803442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0" name="object 1060"/>
            <p:cNvSpPr/>
            <p:nvPr/>
          </p:nvSpPr>
          <p:spPr>
            <a:xfrm>
              <a:off x="4914340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1" name="object 1061"/>
            <p:cNvSpPr/>
            <p:nvPr/>
          </p:nvSpPr>
          <p:spPr>
            <a:xfrm>
              <a:off x="5025252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5136162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3" name="object 1063"/>
            <p:cNvSpPr/>
            <p:nvPr/>
          </p:nvSpPr>
          <p:spPr>
            <a:xfrm>
              <a:off x="5247074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4" name="object 1064"/>
            <p:cNvSpPr/>
            <p:nvPr/>
          </p:nvSpPr>
          <p:spPr>
            <a:xfrm>
              <a:off x="5357984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5" name="object 1065"/>
            <p:cNvSpPr/>
            <p:nvPr/>
          </p:nvSpPr>
          <p:spPr>
            <a:xfrm>
              <a:off x="5468896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6" name="object 1066"/>
            <p:cNvSpPr/>
            <p:nvPr/>
          </p:nvSpPr>
          <p:spPr>
            <a:xfrm>
              <a:off x="5579807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7" name="object 1067"/>
            <p:cNvSpPr/>
            <p:nvPr/>
          </p:nvSpPr>
          <p:spPr>
            <a:xfrm>
              <a:off x="5690717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8" name="object 1068"/>
            <p:cNvSpPr/>
            <p:nvPr/>
          </p:nvSpPr>
          <p:spPr>
            <a:xfrm>
              <a:off x="5801628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9" name="object 1069"/>
            <p:cNvSpPr/>
            <p:nvPr/>
          </p:nvSpPr>
          <p:spPr>
            <a:xfrm>
              <a:off x="5912538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0" name="object 1070"/>
            <p:cNvSpPr/>
            <p:nvPr/>
          </p:nvSpPr>
          <p:spPr>
            <a:xfrm>
              <a:off x="6023450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1" name="object 1071"/>
            <p:cNvSpPr/>
            <p:nvPr/>
          </p:nvSpPr>
          <p:spPr>
            <a:xfrm>
              <a:off x="6134360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2" name="object 1072"/>
            <p:cNvSpPr/>
            <p:nvPr/>
          </p:nvSpPr>
          <p:spPr>
            <a:xfrm>
              <a:off x="6245272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3" name="object 1073"/>
            <p:cNvSpPr/>
            <p:nvPr/>
          </p:nvSpPr>
          <p:spPr>
            <a:xfrm>
              <a:off x="6356181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6467094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5" name="object 1075"/>
            <p:cNvSpPr/>
            <p:nvPr/>
          </p:nvSpPr>
          <p:spPr>
            <a:xfrm>
              <a:off x="657800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6" name="object 1076"/>
            <p:cNvSpPr/>
            <p:nvPr/>
          </p:nvSpPr>
          <p:spPr>
            <a:xfrm>
              <a:off x="6688902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6799813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8" name="object 1078"/>
            <p:cNvSpPr/>
            <p:nvPr/>
          </p:nvSpPr>
          <p:spPr>
            <a:xfrm>
              <a:off x="6910724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9" name="object 1079"/>
            <p:cNvSpPr/>
            <p:nvPr/>
          </p:nvSpPr>
          <p:spPr>
            <a:xfrm>
              <a:off x="7021634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7132546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1" name="object 1081"/>
            <p:cNvSpPr/>
            <p:nvPr/>
          </p:nvSpPr>
          <p:spPr>
            <a:xfrm>
              <a:off x="7243455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2" name="object 1082"/>
            <p:cNvSpPr/>
            <p:nvPr/>
          </p:nvSpPr>
          <p:spPr>
            <a:xfrm>
              <a:off x="7354368" y="484900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4137978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4" name="object 1084"/>
            <p:cNvSpPr/>
            <p:nvPr/>
          </p:nvSpPr>
          <p:spPr>
            <a:xfrm>
              <a:off x="4248889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5" name="object 1085"/>
            <p:cNvSpPr/>
            <p:nvPr/>
          </p:nvSpPr>
          <p:spPr>
            <a:xfrm>
              <a:off x="4359786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4470696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7" name="object 1087"/>
            <p:cNvSpPr/>
            <p:nvPr/>
          </p:nvSpPr>
          <p:spPr>
            <a:xfrm>
              <a:off x="4581609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8" name="object 1088"/>
            <p:cNvSpPr/>
            <p:nvPr/>
          </p:nvSpPr>
          <p:spPr>
            <a:xfrm>
              <a:off x="4692531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4803442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0" name="object 1090"/>
            <p:cNvSpPr/>
            <p:nvPr/>
          </p:nvSpPr>
          <p:spPr>
            <a:xfrm>
              <a:off x="4914340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1" name="object 1091"/>
            <p:cNvSpPr/>
            <p:nvPr/>
          </p:nvSpPr>
          <p:spPr>
            <a:xfrm>
              <a:off x="5025252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5136162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3" name="object 1093"/>
            <p:cNvSpPr/>
            <p:nvPr/>
          </p:nvSpPr>
          <p:spPr>
            <a:xfrm>
              <a:off x="5247074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5357984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5468896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5579807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5690717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5801628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9" name="object 1099"/>
            <p:cNvSpPr/>
            <p:nvPr/>
          </p:nvSpPr>
          <p:spPr>
            <a:xfrm>
              <a:off x="5912538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0" name="object 1100"/>
            <p:cNvSpPr/>
            <p:nvPr/>
          </p:nvSpPr>
          <p:spPr>
            <a:xfrm>
              <a:off x="6023450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6134360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2" name="object 1102"/>
            <p:cNvSpPr/>
            <p:nvPr/>
          </p:nvSpPr>
          <p:spPr>
            <a:xfrm>
              <a:off x="6245272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3" name="object 1103"/>
            <p:cNvSpPr/>
            <p:nvPr/>
          </p:nvSpPr>
          <p:spPr>
            <a:xfrm>
              <a:off x="6356181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6467094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5" name="object 1105"/>
            <p:cNvSpPr/>
            <p:nvPr/>
          </p:nvSpPr>
          <p:spPr>
            <a:xfrm>
              <a:off x="657800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6" name="object 1106"/>
            <p:cNvSpPr/>
            <p:nvPr/>
          </p:nvSpPr>
          <p:spPr>
            <a:xfrm>
              <a:off x="6688902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6799813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8" name="object 1108"/>
            <p:cNvSpPr/>
            <p:nvPr/>
          </p:nvSpPr>
          <p:spPr>
            <a:xfrm>
              <a:off x="6910724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9" name="object 1109"/>
            <p:cNvSpPr/>
            <p:nvPr/>
          </p:nvSpPr>
          <p:spPr>
            <a:xfrm>
              <a:off x="7021634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7132546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1" name="object 1111"/>
            <p:cNvSpPr/>
            <p:nvPr/>
          </p:nvSpPr>
          <p:spPr>
            <a:xfrm>
              <a:off x="7243455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2" name="object 1112"/>
            <p:cNvSpPr/>
            <p:nvPr/>
          </p:nvSpPr>
          <p:spPr>
            <a:xfrm>
              <a:off x="7354368" y="495739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4137978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4" name="object 1114"/>
            <p:cNvSpPr/>
            <p:nvPr/>
          </p:nvSpPr>
          <p:spPr>
            <a:xfrm>
              <a:off x="4248889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5" name="object 1115"/>
            <p:cNvSpPr/>
            <p:nvPr/>
          </p:nvSpPr>
          <p:spPr>
            <a:xfrm>
              <a:off x="4359786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4470696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7" name="object 1117"/>
            <p:cNvSpPr/>
            <p:nvPr/>
          </p:nvSpPr>
          <p:spPr>
            <a:xfrm>
              <a:off x="4581609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8" name="object 1118"/>
            <p:cNvSpPr/>
            <p:nvPr/>
          </p:nvSpPr>
          <p:spPr>
            <a:xfrm>
              <a:off x="4692531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4803442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0" name="object 1120"/>
            <p:cNvSpPr/>
            <p:nvPr/>
          </p:nvSpPr>
          <p:spPr>
            <a:xfrm>
              <a:off x="4914340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1" name="object 1121"/>
            <p:cNvSpPr/>
            <p:nvPr/>
          </p:nvSpPr>
          <p:spPr>
            <a:xfrm>
              <a:off x="5025252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5136162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3" name="object 1123"/>
            <p:cNvSpPr/>
            <p:nvPr/>
          </p:nvSpPr>
          <p:spPr>
            <a:xfrm>
              <a:off x="5247074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4" name="object 1124"/>
            <p:cNvSpPr/>
            <p:nvPr/>
          </p:nvSpPr>
          <p:spPr>
            <a:xfrm>
              <a:off x="5357984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5468896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6" name="object 1126"/>
            <p:cNvSpPr/>
            <p:nvPr/>
          </p:nvSpPr>
          <p:spPr>
            <a:xfrm>
              <a:off x="5579807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7" name="object 1127"/>
            <p:cNvSpPr/>
            <p:nvPr/>
          </p:nvSpPr>
          <p:spPr>
            <a:xfrm>
              <a:off x="5690717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5801628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9" name="object 1129"/>
            <p:cNvSpPr/>
            <p:nvPr/>
          </p:nvSpPr>
          <p:spPr>
            <a:xfrm>
              <a:off x="5912538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0" name="object 1130"/>
            <p:cNvSpPr/>
            <p:nvPr/>
          </p:nvSpPr>
          <p:spPr>
            <a:xfrm>
              <a:off x="6023450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6134360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2" name="object 1132"/>
            <p:cNvSpPr/>
            <p:nvPr/>
          </p:nvSpPr>
          <p:spPr>
            <a:xfrm>
              <a:off x="6245272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3" name="object 1133"/>
            <p:cNvSpPr/>
            <p:nvPr/>
          </p:nvSpPr>
          <p:spPr>
            <a:xfrm>
              <a:off x="6356181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6467094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5" name="object 1135"/>
            <p:cNvSpPr/>
            <p:nvPr/>
          </p:nvSpPr>
          <p:spPr>
            <a:xfrm>
              <a:off x="657800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6" name="object 1136"/>
            <p:cNvSpPr/>
            <p:nvPr/>
          </p:nvSpPr>
          <p:spPr>
            <a:xfrm>
              <a:off x="6688902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6799813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8" name="object 1138"/>
            <p:cNvSpPr/>
            <p:nvPr/>
          </p:nvSpPr>
          <p:spPr>
            <a:xfrm>
              <a:off x="6910724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9" name="object 1139"/>
            <p:cNvSpPr/>
            <p:nvPr/>
          </p:nvSpPr>
          <p:spPr>
            <a:xfrm>
              <a:off x="7021634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7132546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7243455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7354368" y="50657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4137978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4248889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4359786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4470696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4581609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8" name="object 1148"/>
            <p:cNvSpPr/>
            <p:nvPr/>
          </p:nvSpPr>
          <p:spPr>
            <a:xfrm>
              <a:off x="4692531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4803442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0" name="object 1150"/>
            <p:cNvSpPr/>
            <p:nvPr/>
          </p:nvSpPr>
          <p:spPr>
            <a:xfrm>
              <a:off x="4914340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1" name="object 1151"/>
            <p:cNvSpPr/>
            <p:nvPr/>
          </p:nvSpPr>
          <p:spPr>
            <a:xfrm>
              <a:off x="5025252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5136162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3" name="object 1153"/>
            <p:cNvSpPr/>
            <p:nvPr/>
          </p:nvSpPr>
          <p:spPr>
            <a:xfrm>
              <a:off x="5247074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4" name="object 1154"/>
            <p:cNvSpPr/>
            <p:nvPr/>
          </p:nvSpPr>
          <p:spPr>
            <a:xfrm>
              <a:off x="5357984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5468896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6" name="object 1156"/>
            <p:cNvSpPr/>
            <p:nvPr/>
          </p:nvSpPr>
          <p:spPr>
            <a:xfrm>
              <a:off x="5579807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7" name="object 1157"/>
            <p:cNvSpPr/>
            <p:nvPr/>
          </p:nvSpPr>
          <p:spPr>
            <a:xfrm>
              <a:off x="5690717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8" name="object 1158"/>
            <p:cNvSpPr/>
            <p:nvPr/>
          </p:nvSpPr>
          <p:spPr>
            <a:xfrm>
              <a:off x="5801628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9" name="object 1159"/>
            <p:cNvSpPr/>
            <p:nvPr/>
          </p:nvSpPr>
          <p:spPr>
            <a:xfrm>
              <a:off x="5912538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0" name="object 1160"/>
            <p:cNvSpPr/>
            <p:nvPr/>
          </p:nvSpPr>
          <p:spPr>
            <a:xfrm>
              <a:off x="6023450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1" name="object 1161"/>
            <p:cNvSpPr/>
            <p:nvPr/>
          </p:nvSpPr>
          <p:spPr>
            <a:xfrm>
              <a:off x="6134360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2" name="object 1162"/>
            <p:cNvSpPr/>
            <p:nvPr/>
          </p:nvSpPr>
          <p:spPr>
            <a:xfrm>
              <a:off x="6245272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3" name="object 1163"/>
            <p:cNvSpPr/>
            <p:nvPr/>
          </p:nvSpPr>
          <p:spPr>
            <a:xfrm>
              <a:off x="6356181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4" name="object 1164"/>
            <p:cNvSpPr/>
            <p:nvPr/>
          </p:nvSpPr>
          <p:spPr>
            <a:xfrm>
              <a:off x="6467094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5" name="object 1165"/>
            <p:cNvSpPr/>
            <p:nvPr/>
          </p:nvSpPr>
          <p:spPr>
            <a:xfrm>
              <a:off x="657800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6" name="object 1166"/>
            <p:cNvSpPr/>
            <p:nvPr/>
          </p:nvSpPr>
          <p:spPr>
            <a:xfrm>
              <a:off x="6688902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6799813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6910724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9" name="object 1169"/>
            <p:cNvSpPr/>
            <p:nvPr/>
          </p:nvSpPr>
          <p:spPr>
            <a:xfrm>
              <a:off x="7021634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0" name="object 1170"/>
            <p:cNvSpPr/>
            <p:nvPr/>
          </p:nvSpPr>
          <p:spPr>
            <a:xfrm>
              <a:off x="7132546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1" name="object 1171"/>
            <p:cNvSpPr/>
            <p:nvPr/>
          </p:nvSpPr>
          <p:spPr>
            <a:xfrm>
              <a:off x="7243455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2" name="object 1172"/>
            <p:cNvSpPr/>
            <p:nvPr/>
          </p:nvSpPr>
          <p:spPr>
            <a:xfrm>
              <a:off x="7354368" y="517419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3" name="object 1173"/>
            <p:cNvSpPr/>
            <p:nvPr/>
          </p:nvSpPr>
          <p:spPr>
            <a:xfrm>
              <a:off x="4137978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4" name="object 1174"/>
            <p:cNvSpPr/>
            <p:nvPr/>
          </p:nvSpPr>
          <p:spPr>
            <a:xfrm>
              <a:off x="4248889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5" name="object 1175"/>
            <p:cNvSpPr/>
            <p:nvPr/>
          </p:nvSpPr>
          <p:spPr>
            <a:xfrm>
              <a:off x="4359786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6" name="object 1176"/>
            <p:cNvSpPr/>
            <p:nvPr/>
          </p:nvSpPr>
          <p:spPr>
            <a:xfrm>
              <a:off x="4470696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7" name="object 1177"/>
            <p:cNvSpPr/>
            <p:nvPr/>
          </p:nvSpPr>
          <p:spPr>
            <a:xfrm>
              <a:off x="4581609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8" name="object 1178"/>
            <p:cNvSpPr/>
            <p:nvPr/>
          </p:nvSpPr>
          <p:spPr>
            <a:xfrm>
              <a:off x="4692531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9" name="object 1179"/>
            <p:cNvSpPr/>
            <p:nvPr/>
          </p:nvSpPr>
          <p:spPr>
            <a:xfrm>
              <a:off x="4803442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0" name="object 1180"/>
            <p:cNvSpPr/>
            <p:nvPr/>
          </p:nvSpPr>
          <p:spPr>
            <a:xfrm>
              <a:off x="4914340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1" name="object 1181"/>
            <p:cNvSpPr/>
            <p:nvPr/>
          </p:nvSpPr>
          <p:spPr>
            <a:xfrm>
              <a:off x="5025252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2" name="object 1182"/>
            <p:cNvSpPr/>
            <p:nvPr/>
          </p:nvSpPr>
          <p:spPr>
            <a:xfrm>
              <a:off x="5136162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3" name="object 1183"/>
            <p:cNvSpPr/>
            <p:nvPr/>
          </p:nvSpPr>
          <p:spPr>
            <a:xfrm>
              <a:off x="5247074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4" name="object 1184"/>
            <p:cNvSpPr/>
            <p:nvPr/>
          </p:nvSpPr>
          <p:spPr>
            <a:xfrm>
              <a:off x="5357984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5" name="object 1185"/>
            <p:cNvSpPr/>
            <p:nvPr/>
          </p:nvSpPr>
          <p:spPr>
            <a:xfrm>
              <a:off x="5468896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6" name="object 1186"/>
            <p:cNvSpPr/>
            <p:nvPr/>
          </p:nvSpPr>
          <p:spPr>
            <a:xfrm>
              <a:off x="5579807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5690717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8" name="object 1188"/>
            <p:cNvSpPr/>
            <p:nvPr/>
          </p:nvSpPr>
          <p:spPr>
            <a:xfrm>
              <a:off x="5801628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9" name="object 1189"/>
            <p:cNvSpPr/>
            <p:nvPr/>
          </p:nvSpPr>
          <p:spPr>
            <a:xfrm>
              <a:off x="5912538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6023450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6134360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6245272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3" name="object 1193"/>
            <p:cNvSpPr/>
            <p:nvPr/>
          </p:nvSpPr>
          <p:spPr>
            <a:xfrm>
              <a:off x="6356181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4" name="object 1194"/>
            <p:cNvSpPr/>
            <p:nvPr/>
          </p:nvSpPr>
          <p:spPr>
            <a:xfrm>
              <a:off x="6467094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5" name="object 1195"/>
            <p:cNvSpPr/>
            <p:nvPr/>
          </p:nvSpPr>
          <p:spPr>
            <a:xfrm>
              <a:off x="657800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6" name="object 1196"/>
            <p:cNvSpPr/>
            <p:nvPr/>
          </p:nvSpPr>
          <p:spPr>
            <a:xfrm>
              <a:off x="6688902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7" name="object 1197"/>
            <p:cNvSpPr/>
            <p:nvPr/>
          </p:nvSpPr>
          <p:spPr>
            <a:xfrm>
              <a:off x="6799813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8" name="object 1198"/>
            <p:cNvSpPr/>
            <p:nvPr/>
          </p:nvSpPr>
          <p:spPr>
            <a:xfrm>
              <a:off x="6910724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9" name="object 1199"/>
            <p:cNvSpPr/>
            <p:nvPr/>
          </p:nvSpPr>
          <p:spPr>
            <a:xfrm>
              <a:off x="7021634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0" name="object 1200"/>
            <p:cNvSpPr/>
            <p:nvPr/>
          </p:nvSpPr>
          <p:spPr>
            <a:xfrm>
              <a:off x="7132546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1" name="object 1201"/>
            <p:cNvSpPr/>
            <p:nvPr/>
          </p:nvSpPr>
          <p:spPr>
            <a:xfrm>
              <a:off x="7243455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2" name="object 1202"/>
            <p:cNvSpPr/>
            <p:nvPr/>
          </p:nvSpPr>
          <p:spPr>
            <a:xfrm>
              <a:off x="7354368" y="528258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3" name="object 1203"/>
            <p:cNvSpPr/>
            <p:nvPr/>
          </p:nvSpPr>
          <p:spPr>
            <a:xfrm>
              <a:off x="4137978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4" name="object 1204"/>
            <p:cNvSpPr/>
            <p:nvPr/>
          </p:nvSpPr>
          <p:spPr>
            <a:xfrm>
              <a:off x="4248889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5" name="object 1205"/>
            <p:cNvSpPr/>
            <p:nvPr/>
          </p:nvSpPr>
          <p:spPr>
            <a:xfrm>
              <a:off x="4359786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6" name="object 1206"/>
            <p:cNvSpPr/>
            <p:nvPr/>
          </p:nvSpPr>
          <p:spPr>
            <a:xfrm>
              <a:off x="4470696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7" name="object 1207"/>
            <p:cNvSpPr/>
            <p:nvPr/>
          </p:nvSpPr>
          <p:spPr>
            <a:xfrm>
              <a:off x="4581609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8" name="object 1208"/>
            <p:cNvSpPr/>
            <p:nvPr/>
          </p:nvSpPr>
          <p:spPr>
            <a:xfrm>
              <a:off x="4692531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9" name="object 1209"/>
            <p:cNvSpPr/>
            <p:nvPr/>
          </p:nvSpPr>
          <p:spPr>
            <a:xfrm>
              <a:off x="4803442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0" name="object 1210"/>
            <p:cNvSpPr/>
            <p:nvPr/>
          </p:nvSpPr>
          <p:spPr>
            <a:xfrm>
              <a:off x="4914340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1" name="object 1211"/>
            <p:cNvSpPr/>
            <p:nvPr/>
          </p:nvSpPr>
          <p:spPr>
            <a:xfrm>
              <a:off x="5025252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2" name="object 1212"/>
            <p:cNvSpPr/>
            <p:nvPr/>
          </p:nvSpPr>
          <p:spPr>
            <a:xfrm>
              <a:off x="5136162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3" name="object 1213"/>
            <p:cNvSpPr/>
            <p:nvPr/>
          </p:nvSpPr>
          <p:spPr>
            <a:xfrm>
              <a:off x="5247074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4" name="object 1214"/>
            <p:cNvSpPr/>
            <p:nvPr/>
          </p:nvSpPr>
          <p:spPr>
            <a:xfrm>
              <a:off x="5357984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5" name="object 1215"/>
            <p:cNvSpPr/>
            <p:nvPr/>
          </p:nvSpPr>
          <p:spPr>
            <a:xfrm>
              <a:off x="5468896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6" name="object 1216"/>
            <p:cNvSpPr/>
            <p:nvPr/>
          </p:nvSpPr>
          <p:spPr>
            <a:xfrm>
              <a:off x="5579807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7" name="object 1217"/>
            <p:cNvSpPr/>
            <p:nvPr/>
          </p:nvSpPr>
          <p:spPr>
            <a:xfrm>
              <a:off x="5690717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8" name="object 1218"/>
            <p:cNvSpPr/>
            <p:nvPr/>
          </p:nvSpPr>
          <p:spPr>
            <a:xfrm>
              <a:off x="5801628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9" name="object 1219"/>
            <p:cNvSpPr/>
            <p:nvPr/>
          </p:nvSpPr>
          <p:spPr>
            <a:xfrm>
              <a:off x="5912538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0" name="object 1220"/>
            <p:cNvSpPr/>
            <p:nvPr/>
          </p:nvSpPr>
          <p:spPr>
            <a:xfrm>
              <a:off x="6023450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1" name="object 1221"/>
            <p:cNvSpPr/>
            <p:nvPr/>
          </p:nvSpPr>
          <p:spPr>
            <a:xfrm>
              <a:off x="6134360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2" name="object 1222"/>
            <p:cNvSpPr/>
            <p:nvPr/>
          </p:nvSpPr>
          <p:spPr>
            <a:xfrm>
              <a:off x="6245272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3" name="object 1223"/>
            <p:cNvSpPr/>
            <p:nvPr/>
          </p:nvSpPr>
          <p:spPr>
            <a:xfrm>
              <a:off x="6356181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4" name="object 1224"/>
            <p:cNvSpPr/>
            <p:nvPr/>
          </p:nvSpPr>
          <p:spPr>
            <a:xfrm>
              <a:off x="6467094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5" name="object 1225"/>
            <p:cNvSpPr/>
            <p:nvPr/>
          </p:nvSpPr>
          <p:spPr>
            <a:xfrm>
              <a:off x="657800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6" name="object 1226"/>
            <p:cNvSpPr/>
            <p:nvPr/>
          </p:nvSpPr>
          <p:spPr>
            <a:xfrm>
              <a:off x="6688902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7" name="object 1227"/>
            <p:cNvSpPr/>
            <p:nvPr/>
          </p:nvSpPr>
          <p:spPr>
            <a:xfrm>
              <a:off x="6799813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8" name="object 1228"/>
            <p:cNvSpPr/>
            <p:nvPr/>
          </p:nvSpPr>
          <p:spPr>
            <a:xfrm>
              <a:off x="6910724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9" name="object 1229"/>
            <p:cNvSpPr/>
            <p:nvPr/>
          </p:nvSpPr>
          <p:spPr>
            <a:xfrm>
              <a:off x="7021634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0" name="object 1230"/>
            <p:cNvSpPr/>
            <p:nvPr/>
          </p:nvSpPr>
          <p:spPr>
            <a:xfrm>
              <a:off x="7132546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1" name="object 1231"/>
            <p:cNvSpPr/>
            <p:nvPr/>
          </p:nvSpPr>
          <p:spPr>
            <a:xfrm>
              <a:off x="7243455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2" name="object 1232"/>
            <p:cNvSpPr/>
            <p:nvPr/>
          </p:nvSpPr>
          <p:spPr>
            <a:xfrm>
              <a:off x="7354368" y="539096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3" name="object 1233"/>
            <p:cNvSpPr/>
            <p:nvPr/>
          </p:nvSpPr>
          <p:spPr>
            <a:xfrm>
              <a:off x="4137978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4" name="object 1234"/>
            <p:cNvSpPr/>
            <p:nvPr/>
          </p:nvSpPr>
          <p:spPr>
            <a:xfrm>
              <a:off x="4248889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5" name="object 1235"/>
            <p:cNvSpPr/>
            <p:nvPr/>
          </p:nvSpPr>
          <p:spPr>
            <a:xfrm>
              <a:off x="4359786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6" name="object 1236"/>
            <p:cNvSpPr/>
            <p:nvPr/>
          </p:nvSpPr>
          <p:spPr>
            <a:xfrm>
              <a:off x="4470696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7" name="object 1237"/>
            <p:cNvSpPr/>
            <p:nvPr/>
          </p:nvSpPr>
          <p:spPr>
            <a:xfrm>
              <a:off x="4581609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8" name="object 1238"/>
            <p:cNvSpPr/>
            <p:nvPr/>
          </p:nvSpPr>
          <p:spPr>
            <a:xfrm>
              <a:off x="4692531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9" name="object 1239"/>
            <p:cNvSpPr/>
            <p:nvPr/>
          </p:nvSpPr>
          <p:spPr>
            <a:xfrm>
              <a:off x="4803442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0" name="object 1240"/>
            <p:cNvSpPr/>
            <p:nvPr/>
          </p:nvSpPr>
          <p:spPr>
            <a:xfrm>
              <a:off x="4914340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1" name="object 1241"/>
            <p:cNvSpPr/>
            <p:nvPr/>
          </p:nvSpPr>
          <p:spPr>
            <a:xfrm>
              <a:off x="5025252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2" name="object 1242"/>
            <p:cNvSpPr/>
            <p:nvPr/>
          </p:nvSpPr>
          <p:spPr>
            <a:xfrm>
              <a:off x="5136162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3" name="object 1243"/>
            <p:cNvSpPr/>
            <p:nvPr/>
          </p:nvSpPr>
          <p:spPr>
            <a:xfrm>
              <a:off x="5247074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4" name="object 1244"/>
            <p:cNvSpPr/>
            <p:nvPr/>
          </p:nvSpPr>
          <p:spPr>
            <a:xfrm>
              <a:off x="5357984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5" name="object 1245"/>
            <p:cNvSpPr/>
            <p:nvPr/>
          </p:nvSpPr>
          <p:spPr>
            <a:xfrm>
              <a:off x="5468896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6" name="object 1246"/>
            <p:cNvSpPr/>
            <p:nvPr/>
          </p:nvSpPr>
          <p:spPr>
            <a:xfrm>
              <a:off x="5579807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7" name="object 1247"/>
            <p:cNvSpPr/>
            <p:nvPr/>
          </p:nvSpPr>
          <p:spPr>
            <a:xfrm>
              <a:off x="5690717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8" name="object 1248"/>
            <p:cNvSpPr/>
            <p:nvPr/>
          </p:nvSpPr>
          <p:spPr>
            <a:xfrm>
              <a:off x="5801628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9" name="object 1249"/>
            <p:cNvSpPr/>
            <p:nvPr/>
          </p:nvSpPr>
          <p:spPr>
            <a:xfrm>
              <a:off x="5912538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0" name="object 1250"/>
            <p:cNvSpPr/>
            <p:nvPr/>
          </p:nvSpPr>
          <p:spPr>
            <a:xfrm>
              <a:off x="6023450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1" name="object 1251"/>
            <p:cNvSpPr/>
            <p:nvPr/>
          </p:nvSpPr>
          <p:spPr>
            <a:xfrm>
              <a:off x="6134360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2" name="object 1252"/>
            <p:cNvSpPr/>
            <p:nvPr/>
          </p:nvSpPr>
          <p:spPr>
            <a:xfrm>
              <a:off x="6245272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3" name="object 1253"/>
            <p:cNvSpPr/>
            <p:nvPr/>
          </p:nvSpPr>
          <p:spPr>
            <a:xfrm>
              <a:off x="6356181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4" name="object 1254"/>
            <p:cNvSpPr/>
            <p:nvPr/>
          </p:nvSpPr>
          <p:spPr>
            <a:xfrm>
              <a:off x="6467094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5" name="object 1255"/>
            <p:cNvSpPr/>
            <p:nvPr/>
          </p:nvSpPr>
          <p:spPr>
            <a:xfrm>
              <a:off x="657800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6" name="object 1256"/>
            <p:cNvSpPr/>
            <p:nvPr/>
          </p:nvSpPr>
          <p:spPr>
            <a:xfrm>
              <a:off x="6688902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7" name="object 1257"/>
            <p:cNvSpPr/>
            <p:nvPr/>
          </p:nvSpPr>
          <p:spPr>
            <a:xfrm>
              <a:off x="6799813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8" name="object 1258"/>
            <p:cNvSpPr/>
            <p:nvPr/>
          </p:nvSpPr>
          <p:spPr>
            <a:xfrm>
              <a:off x="6910724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9" name="object 1259"/>
            <p:cNvSpPr/>
            <p:nvPr/>
          </p:nvSpPr>
          <p:spPr>
            <a:xfrm>
              <a:off x="7021634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0" name="object 1260"/>
            <p:cNvSpPr/>
            <p:nvPr/>
          </p:nvSpPr>
          <p:spPr>
            <a:xfrm>
              <a:off x="7132546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1" name="object 1261"/>
            <p:cNvSpPr/>
            <p:nvPr/>
          </p:nvSpPr>
          <p:spPr>
            <a:xfrm>
              <a:off x="7243455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2" name="object 1262"/>
            <p:cNvSpPr/>
            <p:nvPr/>
          </p:nvSpPr>
          <p:spPr>
            <a:xfrm>
              <a:off x="7354368" y="549935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3" name="object 1263"/>
            <p:cNvSpPr/>
            <p:nvPr/>
          </p:nvSpPr>
          <p:spPr>
            <a:xfrm>
              <a:off x="4137978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4" name="object 1264"/>
            <p:cNvSpPr/>
            <p:nvPr/>
          </p:nvSpPr>
          <p:spPr>
            <a:xfrm>
              <a:off x="4248889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5" name="object 1265"/>
            <p:cNvSpPr/>
            <p:nvPr/>
          </p:nvSpPr>
          <p:spPr>
            <a:xfrm>
              <a:off x="4359786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6" name="object 1266"/>
            <p:cNvSpPr/>
            <p:nvPr/>
          </p:nvSpPr>
          <p:spPr>
            <a:xfrm>
              <a:off x="4470696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7" name="object 1267"/>
            <p:cNvSpPr/>
            <p:nvPr/>
          </p:nvSpPr>
          <p:spPr>
            <a:xfrm>
              <a:off x="4581609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8" name="object 1268"/>
            <p:cNvSpPr/>
            <p:nvPr/>
          </p:nvSpPr>
          <p:spPr>
            <a:xfrm>
              <a:off x="4692531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9" name="object 1269"/>
            <p:cNvSpPr/>
            <p:nvPr/>
          </p:nvSpPr>
          <p:spPr>
            <a:xfrm>
              <a:off x="4803442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0" name="object 1270"/>
            <p:cNvSpPr/>
            <p:nvPr/>
          </p:nvSpPr>
          <p:spPr>
            <a:xfrm>
              <a:off x="4914340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1" name="object 1271"/>
            <p:cNvSpPr/>
            <p:nvPr/>
          </p:nvSpPr>
          <p:spPr>
            <a:xfrm>
              <a:off x="5025252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2" name="object 1272"/>
            <p:cNvSpPr/>
            <p:nvPr/>
          </p:nvSpPr>
          <p:spPr>
            <a:xfrm>
              <a:off x="5136162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3" name="object 1273"/>
            <p:cNvSpPr/>
            <p:nvPr/>
          </p:nvSpPr>
          <p:spPr>
            <a:xfrm>
              <a:off x="5247074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4" name="object 1274"/>
            <p:cNvSpPr/>
            <p:nvPr/>
          </p:nvSpPr>
          <p:spPr>
            <a:xfrm>
              <a:off x="5357984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5" name="object 1275"/>
            <p:cNvSpPr/>
            <p:nvPr/>
          </p:nvSpPr>
          <p:spPr>
            <a:xfrm>
              <a:off x="5468896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6" name="object 1276"/>
            <p:cNvSpPr/>
            <p:nvPr/>
          </p:nvSpPr>
          <p:spPr>
            <a:xfrm>
              <a:off x="5579807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7" name="object 1277"/>
            <p:cNvSpPr/>
            <p:nvPr/>
          </p:nvSpPr>
          <p:spPr>
            <a:xfrm>
              <a:off x="5690717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8" name="object 1278"/>
            <p:cNvSpPr/>
            <p:nvPr/>
          </p:nvSpPr>
          <p:spPr>
            <a:xfrm>
              <a:off x="5801628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9" name="object 1279"/>
            <p:cNvSpPr/>
            <p:nvPr/>
          </p:nvSpPr>
          <p:spPr>
            <a:xfrm>
              <a:off x="5912538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0" name="object 1280"/>
            <p:cNvSpPr/>
            <p:nvPr/>
          </p:nvSpPr>
          <p:spPr>
            <a:xfrm>
              <a:off x="6023450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1" name="object 1281"/>
            <p:cNvSpPr/>
            <p:nvPr/>
          </p:nvSpPr>
          <p:spPr>
            <a:xfrm>
              <a:off x="6134360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2" name="object 1282"/>
            <p:cNvSpPr/>
            <p:nvPr/>
          </p:nvSpPr>
          <p:spPr>
            <a:xfrm>
              <a:off x="6245272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3" name="object 1283"/>
            <p:cNvSpPr/>
            <p:nvPr/>
          </p:nvSpPr>
          <p:spPr>
            <a:xfrm>
              <a:off x="6356181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4" name="object 1284"/>
            <p:cNvSpPr/>
            <p:nvPr/>
          </p:nvSpPr>
          <p:spPr>
            <a:xfrm>
              <a:off x="6467094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5" name="object 1285"/>
            <p:cNvSpPr/>
            <p:nvPr/>
          </p:nvSpPr>
          <p:spPr>
            <a:xfrm>
              <a:off x="657800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6" name="object 1286"/>
            <p:cNvSpPr/>
            <p:nvPr/>
          </p:nvSpPr>
          <p:spPr>
            <a:xfrm>
              <a:off x="6688902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7" name="object 1287"/>
            <p:cNvSpPr/>
            <p:nvPr/>
          </p:nvSpPr>
          <p:spPr>
            <a:xfrm>
              <a:off x="6799813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8" name="object 1288"/>
            <p:cNvSpPr/>
            <p:nvPr/>
          </p:nvSpPr>
          <p:spPr>
            <a:xfrm>
              <a:off x="6910724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9" name="object 1289"/>
            <p:cNvSpPr/>
            <p:nvPr/>
          </p:nvSpPr>
          <p:spPr>
            <a:xfrm>
              <a:off x="7021634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0" name="object 1290"/>
            <p:cNvSpPr/>
            <p:nvPr/>
          </p:nvSpPr>
          <p:spPr>
            <a:xfrm>
              <a:off x="7132546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1" name="object 1291"/>
            <p:cNvSpPr/>
            <p:nvPr/>
          </p:nvSpPr>
          <p:spPr>
            <a:xfrm>
              <a:off x="7243455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2" name="object 1292"/>
            <p:cNvSpPr/>
            <p:nvPr/>
          </p:nvSpPr>
          <p:spPr>
            <a:xfrm>
              <a:off x="7354368" y="560775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3" name="object 1293"/>
            <p:cNvSpPr/>
            <p:nvPr/>
          </p:nvSpPr>
          <p:spPr>
            <a:xfrm>
              <a:off x="4137978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4" name="object 1294"/>
            <p:cNvSpPr/>
            <p:nvPr/>
          </p:nvSpPr>
          <p:spPr>
            <a:xfrm>
              <a:off x="4248889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5" name="object 1295"/>
            <p:cNvSpPr/>
            <p:nvPr/>
          </p:nvSpPr>
          <p:spPr>
            <a:xfrm>
              <a:off x="4359786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6" name="object 1296"/>
            <p:cNvSpPr/>
            <p:nvPr/>
          </p:nvSpPr>
          <p:spPr>
            <a:xfrm>
              <a:off x="4470696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7" name="object 1297"/>
            <p:cNvSpPr/>
            <p:nvPr/>
          </p:nvSpPr>
          <p:spPr>
            <a:xfrm>
              <a:off x="4581609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8" name="object 1298"/>
            <p:cNvSpPr/>
            <p:nvPr/>
          </p:nvSpPr>
          <p:spPr>
            <a:xfrm>
              <a:off x="4692531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9" name="object 1299"/>
            <p:cNvSpPr/>
            <p:nvPr/>
          </p:nvSpPr>
          <p:spPr>
            <a:xfrm>
              <a:off x="4803442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0" name="object 1300"/>
            <p:cNvSpPr/>
            <p:nvPr/>
          </p:nvSpPr>
          <p:spPr>
            <a:xfrm>
              <a:off x="4914340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1" name="object 1301"/>
            <p:cNvSpPr/>
            <p:nvPr/>
          </p:nvSpPr>
          <p:spPr>
            <a:xfrm>
              <a:off x="5025252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2" name="object 1302"/>
            <p:cNvSpPr/>
            <p:nvPr/>
          </p:nvSpPr>
          <p:spPr>
            <a:xfrm>
              <a:off x="5136162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3" name="object 1303"/>
            <p:cNvSpPr/>
            <p:nvPr/>
          </p:nvSpPr>
          <p:spPr>
            <a:xfrm>
              <a:off x="5247074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4" name="object 1304"/>
            <p:cNvSpPr/>
            <p:nvPr/>
          </p:nvSpPr>
          <p:spPr>
            <a:xfrm>
              <a:off x="5357984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5" name="object 1305"/>
            <p:cNvSpPr/>
            <p:nvPr/>
          </p:nvSpPr>
          <p:spPr>
            <a:xfrm>
              <a:off x="5468896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6" name="object 1306"/>
            <p:cNvSpPr/>
            <p:nvPr/>
          </p:nvSpPr>
          <p:spPr>
            <a:xfrm>
              <a:off x="5579807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7" name="object 1307"/>
            <p:cNvSpPr/>
            <p:nvPr/>
          </p:nvSpPr>
          <p:spPr>
            <a:xfrm>
              <a:off x="5690717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8" name="object 1308"/>
            <p:cNvSpPr/>
            <p:nvPr/>
          </p:nvSpPr>
          <p:spPr>
            <a:xfrm>
              <a:off x="5801628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9" name="object 1309"/>
            <p:cNvSpPr/>
            <p:nvPr/>
          </p:nvSpPr>
          <p:spPr>
            <a:xfrm>
              <a:off x="5912538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0" name="object 1310"/>
            <p:cNvSpPr/>
            <p:nvPr/>
          </p:nvSpPr>
          <p:spPr>
            <a:xfrm>
              <a:off x="6023450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1" name="object 1311"/>
            <p:cNvSpPr/>
            <p:nvPr/>
          </p:nvSpPr>
          <p:spPr>
            <a:xfrm>
              <a:off x="6134360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2" name="object 1312"/>
            <p:cNvSpPr/>
            <p:nvPr/>
          </p:nvSpPr>
          <p:spPr>
            <a:xfrm>
              <a:off x="6245272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3" name="object 1313"/>
            <p:cNvSpPr/>
            <p:nvPr/>
          </p:nvSpPr>
          <p:spPr>
            <a:xfrm>
              <a:off x="6356181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4" name="object 1314"/>
            <p:cNvSpPr/>
            <p:nvPr/>
          </p:nvSpPr>
          <p:spPr>
            <a:xfrm>
              <a:off x="6467094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5" name="object 1315"/>
            <p:cNvSpPr/>
            <p:nvPr/>
          </p:nvSpPr>
          <p:spPr>
            <a:xfrm>
              <a:off x="657800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6" name="object 1316"/>
            <p:cNvSpPr/>
            <p:nvPr/>
          </p:nvSpPr>
          <p:spPr>
            <a:xfrm>
              <a:off x="6688902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7" name="object 1317"/>
            <p:cNvSpPr/>
            <p:nvPr/>
          </p:nvSpPr>
          <p:spPr>
            <a:xfrm>
              <a:off x="6799813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8" name="object 1318"/>
            <p:cNvSpPr/>
            <p:nvPr/>
          </p:nvSpPr>
          <p:spPr>
            <a:xfrm>
              <a:off x="6910724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9" name="object 1319"/>
            <p:cNvSpPr/>
            <p:nvPr/>
          </p:nvSpPr>
          <p:spPr>
            <a:xfrm>
              <a:off x="7021634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0" name="object 1320"/>
            <p:cNvSpPr/>
            <p:nvPr/>
          </p:nvSpPr>
          <p:spPr>
            <a:xfrm>
              <a:off x="7132546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1" name="object 1321"/>
            <p:cNvSpPr/>
            <p:nvPr/>
          </p:nvSpPr>
          <p:spPr>
            <a:xfrm>
              <a:off x="7243455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2" name="object 1322"/>
            <p:cNvSpPr/>
            <p:nvPr/>
          </p:nvSpPr>
          <p:spPr>
            <a:xfrm>
              <a:off x="7354368" y="571614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3" name="object 1323"/>
            <p:cNvSpPr/>
            <p:nvPr/>
          </p:nvSpPr>
          <p:spPr>
            <a:xfrm>
              <a:off x="4137978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4" name="object 1324"/>
            <p:cNvSpPr/>
            <p:nvPr/>
          </p:nvSpPr>
          <p:spPr>
            <a:xfrm>
              <a:off x="4248889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5" name="object 1325"/>
            <p:cNvSpPr/>
            <p:nvPr/>
          </p:nvSpPr>
          <p:spPr>
            <a:xfrm>
              <a:off x="4359786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6" name="object 1326"/>
            <p:cNvSpPr/>
            <p:nvPr/>
          </p:nvSpPr>
          <p:spPr>
            <a:xfrm>
              <a:off x="4470696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7" name="object 1327"/>
            <p:cNvSpPr/>
            <p:nvPr/>
          </p:nvSpPr>
          <p:spPr>
            <a:xfrm>
              <a:off x="4581609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8" name="object 1328"/>
            <p:cNvSpPr/>
            <p:nvPr/>
          </p:nvSpPr>
          <p:spPr>
            <a:xfrm>
              <a:off x="4692531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9" name="object 1329"/>
            <p:cNvSpPr/>
            <p:nvPr/>
          </p:nvSpPr>
          <p:spPr>
            <a:xfrm>
              <a:off x="4803442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0" name="object 1330"/>
            <p:cNvSpPr/>
            <p:nvPr/>
          </p:nvSpPr>
          <p:spPr>
            <a:xfrm>
              <a:off x="4914340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1" name="object 1331"/>
            <p:cNvSpPr/>
            <p:nvPr/>
          </p:nvSpPr>
          <p:spPr>
            <a:xfrm>
              <a:off x="5025252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2" name="object 1332"/>
            <p:cNvSpPr/>
            <p:nvPr/>
          </p:nvSpPr>
          <p:spPr>
            <a:xfrm>
              <a:off x="5136162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3" name="object 1333"/>
            <p:cNvSpPr/>
            <p:nvPr/>
          </p:nvSpPr>
          <p:spPr>
            <a:xfrm>
              <a:off x="5247074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4" name="object 1334"/>
            <p:cNvSpPr/>
            <p:nvPr/>
          </p:nvSpPr>
          <p:spPr>
            <a:xfrm>
              <a:off x="5357984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5" name="object 1335"/>
            <p:cNvSpPr/>
            <p:nvPr/>
          </p:nvSpPr>
          <p:spPr>
            <a:xfrm>
              <a:off x="5468896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6" name="object 1336"/>
            <p:cNvSpPr/>
            <p:nvPr/>
          </p:nvSpPr>
          <p:spPr>
            <a:xfrm>
              <a:off x="5579807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7" name="object 1337"/>
            <p:cNvSpPr/>
            <p:nvPr/>
          </p:nvSpPr>
          <p:spPr>
            <a:xfrm>
              <a:off x="5690717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8" name="object 1338"/>
            <p:cNvSpPr/>
            <p:nvPr/>
          </p:nvSpPr>
          <p:spPr>
            <a:xfrm>
              <a:off x="5801628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9" name="object 1339"/>
            <p:cNvSpPr/>
            <p:nvPr/>
          </p:nvSpPr>
          <p:spPr>
            <a:xfrm>
              <a:off x="5912538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0" name="object 1340"/>
            <p:cNvSpPr/>
            <p:nvPr/>
          </p:nvSpPr>
          <p:spPr>
            <a:xfrm>
              <a:off x="6023450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1" name="object 1341"/>
            <p:cNvSpPr/>
            <p:nvPr/>
          </p:nvSpPr>
          <p:spPr>
            <a:xfrm>
              <a:off x="6134360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2" name="object 1342"/>
            <p:cNvSpPr/>
            <p:nvPr/>
          </p:nvSpPr>
          <p:spPr>
            <a:xfrm>
              <a:off x="6245272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3" name="object 1343"/>
            <p:cNvSpPr/>
            <p:nvPr/>
          </p:nvSpPr>
          <p:spPr>
            <a:xfrm>
              <a:off x="6356181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4" name="object 1344"/>
            <p:cNvSpPr/>
            <p:nvPr/>
          </p:nvSpPr>
          <p:spPr>
            <a:xfrm>
              <a:off x="6467094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5" name="object 1345"/>
            <p:cNvSpPr/>
            <p:nvPr/>
          </p:nvSpPr>
          <p:spPr>
            <a:xfrm>
              <a:off x="657800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6" name="object 1346"/>
            <p:cNvSpPr/>
            <p:nvPr/>
          </p:nvSpPr>
          <p:spPr>
            <a:xfrm>
              <a:off x="6688902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7" name="object 1347"/>
            <p:cNvSpPr/>
            <p:nvPr/>
          </p:nvSpPr>
          <p:spPr>
            <a:xfrm>
              <a:off x="6799813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8" name="object 1348"/>
            <p:cNvSpPr/>
            <p:nvPr/>
          </p:nvSpPr>
          <p:spPr>
            <a:xfrm>
              <a:off x="6910724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9" name="object 1349"/>
            <p:cNvSpPr/>
            <p:nvPr/>
          </p:nvSpPr>
          <p:spPr>
            <a:xfrm>
              <a:off x="7021634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0" name="object 1350"/>
            <p:cNvSpPr/>
            <p:nvPr/>
          </p:nvSpPr>
          <p:spPr>
            <a:xfrm>
              <a:off x="7132546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1" name="object 1351"/>
            <p:cNvSpPr/>
            <p:nvPr/>
          </p:nvSpPr>
          <p:spPr>
            <a:xfrm>
              <a:off x="7243455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2" name="object 1352"/>
            <p:cNvSpPr/>
            <p:nvPr/>
          </p:nvSpPr>
          <p:spPr>
            <a:xfrm>
              <a:off x="7354368" y="582454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3" name="object 1353"/>
            <p:cNvSpPr/>
            <p:nvPr/>
          </p:nvSpPr>
          <p:spPr>
            <a:xfrm>
              <a:off x="4137978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4" name="object 1354"/>
            <p:cNvSpPr/>
            <p:nvPr/>
          </p:nvSpPr>
          <p:spPr>
            <a:xfrm>
              <a:off x="4248889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5" name="object 1355"/>
            <p:cNvSpPr/>
            <p:nvPr/>
          </p:nvSpPr>
          <p:spPr>
            <a:xfrm>
              <a:off x="4359786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6" name="object 1356"/>
            <p:cNvSpPr/>
            <p:nvPr/>
          </p:nvSpPr>
          <p:spPr>
            <a:xfrm>
              <a:off x="4470696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7" name="object 1357"/>
            <p:cNvSpPr/>
            <p:nvPr/>
          </p:nvSpPr>
          <p:spPr>
            <a:xfrm>
              <a:off x="4581609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8" name="object 1358"/>
            <p:cNvSpPr/>
            <p:nvPr/>
          </p:nvSpPr>
          <p:spPr>
            <a:xfrm>
              <a:off x="4692531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9" name="object 1359"/>
            <p:cNvSpPr/>
            <p:nvPr/>
          </p:nvSpPr>
          <p:spPr>
            <a:xfrm>
              <a:off x="4803442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0" name="object 1360"/>
            <p:cNvSpPr/>
            <p:nvPr/>
          </p:nvSpPr>
          <p:spPr>
            <a:xfrm>
              <a:off x="4914340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1" name="object 1361"/>
            <p:cNvSpPr/>
            <p:nvPr/>
          </p:nvSpPr>
          <p:spPr>
            <a:xfrm>
              <a:off x="5025252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2" name="object 1362"/>
            <p:cNvSpPr/>
            <p:nvPr/>
          </p:nvSpPr>
          <p:spPr>
            <a:xfrm>
              <a:off x="5136162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3" name="object 1363"/>
            <p:cNvSpPr/>
            <p:nvPr/>
          </p:nvSpPr>
          <p:spPr>
            <a:xfrm>
              <a:off x="5247074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4" name="object 1364"/>
            <p:cNvSpPr/>
            <p:nvPr/>
          </p:nvSpPr>
          <p:spPr>
            <a:xfrm>
              <a:off x="5357984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5" name="object 1365"/>
            <p:cNvSpPr/>
            <p:nvPr/>
          </p:nvSpPr>
          <p:spPr>
            <a:xfrm>
              <a:off x="5468896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6" name="object 1366"/>
            <p:cNvSpPr/>
            <p:nvPr/>
          </p:nvSpPr>
          <p:spPr>
            <a:xfrm>
              <a:off x="5579807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7" name="object 1367"/>
            <p:cNvSpPr/>
            <p:nvPr/>
          </p:nvSpPr>
          <p:spPr>
            <a:xfrm>
              <a:off x="5690717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8" name="object 1368"/>
            <p:cNvSpPr/>
            <p:nvPr/>
          </p:nvSpPr>
          <p:spPr>
            <a:xfrm>
              <a:off x="5801628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9" name="object 1369"/>
            <p:cNvSpPr/>
            <p:nvPr/>
          </p:nvSpPr>
          <p:spPr>
            <a:xfrm>
              <a:off x="5912538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0" name="object 1370"/>
            <p:cNvSpPr/>
            <p:nvPr/>
          </p:nvSpPr>
          <p:spPr>
            <a:xfrm>
              <a:off x="6023450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1" name="object 1371"/>
            <p:cNvSpPr/>
            <p:nvPr/>
          </p:nvSpPr>
          <p:spPr>
            <a:xfrm>
              <a:off x="6134360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2" name="object 1372"/>
            <p:cNvSpPr/>
            <p:nvPr/>
          </p:nvSpPr>
          <p:spPr>
            <a:xfrm>
              <a:off x="6245272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3" name="object 1373"/>
            <p:cNvSpPr/>
            <p:nvPr/>
          </p:nvSpPr>
          <p:spPr>
            <a:xfrm>
              <a:off x="6356181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4" name="object 1374"/>
            <p:cNvSpPr/>
            <p:nvPr/>
          </p:nvSpPr>
          <p:spPr>
            <a:xfrm>
              <a:off x="6467094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5" name="object 1375"/>
            <p:cNvSpPr/>
            <p:nvPr/>
          </p:nvSpPr>
          <p:spPr>
            <a:xfrm>
              <a:off x="657800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6" name="object 1376"/>
            <p:cNvSpPr/>
            <p:nvPr/>
          </p:nvSpPr>
          <p:spPr>
            <a:xfrm>
              <a:off x="6688902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7" name="object 1377"/>
            <p:cNvSpPr/>
            <p:nvPr/>
          </p:nvSpPr>
          <p:spPr>
            <a:xfrm>
              <a:off x="6799813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8" name="object 1378"/>
            <p:cNvSpPr/>
            <p:nvPr/>
          </p:nvSpPr>
          <p:spPr>
            <a:xfrm>
              <a:off x="6910724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9" name="object 1379"/>
            <p:cNvSpPr/>
            <p:nvPr/>
          </p:nvSpPr>
          <p:spPr>
            <a:xfrm>
              <a:off x="7021634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0" name="object 1380"/>
            <p:cNvSpPr/>
            <p:nvPr/>
          </p:nvSpPr>
          <p:spPr>
            <a:xfrm>
              <a:off x="7132546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1" name="object 1381"/>
            <p:cNvSpPr/>
            <p:nvPr/>
          </p:nvSpPr>
          <p:spPr>
            <a:xfrm>
              <a:off x="7243455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2" name="object 1382"/>
            <p:cNvSpPr/>
            <p:nvPr/>
          </p:nvSpPr>
          <p:spPr>
            <a:xfrm>
              <a:off x="7354368" y="59329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3" name="object 1383"/>
            <p:cNvSpPr/>
            <p:nvPr/>
          </p:nvSpPr>
          <p:spPr>
            <a:xfrm>
              <a:off x="4137978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4" name="object 1384"/>
            <p:cNvSpPr/>
            <p:nvPr/>
          </p:nvSpPr>
          <p:spPr>
            <a:xfrm>
              <a:off x="4248889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5" name="object 1385"/>
            <p:cNvSpPr/>
            <p:nvPr/>
          </p:nvSpPr>
          <p:spPr>
            <a:xfrm>
              <a:off x="4359786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6" name="object 1386"/>
            <p:cNvSpPr/>
            <p:nvPr/>
          </p:nvSpPr>
          <p:spPr>
            <a:xfrm>
              <a:off x="4470696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7" name="object 1387"/>
            <p:cNvSpPr/>
            <p:nvPr/>
          </p:nvSpPr>
          <p:spPr>
            <a:xfrm>
              <a:off x="4581609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8" name="object 1388"/>
            <p:cNvSpPr/>
            <p:nvPr/>
          </p:nvSpPr>
          <p:spPr>
            <a:xfrm>
              <a:off x="4692531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9" name="object 1389"/>
            <p:cNvSpPr/>
            <p:nvPr/>
          </p:nvSpPr>
          <p:spPr>
            <a:xfrm>
              <a:off x="4803442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0" name="object 1390"/>
            <p:cNvSpPr/>
            <p:nvPr/>
          </p:nvSpPr>
          <p:spPr>
            <a:xfrm>
              <a:off x="4914340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1" name="object 1391"/>
            <p:cNvSpPr/>
            <p:nvPr/>
          </p:nvSpPr>
          <p:spPr>
            <a:xfrm>
              <a:off x="5025252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2" name="object 1392"/>
            <p:cNvSpPr/>
            <p:nvPr/>
          </p:nvSpPr>
          <p:spPr>
            <a:xfrm>
              <a:off x="5136162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3" name="object 1393"/>
            <p:cNvSpPr/>
            <p:nvPr/>
          </p:nvSpPr>
          <p:spPr>
            <a:xfrm>
              <a:off x="5247074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4" name="object 1394"/>
            <p:cNvSpPr/>
            <p:nvPr/>
          </p:nvSpPr>
          <p:spPr>
            <a:xfrm>
              <a:off x="5357984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5" name="object 1395"/>
            <p:cNvSpPr/>
            <p:nvPr/>
          </p:nvSpPr>
          <p:spPr>
            <a:xfrm>
              <a:off x="5468896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6" name="object 1396"/>
            <p:cNvSpPr/>
            <p:nvPr/>
          </p:nvSpPr>
          <p:spPr>
            <a:xfrm>
              <a:off x="5579807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7" name="object 1397"/>
            <p:cNvSpPr/>
            <p:nvPr/>
          </p:nvSpPr>
          <p:spPr>
            <a:xfrm>
              <a:off x="5690717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8" name="object 1398"/>
            <p:cNvSpPr/>
            <p:nvPr/>
          </p:nvSpPr>
          <p:spPr>
            <a:xfrm>
              <a:off x="5801628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9" name="object 1399"/>
            <p:cNvSpPr/>
            <p:nvPr/>
          </p:nvSpPr>
          <p:spPr>
            <a:xfrm>
              <a:off x="5912538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0" name="object 1400"/>
            <p:cNvSpPr/>
            <p:nvPr/>
          </p:nvSpPr>
          <p:spPr>
            <a:xfrm>
              <a:off x="6023450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1" name="object 1401"/>
            <p:cNvSpPr/>
            <p:nvPr/>
          </p:nvSpPr>
          <p:spPr>
            <a:xfrm>
              <a:off x="6134360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2" name="object 1402"/>
            <p:cNvSpPr/>
            <p:nvPr/>
          </p:nvSpPr>
          <p:spPr>
            <a:xfrm>
              <a:off x="6245272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3" name="object 1403"/>
            <p:cNvSpPr/>
            <p:nvPr/>
          </p:nvSpPr>
          <p:spPr>
            <a:xfrm>
              <a:off x="6356181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4" name="object 1404"/>
            <p:cNvSpPr/>
            <p:nvPr/>
          </p:nvSpPr>
          <p:spPr>
            <a:xfrm>
              <a:off x="6467094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5" name="object 1405"/>
            <p:cNvSpPr/>
            <p:nvPr/>
          </p:nvSpPr>
          <p:spPr>
            <a:xfrm>
              <a:off x="657800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6" name="object 1406"/>
            <p:cNvSpPr/>
            <p:nvPr/>
          </p:nvSpPr>
          <p:spPr>
            <a:xfrm>
              <a:off x="6688902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7" name="object 1407"/>
            <p:cNvSpPr/>
            <p:nvPr/>
          </p:nvSpPr>
          <p:spPr>
            <a:xfrm>
              <a:off x="6799813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8" name="object 1408"/>
            <p:cNvSpPr/>
            <p:nvPr/>
          </p:nvSpPr>
          <p:spPr>
            <a:xfrm>
              <a:off x="6910724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9" name="object 1409"/>
            <p:cNvSpPr/>
            <p:nvPr/>
          </p:nvSpPr>
          <p:spPr>
            <a:xfrm>
              <a:off x="7021634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0" name="object 1410"/>
            <p:cNvSpPr/>
            <p:nvPr/>
          </p:nvSpPr>
          <p:spPr>
            <a:xfrm>
              <a:off x="7132546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1" name="object 1411"/>
            <p:cNvSpPr/>
            <p:nvPr/>
          </p:nvSpPr>
          <p:spPr>
            <a:xfrm>
              <a:off x="7243455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2" name="object 1412"/>
            <p:cNvSpPr/>
            <p:nvPr/>
          </p:nvSpPr>
          <p:spPr>
            <a:xfrm>
              <a:off x="7354368" y="604132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3" name="object 1413"/>
            <p:cNvSpPr/>
            <p:nvPr/>
          </p:nvSpPr>
          <p:spPr>
            <a:xfrm>
              <a:off x="4137978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4" name="object 1414"/>
            <p:cNvSpPr/>
            <p:nvPr/>
          </p:nvSpPr>
          <p:spPr>
            <a:xfrm>
              <a:off x="4248889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5" name="object 1415"/>
            <p:cNvSpPr/>
            <p:nvPr/>
          </p:nvSpPr>
          <p:spPr>
            <a:xfrm>
              <a:off x="4359786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6" name="object 1416"/>
            <p:cNvSpPr/>
            <p:nvPr/>
          </p:nvSpPr>
          <p:spPr>
            <a:xfrm>
              <a:off x="4470696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7" name="object 1417"/>
            <p:cNvSpPr/>
            <p:nvPr/>
          </p:nvSpPr>
          <p:spPr>
            <a:xfrm>
              <a:off x="4581609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8" name="object 1418"/>
            <p:cNvSpPr/>
            <p:nvPr/>
          </p:nvSpPr>
          <p:spPr>
            <a:xfrm>
              <a:off x="4692531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9" name="object 1419"/>
            <p:cNvSpPr/>
            <p:nvPr/>
          </p:nvSpPr>
          <p:spPr>
            <a:xfrm>
              <a:off x="4803442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0" name="object 1420"/>
            <p:cNvSpPr/>
            <p:nvPr/>
          </p:nvSpPr>
          <p:spPr>
            <a:xfrm>
              <a:off x="4914340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1" name="object 1421"/>
            <p:cNvSpPr/>
            <p:nvPr/>
          </p:nvSpPr>
          <p:spPr>
            <a:xfrm>
              <a:off x="5025252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2" name="object 1422"/>
            <p:cNvSpPr/>
            <p:nvPr/>
          </p:nvSpPr>
          <p:spPr>
            <a:xfrm>
              <a:off x="5136162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3" name="object 1423"/>
            <p:cNvSpPr/>
            <p:nvPr/>
          </p:nvSpPr>
          <p:spPr>
            <a:xfrm>
              <a:off x="5247074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4" name="object 1424"/>
            <p:cNvSpPr/>
            <p:nvPr/>
          </p:nvSpPr>
          <p:spPr>
            <a:xfrm>
              <a:off x="5357984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5" name="object 1425"/>
            <p:cNvSpPr/>
            <p:nvPr/>
          </p:nvSpPr>
          <p:spPr>
            <a:xfrm>
              <a:off x="5468896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6" name="object 1426"/>
            <p:cNvSpPr/>
            <p:nvPr/>
          </p:nvSpPr>
          <p:spPr>
            <a:xfrm>
              <a:off x="5579807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7" name="object 1427"/>
            <p:cNvSpPr/>
            <p:nvPr/>
          </p:nvSpPr>
          <p:spPr>
            <a:xfrm>
              <a:off x="5690717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8" name="object 1428"/>
            <p:cNvSpPr/>
            <p:nvPr/>
          </p:nvSpPr>
          <p:spPr>
            <a:xfrm>
              <a:off x="5801628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9" name="object 1429"/>
            <p:cNvSpPr/>
            <p:nvPr/>
          </p:nvSpPr>
          <p:spPr>
            <a:xfrm>
              <a:off x="5912538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0" name="object 1430"/>
            <p:cNvSpPr/>
            <p:nvPr/>
          </p:nvSpPr>
          <p:spPr>
            <a:xfrm>
              <a:off x="6023450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1" name="object 1431"/>
            <p:cNvSpPr/>
            <p:nvPr/>
          </p:nvSpPr>
          <p:spPr>
            <a:xfrm>
              <a:off x="6134360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2" name="object 1432"/>
            <p:cNvSpPr/>
            <p:nvPr/>
          </p:nvSpPr>
          <p:spPr>
            <a:xfrm>
              <a:off x="6245272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3" name="object 1433"/>
            <p:cNvSpPr/>
            <p:nvPr/>
          </p:nvSpPr>
          <p:spPr>
            <a:xfrm>
              <a:off x="6356181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4" name="object 1434"/>
            <p:cNvSpPr/>
            <p:nvPr/>
          </p:nvSpPr>
          <p:spPr>
            <a:xfrm>
              <a:off x="6467094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5" name="object 1435"/>
            <p:cNvSpPr/>
            <p:nvPr/>
          </p:nvSpPr>
          <p:spPr>
            <a:xfrm>
              <a:off x="657800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6" name="object 1436"/>
            <p:cNvSpPr/>
            <p:nvPr/>
          </p:nvSpPr>
          <p:spPr>
            <a:xfrm>
              <a:off x="6688902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7" name="object 1437"/>
            <p:cNvSpPr/>
            <p:nvPr/>
          </p:nvSpPr>
          <p:spPr>
            <a:xfrm>
              <a:off x="6799813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8" name="object 1438"/>
            <p:cNvSpPr/>
            <p:nvPr/>
          </p:nvSpPr>
          <p:spPr>
            <a:xfrm>
              <a:off x="6910724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9" name="object 1439"/>
            <p:cNvSpPr/>
            <p:nvPr/>
          </p:nvSpPr>
          <p:spPr>
            <a:xfrm>
              <a:off x="7021634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0" name="object 1440"/>
            <p:cNvSpPr/>
            <p:nvPr/>
          </p:nvSpPr>
          <p:spPr>
            <a:xfrm>
              <a:off x="7132546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1" name="object 1441"/>
            <p:cNvSpPr/>
            <p:nvPr/>
          </p:nvSpPr>
          <p:spPr>
            <a:xfrm>
              <a:off x="7243455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2" name="object 1442"/>
            <p:cNvSpPr/>
            <p:nvPr/>
          </p:nvSpPr>
          <p:spPr>
            <a:xfrm>
              <a:off x="7354368" y="614971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3" name="object 1443"/>
            <p:cNvSpPr/>
            <p:nvPr/>
          </p:nvSpPr>
          <p:spPr>
            <a:xfrm>
              <a:off x="4137978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4" name="object 1444"/>
            <p:cNvSpPr/>
            <p:nvPr/>
          </p:nvSpPr>
          <p:spPr>
            <a:xfrm>
              <a:off x="4248889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5" name="object 1445"/>
            <p:cNvSpPr/>
            <p:nvPr/>
          </p:nvSpPr>
          <p:spPr>
            <a:xfrm>
              <a:off x="4359786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6" name="object 1446"/>
            <p:cNvSpPr/>
            <p:nvPr/>
          </p:nvSpPr>
          <p:spPr>
            <a:xfrm>
              <a:off x="4470696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7" name="object 1447"/>
            <p:cNvSpPr/>
            <p:nvPr/>
          </p:nvSpPr>
          <p:spPr>
            <a:xfrm>
              <a:off x="4581609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8" name="object 1448"/>
            <p:cNvSpPr/>
            <p:nvPr/>
          </p:nvSpPr>
          <p:spPr>
            <a:xfrm>
              <a:off x="4692531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9" name="object 1449"/>
            <p:cNvSpPr/>
            <p:nvPr/>
          </p:nvSpPr>
          <p:spPr>
            <a:xfrm>
              <a:off x="4803442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0" name="object 1450"/>
            <p:cNvSpPr/>
            <p:nvPr/>
          </p:nvSpPr>
          <p:spPr>
            <a:xfrm>
              <a:off x="4914340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1" name="object 1451"/>
            <p:cNvSpPr/>
            <p:nvPr/>
          </p:nvSpPr>
          <p:spPr>
            <a:xfrm>
              <a:off x="5025252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2" name="object 1452"/>
            <p:cNvSpPr/>
            <p:nvPr/>
          </p:nvSpPr>
          <p:spPr>
            <a:xfrm>
              <a:off x="5136162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3" name="object 1453"/>
            <p:cNvSpPr/>
            <p:nvPr/>
          </p:nvSpPr>
          <p:spPr>
            <a:xfrm>
              <a:off x="5247074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4" name="object 1454"/>
            <p:cNvSpPr/>
            <p:nvPr/>
          </p:nvSpPr>
          <p:spPr>
            <a:xfrm>
              <a:off x="5357984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5" name="object 1455"/>
            <p:cNvSpPr/>
            <p:nvPr/>
          </p:nvSpPr>
          <p:spPr>
            <a:xfrm>
              <a:off x="5468896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6" name="object 1456"/>
            <p:cNvSpPr/>
            <p:nvPr/>
          </p:nvSpPr>
          <p:spPr>
            <a:xfrm>
              <a:off x="5579807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7" name="object 1457"/>
            <p:cNvSpPr/>
            <p:nvPr/>
          </p:nvSpPr>
          <p:spPr>
            <a:xfrm>
              <a:off x="5690717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8" name="object 1458"/>
            <p:cNvSpPr/>
            <p:nvPr/>
          </p:nvSpPr>
          <p:spPr>
            <a:xfrm>
              <a:off x="5801628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9" name="object 1459"/>
            <p:cNvSpPr/>
            <p:nvPr/>
          </p:nvSpPr>
          <p:spPr>
            <a:xfrm>
              <a:off x="5912538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0" name="object 1460"/>
            <p:cNvSpPr/>
            <p:nvPr/>
          </p:nvSpPr>
          <p:spPr>
            <a:xfrm>
              <a:off x="6023450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1" name="object 1461"/>
            <p:cNvSpPr/>
            <p:nvPr/>
          </p:nvSpPr>
          <p:spPr>
            <a:xfrm>
              <a:off x="6134360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2" name="object 1462"/>
            <p:cNvSpPr/>
            <p:nvPr/>
          </p:nvSpPr>
          <p:spPr>
            <a:xfrm>
              <a:off x="6245272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3" name="object 1463"/>
            <p:cNvSpPr/>
            <p:nvPr/>
          </p:nvSpPr>
          <p:spPr>
            <a:xfrm>
              <a:off x="6356181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4" name="object 1464"/>
            <p:cNvSpPr/>
            <p:nvPr/>
          </p:nvSpPr>
          <p:spPr>
            <a:xfrm>
              <a:off x="6467094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5" name="object 1465"/>
            <p:cNvSpPr/>
            <p:nvPr/>
          </p:nvSpPr>
          <p:spPr>
            <a:xfrm>
              <a:off x="657800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6" name="object 1466"/>
            <p:cNvSpPr/>
            <p:nvPr/>
          </p:nvSpPr>
          <p:spPr>
            <a:xfrm>
              <a:off x="6688902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7" name="object 1467"/>
            <p:cNvSpPr/>
            <p:nvPr/>
          </p:nvSpPr>
          <p:spPr>
            <a:xfrm>
              <a:off x="6799813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8" name="object 1468"/>
            <p:cNvSpPr/>
            <p:nvPr/>
          </p:nvSpPr>
          <p:spPr>
            <a:xfrm>
              <a:off x="6910724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9" name="object 1469"/>
            <p:cNvSpPr/>
            <p:nvPr/>
          </p:nvSpPr>
          <p:spPr>
            <a:xfrm>
              <a:off x="7021634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0" name="object 1470"/>
            <p:cNvSpPr/>
            <p:nvPr/>
          </p:nvSpPr>
          <p:spPr>
            <a:xfrm>
              <a:off x="7132546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1" name="object 1471"/>
            <p:cNvSpPr/>
            <p:nvPr/>
          </p:nvSpPr>
          <p:spPr>
            <a:xfrm>
              <a:off x="7243455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2" name="object 1472"/>
            <p:cNvSpPr/>
            <p:nvPr/>
          </p:nvSpPr>
          <p:spPr>
            <a:xfrm>
              <a:off x="7354368" y="625811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3" name="object 1473"/>
            <p:cNvSpPr/>
            <p:nvPr/>
          </p:nvSpPr>
          <p:spPr>
            <a:xfrm>
              <a:off x="4137978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4" name="object 1474"/>
            <p:cNvSpPr/>
            <p:nvPr/>
          </p:nvSpPr>
          <p:spPr>
            <a:xfrm>
              <a:off x="4248889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5" name="object 1475"/>
            <p:cNvSpPr/>
            <p:nvPr/>
          </p:nvSpPr>
          <p:spPr>
            <a:xfrm>
              <a:off x="4359786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6" name="object 1476"/>
            <p:cNvSpPr/>
            <p:nvPr/>
          </p:nvSpPr>
          <p:spPr>
            <a:xfrm>
              <a:off x="4470696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7" name="object 1477"/>
            <p:cNvSpPr/>
            <p:nvPr/>
          </p:nvSpPr>
          <p:spPr>
            <a:xfrm>
              <a:off x="4581609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8" name="object 1478"/>
            <p:cNvSpPr/>
            <p:nvPr/>
          </p:nvSpPr>
          <p:spPr>
            <a:xfrm>
              <a:off x="4692531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9" name="object 1479"/>
            <p:cNvSpPr/>
            <p:nvPr/>
          </p:nvSpPr>
          <p:spPr>
            <a:xfrm>
              <a:off x="4803442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0" name="object 1480"/>
            <p:cNvSpPr/>
            <p:nvPr/>
          </p:nvSpPr>
          <p:spPr>
            <a:xfrm>
              <a:off x="4914340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1" name="object 1481"/>
            <p:cNvSpPr/>
            <p:nvPr/>
          </p:nvSpPr>
          <p:spPr>
            <a:xfrm>
              <a:off x="5025252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2" name="object 1482"/>
            <p:cNvSpPr/>
            <p:nvPr/>
          </p:nvSpPr>
          <p:spPr>
            <a:xfrm>
              <a:off x="5136162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3" name="object 1483"/>
            <p:cNvSpPr/>
            <p:nvPr/>
          </p:nvSpPr>
          <p:spPr>
            <a:xfrm>
              <a:off x="5247074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4" name="object 1484"/>
            <p:cNvSpPr/>
            <p:nvPr/>
          </p:nvSpPr>
          <p:spPr>
            <a:xfrm>
              <a:off x="5357984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5" name="object 1485"/>
            <p:cNvSpPr/>
            <p:nvPr/>
          </p:nvSpPr>
          <p:spPr>
            <a:xfrm>
              <a:off x="5468896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6" name="object 1486"/>
            <p:cNvSpPr/>
            <p:nvPr/>
          </p:nvSpPr>
          <p:spPr>
            <a:xfrm>
              <a:off x="5579807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7" name="object 1487"/>
            <p:cNvSpPr/>
            <p:nvPr/>
          </p:nvSpPr>
          <p:spPr>
            <a:xfrm>
              <a:off x="5690717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8" name="object 1488"/>
            <p:cNvSpPr/>
            <p:nvPr/>
          </p:nvSpPr>
          <p:spPr>
            <a:xfrm>
              <a:off x="5801628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9" name="object 1489"/>
            <p:cNvSpPr/>
            <p:nvPr/>
          </p:nvSpPr>
          <p:spPr>
            <a:xfrm>
              <a:off x="5912538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0" name="object 1490"/>
            <p:cNvSpPr/>
            <p:nvPr/>
          </p:nvSpPr>
          <p:spPr>
            <a:xfrm>
              <a:off x="6023450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1" name="object 1491"/>
            <p:cNvSpPr/>
            <p:nvPr/>
          </p:nvSpPr>
          <p:spPr>
            <a:xfrm>
              <a:off x="6134360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2" name="object 1492"/>
            <p:cNvSpPr/>
            <p:nvPr/>
          </p:nvSpPr>
          <p:spPr>
            <a:xfrm>
              <a:off x="6245272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3" name="object 1493"/>
            <p:cNvSpPr/>
            <p:nvPr/>
          </p:nvSpPr>
          <p:spPr>
            <a:xfrm>
              <a:off x="6356181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4" name="object 1494"/>
            <p:cNvSpPr/>
            <p:nvPr/>
          </p:nvSpPr>
          <p:spPr>
            <a:xfrm>
              <a:off x="6467094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5" name="object 1495"/>
            <p:cNvSpPr/>
            <p:nvPr/>
          </p:nvSpPr>
          <p:spPr>
            <a:xfrm>
              <a:off x="657800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6" name="object 1496"/>
            <p:cNvSpPr/>
            <p:nvPr/>
          </p:nvSpPr>
          <p:spPr>
            <a:xfrm>
              <a:off x="6688902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7" name="object 1497"/>
            <p:cNvSpPr/>
            <p:nvPr/>
          </p:nvSpPr>
          <p:spPr>
            <a:xfrm>
              <a:off x="6799813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8" name="object 1498"/>
            <p:cNvSpPr/>
            <p:nvPr/>
          </p:nvSpPr>
          <p:spPr>
            <a:xfrm>
              <a:off x="6910724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9" name="object 1499"/>
            <p:cNvSpPr/>
            <p:nvPr/>
          </p:nvSpPr>
          <p:spPr>
            <a:xfrm>
              <a:off x="7021634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0" name="object 1500"/>
            <p:cNvSpPr/>
            <p:nvPr/>
          </p:nvSpPr>
          <p:spPr>
            <a:xfrm>
              <a:off x="7132546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1" name="object 1501"/>
            <p:cNvSpPr/>
            <p:nvPr/>
          </p:nvSpPr>
          <p:spPr>
            <a:xfrm>
              <a:off x="7243455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2" name="object 1502"/>
            <p:cNvSpPr/>
            <p:nvPr/>
          </p:nvSpPr>
          <p:spPr>
            <a:xfrm>
              <a:off x="7354368" y="636650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5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3" name="object 1503"/>
            <p:cNvSpPr/>
            <p:nvPr/>
          </p:nvSpPr>
          <p:spPr>
            <a:xfrm>
              <a:off x="4137978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4" name="object 1504"/>
            <p:cNvSpPr/>
            <p:nvPr/>
          </p:nvSpPr>
          <p:spPr>
            <a:xfrm>
              <a:off x="4248889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5" name="object 1505"/>
            <p:cNvSpPr/>
            <p:nvPr/>
          </p:nvSpPr>
          <p:spPr>
            <a:xfrm>
              <a:off x="4359786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6" name="object 1506"/>
            <p:cNvSpPr/>
            <p:nvPr/>
          </p:nvSpPr>
          <p:spPr>
            <a:xfrm>
              <a:off x="4470696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7" name="object 1507"/>
            <p:cNvSpPr/>
            <p:nvPr/>
          </p:nvSpPr>
          <p:spPr>
            <a:xfrm>
              <a:off x="4581609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8" name="object 1508"/>
            <p:cNvSpPr/>
            <p:nvPr/>
          </p:nvSpPr>
          <p:spPr>
            <a:xfrm>
              <a:off x="4692531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9" name="object 1509"/>
            <p:cNvSpPr/>
            <p:nvPr/>
          </p:nvSpPr>
          <p:spPr>
            <a:xfrm>
              <a:off x="4803442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0" name="object 1510"/>
            <p:cNvSpPr/>
            <p:nvPr/>
          </p:nvSpPr>
          <p:spPr>
            <a:xfrm>
              <a:off x="4914340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1" name="object 1511"/>
            <p:cNvSpPr/>
            <p:nvPr/>
          </p:nvSpPr>
          <p:spPr>
            <a:xfrm>
              <a:off x="5025252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2" name="object 1512"/>
            <p:cNvSpPr/>
            <p:nvPr/>
          </p:nvSpPr>
          <p:spPr>
            <a:xfrm>
              <a:off x="5136162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3" name="object 1513"/>
            <p:cNvSpPr/>
            <p:nvPr/>
          </p:nvSpPr>
          <p:spPr>
            <a:xfrm>
              <a:off x="5247074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4" name="object 1514"/>
            <p:cNvSpPr/>
            <p:nvPr/>
          </p:nvSpPr>
          <p:spPr>
            <a:xfrm>
              <a:off x="5357984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5" name="object 1515"/>
            <p:cNvSpPr/>
            <p:nvPr/>
          </p:nvSpPr>
          <p:spPr>
            <a:xfrm>
              <a:off x="5468896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6" name="object 1516"/>
            <p:cNvSpPr/>
            <p:nvPr/>
          </p:nvSpPr>
          <p:spPr>
            <a:xfrm>
              <a:off x="5579807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7" name="object 1517"/>
            <p:cNvSpPr/>
            <p:nvPr/>
          </p:nvSpPr>
          <p:spPr>
            <a:xfrm>
              <a:off x="5690717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8" name="object 1518"/>
            <p:cNvSpPr/>
            <p:nvPr/>
          </p:nvSpPr>
          <p:spPr>
            <a:xfrm>
              <a:off x="5801628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9" name="object 1519"/>
            <p:cNvSpPr/>
            <p:nvPr/>
          </p:nvSpPr>
          <p:spPr>
            <a:xfrm>
              <a:off x="5912538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0" name="object 1520"/>
            <p:cNvSpPr/>
            <p:nvPr/>
          </p:nvSpPr>
          <p:spPr>
            <a:xfrm>
              <a:off x="6023450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1" name="object 1521"/>
            <p:cNvSpPr/>
            <p:nvPr/>
          </p:nvSpPr>
          <p:spPr>
            <a:xfrm>
              <a:off x="6134360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2" name="object 1522"/>
            <p:cNvSpPr/>
            <p:nvPr/>
          </p:nvSpPr>
          <p:spPr>
            <a:xfrm>
              <a:off x="6245272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3" name="object 1523"/>
            <p:cNvSpPr/>
            <p:nvPr/>
          </p:nvSpPr>
          <p:spPr>
            <a:xfrm>
              <a:off x="6356181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4" name="object 1524"/>
            <p:cNvSpPr/>
            <p:nvPr/>
          </p:nvSpPr>
          <p:spPr>
            <a:xfrm>
              <a:off x="6467094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5" name="object 1525"/>
            <p:cNvSpPr/>
            <p:nvPr/>
          </p:nvSpPr>
          <p:spPr>
            <a:xfrm>
              <a:off x="657800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6" name="object 1526"/>
            <p:cNvSpPr/>
            <p:nvPr/>
          </p:nvSpPr>
          <p:spPr>
            <a:xfrm>
              <a:off x="6688902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7" name="object 1527"/>
            <p:cNvSpPr/>
            <p:nvPr/>
          </p:nvSpPr>
          <p:spPr>
            <a:xfrm>
              <a:off x="6799813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8" name="object 1528"/>
            <p:cNvSpPr/>
            <p:nvPr/>
          </p:nvSpPr>
          <p:spPr>
            <a:xfrm>
              <a:off x="6910724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9" name="object 1529"/>
            <p:cNvSpPr/>
            <p:nvPr/>
          </p:nvSpPr>
          <p:spPr>
            <a:xfrm>
              <a:off x="7021634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0" name="object 1530"/>
            <p:cNvSpPr/>
            <p:nvPr/>
          </p:nvSpPr>
          <p:spPr>
            <a:xfrm>
              <a:off x="7132546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1" name="object 1531"/>
            <p:cNvSpPr/>
            <p:nvPr/>
          </p:nvSpPr>
          <p:spPr>
            <a:xfrm>
              <a:off x="7243455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2" name="object 1532"/>
            <p:cNvSpPr/>
            <p:nvPr/>
          </p:nvSpPr>
          <p:spPr>
            <a:xfrm>
              <a:off x="7354368" y="647489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3" name="object 1533"/>
            <p:cNvSpPr/>
            <p:nvPr/>
          </p:nvSpPr>
          <p:spPr>
            <a:xfrm>
              <a:off x="4137978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4" name="object 1534"/>
            <p:cNvSpPr/>
            <p:nvPr/>
          </p:nvSpPr>
          <p:spPr>
            <a:xfrm>
              <a:off x="4248889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5" name="object 1535"/>
            <p:cNvSpPr/>
            <p:nvPr/>
          </p:nvSpPr>
          <p:spPr>
            <a:xfrm>
              <a:off x="4359786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6" name="object 1536"/>
            <p:cNvSpPr/>
            <p:nvPr/>
          </p:nvSpPr>
          <p:spPr>
            <a:xfrm>
              <a:off x="4470696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7" name="object 1537"/>
            <p:cNvSpPr/>
            <p:nvPr/>
          </p:nvSpPr>
          <p:spPr>
            <a:xfrm>
              <a:off x="4581609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8" name="object 1538"/>
            <p:cNvSpPr/>
            <p:nvPr/>
          </p:nvSpPr>
          <p:spPr>
            <a:xfrm>
              <a:off x="4692531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9" name="object 1539"/>
            <p:cNvSpPr/>
            <p:nvPr/>
          </p:nvSpPr>
          <p:spPr>
            <a:xfrm>
              <a:off x="4803442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0" name="object 1540"/>
            <p:cNvSpPr/>
            <p:nvPr/>
          </p:nvSpPr>
          <p:spPr>
            <a:xfrm>
              <a:off x="4914340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1" name="object 1541"/>
            <p:cNvSpPr/>
            <p:nvPr/>
          </p:nvSpPr>
          <p:spPr>
            <a:xfrm>
              <a:off x="5025252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2" name="object 1542"/>
            <p:cNvSpPr/>
            <p:nvPr/>
          </p:nvSpPr>
          <p:spPr>
            <a:xfrm>
              <a:off x="5136162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3" name="object 1543"/>
            <p:cNvSpPr/>
            <p:nvPr/>
          </p:nvSpPr>
          <p:spPr>
            <a:xfrm>
              <a:off x="5247074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4" name="object 1544"/>
            <p:cNvSpPr/>
            <p:nvPr/>
          </p:nvSpPr>
          <p:spPr>
            <a:xfrm>
              <a:off x="5357984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5" name="object 1545"/>
            <p:cNvSpPr/>
            <p:nvPr/>
          </p:nvSpPr>
          <p:spPr>
            <a:xfrm>
              <a:off x="5468896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6" name="object 1546"/>
            <p:cNvSpPr/>
            <p:nvPr/>
          </p:nvSpPr>
          <p:spPr>
            <a:xfrm>
              <a:off x="5579807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7" name="object 1547"/>
            <p:cNvSpPr/>
            <p:nvPr/>
          </p:nvSpPr>
          <p:spPr>
            <a:xfrm>
              <a:off x="5690717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8" name="object 1548"/>
            <p:cNvSpPr/>
            <p:nvPr/>
          </p:nvSpPr>
          <p:spPr>
            <a:xfrm>
              <a:off x="5801628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9" name="object 1549"/>
            <p:cNvSpPr/>
            <p:nvPr/>
          </p:nvSpPr>
          <p:spPr>
            <a:xfrm>
              <a:off x="5912538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0" name="object 1550"/>
            <p:cNvSpPr/>
            <p:nvPr/>
          </p:nvSpPr>
          <p:spPr>
            <a:xfrm>
              <a:off x="6023450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1" name="object 1551"/>
            <p:cNvSpPr/>
            <p:nvPr/>
          </p:nvSpPr>
          <p:spPr>
            <a:xfrm>
              <a:off x="6134360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2" name="object 1552"/>
            <p:cNvSpPr/>
            <p:nvPr/>
          </p:nvSpPr>
          <p:spPr>
            <a:xfrm>
              <a:off x="6245272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3" name="object 1553"/>
            <p:cNvSpPr/>
            <p:nvPr/>
          </p:nvSpPr>
          <p:spPr>
            <a:xfrm>
              <a:off x="6356181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4" name="object 1554"/>
            <p:cNvSpPr/>
            <p:nvPr/>
          </p:nvSpPr>
          <p:spPr>
            <a:xfrm>
              <a:off x="6467094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5" name="object 1555"/>
            <p:cNvSpPr/>
            <p:nvPr/>
          </p:nvSpPr>
          <p:spPr>
            <a:xfrm>
              <a:off x="657800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6" name="object 1556"/>
            <p:cNvSpPr/>
            <p:nvPr/>
          </p:nvSpPr>
          <p:spPr>
            <a:xfrm>
              <a:off x="6688902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7" name="object 1557"/>
            <p:cNvSpPr/>
            <p:nvPr/>
          </p:nvSpPr>
          <p:spPr>
            <a:xfrm>
              <a:off x="6799813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8" name="object 1558"/>
            <p:cNvSpPr/>
            <p:nvPr/>
          </p:nvSpPr>
          <p:spPr>
            <a:xfrm>
              <a:off x="6910724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9" name="object 1559"/>
            <p:cNvSpPr/>
            <p:nvPr/>
          </p:nvSpPr>
          <p:spPr>
            <a:xfrm>
              <a:off x="7021634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0" name="object 1560"/>
            <p:cNvSpPr/>
            <p:nvPr/>
          </p:nvSpPr>
          <p:spPr>
            <a:xfrm>
              <a:off x="7132546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1" name="object 1561"/>
            <p:cNvSpPr/>
            <p:nvPr/>
          </p:nvSpPr>
          <p:spPr>
            <a:xfrm>
              <a:off x="7243455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2" name="object 1562"/>
            <p:cNvSpPr/>
            <p:nvPr/>
          </p:nvSpPr>
          <p:spPr>
            <a:xfrm>
              <a:off x="7354368" y="658327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3" name="object 1563"/>
            <p:cNvSpPr/>
            <p:nvPr/>
          </p:nvSpPr>
          <p:spPr>
            <a:xfrm>
              <a:off x="4137978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4" name="object 1564"/>
            <p:cNvSpPr/>
            <p:nvPr/>
          </p:nvSpPr>
          <p:spPr>
            <a:xfrm>
              <a:off x="4248889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5" name="object 1565"/>
            <p:cNvSpPr/>
            <p:nvPr/>
          </p:nvSpPr>
          <p:spPr>
            <a:xfrm>
              <a:off x="4359786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6" name="object 1566"/>
            <p:cNvSpPr/>
            <p:nvPr/>
          </p:nvSpPr>
          <p:spPr>
            <a:xfrm>
              <a:off x="4470696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7" name="object 1567"/>
            <p:cNvSpPr/>
            <p:nvPr/>
          </p:nvSpPr>
          <p:spPr>
            <a:xfrm>
              <a:off x="4581609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8" name="object 1568"/>
            <p:cNvSpPr/>
            <p:nvPr/>
          </p:nvSpPr>
          <p:spPr>
            <a:xfrm>
              <a:off x="4692531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9" name="object 1569"/>
            <p:cNvSpPr/>
            <p:nvPr/>
          </p:nvSpPr>
          <p:spPr>
            <a:xfrm>
              <a:off x="4803442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0" name="object 1570"/>
            <p:cNvSpPr/>
            <p:nvPr/>
          </p:nvSpPr>
          <p:spPr>
            <a:xfrm>
              <a:off x="4914340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1" name="object 1571"/>
            <p:cNvSpPr/>
            <p:nvPr/>
          </p:nvSpPr>
          <p:spPr>
            <a:xfrm>
              <a:off x="5025252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2" name="object 1572"/>
            <p:cNvSpPr/>
            <p:nvPr/>
          </p:nvSpPr>
          <p:spPr>
            <a:xfrm>
              <a:off x="5136162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3" name="object 1573"/>
            <p:cNvSpPr/>
            <p:nvPr/>
          </p:nvSpPr>
          <p:spPr>
            <a:xfrm>
              <a:off x="5247074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4" name="object 1574"/>
            <p:cNvSpPr/>
            <p:nvPr/>
          </p:nvSpPr>
          <p:spPr>
            <a:xfrm>
              <a:off x="5357984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5" name="object 1575"/>
            <p:cNvSpPr/>
            <p:nvPr/>
          </p:nvSpPr>
          <p:spPr>
            <a:xfrm>
              <a:off x="5468896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6" name="object 1576"/>
            <p:cNvSpPr/>
            <p:nvPr/>
          </p:nvSpPr>
          <p:spPr>
            <a:xfrm>
              <a:off x="5579807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7" name="object 1577"/>
            <p:cNvSpPr/>
            <p:nvPr/>
          </p:nvSpPr>
          <p:spPr>
            <a:xfrm>
              <a:off x="5690717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8" name="object 1578"/>
            <p:cNvSpPr/>
            <p:nvPr/>
          </p:nvSpPr>
          <p:spPr>
            <a:xfrm>
              <a:off x="5801628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9" name="object 1579"/>
            <p:cNvSpPr/>
            <p:nvPr/>
          </p:nvSpPr>
          <p:spPr>
            <a:xfrm>
              <a:off x="5912538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0" name="object 1580"/>
            <p:cNvSpPr/>
            <p:nvPr/>
          </p:nvSpPr>
          <p:spPr>
            <a:xfrm>
              <a:off x="6023450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1" name="object 1581"/>
            <p:cNvSpPr/>
            <p:nvPr/>
          </p:nvSpPr>
          <p:spPr>
            <a:xfrm>
              <a:off x="6134360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2" name="object 1582"/>
            <p:cNvSpPr/>
            <p:nvPr/>
          </p:nvSpPr>
          <p:spPr>
            <a:xfrm>
              <a:off x="6245272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3" name="object 1583"/>
            <p:cNvSpPr/>
            <p:nvPr/>
          </p:nvSpPr>
          <p:spPr>
            <a:xfrm>
              <a:off x="6356181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4" name="object 1584"/>
            <p:cNvSpPr/>
            <p:nvPr/>
          </p:nvSpPr>
          <p:spPr>
            <a:xfrm>
              <a:off x="6467094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5" name="object 1585"/>
            <p:cNvSpPr/>
            <p:nvPr/>
          </p:nvSpPr>
          <p:spPr>
            <a:xfrm>
              <a:off x="657800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6" name="object 1586"/>
            <p:cNvSpPr/>
            <p:nvPr/>
          </p:nvSpPr>
          <p:spPr>
            <a:xfrm>
              <a:off x="6688902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7" name="object 1587"/>
            <p:cNvSpPr/>
            <p:nvPr/>
          </p:nvSpPr>
          <p:spPr>
            <a:xfrm>
              <a:off x="6799813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8" name="object 1588"/>
            <p:cNvSpPr/>
            <p:nvPr/>
          </p:nvSpPr>
          <p:spPr>
            <a:xfrm>
              <a:off x="6910724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9" name="object 1589"/>
            <p:cNvSpPr/>
            <p:nvPr/>
          </p:nvSpPr>
          <p:spPr>
            <a:xfrm>
              <a:off x="7021634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0" name="object 1590"/>
            <p:cNvSpPr/>
            <p:nvPr/>
          </p:nvSpPr>
          <p:spPr>
            <a:xfrm>
              <a:off x="7132546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1" name="object 1591"/>
            <p:cNvSpPr/>
            <p:nvPr/>
          </p:nvSpPr>
          <p:spPr>
            <a:xfrm>
              <a:off x="7243455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2" name="object 1592"/>
            <p:cNvSpPr/>
            <p:nvPr/>
          </p:nvSpPr>
          <p:spPr>
            <a:xfrm>
              <a:off x="7354368" y="669167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3" name="object 1593"/>
            <p:cNvSpPr/>
            <p:nvPr/>
          </p:nvSpPr>
          <p:spPr>
            <a:xfrm>
              <a:off x="4137978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4" name="object 1594"/>
            <p:cNvSpPr/>
            <p:nvPr/>
          </p:nvSpPr>
          <p:spPr>
            <a:xfrm>
              <a:off x="4248889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5" name="object 1595"/>
            <p:cNvSpPr/>
            <p:nvPr/>
          </p:nvSpPr>
          <p:spPr>
            <a:xfrm>
              <a:off x="4359786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6" name="object 1596"/>
            <p:cNvSpPr/>
            <p:nvPr/>
          </p:nvSpPr>
          <p:spPr>
            <a:xfrm>
              <a:off x="4470696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7" name="object 1597"/>
            <p:cNvSpPr/>
            <p:nvPr/>
          </p:nvSpPr>
          <p:spPr>
            <a:xfrm>
              <a:off x="4581609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8" name="object 1598"/>
            <p:cNvSpPr/>
            <p:nvPr/>
          </p:nvSpPr>
          <p:spPr>
            <a:xfrm>
              <a:off x="4692531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9" name="object 1599"/>
            <p:cNvSpPr/>
            <p:nvPr/>
          </p:nvSpPr>
          <p:spPr>
            <a:xfrm>
              <a:off x="4803442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0" name="object 1600"/>
            <p:cNvSpPr/>
            <p:nvPr/>
          </p:nvSpPr>
          <p:spPr>
            <a:xfrm>
              <a:off x="4914340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1" name="object 1601"/>
            <p:cNvSpPr/>
            <p:nvPr/>
          </p:nvSpPr>
          <p:spPr>
            <a:xfrm>
              <a:off x="5025252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2" name="object 1602"/>
            <p:cNvSpPr/>
            <p:nvPr/>
          </p:nvSpPr>
          <p:spPr>
            <a:xfrm>
              <a:off x="5136162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3" name="object 1603"/>
            <p:cNvSpPr/>
            <p:nvPr/>
          </p:nvSpPr>
          <p:spPr>
            <a:xfrm>
              <a:off x="5247074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4" name="object 1604"/>
            <p:cNvSpPr/>
            <p:nvPr/>
          </p:nvSpPr>
          <p:spPr>
            <a:xfrm>
              <a:off x="5357984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5" name="object 1605"/>
            <p:cNvSpPr/>
            <p:nvPr/>
          </p:nvSpPr>
          <p:spPr>
            <a:xfrm>
              <a:off x="5468896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6" name="object 1606"/>
            <p:cNvSpPr/>
            <p:nvPr/>
          </p:nvSpPr>
          <p:spPr>
            <a:xfrm>
              <a:off x="5579807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7" name="object 1607"/>
            <p:cNvSpPr/>
            <p:nvPr/>
          </p:nvSpPr>
          <p:spPr>
            <a:xfrm>
              <a:off x="5690717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8" name="object 1608"/>
            <p:cNvSpPr/>
            <p:nvPr/>
          </p:nvSpPr>
          <p:spPr>
            <a:xfrm>
              <a:off x="5801628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9" name="object 1609"/>
            <p:cNvSpPr/>
            <p:nvPr/>
          </p:nvSpPr>
          <p:spPr>
            <a:xfrm>
              <a:off x="5912538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0" name="object 1610"/>
            <p:cNvSpPr/>
            <p:nvPr/>
          </p:nvSpPr>
          <p:spPr>
            <a:xfrm>
              <a:off x="6023450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1" name="object 1611"/>
            <p:cNvSpPr/>
            <p:nvPr/>
          </p:nvSpPr>
          <p:spPr>
            <a:xfrm>
              <a:off x="6134360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2" name="object 1612"/>
            <p:cNvSpPr/>
            <p:nvPr/>
          </p:nvSpPr>
          <p:spPr>
            <a:xfrm>
              <a:off x="6245272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3" name="object 1613"/>
            <p:cNvSpPr/>
            <p:nvPr/>
          </p:nvSpPr>
          <p:spPr>
            <a:xfrm>
              <a:off x="6356181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4" name="object 1614"/>
            <p:cNvSpPr/>
            <p:nvPr/>
          </p:nvSpPr>
          <p:spPr>
            <a:xfrm>
              <a:off x="6467094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5" name="object 1615"/>
            <p:cNvSpPr/>
            <p:nvPr/>
          </p:nvSpPr>
          <p:spPr>
            <a:xfrm>
              <a:off x="6578003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6" name="object 1616"/>
            <p:cNvSpPr/>
            <p:nvPr/>
          </p:nvSpPr>
          <p:spPr>
            <a:xfrm>
              <a:off x="6688902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7" name="object 1617"/>
            <p:cNvSpPr/>
            <p:nvPr/>
          </p:nvSpPr>
          <p:spPr>
            <a:xfrm>
              <a:off x="6799813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8" name="object 1618"/>
            <p:cNvSpPr/>
            <p:nvPr/>
          </p:nvSpPr>
          <p:spPr>
            <a:xfrm>
              <a:off x="6910724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9" name="object 1619"/>
            <p:cNvSpPr/>
            <p:nvPr/>
          </p:nvSpPr>
          <p:spPr>
            <a:xfrm>
              <a:off x="7021634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0" name="object 1620"/>
            <p:cNvSpPr/>
            <p:nvPr/>
          </p:nvSpPr>
          <p:spPr>
            <a:xfrm>
              <a:off x="7132546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1" name="object 1621"/>
            <p:cNvSpPr/>
            <p:nvPr/>
          </p:nvSpPr>
          <p:spPr>
            <a:xfrm>
              <a:off x="7243455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2" name="object 1622"/>
            <p:cNvSpPr/>
            <p:nvPr/>
          </p:nvSpPr>
          <p:spPr>
            <a:xfrm>
              <a:off x="7354368" y="6800065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3" name="object 1623"/>
            <p:cNvSpPr/>
            <p:nvPr/>
          </p:nvSpPr>
          <p:spPr>
            <a:xfrm>
              <a:off x="4137978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4" name="object 1624"/>
            <p:cNvSpPr/>
            <p:nvPr/>
          </p:nvSpPr>
          <p:spPr>
            <a:xfrm>
              <a:off x="4248889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5" name="object 1625"/>
            <p:cNvSpPr/>
            <p:nvPr/>
          </p:nvSpPr>
          <p:spPr>
            <a:xfrm>
              <a:off x="4359786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6" name="object 1626"/>
            <p:cNvSpPr/>
            <p:nvPr/>
          </p:nvSpPr>
          <p:spPr>
            <a:xfrm>
              <a:off x="4470696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7" name="object 1627"/>
            <p:cNvSpPr/>
            <p:nvPr/>
          </p:nvSpPr>
          <p:spPr>
            <a:xfrm>
              <a:off x="4581609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8" name="object 1628"/>
            <p:cNvSpPr/>
            <p:nvPr/>
          </p:nvSpPr>
          <p:spPr>
            <a:xfrm>
              <a:off x="4692531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9" name="object 1629"/>
            <p:cNvSpPr/>
            <p:nvPr/>
          </p:nvSpPr>
          <p:spPr>
            <a:xfrm>
              <a:off x="4803442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0" name="object 1630"/>
            <p:cNvSpPr/>
            <p:nvPr/>
          </p:nvSpPr>
          <p:spPr>
            <a:xfrm>
              <a:off x="4914340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1" name="object 1631"/>
            <p:cNvSpPr/>
            <p:nvPr/>
          </p:nvSpPr>
          <p:spPr>
            <a:xfrm>
              <a:off x="5025252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2" name="object 1632"/>
            <p:cNvSpPr/>
            <p:nvPr/>
          </p:nvSpPr>
          <p:spPr>
            <a:xfrm>
              <a:off x="5136162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3" name="object 1633"/>
            <p:cNvSpPr/>
            <p:nvPr/>
          </p:nvSpPr>
          <p:spPr>
            <a:xfrm>
              <a:off x="5247074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4" name="object 1634"/>
            <p:cNvSpPr/>
            <p:nvPr/>
          </p:nvSpPr>
          <p:spPr>
            <a:xfrm>
              <a:off x="5357984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5" name="object 1635"/>
            <p:cNvSpPr/>
            <p:nvPr/>
          </p:nvSpPr>
          <p:spPr>
            <a:xfrm>
              <a:off x="5468896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6" name="object 1636"/>
            <p:cNvSpPr/>
            <p:nvPr/>
          </p:nvSpPr>
          <p:spPr>
            <a:xfrm>
              <a:off x="5579807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7" name="object 1637"/>
            <p:cNvSpPr/>
            <p:nvPr/>
          </p:nvSpPr>
          <p:spPr>
            <a:xfrm>
              <a:off x="5690717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8" name="object 1638"/>
            <p:cNvSpPr/>
            <p:nvPr/>
          </p:nvSpPr>
          <p:spPr>
            <a:xfrm>
              <a:off x="5801628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9" name="object 1639"/>
            <p:cNvSpPr/>
            <p:nvPr/>
          </p:nvSpPr>
          <p:spPr>
            <a:xfrm>
              <a:off x="5912538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0" name="object 1640"/>
            <p:cNvSpPr/>
            <p:nvPr/>
          </p:nvSpPr>
          <p:spPr>
            <a:xfrm>
              <a:off x="6023450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1" name="object 1641"/>
            <p:cNvSpPr/>
            <p:nvPr/>
          </p:nvSpPr>
          <p:spPr>
            <a:xfrm>
              <a:off x="6134360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2" name="object 1642"/>
            <p:cNvSpPr/>
            <p:nvPr/>
          </p:nvSpPr>
          <p:spPr>
            <a:xfrm>
              <a:off x="6245272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3" name="object 1643"/>
            <p:cNvSpPr/>
            <p:nvPr/>
          </p:nvSpPr>
          <p:spPr>
            <a:xfrm>
              <a:off x="6356181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4" name="object 1644"/>
            <p:cNvSpPr/>
            <p:nvPr/>
          </p:nvSpPr>
          <p:spPr>
            <a:xfrm>
              <a:off x="6467094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5" name="object 1645"/>
            <p:cNvSpPr/>
            <p:nvPr/>
          </p:nvSpPr>
          <p:spPr>
            <a:xfrm>
              <a:off x="6578003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6" name="object 1646"/>
            <p:cNvSpPr/>
            <p:nvPr/>
          </p:nvSpPr>
          <p:spPr>
            <a:xfrm>
              <a:off x="6688902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7" name="object 1647"/>
            <p:cNvSpPr/>
            <p:nvPr/>
          </p:nvSpPr>
          <p:spPr>
            <a:xfrm>
              <a:off x="6799813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8" name="object 1648"/>
            <p:cNvSpPr/>
            <p:nvPr/>
          </p:nvSpPr>
          <p:spPr>
            <a:xfrm>
              <a:off x="6910724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9" name="object 1649"/>
            <p:cNvSpPr/>
            <p:nvPr/>
          </p:nvSpPr>
          <p:spPr>
            <a:xfrm>
              <a:off x="7021634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0" name="object 1650"/>
            <p:cNvSpPr/>
            <p:nvPr/>
          </p:nvSpPr>
          <p:spPr>
            <a:xfrm>
              <a:off x="7132546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1" name="object 1651"/>
            <p:cNvSpPr/>
            <p:nvPr/>
          </p:nvSpPr>
          <p:spPr>
            <a:xfrm>
              <a:off x="7243455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2" name="object 1652"/>
            <p:cNvSpPr/>
            <p:nvPr/>
          </p:nvSpPr>
          <p:spPr>
            <a:xfrm>
              <a:off x="7354368" y="690845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3" name="object 1653"/>
            <p:cNvSpPr/>
            <p:nvPr/>
          </p:nvSpPr>
          <p:spPr>
            <a:xfrm>
              <a:off x="4137978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4" name="object 1654"/>
            <p:cNvSpPr/>
            <p:nvPr/>
          </p:nvSpPr>
          <p:spPr>
            <a:xfrm>
              <a:off x="4248889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5" name="object 1655"/>
            <p:cNvSpPr/>
            <p:nvPr/>
          </p:nvSpPr>
          <p:spPr>
            <a:xfrm>
              <a:off x="4359786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6" name="object 1656"/>
            <p:cNvSpPr/>
            <p:nvPr/>
          </p:nvSpPr>
          <p:spPr>
            <a:xfrm>
              <a:off x="4470696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7" name="object 1657"/>
            <p:cNvSpPr/>
            <p:nvPr/>
          </p:nvSpPr>
          <p:spPr>
            <a:xfrm>
              <a:off x="4581609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8" name="object 1658"/>
            <p:cNvSpPr/>
            <p:nvPr/>
          </p:nvSpPr>
          <p:spPr>
            <a:xfrm>
              <a:off x="4692531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9" name="object 1659"/>
            <p:cNvSpPr/>
            <p:nvPr/>
          </p:nvSpPr>
          <p:spPr>
            <a:xfrm>
              <a:off x="4803442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0" name="object 1660"/>
            <p:cNvSpPr/>
            <p:nvPr/>
          </p:nvSpPr>
          <p:spPr>
            <a:xfrm>
              <a:off x="4914340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1" name="object 1661"/>
            <p:cNvSpPr/>
            <p:nvPr/>
          </p:nvSpPr>
          <p:spPr>
            <a:xfrm>
              <a:off x="5025252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2" name="object 1662"/>
            <p:cNvSpPr/>
            <p:nvPr/>
          </p:nvSpPr>
          <p:spPr>
            <a:xfrm>
              <a:off x="5136162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3" name="object 1663"/>
            <p:cNvSpPr/>
            <p:nvPr/>
          </p:nvSpPr>
          <p:spPr>
            <a:xfrm>
              <a:off x="5247074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4" name="object 1664"/>
            <p:cNvSpPr/>
            <p:nvPr/>
          </p:nvSpPr>
          <p:spPr>
            <a:xfrm>
              <a:off x="5357984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5" name="object 1665"/>
            <p:cNvSpPr/>
            <p:nvPr/>
          </p:nvSpPr>
          <p:spPr>
            <a:xfrm>
              <a:off x="5468896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6" name="object 1666"/>
            <p:cNvSpPr/>
            <p:nvPr/>
          </p:nvSpPr>
          <p:spPr>
            <a:xfrm>
              <a:off x="5579807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7" name="object 1667"/>
            <p:cNvSpPr/>
            <p:nvPr/>
          </p:nvSpPr>
          <p:spPr>
            <a:xfrm>
              <a:off x="5690717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8" name="object 1668"/>
            <p:cNvSpPr/>
            <p:nvPr/>
          </p:nvSpPr>
          <p:spPr>
            <a:xfrm>
              <a:off x="5801628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9" name="object 1669"/>
            <p:cNvSpPr/>
            <p:nvPr/>
          </p:nvSpPr>
          <p:spPr>
            <a:xfrm>
              <a:off x="5912538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0" name="object 1670"/>
            <p:cNvSpPr/>
            <p:nvPr/>
          </p:nvSpPr>
          <p:spPr>
            <a:xfrm>
              <a:off x="6023450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1" name="object 1671"/>
            <p:cNvSpPr/>
            <p:nvPr/>
          </p:nvSpPr>
          <p:spPr>
            <a:xfrm>
              <a:off x="6134360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2" name="object 1672"/>
            <p:cNvSpPr/>
            <p:nvPr/>
          </p:nvSpPr>
          <p:spPr>
            <a:xfrm>
              <a:off x="6245272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3" name="object 1673"/>
            <p:cNvSpPr/>
            <p:nvPr/>
          </p:nvSpPr>
          <p:spPr>
            <a:xfrm>
              <a:off x="6356181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4" name="object 1674"/>
            <p:cNvSpPr/>
            <p:nvPr/>
          </p:nvSpPr>
          <p:spPr>
            <a:xfrm>
              <a:off x="6467094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5" name="object 1675"/>
            <p:cNvSpPr/>
            <p:nvPr/>
          </p:nvSpPr>
          <p:spPr>
            <a:xfrm>
              <a:off x="6578003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6" name="object 1676"/>
            <p:cNvSpPr/>
            <p:nvPr/>
          </p:nvSpPr>
          <p:spPr>
            <a:xfrm>
              <a:off x="6688902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7" name="object 1677"/>
            <p:cNvSpPr/>
            <p:nvPr/>
          </p:nvSpPr>
          <p:spPr>
            <a:xfrm>
              <a:off x="6799813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8" name="object 1678"/>
            <p:cNvSpPr/>
            <p:nvPr/>
          </p:nvSpPr>
          <p:spPr>
            <a:xfrm>
              <a:off x="6910724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9" name="object 1679"/>
            <p:cNvSpPr/>
            <p:nvPr/>
          </p:nvSpPr>
          <p:spPr>
            <a:xfrm>
              <a:off x="7021634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0" name="object 1680"/>
            <p:cNvSpPr/>
            <p:nvPr/>
          </p:nvSpPr>
          <p:spPr>
            <a:xfrm>
              <a:off x="7132546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1" name="object 1681"/>
            <p:cNvSpPr/>
            <p:nvPr/>
          </p:nvSpPr>
          <p:spPr>
            <a:xfrm>
              <a:off x="7243455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2" name="object 1682"/>
            <p:cNvSpPr/>
            <p:nvPr/>
          </p:nvSpPr>
          <p:spPr>
            <a:xfrm>
              <a:off x="7354368" y="701685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3" name="object 1683"/>
            <p:cNvSpPr/>
            <p:nvPr/>
          </p:nvSpPr>
          <p:spPr>
            <a:xfrm>
              <a:off x="4137978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4" name="object 1684"/>
            <p:cNvSpPr/>
            <p:nvPr/>
          </p:nvSpPr>
          <p:spPr>
            <a:xfrm>
              <a:off x="4248889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5" name="object 1685"/>
            <p:cNvSpPr/>
            <p:nvPr/>
          </p:nvSpPr>
          <p:spPr>
            <a:xfrm>
              <a:off x="4359786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6" name="object 1686"/>
            <p:cNvSpPr/>
            <p:nvPr/>
          </p:nvSpPr>
          <p:spPr>
            <a:xfrm>
              <a:off x="4470696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7" name="object 1687"/>
            <p:cNvSpPr/>
            <p:nvPr/>
          </p:nvSpPr>
          <p:spPr>
            <a:xfrm>
              <a:off x="4581609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8" name="object 1688"/>
            <p:cNvSpPr/>
            <p:nvPr/>
          </p:nvSpPr>
          <p:spPr>
            <a:xfrm>
              <a:off x="4692531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9" name="object 1689"/>
            <p:cNvSpPr/>
            <p:nvPr/>
          </p:nvSpPr>
          <p:spPr>
            <a:xfrm>
              <a:off x="4803442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0" name="object 1690"/>
            <p:cNvSpPr/>
            <p:nvPr/>
          </p:nvSpPr>
          <p:spPr>
            <a:xfrm>
              <a:off x="4914340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1" name="object 1691"/>
            <p:cNvSpPr/>
            <p:nvPr/>
          </p:nvSpPr>
          <p:spPr>
            <a:xfrm>
              <a:off x="5025252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2" name="object 1692"/>
            <p:cNvSpPr/>
            <p:nvPr/>
          </p:nvSpPr>
          <p:spPr>
            <a:xfrm>
              <a:off x="5136162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3" name="object 1693"/>
            <p:cNvSpPr/>
            <p:nvPr/>
          </p:nvSpPr>
          <p:spPr>
            <a:xfrm>
              <a:off x="5247074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4" name="object 1694"/>
            <p:cNvSpPr/>
            <p:nvPr/>
          </p:nvSpPr>
          <p:spPr>
            <a:xfrm>
              <a:off x="5357984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5" name="object 1695"/>
            <p:cNvSpPr/>
            <p:nvPr/>
          </p:nvSpPr>
          <p:spPr>
            <a:xfrm>
              <a:off x="5468896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6" name="object 1696"/>
            <p:cNvSpPr/>
            <p:nvPr/>
          </p:nvSpPr>
          <p:spPr>
            <a:xfrm>
              <a:off x="5579807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7" name="object 1697"/>
            <p:cNvSpPr/>
            <p:nvPr/>
          </p:nvSpPr>
          <p:spPr>
            <a:xfrm>
              <a:off x="5690717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8" name="object 1698"/>
            <p:cNvSpPr/>
            <p:nvPr/>
          </p:nvSpPr>
          <p:spPr>
            <a:xfrm>
              <a:off x="5801628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9" name="object 1699"/>
            <p:cNvSpPr/>
            <p:nvPr/>
          </p:nvSpPr>
          <p:spPr>
            <a:xfrm>
              <a:off x="5912538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0" name="object 1700"/>
            <p:cNvSpPr/>
            <p:nvPr/>
          </p:nvSpPr>
          <p:spPr>
            <a:xfrm>
              <a:off x="6023450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1" name="object 1701"/>
            <p:cNvSpPr/>
            <p:nvPr/>
          </p:nvSpPr>
          <p:spPr>
            <a:xfrm>
              <a:off x="6134360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2" name="object 1702"/>
            <p:cNvSpPr/>
            <p:nvPr/>
          </p:nvSpPr>
          <p:spPr>
            <a:xfrm>
              <a:off x="6245272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3" name="object 1703"/>
            <p:cNvSpPr/>
            <p:nvPr/>
          </p:nvSpPr>
          <p:spPr>
            <a:xfrm>
              <a:off x="6356181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4" name="object 1704"/>
            <p:cNvSpPr/>
            <p:nvPr/>
          </p:nvSpPr>
          <p:spPr>
            <a:xfrm>
              <a:off x="6467094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5" name="object 1705"/>
            <p:cNvSpPr/>
            <p:nvPr/>
          </p:nvSpPr>
          <p:spPr>
            <a:xfrm>
              <a:off x="6578003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6" name="object 1706"/>
            <p:cNvSpPr/>
            <p:nvPr/>
          </p:nvSpPr>
          <p:spPr>
            <a:xfrm>
              <a:off x="6688902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7" name="object 1707"/>
            <p:cNvSpPr/>
            <p:nvPr/>
          </p:nvSpPr>
          <p:spPr>
            <a:xfrm>
              <a:off x="6799813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8" name="object 1708"/>
            <p:cNvSpPr/>
            <p:nvPr/>
          </p:nvSpPr>
          <p:spPr>
            <a:xfrm>
              <a:off x="6910724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9" name="object 1709"/>
            <p:cNvSpPr/>
            <p:nvPr/>
          </p:nvSpPr>
          <p:spPr>
            <a:xfrm>
              <a:off x="7021634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0" name="object 1710"/>
            <p:cNvSpPr/>
            <p:nvPr/>
          </p:nvSpPr>
          <p:spPr>
            <a:xfrm>
              <a:off x="7132546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1" name="object 1711"/>
            <p:cNvSpPr/>
            <p:nvPr/>
          </p:nvSpPr>
          <p:spPr>
            <a:xfrm>
              <a:off x="7243455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2" name="object 1712"/>
            <p:cNvSpPr/>
            <p:nvPr/>
          </p:nvSpPr>
          <p:spPr>
            <a:xfrm>
              <a:off x="7354368" y="712524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3" name="object 1713"/>
            <p:cNvSpPr/>
            <p:nvPr/>
          </p:nvSpPr>
          <p:spPr>
            <a:xfrm>
              <a:off x="4137978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4" name="object 1714"/>
            <p:cNvSpPr/>
            <p:nvPr/>
          </p:nvSpPr>
          <p:spPr>
            <a:xfrm>
              <a:off x="4248889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5" name="object 1715"/>
            <p:cNvSpPr/>
            <p:nvPr/>
          </p:nvSpPr>
          <p:spPr>
            <a:xfrm>
              <a:off x="4359786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6" name="object 1716"/>
            <p:cNvSpPr/>
            <p:nvPr/>
          </p:nvSpPr>
          <p:spPr>
            <a:xfrm>
              <a:off x="4470696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7" name="object 1717"/>
            <p:cNvSpPr/>
            <p:nvPr/>
          </p:nvSpPr>
          <p:spPr>
            <a:xfrm>
              <a:off x="4581609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8" name="object 1718"/>
            <p:cNvSpPr/>
            <p:nvPr/>
          </p:nvSpPr>
          <p:spPr>
            <a:xfrm>
              <a:off x="4692531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9" name="object 1719"/>
            <p:cNvSpPr/>
            <p:nvPr/>
          </p:nvSpPr>
          <p:spPr>
            <a:xfrm>
              <a:off x="4803442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0" name="object 1720"/>
            <p:cNvSpPr/>
            <p:nvPr/>
          </p:nvSpPr>
          <p:spPr>
            <a:xfrm>
              <a:off x="4914340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1" name="object 1721"/>
            <p:cNvSpPr/>
            <p:nvPr/>
          </p:nvSpPr>
          <p:spPr>
            <a:xfrm>
              <a:off x="5025252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2" name="object 1722"/>
            <p:cNvSpPr/>
            <p:nvPr/>
          </p:nvSpPr>
          <p:spPr>
            <a:xfrm>
              <a:off x="5136162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3" name="object 1723"/>
            <p:cNvSpPr/>
            <p:nvPr/>
          </p:nvSpPr>
          <p:spPr>
            <a:xfrm>
              <a:off x="5247074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4" name="object 1724"/>
            <p:cNvSpPr/>
            <p:nvPr/>
          </p:nvSpPr>
          <p:spPr>
            <a:xfrm>
              <a:off x="5357984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5" name="object 1725"/>
            <p:cNvSpPr/>
            <p:nvPr/>
          </p:nvSpPr>
          <p:spPr>
            <a:xfrm>
              <a:off x="5468896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6" name="object 1726"/>
            <p:cNvSpPr/>
            <p:nvPr/>
          </p:nvSpPr>
          <p:spPr>
            <a:xfrm>
              <a:off x="5579807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7" name="object 1727"/>
            <p:cNvSpPr/>
            <p:nvPr/>
          </p:nvSpPr>
          <p:spPr>
            <a:xfrm>
              <a:off x="5690717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8" name="object 1728"/>
            <p:cNvSpPr/>
            <p:nvPr/>
          </p:nvSpPr>
          <p:spPr>
            <a:xfrm>
              <a:off x="5801628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9" name="object 1729"/>
            <p:cNvSpPr/>
            <p:nvPr/>
          </p:nvSpPr>
          <p:spPr>
            <a:xfrm>
              <a:off x="5912538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0" name="object 1730"/>
            <p:cNvSpPr/>
            <p:nvPr/>
          </p:nvSpPr>
          <p:spPr>
            <a:xfrm>
              <a:off x="6023450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1" name="object 1731"/>
            <p:cNvSpPr/>
            <p:nvPr/>
          </p:nvSpPr>
          <p:spPr>
            <a:xfrm>
              <a:off x="6134360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2" name="object 1732"/>
            <p:cNvSpPr/>
            <p:nvPr/>
          </p:nvSpPr>
          <p:spPr>
            <a:xfrm>
              <a:off x="6245272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3" name="object 1733"/>
            <p:cNvSpPr/>
            <p:nvPr/>
          </p:nvSpPr>
          <p:spPr>
            <a:xfrm>
              <a:off x="6356181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4" name="object 1734"/>
            <p:cNvSpPr/>
            <p:nvPr/>
          </p:nvSpPr>
          <p:spPr>
            <a:xfrm>
              <a:off x="6467094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5" name="object 1735"/>
            <p:cNvSpPr/>
            <p:nvPr/>
          </p:nvSpPr>
          <p:spPr>
            <a:xfrm>
              <a:off x="6578003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6" name="object 1736"/>
            <p:cNvSpPr/>
            <p:nvPr/>
          </p:nvSpPr>
          <p:spPr>
            <a:xfrm>
              <a:off x="6688902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7" name="object 1737"/>
            <p:cNvSpPr/>
            <p:nvPr/>
          </p:nvSpPr>
          <p:spPr>
            <a:xfrm>
              <a:off x="6799813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8" name="object 1738"/>
            <p:cNvSpPr/>
            <p:nvPr/>
          </p:nvSpPr>
          <p:spPr>
            <a:xfrm>
              <a:off x="6910724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9" name="object 1739"/>
            <p:cNvSpPr/>
            <p:nvPr/>
          </p:nvSpPr>
          <p:spPr>
            <a:xfrm>
              <a:off x="7021634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0" name="object 1740"/>
            <p:cNvSpPr/>
            <p:nvPr/>
          </p:nvSpPr>
          <p:spPr>
            <a:xfrm>
              <a:off x="7132546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1" name="object 1741"/>
            <p:cNvSpPr/>
            <p:nvPr/>
          </p:nvSpPr>
          <p:spPr>
            <a:xfrm>
              <a:off x="7243455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2" name="object 1742"/>
            <p:cNvSpPr/>
            <p:nvPr/>
          </p:nvSpPr>
          <p:spPr>
            <a:xfrm>
              <a:off x="7354368" y="723363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3" name="object 1743"/>
            <p:cNvSpPr/>
            <p:nvPr/>
          </p:nvSpPr>
          <p:spPr>
            <a:xfrm>
              <a:off x="4137978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4" name="object 1744"/>
            <p:cNvSpPr/>
            <p:nvPr/>
          </p:nvSpPr>
          <p:spPr>
            <a:xfrm>
              <a:off x="4248889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5" name="object 1745"/>
            <p:cNvSpPr/>
            <p:nvPr/>
          </p:nvSpPr>
          <p:spPr>
            <a:xfrm>
              <a:off x="4359786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6" name="object 1746"/>
            <p:cNvSpPr/>
            <p:nvPr/>
          </p:nvSpPr>
          <p:spPr>
            <a:xfrm>
              <a:off x="4470696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7" name="object 1747"/>
            <p:cNvSpPr/>
            <p:nvPr/>
          </p:nvSpPr>
          <p:spPr>
            <a:xfrm>
              <a:off x="4581609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8" name="object 1748"/>
            <p:cNvSpPr/>
            <p:nvPr/>
          </p:nvSpPr>
          <p:spPr>
            <a:xfrm>
              <a:off x="4692531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9" name="object 1749"/>
            <p:cNvSpPr/>
            <p:nvPr/>
          </p:nvSpPr>
          <p:spPr>
            <a:xfrm>
              <a:off x="4803442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0" name="object 1750"/>
            <p:cNvSpPr/>
            <p:nvPr/>
          </p:nvSpPr>
          <p:spPr>
            <a:xfrm>
              <a:off x="4914340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1" name="object 1751"/>
            <p:cNvSpPr/>
            <p:nvPr/>
          </p:nvSpPr>
          <p:spPr>
            <a:xfrm>
              <a:off x="5025252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2" name="object 1752"/>
            <p:cNvSpPr/>
            <p:nvPr/>
          </p:nvSpPr>
          <p:spPr>
            <a:xfrm>
              <a:off x="5136162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3" name="object 1753"/>
            <p:cNvSpPr/>
            <p:nvPr/>
          </p:nvSpPr>
          <p:spPr>
            <a:xfrm>
              <a:off x="5247074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4" name="object 1754"/>
            <p:cNvSpPr/>
            <p:nvPr/>
          </p:nvSpPr>
          <p:spPr>
            <a:xfrm>
              <a:off x="5357984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5" name="object 1755"/>
            <p:cNvSpPr/>
            <p:nvPr/>
          </p:nvSpPr>
          <p:spPr>
            <a:xfrm>
              <a:off x="5468896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6" name="object 1756"/>
            <p:cNvSpPr/>
            <p:nvPr/>
          </p:nvSpPr>
          <p:spPr>
            <a:xfrm>
              <a:off x="5579807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7" name="object 1757"/>
            <p:cNvSpPr/>
            <p:nvPr/>
          </p:nvSpPr>
          <p:spPr>
            <a:xfrm>
              <a:off x="5690717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8" name="object 1758"/>
            <p:cNvSpPr/>
            <p:nvPr/>
          </p:nvSpPr>
          <p:spPr>
            <a:xfrm>
              <a:off x="5801628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9" name="object 1759"/>
            <p:cNvSpPr/>
            <p:nvPr/>
          </p:nvSpPr>
          <p:spPr>
            <a:xfrm>
              <a:off x="5912538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0" name="object 1760"/>
            <p:cNvSpPr/>
            <p:nvPr/>
          </p:nvSpPr>
          <p:spPr>
            <a:xfrm>
              <a:off x="6023450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1" name="object 1761"/>
            <p:cNvSpPr/>
            <p:nvPr/>
          </p:nvSpPr>
          <p:spPr>
            <a:xfrm>
              <a:off x="6134360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2" name="object 1762"/>
            <p:cNvSpPr/>
            <p:nvPr/>
          </p:nvSpPr>
          <p:spPr>
            <a:xfrm>
              <a:off x="6245272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3" name="object 1763"/>
            <p:cNvSpPr/>
            <p:nvPr/>
          </p:nvSpPr>
          <p:spPr>
            <a:xfrm>
              <a:off x="6356181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4" name="object 1764"/>
            <p:cNvSpPr/>
            <p:nvPr/>
          </p:nvSpPr>
          <p:spPr>
            <a:xfrm>
              <a:off x="6467094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5" name="object 1765"/>
            <p:cNvSpPr/>
            <p:nvPr/>
          </p:nvSpPr>
          <p:spPr>
            <a:xfrm>
              <a:off x="6578003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6" name="object 1766"/>
            <p:cNvSpPr/>
            <p:nvPr/>
          </p:nvSpPr>
          <p:spPr>
            <a:xfrm>
              <a:off x="6688902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7" name="object 1767"/>
            <p:cNvSpPr/>
            <p:nvPr/>
          </p:nvSpPr>
          <p:spPr>
            <a:xfrm>
              <a:off x="6799813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8" name="object 1768"/>
            <p:cNvSpPr/>
            <p:nvPr/>
          </p:nvSpPr>
          <p:spPr>
            <a:xfrm>
              <a:off x="6910724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9" name="object 1769"/>
            <p:cNvSpPr/>
            <p:nvPr/>
          </p:nvSpPr>
          <p:spPr>
            <a:xfrm>
              <a:off x="7021634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0" name="object 1770"/>
            <p:cNvSpPr/>
            <p:nvPr/>
          </p:nvSpPr>
          <p:spPr>
            <a:xfrm>
              <a:off x="7132546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1" name="object 1771"/>
            <p:cNvSpPr/>
            <p:nvPr/>
          </p:nvSpPr>
          <p:spPr>
            <a:xfrm>
              <a:off x="7243455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2" name="object 1772"/>
            <p:cNvSpPr/>
            <p:nvPr/>
          </p:nvSpPr>
          <p:spPr>
            <a:xfrm>
              <a:off x="7354368" y="734202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3" name="object 1773"/>
            <p:cNvSpPr/>
            <p:nvPr/>
          </p:nvSpPr>
          <p:spPr>
            <a:xfrm>
              <a:off x="4137978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4" name="object 1774"/>
            <p:cNvSpPr/>
            <p:nvPr/>
          </p:nvSpPr>
          <p:spPr>
            <a:xfrm>
              <a:off x="4248889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5" name="object 1775"/>
            <p:cNvSpPr/>
            <p:nvPr/>
          </p:nvSpPr>
          <p:spPr>
            <a:xfrm>
              <a:off x="4359786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6" name="object 1776"/>
            <p:cNvSpPr/>
            <p:nvPr/>
          </p:nvSpPr>
          <p:spPr>
            <a:xfrm>
              <a:off x="4470696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7" name="object 1777"/>
            <p:cNvSpPr/>
            <p:nvPr/>
          </p:nvSpPr>
          <p:spPr>
            <a:xfrm>
              <a:off x="4581609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8" name="object 1778"/>
            <p:cNvSpPr/>
            <p:nvPr/>
          </p:nvSpPr>
          <p:spPr>
            <a:xfrm>
              <a:off x="4692531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9" name="object 1779"/>
            <p:cNvSpPr/>
            <p:nvPr/>
          </p:nvSpPr>
          <p:spPr>
            <a:xfrm>
              <a:off x="4803442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0" name="object 1780"/>
            <p:cNvSpPr/>
            <p:nvPr/>
          </p:nvSpPr>
          <p:spPr>
            <a:xfrm>
              <a:off x="4914340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1" name="object 1781"/>
            <p:cNvSpPr/>
            <p:nvPr/>
          </p:nvSpPr>
          <p:spPr>
            <a:xfrm>
              <a:off x="5025252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2" name="object 1782"/>
            <p:cNvSpPr/>
            <p:nvPr/>
          </p:nvSpPr>
          <p:spPr>
            <a:xfrm>
              <a:off x="5136162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3" name="object 1783"/>
            <p:cNvSpPr/>
            <p:nvPr/>
          </p:nvSpPr>
          <p:spPr>
            <a:xfrm>
              <a:off x="5247074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4" name="object 1784"/>
            <p:cNvSpPr/>
            <p:nvPr/>
          </p:nvSpPr>
          <p:spPr>
            <a:xfrm>
              <a:off x="5357984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5" name="object 1785"/>
            <p:cNvSpPr/>
            <p:nvPr/>
          </p:nvSpPr>
          <p:spPr>
            <a:xfrm>
              <a:off x="5468896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6" name="object 1786"/>
            <p:cNvSpPr/>
            <p:nvPr/>
          </p:nvSpPr>
          <p:spPr>
            <a:xfrm>
              <a:off x="5579807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7" name="object 1787"/>
            <p:cNvSpPr/>
            <p:nvPr/>
          </p:nvSpPr>
          <p:spPr>
            <a:xfrm>
              <a:off x="5690717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8" name="object 1788"/>
            <p:cNvSpPr/>
            <p:nvPr/>
          </p:nvSpPr>
          <p:spPr>
            <a:xfrm>
              <a:off x="5801628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9" name="object 1789"/>
            <p:cNvSpPr/>
            <p:nvPr/>
          </p:nvSpPr>
          <p:spPr>
            <a:xfrm>
              <a:off x="5912538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0" name="object 1790"/>
            <p:cNvSpPr/>
            <p:nvPr/>
          </p:nvSpPr>
          <p:spPr>
            <a:xfrm>
              <a:off x="6023450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1" name="object 1791"/>
            <p:cNvSpPr/>
            <p:nvPr/>
          </p:nvSpPr>
          <p:spPr>
            <a:xfrm>
              <a:off x="6134360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2" name="object 1792"/>
            <p:cNvSpPr/>
            <p:nvPr/>
          </p:nvSpPr>
          <p:spPr>
            <a:xfrm>
              <a:off x="6245272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3" name="object 1793"/>
            <p:cNvSpPr/>
            <p:nvPr/>
          </p:nvSpPr>
          <p:spPr>
            <a:xfrm>
              <a:off x="6356181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4" name="object 1794"/>
            <p:cNvSpPr/>
            <p:nvPr/>
          </p:nvSpPr>
          <p:spPr>
            <a:xfrm>
              <a:off x="6467094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5" name="object 1795"/>
            <p:cNvSpPr/>
            <p:nvPr/>
          </p:nvSpPr>
          <p:spPr>
            <a:xfrm>
              <a:off x="6578003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6" name="object 1796"/>
            <p:cNvSpPr/>
            <p:nvPr/>
          </p:nvSpPr>
          <p:spPr>
            <a:xfrm>
              <a:off x="6688902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7" name="object 1797"/>
            <p:cNvSpPr/>
            <p:nvPr/>
          </p:nvSpPr>
          <p:spPr>
            <a:xfrm>
              <a:off x="6799813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8" name="object 1798"/>
            <p:cNvSpPr/>
            <p:nvPr/>
          </p:nvSpPr>
          <p:spPr>
            <a:xfrm>
              <a:off x="6910724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9" name="object 1799"/>
            <p:cNvSpPr/>
            <p:nvPr/>
          </p:nvSpPr>
          <p:spPr>
            <a:xfrm>
              <a:off x="7021634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0" name="object 1800"/>
            <p:cNvSpPr/>
            <p:nvPr/>
          </p:nvSpPr>
          <p:spPr>
            <a:xfrm>
              <a:off x="7132546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1" name="object 1801"/>
            <p:cNvSpPr/>
            <p:nvPr/>
          </p:nvSpPr>
          <p:spPr>
            <a:xfrm>
              <a:off x="7243455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2" name="object 1802"/>
            <p:cNvSpPr/>
            <p:nvPr/>
          </p:nvSpPr>
          <p:spPr>
            <a:xfrm>
              <a:off x="7354368" y="745042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3" name="object 1803"/>
            <p:cNvSpPr/>
            <p:nvPr/>
          </p:nvSpPr>
          <p:spPr>
            <a:xfrm>
              <a:off x="4137978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4" name="object 1804"/>
            <p:cNvSpPr/>
            <p:nvPr/>
          </p:nvSpPr>
          <p:spPr>
            <a:xfrm>
              <a:off x="4248889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5" name="object 1805"/>
            <p:cNvSpPr/>
            <p:nvPr/>
          </p:nvSpPr>
          <p:spPr>
            <a:xfrm>
              <a:off x="4359786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6" name="object 1806"/>
            <p:cNvSpPr/>
            <p:nvPr/>
          </p:nvSpPr>
          <p:spPr>
            <a:xfrm>
              <a:off x="4470696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7" name="object 1807"/>
            <p:cNvSpPr/>
            <p:nvPr/>
          </p:nvSpPr>
          <p:spPr>
            <a:xfrm>
              <a:off x="4581609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8" name="object 1808"/>
            <p:cNvSpPr/>
            <p:nvPr/>
          </p:nvSpPr>
          <p:spPr>
            <a:xfrm>
              <a:off x="4692531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9" name="object 1809"/>
            <p:cNvSpPr/>
            <p:nvPr/>
          </p:nvSpPr>
          <p:spPr>
            <a:xfrm>
              <a:off x="4803442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0" name="object 1810"/>
            <p:cNvSpPr/>
            <p:nvPr/>
          </p:nvSpPr>
          <p:spPr>
            <a:xfrm>
              <a:off x="4914340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1" name="object 1811"/>
            <p:cNvSpPr/>
            <p:nvPr/>
          </p:nvSpPr>
          <p:spPr>
            <a:xfrm>
              <a:off x="5025252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2" name="object 1812"/>
            <p:cNvSpPr/>
            <p:nvPr/>
          </p:nvSpPr>
          <p:spPr>
            <a:xfrm>
              <a:off x="5136162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3" name="object 1813"/>
            <p:cNvSpPr/>
            <p:nvPr/>
          </p:nvSpPr>
          <p:spPr>
            <a:xfrm>
              <a:off x="5247074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4" name="object 1814"/>
            <p:cNvSpPr/>
            <p:nvPr/>
          </p:nvSpPr>
          <p:spPr>
            <a:xfrm>
              <a:off x="5357984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5" name="object 1815"/>
            <p:cNvSpPr/>
            <p:nvPr/>
          </p:nvSpPr>
          <p:spPr>
            <a:xfrm>
              <a:off x="5468896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6" name="object 1816"/>
            <p:cNvSpPr/>
            <p:nvPr/>
          </p:nvSpPr>
          <p:spPr>
            <a:xfrm>
              <a:off x="5579807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7" name="object 1817"/>
            <p:cNvSpPr/>
            <p:nvPr/>
          </p:nvSpPr>
          <p:spPr>
            <a:xfrm>
              <a:off x="5690717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8" name="object 1818"/>
            <p:cNvSpPr/>
            <p:nvPr/>
          </p:nvSpPr>
          <p:spPr>
            <a:xfrm>
              <a:off x="5801628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9" name="object 1819"/>
            <p:cNvSpPr/>
            <p:nvPr/>
          </p:nvSpPr>
          <p:spPr>
            <a:xfrm>
              <a:off x="5912538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0" name="object 1820"/>
            <p:cNvSpPr/>
            <p:nvPr/>
          </p:nvSpPr>
          <p:spPr>
            <a:xfrm>
              <a:off x="6023450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1" name="object 1821"/>
            <p:cNvSpPr/>
            <p:nvPr/>
          </p:nvSpPr>
          <p:spPr>
            <a:xfrm>
              <a:off x="6134360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2" name="object 1822"/>
            <p:cNvSpPr/>
            <p:nvPr/>
          </p:nvSpPr>
          <p:spPr>
            <a:xfrm>
              <a:off x="6245272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3" name="object 1823"/>
            <p:cNvSpPr/>
            <p:nvPr/>
          </p:nvSpPr>
          <p:spPr>
            <a:xfrm>
              <a:off x="6356181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4" name="object 1824"/>
            <p:cNvSpPr/>
            <p:nvPr/>
          </p:nvSpPr>
          <p:spPr>
            <a:xfrm>
              <a:off x="6467094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5" name="object 1825"/>
            <p:cNvSpPr/>
            <p:nvPr/>
          </p:nvSpPr>
          <p:spPr>
            <a:xfrm>
              <a:off x="6578003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6" name="object 1826"/>
            <p:cNvSpPr/>
            <p:nvPr/>
          </p:nvSpPr>
          <p:spPr>
            <a:xfrm>
              <a:off x="6688902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7" name="object 1827"/>
            <p:cNvSpPr/>
            <p:nvPr/>
          </p:nvSpPr>
          <p:spPr>
            <a:xfrm>
              <a:off x="6799813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8" name="object 1828"/>
            <p:cNvSpPr/>
            <p:nvPr/>
          </p:nvSpPr>
          <p:spPr>
            <a:xfrm>
              <a:off x="6910724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9" name="object 1829"/>
            <p:cNvSpPr/>
            <p:nvPr/>
          </p:nvSpPr>
          <p:spPr>
            <a:xfrm>
              <a:off x="7021634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0" name="object 1830"/>
            <p:cNvSpPr/>
            <p:nvPr/>
          </p:nvSpPr>
          <p:spPr>
            <a:xfrm>
              <a:off x="7132546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1" name="object 1831"/>
            <p:cNvSpPr/>
            <p:nvPr/>
          </p:nvSpPr>
          <p:spPr>
            <a:xfrm>
              <a:off x="7243455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2" name="object 1832"/>
            <p:cNvSpPr/>
            <p:nvPr/>
          </p:nvSpPr>
          <p:spPr>
            <a:xfrm>
              <a:off x="7354368" y="7558817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3" name="object 1833"/>
            <p:cNvSpPr/>
            <p:nvPr/>
          </p:nvSpPr>
          <p:spPr>
            <a:xfrm>
              <a:off x="4137978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4" name="object 1834"/>
            <p:cNvSpPr/>
            <p:nvPr/>
          </p:nvSpPr>
          <p:spPr>
            <a:xfrm>
              <a:off x="4248889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5" name="object 1835"/>
            <p:cNvSpPr/>
            <p:nvPr/>
          </p:nvSpPr>
          <p:spPr>
            <a:xfrm>
              <a:off x="4359786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6" name="object 1836"/>
            <p:cNvSpPr/>
            <p:nvPr/>
          </p:nvSpPr>
          <p:spPr>
            <a:xfrm>
              <a:off x="4470696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7" name="object 1837"/>
            <p:cNvSpPr/>
            <p:nvPr/>
          </p:nvSpPr>
          <p:spPr>
            <a:xfrm>
              <a:off x="4581609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8" name="object 1838"/>
            <p:cNvSpPr/>
            <p:nvPr/>
          </p:nvSpPr>
          <p:spPr>
            <a:xfrm>
              <a:off x="4692531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9" name="object 1839"/>
            <p:cNvSpPr/>
            <p:nvPr/>
          </p:nvSpPr>
          <p:spPr>
            <a:xfrm>
              <a:off x="4803442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0" name="object 1840"/>
            <p:cNvSpPr/>
            <p:nvPr/>
          </p:nvSpPr>
          <p:spPr>
            <a:xfrm>
              <a:off x="4914340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1" name="object 1841"/>
            <p:cNvSpPr/>
            <p:nvPr/>
          </p:nvSpPr>
          <p:spPr>
            <a:xfrm>
              <a:off x="5025252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2" name="object 1842"/>
            <p:cNvSpPr/>
            <p:nvPr/>
          </p:nvSpPr>
          <p:spPr>
            <a:xfrm>
              <a:off x="5136162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3" name="object 1843"/>
            <p:cNvSpPr/>
            <p:nvPr/>
          </p:nvSpPr>
          <p:spPr>
            <a:xfrm>
              <a:off x="5247074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4" name="object 1844"/>
            <p:cNvSpPr/>
            <p:nvPr/>
          </p:nvSpPr>
          <p:spPr>
            <a:xfrm>
              <a:off x="5357984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5" name="object 1845"/>
            <p:cNvSpPr/>
            <p:nvPr/>
          </p:nvSpPr>
          <p:spPr>
            <a:xfrm>
              <a:off x="5468896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6" name="object 1846"/>
            <p:cNvSpPr/>
            <p:nvPr/>
          </p:nvSpPr>
          <p:spPr>
            <a:xfrm>
              <a:off x="5579807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7" name="object 1847"/>
            <p:cNvSpPr/>
            <p:nvPr/>
          </p:nvSpPr>
          <p:spPr>
            <a:xfrm>
              <a:off x="5690717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8" name="object 1848"/>
            <p:cNvSpPr/>
            <p:nvPr/>
          </p:nvSpPr>
          <p:spPr>
            <a:xfrm>
              <a:off x="5801628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9" name="object 1849"/>
            <p:cNvSpPr/>
            <p:nvPr/>
          </p:nvSpPr>
          <p:spPr>
            <a:xfrm>
              <a:off x="5912538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0" name="object 1850"/>
            <p:cNvSpPr/>
            <p:nvPr/>
          </p:nvSpPr>
          <p:spPr>
            <a:xfrm>
              <a:off x="6023450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1" name="object 1851"/>
            <p:cNvSpPr/>
            <p:nvPr/>
          </p:nvSpPr>
          <p:spPr>
            <a:xfrm>
              <a:off x="6134360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2" name="object 1852"/>
            <p:cNvSpPr/>
            <p:nvPr/>
          </p:nvSpPr>
          <p:spPr>
            <a:xfrm>
              <a:off x="6245272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3" name="object 1853"/>
            <p:cNvSpPr/>
            <p:nvPr/>
          </p:nvSpPr>
          <p:spPr>
            <a:xfrm>
              <a:off x="6356181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4" name="object 1854"/>
            <p:cNvSpPr/>
            <p:nvPr/>
          </p:nvSpPr>
          <p:spPr>
            <a:xfrm>
              <a:off x="6467094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5" name="object 1855"/>
            <p:cNvSpPr/>
            <p:nvPr/>
          </p:nvSpPr>
          <p:spPr>
            <a:xfrm>
              <a:off x="6578003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6" name="object 1856"/>
            <p:cNvSpPr/>
            <p:nvPr/>
          </p:nvSpPr>
          <p:spPr>
            <a:xfrm>
              <a:off x="6688902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7" name="object 1857"/>
            <p:cNvSpPr/>
            <p:nvPr/>
          </p:nvSpPr>
          <p:spPr>
            <a:xfrm>
              <a:off x="6799813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8" name="object 1858"/>
            <p:cNvSpPr/>
            <p:nvPr/>
          </p:nvSpPr>
          <p:spPr>
            <a:xfrm>
              <a:off x="6910724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9" name="object 1859"/>
            <p:cNvSpPr/>
            <p:nvPr/>
          </p:nvSpPr>
          <p:spPr>
            <a:xfrm>
              <a:off x="7021634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0" name="object 1860"/>
            <p:cNvSpPr/>
            <p:nvPr/>
          </p:nvSpPr>
          <p:spPr>
            <a:xfrm>
              <a:off x="7132546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1" name="object 1861"/>
            <p:cNvSpPr/>
            <p:nvPr/>
          </p:nvSpPr>
          <p:spPr>
            <a:xfrm>
              <a:off x="7243455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2" name="object 1862"/>
            <p:cNvSpPr/>
            <p:nvPr/>
          </p:nvSpPr>
          <p:spPr>
            <a:xfrm>
              <a:off x="7354368" y="766719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3" name="object 1863"/>
            <p:cNvSpPr/>
            <p:nvPr/>
          </p:nvSpPr>
          <p:spPr>
            <a:xfrm>
              <a:off x="4137978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4" name="object 1864"/>
            <p:cNvSpPr/>
            <p:nvPr/>
          </p:nvSpPr>
          <p:spPr>
            <a:xfrm>
              <a:off x="4248889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5" name="object 1865"/>
            <p:cNvSpPr/>
            <p:nvPr/>
          </p:nvSpPr>
          <p:spPr>
            <a:xfrm>
              <a:off x="4359786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6" name="object 1866"/>
            <p:cNvSpPr/>
            <p:nvPr/>
          </p:nvSpPr>
          <p:spPr>
            <a:xfrm>
              <a:off x="4470696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7" name="object 1867"/>
            <p:cNvSpPr/>
            <p:nvPr/>
          </p:nvSpPr>
          <p:spPr>
            <a:xfrm>
              <a:off x="4581609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8" name="object 1868"/>
            <p:cNvSpPr/>
            <p:nvPr/>
          </p:nvSpPr>
          <p:spPr>
            <a:xfrm>
              <a:off x="4692531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9" name="object 1869"/>
            <p:cNvSpPr/>
            <p:nvPr/>
          </p:nvSpPr>
          <p:spPr>
            <a:xfrm>
              <a:off x="4803442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0" name="object 1870"/>
            <p:cNvSpPr/>
            <p:nvPr/>
          </p:nvSpPr>
          <p:spPr>
            <a:xfrm>
              <a:off x="4914340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1" name="object 1871"/>
            <p:cNvSpPr/>
            <p:nvPr/>
          </p:nvSpPr>
          <p:spPr>
            <a:xfrm>
              <a:off x="5025252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2" name="object 1872"/>
            <p:cNvSpPr/>
            <p:nvPr/>
          </p:nvSpPr>
          <p:spPr>
            <a:xfrm>
              <a:off x="5136162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3" name="object 1873"/>
            <p:cNvSpPr/>
            <p:nvPr/>
          </p:nvSpPr>
          <p:spPr>
            <a:xfrm>
              <a:off x="5247074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4" name="object 1874"/>
            <p:cNvSpPr/>
            <p:nvPr/>
          </p:nvSpPr>
          <p:spPr>
            <a:xfrm>
              <a:off x="5357984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5" name="object 1875"/>
            <p:cNvSpPr/>
            <p:nvPr/>
          </p:nvSpPr>
          <p:spPr>
            <a:xfrm>
              <a:off x="5468896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6" name="object 1876"/>
            <p:cNvSpPr/>
            <p:nvPr/>
          </p:nvSpPr>
          <p:spPr>
            <a:xfrm>
              <a:off x="5579807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7" name="object 1877"/>
            <p:cNvSpPr/>
            <p:nvPr/>
          </p:nvSpPr>
          <p:spPr>
            <a:xfrm>
              <a:off x="5690717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8" name="object 1878"/>
            <p:cNvSpPr/>
            <p:nvPr/>
          </p:nvSpPr>
          <p:spPr>
            <a:xfrm>
              <a:off x="5801628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9" name="object 1879"/>
            <p:cNvSpPr/>
            <p:nvPr/>
          </p:nvSpPr>
          <p:spPr>
            <a:xfrm>
              <a:off x="5912538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0" name="object 1880"/>
            <p:cNvSpPr/>
            <p:nvPr/>
          </p:nvSpPr>
          <p:spPr>
            <a:xfrm>
              <a:off x="6023450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1" name="object 1881"/>
            <p:cNvSpPr/>
            <p:nvPr/>
          </p:nvSpPr>
          <p:spPr>
            <a:xfrm>
              <a:off x="6134360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2" name="object 1882"/>
            <p:cNvSpPr/>
            <p:nvPr/>
          </p:nvSpPr>
          <p:spPr>
            <a:xfrm>
              <a:off x="6245272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3" name="object 1883"/>
            <p:cNvSpPr/>
            <p:nvPr/>
          </p:nvSpPr>
          <p:spPr>
            <a:xfrm>
              <a:off x="6356181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4" name="object 1884"/>
            <p:cNvSpPr/>
            <p:nvPr/>
          </p:nvSpPr>
          <p:spPr>
            <a:xfrm>
              <a:off x="6467094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5" name="object 1885"/>
            <p:cNvSpPr/>
            <p:nvPr/>
          </p:nvSpPr>
          <p:spPr>
            <a:xfrm>
              <a:off x="6578003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6" name="object 1886"/>
            <p:cNvSpPr/>
            <p:nvPr/>
          </p:nvSpPr>
          <p:spPr>
            <a:xfrm>
              <a:off x="6688902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7" name="object 1887"/>
            <p:cNvSpPr/>
            <p:nvPr/>
          </p:nvSpPr>
          <p:spPr>
            <a:xfrm>
              <a:off x="6799813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8" name="object 1888"/>
            <p:cNvSpPr/>
            <p:nvPr/>
          </p:nvSpPr>
          <p:spPr>
            <a:xfrm>
              <a:off x="6910724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9" name="object 1889"/>
            <p:cNvSpPr/>
            <p:nvPr/>
          </p:nvSpPr>
          <p:spPr>
            <a:xfrm>
              <a:off x="7021634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0" name="object 1890"/>
            <p:cNvSpPr/>
            <p:nvPr/>
          </p:nvSpPr>
          <p:spPr>
            <a:xfrm>
              <a:off x="7132546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1" name="object 1891"/>
            <p:cNvSpPr/>
            <p:nvPr/>
          </p:nvSpPr>
          <p:spPr>
            <a:xfrm>
              <a:off x="7243455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2" name="object 1892"/>
            <p:cNvSpPr/>
            <p:nvPr/>
          </p:nvSpPr>
          <p:spPr>
            <a:xfrm>
              <a:off x="7354368" y="777558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3" name="object 1893"/>
            <p:cNvSpPr/>
            <p:nvPr/>
          </p:nvSpPr>
          <p:spPr>
            <a:xfrm>
              <a:off x="4137978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4" name="object 1894"/>
            <p:cNvSpPr/>
            <p:nvPr/>
          </p:nvSpPr>
          <p:spPr>
            <a:xfrm>
              <a:off x="4248889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5" name="object 1895"/>
            <p:cNvSpPr/>
            <p:nvPr/>
          </p:nvSpPr>
          <p:spPr>
            <a:xfrm>
              <a:off x="4359786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6" name="object 1896"/>
            <p:cNvSpPr/>
            <p:nvPr/>
          </p:nvSpPr>
          <p:spPr>
            <a:xfrm>
              <a:off x="4470696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7" name="object 1897"/>
            <p:cNvSpPr/>
            <p:nvPr/>
          </p:nvSpPr>
          <p:spPr>
            <a:xfrm>
              <a:off x="4581609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8" name="object 1898"/>
            <p:cNvSpPr/>
            <p:nvPr/>
          </p:nvSpPr>
          <p:spPr>
            <a:xfrm>
              <a:off x="4692531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9" name="object 1899"/>
            <p:cNvSpPr/>
            <p:nvPr/>
          </p:nvSpPr>
          <p:spPr>
            <a:xfrm>
              <a:off x="4803442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0" name="object 1900"/>
            <p:cNvSpPr/>
            <p:nvPr/>
          </p:nvSpPr>
          <p:spPr>
            <a:xfrm>
              <a:off x="4914340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1" name="object 1901"/>
            <p:cNvSpPr/>
            <p:nvPr/>
          </p:nvSpPr>
          <p:spPr>
            <a:xfrm>
              <a:off x="5025252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2" name="object 1902"/>
            <p:cNvSpPr/>
            <p:nvPr/>
          </p:nvSpPr>
          <p:spPr>
            <a:xfrm>
              <a:off x="5136162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3" name="object 1903"/>
            <p:cNvSpPr/>
            <p:nvPr/>
          </p:nvSpPr>
          <p:spPr>
            <a:xfrm>
              <a:off x="5247074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4" name="object 1904"/>
            <p:cNvSpPr/>
            <p:nvPr/>
          </p:nvSpPr>
          <p:spPr>
            <a:xfrm>
              <a:off x="5357984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5" name="object 1905"/>
            <p:cNvSpPr/>
            <p:nvPr/>
          </p:nvSpPr>
          <p:spPr>
            <a:xfrm>
              <a:off x="5468896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6" name="object 1906"/>
            <p:cNvSpPr/>
            <p:nvPr/>
          </p:nvSpPr>
          <p:spPr>
            <a:xfrm>
              <a:off x="5579807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7" name="object 1907"/>
            <p:cNvSpPr/>
            <p:nvPr/>
          </p:nvSpPr>
          <p:spPr>
            <a:xfrm>
              <a:off x="5690717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8" name="object 1908"/>
            <p:cNvSpPr/>
            <p:nvPr/>
          </p:nvSpPr>
          <p:spPr>
            <a:xfrm>
              <a:off x="5801628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9" name="object 1909"/>
            <p:cNvSpPr/>
            <p:nvPr/>
          </p:nvSpPr>
          <p:spPr>
            <a:xfrm>
              <a:off x="5912538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0" name="object 1910"/>
            <p:cNvSpPr/>
            <p:nvPr/>
          </p:nvSpPr>
          <p:spPr>
            <a:xfrm>
              <a:off x="6023450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1" name="object 1911"/>
            <p:cNvSpPr/>
            <p:nvPr/>
          </p:nvSpPr>
          <p:spPr>
            <a:xfrm>
              <a:off x="6134360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2" name="object 1912"/>
            <p:cNvSpPr/>
            <p:nvPr/>
          </p:nvSpPr>
          <p:spPr>
            <a:xfrm>
              <a:off x="6245272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3" name="object 1913"/>
            <p:cNvSpPr/>
            <p:nvPr/>
          </p:nvSpPr>
          <p:spPr>
            <a:xfrm>
              <a:off x="6356181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4" name="object 1914"/>
            <p:cNvSpPr/>
            <p:nvPr/>
          </p:nvSpPr>
          <p:spPr>
            <a:xfrm>
              <a:off x="6467094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5" name="object 1915"/>
            <p:cNvSpPr/>
            <p:nvPr/>
          </p:nvSpPr>
          <p:spPr>
            <a:xfrm>
              <a:off x="6578003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6" name="object 1916"/>
            <p:cNvSpPr/>
            <p:nvPr/>
          </p:nvSpPr>
          <p:spPr>
            <a:xfrm>
              <a:off x="6688902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7" name="object 1917"/>
            <p:cNvSpPr/>
            <p:nvPr/>
          </p:nvSpPr>
          <p:spPr>
            <a:xfrm>
              <a:off x="6799813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8" name="object 1918"/>
            <p:cNvSpPr/>
            <p:nvPr/>
          </p:nvSpPr>
          <p:spPr>
            <a:xfrm>
              <a:off x="6910724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9" name="object 1919"/>
            <p:cNvSpPr/>
            <p:nvPr/>
          </p:nvSpPr>
          <p:spPr>
            <a:xfrm>
              <a:off x="7021634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0" name="object 1920"/>
            <p:cNvSpPr/>
            <p:nvPr/>
          </p:nvSpPr>
          <p:spPr>
            <a:xfrm>
              <a:off x="7132546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1" name="object 1921"/>
            <p:cNvSpPr/>
            <p:nvPr/>
          </p:nvSpPr>
          <p:spPr>
            <a:xfrm>
              <a:off x="7243455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2" name="object 1922"/>
            <p:cNvSpPr/>
            <p:nvPr/>
          </p:nvSpPr>
          <p:spPr>
            <a:xfrm>
              <a:off x="7354368" y="7883984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3" name="object 1923"/>
            <p:cNvSpPr/>
            <p:nvPr/>
          </p:nvSpPr>
          <p:spPr>
            <a:xfrm>
              <a:off x="4137978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4" name="object 1924"/>
            <p:cNvSpPr/>
            <p:nvPr/>
          </p:nvSpPr>
          <p:spPr>
            <a:xfrm>
              <a:off x="4248889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5" name="object 1925"/>
            <p:cNvSpPr/>
            <p:nvPr/>
          </p:nvSpPr>
          <p:spPr>
            <a:xfrm>
              <a:off x="4359786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6" name="object 1926"/>
            <p:cNvSpPr/>
            <p:nvPr/>
          </p:nvSpPr>
          <p:spPr>
            <a:xfrm>
              <a:off x="4470696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7" name="object 1927"/>
            <p:cNvSpPr/>
            <p:nvPr/>
          </p:nvSpPr>
          <p:spPr>
            <a:xfrm>
              <a:off x="4581609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8" name="object 1928"/>
            <p:cNvSpPr/>
            <p:nvPr/>
          </p:nvSpPr>
          <p:spPr>
            <a:xfrm>
              <a:off x="4692531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9" name="object 1929"/>
            <p:cNvSpPr/>
            <p:nvPr/>
          </p:nvSpPr>
          <p:spPr>
            <a:xfrm>
              <a:off x="4803442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0" name="object 1930"/>
            <p:cNvSpPr/>
            <p:nvPr/>
          </p:nvSpPr>
          <p:spPr>
            <a:xfrm>
              <a:off x="4914340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1" name="object 1931"/>
            <p:cNvSpPr/>
            <p:nvPr/>
          </p:nvSpPr>
          <p:spPr>
            <a:xfrm>
              <a:off x="5025252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2" name="object 1932"/>
            <p:cNvSpPr/>
            <p:nvPr/>
          </p:nvSpPr>
          <p:spPr>
            <a:xfrm>
              <a:off x="5136162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3" name="object 1933"/>
            <p:cNvSpPr/>
            <p:nvPr/>
          </p:nvSpPr>
          <p:spPr>
            <a:xfrm>
              <a:off x="5247074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4" name="object 1934"/>
            <p:cNvSpPr/>
            <p:nvPr/>
          </p:nvSpPr>
          <p:spPr>
            <a:xfrm>
              <a:off x="5357984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5" name="object 1935"/>
            <p:cNvSpPr/>
            <p:nvPr/>
          </p:nvSpPr>
          <p:spPr>
            <a:xfrm>
              <a:off x="5468896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6" name="object 1936"/>
            <p:cNvSpPr/>
            <p:nvPr/>
          </p:nvSpPr>
          <p:spPr>
            <a:xfrm>
              <a:off x="5579807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7" name="object 1937"/>
            <p:cNvSpPr/>
            <p:nvPr/>
          </p:nvSpPr>
          <p:spPr>
            <a:xfrm>
              <a:off x="5690717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8" name="object 1938"/>
            <p:cNvSpPr/>
            <p:nvPr/>
          </p:nvSpPr>
          <p:spPr>
            <a:xfrm>
              <a:off x="5801628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9" name="object 1939"/>
            <p:cNvSpPr/>
            <p:nvPr/>
          </p:nvSpPr>
          <p:spPr>
            <a:xfrm>
              <a:off x="5912538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0" name="object 1940"/>
            <p:cNvSpPr/>
            <p:nvPr/>
          </p:nvSpPr>
          <p:spPr>
            <a:xfrm>
              <a:off x="6023450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1" name="object 1941"/>
            <p:cNvSpPr/>
            <p:nvPr/>
          </p:nvSpPr>
          <p:spPr>
            <a:xfrm>
              <a:off x="6134360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2" name="object 1942"/>
            <p:cNvSpPr/>
            <p:nvPr/>
          </p:nvSpPr>
          <p:spPr>
            <a:xfrm>
              <a:off x="6245272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3" name="object 1943"/>
            <p:cNvSpPr/>
            <p:nvPr/>
          </p:nvSpPr>
          <p:spPr>
            <a:xfrm>
              <a:off x="6356181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4" name="object 1944"/>
            <p:cNvSpPr/>
            <p:nvPr/>
          </p:nvSpPr>
          <p:spPr>
            <a:xfrm>
              <a:off x="6467094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5" name="object 1945"/>
            <p:cNvSpPr/>
            <p:nvPr/>
          </p:nvSpPr>
          <p:spPr>
            <a:xfrm>
              <a:off x="6578003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6" name="object 1946"/>
            <p:cNvSpPr/>
            <p:nvPr/>
          </p:nvSpPr>
          <p:spPr>
            <a:xfrm>
              <a:off x="6688902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7" name="object 1947"/>
            <p:cNvSpPr/>
            <p:nvPr/>
          </p:nvSpPr>
          <p:spPr>
            <a:xfrm>
              <a:off x="6799813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8" name="object 1948"/>
            <p:cNvSpPr/>
            <p:nvPr/>
          </p:nvSpPr>
          <p:spPr>
            <a:xfrm>
              <a:off x="6910724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9" name="object 1949"/>
            <p:cNvSpPr/>
            <p:nvPr/>
          </p:nvSpPr>
          <p:spPr>
            <a:xfrm>
              <a:off x="7021634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0" name="object 1950"/>
            <p:cNvSpPr/>
            <p:nvPr/>
          </p:nvSpPr>
          <p:spPr>
            <a:xfrm>
              <a:off x="7132546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1" name="object 1951"/>
            <p:cNvSpPr/>
            <p:nvPr/>
          </p:nvSpPr>
          <p:spPr>
            <a:xfrm>
              <a:off x="7243455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2" name="object 1952"/>
            <p:cNvSpPr/>
            <p:nvPr/>
          </p:nvSpPr>
          <p:spPr>
            <a:xfrm>
              <a:off x="7354368" y="799237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3" name="object 1953"/>
            <p:cNvSpPr/>
            <p:nvPr/>
          </p:nvSpPr>
          <p:spPr>
            <a:xfrm>
              <a:off x="4137978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4" name="object 1954"/>
            <p:cNvSpPr/>
            <p:nvPr/>
          </p:nvSpPr>
          <p:spPr>
            <a:xfrm>
              <a:off x="4248889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5" name="object 1955"/>
            <p:cNvSpPr/>
            <p:nvPr/>
          </p:nvSpPr>
          <p:spPr>
            <a:xfrm>
              <a:off x="4359786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6" name="object 1956"/>
            <p:cNvSpPr/>
            <p:nvPr/>
          </p:nvSpPr>
          <p:spPr>
            <a:xfrm>
              <a:off x="4470696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7" name="object 1957"/>
            <p:cNvSpPr/>
            <p:nvPr/>
          </p:nvSpPr>
          <p:spPr>
            <a:xfrm>
              <a:off x="4581609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8" name="object 1958"/>
            <p:cNvSpPr/>
            <p:nvPr/>
          </p:nvSpPr>
          <p:spPr>
            <a:xfrm>
              <a:off x="4692531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9" name="object 1959"/>
            <p:cNvSpPr/>
            <p:nvPr/>
          </p:nvSpPr>
          <p:spPr>
            <a:xfrm>
              <a:off x="4803442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0" name="object 1960"/>
            <p:cNvSpPr/>
            <p:nvPr/>
          </p:nvSpPr>
          <p:spPr>
            <a:xfrm>
              <a:off x="4914340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1" name="object 1961"/>
            <p:cNvSpPr/>
            <p:nvPr/>
          </p:nvSpPr>
          <p:spPr>
            <a:xfrm>
              <a:off x="5025252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2" name="object 1962"/>
            <p:cNvSpPr/>
            <p:nvPr/>
          </p:nvSpPr>
          <p:spPr>
            <a:xfrm>
              <a:off x="5136162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3" name="object 1963"/>
            <p:cNvSpPr/>
            <p:nvPr/>
          </p:nvSpPr>
          <p:spPr>
            <a:xfrm>
              <a:off x="5247074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4" name="object 1964"/>
            <p:cNvSpPr/>
            <p:nvPr/>
          </p:nvSpPr>
          <p:spPr>
            <a:xfrm>
              <a:off x="5357984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5" name="object 1965"/>
            <p:cNvSpPr/>
            <p:nvPr/>
          </p:nvSpPr>
          <p:spPr>
            <a:xfrm>
              <a:off x="5468896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6" name="object 1966"/>
            <p:cNvSpPr/>
            <p:nvPr/>
          </p:nvSpPr>
          <p:spPr>
            <a:xfrm>
              <a:off x="5579807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7" name="object 1967"/>
            <p:cNvSpPr/>
            <p:nvPr/>
          </p:nvSpPr>
          <p:spPr>
            <a:xfrm>
              <a:off x="5690717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8" name="object 1968"/>
            <p:cNvSpPr/>
            <p:nvPr/>
          </p:nvSpPr>
          <p:spPr>
            <a:xfrm>
              <a:off x="5801628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9" name="object 1969"/>
            <p:cNvSpPr/>
            <p:nvPr/>
          </p:nvSpPr>
          <p:spPr>
            <a:xfrm>
              <a:off x="5912538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0" name="object 1970"/>
            <p:cNvSpPr/>
            <p:nvPr/>
          </p:nvSpPr>
          <p:spPr>
            <a:xfrm>
              <a:off x="6023450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1" name="object 1971"/>
            <p:cNvSpPr/>
            <p:nvPr/>
          </p:nvSpPr>
          <p:spPr>
            <a:xfrm>
              <a:off x="6134360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2" name="object 1972"/>
            <p:cNvSpPr/>
            <p:nvPr/>
          </p:nvSpPr>
          <p:spPr>
            <a:xfrm>
              <a:off x="6245272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3" name="object 1973"/>
            <p:cNvSpPr/>
            <p:nvPr/>
          </p:nvSpPr>
          <p:spPr>
            <a:xfrm>
              <a:off x="6356181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4" name="object 1974"/>
            <p:cNvSpPr/>
            <p:nvPr/>
          </p:nvSpPr>
          <p:spPr>
            <a:xfrm>
              <a:off x="6467094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5" name="object 1975"/>
            <p:cNvSpPr/>
            <p:nvPr/>
          </p:nvSpPr>
          <p:spPr>
            <a:xfrm>
              <a:off x="6578003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6" name="object 1976"/>
            <p:cNvSpPr/>
            <p:nvPr/>
          </p:nvSpPr>
          <p:spPr>
            <a:xfrm>
              <a:off x="6688902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7" name="object 1977"/>
            <p:cNvSpPr/>
            <p:nvPr/>
          </p:nvSpPr>
          <p:spPr>
            <a:xfrm>
              <a:off x="6799813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8" name="object 1978"/>
            <p:cNvSpPr/>
            <p:nvPr/>
          </p:nvSpPr>
          <p:spPr>
            <a:xfrm>
              <a:off x="6910724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9" name="object 1979"/>
            <p:cNvSpPr/>
            <p:nvPr/>
          </p:nvSpPr>
          <p:spPr>
            <a:xfrm>
              <a:off x="7021634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0" name="object 1980"/>
            <p:cNvSpPr/>
            <p:nvPr/>
          </p:nvSpPr>
          <p:spPr>
            <a:xfrm>
              <a:off x="7132546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1" name="object 1981"/>
            <p:cNvSpPr/>
            <p:nvPr/>
          </p:nvSpPr>
          <p:spPr>
            <a:xfrm>
              <a:off x="7243455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2" name="object 1982"/>
            <p:cNvSpPr/>
            <p:nvPr/>
          </p:nvSpPr>
          <p:spPr>
            <a:xfrm>
              <a:off x="7354368" y="810077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3" name="object 1983"/>
            <p:cNvSpPr/>
            <p:nvPr/>
          </p:nvSpPr>
          <p:spPr>
            <a:xfrm>
              <a:off x="4137978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4" name="object 1984"/>
            <p:cNvSpPr/>
            <p:nvPr/>
          </p:nvSpPr>
          <p:spPr>
            <a:xfrm>
              <a:off x="4248889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5" name="object 1985"/>
            <p:cNvSpPr/>
            <p:nvPr/>
          </p:nvSpPr>
          <p:spPr>
            <a:xfrm>
              <a:off x="4359786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6" name="object 1986"/>
            <p:cNvSpPr/>
            <p:nvPr/>
          </p:nvSpPr>
          <p:spPr>
            <a:xfrm>
              <a:off x="4470696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7" name="object 1987"/>
            <p:cNvSpPr/>
            <p:nvPr/>
          </p:nvSpPr>
          <p:spPr>
            <a:xfrm>
              <a:off x="4581609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8" name="object 1988"/>
            <p:cNvSpPr/>
            <p:nvPr/>
          </p:nvSpPr>
          <p:spPr>
            <a:xfrm>
              <a:off x="4692531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9" name="object 1989"/>
            <p:cNvSpPr/>
            <p:nvPr/>
          </p:nvSpPr>
          <p:spPr>
            <a:xfrm>
              <a:off x="4803442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0" name="object 1990"/>
            <p:cNvSpPr/>
            <p:nvPr/>
          </p:nvSpPr>
          <p:spPr>
            <a:xfrm>
              <a:off x="4914340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1" name="object 1991"/>
            <p:cNvSpPr/>
            <p:nvPr/>
          </p:nvSpPr>
          <p:spPr>
            <a:xfrm>
              <a:off x="5025252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2" name="object 1992"/>
            <p:cNvSpPr/>
            <p:nvPr/>
          </p:nvSpPr>
          <p:spPr>
            <a:xfrm>
              <a:off x="5136162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3" name="object 1993"/>
            <p:cNvSpPr/>
            <p:nvPr/>
          </p:nvSpPr>
          <p:spPr>
            <a:xfrm>
              <a:off x="5247074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4" name="object 1994"/>
            <p:cNvSpPr/>
            <p:nvPr/>
          </p:nvSpPr>
          <p:spPr>
            <a:xfrm>
              <a:off x="5357984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5" name="object 1995"/>
            <p:cNvSpPr/>
            <p:nvPr/>
          </p:nvSpPr>
          <p:spPr>
            <a:xfrm>
              <a:off x="5468896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6" name="object 1996"/>
            <p:cNvSpPr/>
            <p:nvPr/>
          </p:nvSpPr>
          <p:spPr>
            <a:xfrm>
              <a:off x="5579807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7" name="object 1997"/>
            <p:cNvSpPr/>
            <p:nvPr/>
          </p:nvSpPr>
          <p:spPr>
            <a:xfrm>
              <a:off x="5690717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8" name="object 1998"/>
            <p:cNvSpPr/>
            <p:nvPr/>
          </p:nvSpPr>
          <p:spPr>
            <a:xfrm>
              <a:off x="5801628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9" name="object 1999"/>
            <p:cNvSpPr/>
            <p:nvPr/>
          </p:nvSpPr>
          <p:spPr>
            <a:xfrm>
              <a:off x="5912538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0" name="object 2000"/>
            <p:cNvSpPr/>
            <p:nvPr/>
          </p:nvSpPr>
          <p:spPr>
            <a:xfrm>
              <a:off x="6023450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1" name="object 2001"/>
            <p:cNvSpPr/>
            <p:nvPr/>
          </p:nvSpPr>
          <p:spPr>
            <a:xfrm>
              <a:off x="6134360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2" name="object 2002"/>
            <p:cNvSpPr/>
            <p:nvPr/>
          </p:nvSpPr>
          <p:spPr>
            <a:xfrm>
              <a:off x="6245272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3" name="object 2003"/>
            <p:cNvSpPr/>
            <p:nvPr/>
          </p:nvSpPr>
          <p:spPr>
            <a:xfrm>
              <a:off x="6356181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4" name="object 2004"/>
            <p:cNvSpPr/>
            <p:nvPr/>
          </p:nvSpPr>
          <p:spPr>
            <a:xfrm>
              <a:off x="6467094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5" name="object 2005"/>
            <p:cNvSpPr/>
            <p:nvPr/>
          </p:nvSpPr>
          <p:spPr>
            <a:xfrm>
              <a:off x="6578003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6" name="object 2006"/>
            <p:cNvSpPr/>
            <p:nvPr/>
          </p:nvSpPr>
          <p:spPr>
            <a:xfrm>
              <a:off x="6688902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7" name="object 2007"/>
            <p:cNvSpPr/>
            <p:nvPr/>
          </p:nvSpPr>
          <p:spPr>
            <a:xfrm>
              <a:off x="6799813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8" name="object 2008"/>
            <p:cNvSpPr/>
            <p:nvPr/>
          </p:nvSpPr>
          <p:spPr>
            <a:xfrm>
              <a:off x="6910724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9" name="object 2009"/>
            <p:cNvSpPr/>
            <p:nvPr/>
          </p:nvSpPr>
          <p:spPr>
            <a:xfrm>
              <a:off x="7021634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0" name="object 2010"/>
            <p:cNvSpPr/>
            <p:nvPr/>
          </p:nvSpPr>
          <p:spPr>
            <a:xfrm>
              <a:off x="7132546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1" name="object 2011"/>
            <p:cNvSpPr/>
            <p:nvPr/>
          </p:nvSpPr>
          <p:spPr>
            <a:xfrm>
              <a:off x="7243455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2" name="object 2012"/>
            <p:cNvSpPr/>
            <p:nvPr/>
          </p:nvSpPr>
          <p:spPr>
            <a:xfrm>
              <a:off x="7354368" y="8209161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3" name="object 2013"/>
            <p:cNvSpPr/>
            <p:nvPr/>
          </p:nvSpPr>
          <p:spPr>
            <a:xfrm>
              <a:off x="4137978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4" name="object 2014"/>
            <p:cNvSpPr/>
            <p:nvPr/>
          </p:nvSpPr>
          <p:spPr>
            <a:xfrm>
              <a:off x="4248889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5" name="object 2015"/>
            <p:cNvSpPr/>
            <p:nvPr/>
          </p:nvSpPr>
          <p:spPr>
            <a:xfrm>
              <a:off x="4359786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6" name="object 2016"/>
            <p:cNvSpPr/>
            <p:nvPr/>
          </p:nvSpPr>
          <p:spPr>
            <a:xfrm>
              <a:off x="4470696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7" name="object 2017"/>
            <p:cNvSpPr/>
            <p:nvPr/>
          </p:nvSpPr>
          <p:spPr>
            <a:xfrm>
              <a:off x="4581609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8" name="object 2018"/>
            <p:cNvSpPr/>
            <p:nvPr/>
          </p:nvSpPr>
          <p:spPr>
            <a:xfrm>
              <a:off x="4692531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9" name="object 2019"/>
            <p:cNvSpPr/>
            <p:nvPr/>
          </p:nvSpPr>
          <p:spPr>
            <a:xfrm>
              <a:off x="4803442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0" name="object 2020"/>
            <p:cNvSpPr/>
            <p:nvPr/>
          </p:nvSpPr>
          <p:spPr>
            <a:xfrm>
              <a:off x="4914340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1" name="object 2021"/>
            <p:cNvSpPr/>
            <p:nvPr/>
          </p:nvSpPr>
          <p:spPr>
            <a:xfrm>
              <a:off x="5025252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2" name="object 2022"/>
            <p:cNvSpPr/>
            <p:nvPr/>
          </p:nvSpPr>
          <p:spPr>
            <a:xfrm>
              <a:off x="5136162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3" name="object 2023"/>
            <p:cNvSpPr/>
            <p:nvPr/>
          </p:nvSpPr>
          <p:spPr>
            <a:xfrm>
              <a:off x="5247074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4" name="object 2024"/>
            <p:cNvSpPr/>
            <p:nvPr/>
          </p:nvSpPr>
          <p:spPr>
            <a:xfrm>
              <a:off x="5357984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5" name="object 2025"/>
            <p:cNvSpPr/>
            <p:nvPr/>
          </p:nvSpPr>
          <p:spPr>
            <a:xfrm>
              <a:off x="5468896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6" name="object 2026"/>
            <p:cNvSpPr/>
            <p:nvPr/>
          </p:nvSpPr>
          <p:spPr>
            <a:xfrm>
              <a:off x="5579807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7" name="object 2027"/>
            <p:cNvSpPr/>
            <p:nvPr/>
          </p:nvSpPr>
          <p:spPr>
            <a:xfrm>
              <a:off x="5690717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8" name="object 2028"/>
            <p:cNvSpPr/>
            <p:nvPr/>
          </p:nvSpPr>
          <p:spPr>
            <a:xfrm>
              <a:off x="5801628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9" name="object 2029"/>
            <p:cNvSpPr/>
            <p:nvPr/>
          </p:nvSpPr>
          <p:spPr>
            <a:xfrm>
              <a:off x="5912538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0" name="object 2030"/>
            <p:cNvSpPr/>
            <p:nvPr/>
          </p:nvSpPr>
          <p:spPr>
            <a:xfrm>
              <a:off x="6023450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1" name="object 2031"/>
            <p:cNvSpPr/>
            <p:nvPr/>
          </p:nvSpPr>
          <p:spPr>
            <a:xfrm>
              <a:off x="6134360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2" name="object 2032"/>
            <p:cNvSpPr/>
            <p:nvPr/>
          </p:nvSpPr>
          <p:spPr>
            <a:xfrm>
              <a:off x="6245272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3" name="object 2033"/>
            <p:cNvSpPr/>
            <p:nvPr/>
          </p:nvSpPr>
          <p:spPr>
            <a:xfrm>
              <a:off x="6356181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4" name="object 2034"/>
            <p:cNvSpPr/>
            <p:nvPr/>
          </p:nvSpPr>
          <p:spPr>
            <a:xfrm>
              <a:off x="6467094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5" name="object 2035"/>
            <p:cNvSpPr/>
            <p:nvPr/>
          </p:nvSpPr>
          <p:spPr>
            <a:xfrm>
              <a:off x="6578003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6" name="object 2036"/>
            <p:cNvSpPr/>
            <p:nvPr/>
          </p:nvSpPr>
          <p:spPr>
            <a:xfrm>
              <a:off x="6688902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7" name="object 2037"/>
            <p:cNvSpPr/>
            <p:nvPr/>
          </p:nvSpPr>
          <p:spPr>
            <a:xfrm>
              <a:off x="6799813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8" name="object 2038"/>
            <p:cNvSpPr/>
            <p:nvPr/>
          </p:nvSpPr>
          <p:spPr>
            <a:xfrm>
              <a:off x="6910724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9" name="object 2039"/>
            <p:cNvSpPr/>
            <p:nvPr/>
          </p:nvSpPr>
          <p:spPr>
            <a:xfrm>
              <a:off x="7021634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0" name="object 2040"/>
            <p:cNvSpPr/>
            <p:nvPr/>
          </p:nvSpPr>
          <p:spPr>
            <a:xfrm>
              <a:off x="7132546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1" name="object 2041"/>
            <p:cNvSpPr/>
            <p:nvPr/>
          </p:nvSpPr>
          <p:spPr>
            <a:xfrm>
              <a:off x="7243455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2" name="object 2042"/>
            <p:cNvSpPr/>
            <p:nvPr/>
          </p:nvSpPr>
          <p:spPr>
            <a:xfrm>
              <a:off x="7354368" y="8317556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3" name="object 2043"/>
            <p:cNvSpPr/>
            <p:nvPr/>
          </p:nvSpPr>
          <p:spPr>
            <a:xfrm>
              <a:off x="4137978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4" name="object 2044"/>
            <p:cNvSpPr/>
            <p:nvPr/>
          </p:nvSpPr>
          <p:spPr>
            <a:xfrm>
              <a:off x="4248889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5" name="object 2045"/>
            <p:cNvSpPr/>
            <p:nvPr/>
          </p:nvSpPr>
          <p:spPr>
            <a:xfrm>
              <a:off x="4359786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6" name="object 2046"/>
            <p:cNvSpPr/>
            <p:nvPr/>
          </p:nvSpPr>
          <p:spPr>
            <a:xfrm>
              <a:off x="4470696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7" name="object 2047"/>
            <p:cNvSpPr/>
            <p:nvPr/>
          </p:nvSpPr>
          <p:spPr>
            <a:xfrm>
              <a:off x="4581609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8" name="object 2048"/>
            <p:cNvSpPr/>
            <p:nvPr/>
          </p:nvSpPr>
          <p:spPr>
            <a:xfrm>
              <a:off x="4692531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9" name="object 2049"/>
            <p:cNvSpPr/>
            <p:nvPr/>
          </p:nvSpPr>
          <p:spPr>
            <a:xfrm>
              <a:off x="4803442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0" name="object 2050"/>
            <p:cNvSpPr/>
            <p:nvPr/>
          </p:nvSpPr>
          <p:spPr>
            <a:xfrm>
              <a:off x="4914340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1" name="object 2051"/>
            <p:cNvSpPr/>
            <p:nvPr/>
          </p:nvSpPr>
          <p:spPr>
            <a:xfrm>
              <a:off x="5025252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2" name="object 2052"/>
            <p:cNvSpPr/>
            <p:nvPr/>
          </p:nvSpPr>
          <p:spPr>
            <a:xfrm>
              <a:off x="5136162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3" name="object 2053"/>
            <p:cNvSpPr/>
            <p:nvPr/>
          </p:nvSpPr>
          <p:spPr>
            <a:xfrm>
              <a:off x="5247074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4" name="object 2054"/>
            <p:cNvSpPr/>
            <p:nvPr/>
          </p:nvSpPr>
          <p:spPr>
            <a:xfrm>
              <a:off x="5357984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5" name="object 2055"/>
            <p:cNvSpPr/>
            <p:nvPr/>
          </p:nvSpPr>
          <p:spPr>
            <a:xfrm>
              <a:off x="5468896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6" name="object 2056"/>
            <p:cNvSpPr/>
            <p:nvPr/>
          </p:nvSpPr>
          <p:spPr>
            <a:xfrm>
              <a:off x="5579807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7" name="object 2057"/>
            <p:cNvSpPr/>
            <p:nvPr/>
          </p:nvSpPr>
          <p:spPr>
            <a:xfrm>
              <a:off x="5690717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8" name="object 2058"/>
            <p:cNvSpPr/>
            <p:nvPr/>
          </p:nvSpPr>
          <p:spPr>
            <a:xfrm>
              <a:off x="5801628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9" name="object 2059"/>
            <p:cNvSpPr/>
            <p:nvPr/>
          </p:nvSpPr>
          <p:spPr>
            <a:xfrm>
              <a:off x="5912538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0" name="object 2060"/>
            <p:cNvSpPr/>
            <p:nvPr/>
          </p:nvSpPr>
          <p:spPr>
            <a:xfrm>
              <a:off x="6023450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1" name="object 2061"/>
            <p:cNvSpPr/>
            <p:nvPr/>
          </p:nvSpPr>
          <p:spPr>
            <a:xfrm>
              <a:off x="6134360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2" name="object 2062"/>
            <p:cNvSpPr/>
            <p:nvPr/>
          </p:nvSpPr>
          <p:spPr>
            <a:xfrm>
              <a:off x="6245272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3" name="object 2063"/>
            <p:cNvSpPr/>
            <p:nvPr/>
          </p:nvSpPr>
          <p:spPr>
            <a:xfrm>
              <a:off x="6356181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4" name="object 2064"/>
            <p:cNvSpPr/>
            <p:nvPr/>
          </p:nvSpPr>
          <p:spPr>
            <a:xfrm>
              <a:off x="6467094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5" name="object 2065"/>
            <p:cNvSpPr/>
            <p:nvPr/>
          </p:nvSpPr>
          <p:spPr>
            <a:xfrm>
              <a:off x="6578003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6" name="object 2066"/>
            <p:cNvSpPr/>
            <p:nvPr/>
          </p:nvSpPr>
          <p:spPr>
            <a:xfrm>
              <a:off x="6688902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7" name="object 2067"/>
            <p:cNvSpPr/>
            <p:nvPr/>
          </p:nvSpPr>
          <p:spPr>
            <a:xfrm>
              <a:off x="6799813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8" name="object 2068"/>
            <p:cNvSpPr/>
            <p:nvPr/>
          </p:nvSpPr>
          <p:spPr>
            <a:xfrm>
              <a:off x="6910724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9" name="object 2069"/>
            <p:cNvSpPr/>
            <p:nvPr/>
          </p:nvSpPr>
          <p:spPr>
            <a:xfrm>
              <a:off x="7021634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0" name="object 2070"/>
            <p:cNvSpPr/>
            <p:nvPr/>
          </p:nvSpPr>
          <p:spPr>
            <a:xfrm>
              <a:off x="7132546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1" name="object 2071"/>
            <p:cNvSpPr/>
            <p:nvPr/>
          </p:nvSpPr>
          <p:spPr>
            <a:xfrm>
              <a:off x="7243455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2" name="object 2072"/>
            <p:cNvSpPr/>
            <p:nvPr/>
          </p:nvSpPr>
          <p:spPr>
            <a:xfrm>
              <a:off x="7354368" y="842594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3" name="object 2073"/>
            <p:cNvSpPr/>
            <p:nvPr/>
          </p:nvSpPr>
          <p:spPr>
            <a:xfrm>
              <a:off x="4137978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4" name="object 2074"/>
            <p:cNvSpPr/>
            <p:nvPr/>
          </p:nvSpPr>
          <p:spPr>
            <a:xfrm>
              <a:off x="4248889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5" name="object 2075"/>
            <p:cNvSpPr/>
            <p:nvPr/>
          </p:nvSpPr>
          <p:spPr>
            <a:xfrm>
              <a:off x="4359786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6" name="object 2076"/>
            <p:cNvSpPr/>
            <p:nvPr/>
          </p:nvSpPr>
          <p:spPr>
            <a:xfrm>
              <a:off x="4470696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7" name="object 2077"/>
            <p:cNvSpPr/>
            <p:nvPr/>
          </p:nvSpPr>
          <p:spPr>
            <a:xfrm>
              <a:off x="4581609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8" name="object 2078"/>
            <p:cNvSpPr/>
            <p:nvPr/>
          </p:nvSpPr>
          <p:spPr>
            <a:xfrm>
              <a:off x="4692531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9" name="object 2079"/>
            <p:cNvSpPr/>
            <p:nvPr/>
          </p:nvSpPr>
          <p:spPr>
            <a:xfrm>
              <a:off x="4803442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0" name="object 2080"/>
            <p:cNvSpPr/>
            <p:nvPr/>
          </p:nvSpPr>
          <p:spPr>
            <a:xfrm>
              <a:off x="4914340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1" name="object 2081"/>
            <p:cNvSpPr/>
            <p:nvPr/>
          </p:nvSpPr>
          <p:spPr>
            <a:xfrm>
              <a:off x="5025252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2" name="object 2082"/>
            <p:cNvSpPr/>
            <p:nvPr/>
          </p:nvSpPr>
          <p:spPr>
            <a:xfrm>
              <a:off x="5136162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3" name="object 2083"/>
            <p:cNvSpPr/>
            <p:nvPr/>
          </p:nvSpPr>
          <p:spPr>
            <a:xfrm>
              <a:off x="5247074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4" name="object 2084"/>
            <p:cNvSpPr/>
            <p:nvPr/>
          </p:nvSpPr>
          <p:spPr>
            <a:xfrm>
              <a:off x="5357984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5" name="object 2085"/>
            <p:cNvSpPr/>
            <p:nvPr/>
          </p:nvSpPr>
          <p:spPr>
            <a:xfrm>
              <a:off x="5468896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6" name="object 2086"/>
            <p:cNvSpPr/>
            <p:nvPr/>
          </p:nvSpPr>
          <p:spPr>
            <a:xfrm>
              <a:off x="5579807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7" name="object 2087"/>
            <p:cNvSpPr/>
            <p:nvPr/>
          </p:nvSpPr>
          <p:spPr>
            <a:xfrm>
              <a:off x="5690717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8" name="object 2088"/>
            <p:cNvSpPr/>
            <p:nvPr/>
          </p:nvSpPr>
          <p:spPr>
            <a:xfrm>
              <a:off x="5801628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9" name="object 2089"/>
            <p:cNvSpPr/>
            <p:nvPr/>
          </p:nvSpPr>
          <p:spPr>
            <a:xfrm>
              <a:off x="5912538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0" name="object 2090"/>
            <p:cNvSpPr/>
            <p:nvPr/>
          </p:nvSpPr>
          <p:spPr>
            <a:xfrm>
              <a:off x="6023450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1" name="object 2091"/>
            <p:cNvSpPr/>
            <p:nvPr/>
          </p:nvSpPr>
          <p:spPr>
            <a:xfrm>
              <a:off x="6134360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2" name="object 2092"/>
            <p:cNvSpPr/>
            <p:nvPr/>
          </p:nvSpPr>
          <p:spPr>
            <a:xfrm>
              <a:off x="6245272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3" name="object 2093"/>
            <p:cNvSpPr/>
            <p:nvPr/>
          </p:nvSpPr>
          <p:spPr>
            <a:xfrm>
              <a:off x="6356181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4" name="object 2094"/>
            <p:cNvSpPr/>
            <p:nvPr/>
          </p:nvSpPr>
          <p:spPr>
            <a:xfrm>
              <a:off x="6467094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5" name="object 2095"/>
            <p:cNvSpPr/>
            <p:nvPr/>
          </p:nvSpPr>
          <p:spPr>
            <a:xfrm>
              <a:off x="6578003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6" name="object 2096"/>
            <p:cNvSpPr/>
            <p:nvPr/>
          </p:nvSpPr>
          <p:spPr>
            <a:xfrm>
              <a:off x="6688902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7" name="object 2097"/>
            <p:cNvSpPr/>
            <p:nvPr/>
          </p:nvSpPr>
          <p:spPr>
            <a:xfrm>
              <a:off x="6799813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8" name="object 2098"/>
            <p:cNvSpPr/>
            <p:nvPr/>
          </p:nvSpPr>
          <p:spPr>
            <a:xfrm>
              <a:off x="6910724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9" name="object 2099"/>
            <p:cNvSpPr/>
            <p:nvPr/>
          </p:nvSpPr>
          <p:spPr>
            <a:xfrm>
              <a:off x="7021634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0" name="object 2100"/>
            <p:cNvSpPr/>
            <p:nvPr/>
          </p:nvSpPr>
          <p:spPr>
            <a:xfrm>
              <a:off x="7132546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1" name="object 2101"/>
            <p:cNvSpPr/>
            <p:nvPr/>
          </p:nvSpPr>
          <p:spPr>
            <a:xfrm>
              <a:off x="7243455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2" name="object 2102"/>
            <p:cNvSpPr/>
            <p:nvPr/>
          </p:nvSpPr>
          <p:spPr>
            <a:xfrm>
              <a:off x="7354368" y="8534342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3" name="object 2103"/>
            <p:cNvSpPr/>
            <p:nvPr/>
          </p:nvSpPr>
          <p:spPr>
            <a:xfrm>
              <a:off x="4137978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4" name="object 2104"/>
            <p:cNvSpPr/>
            <p:nvPr/>
          </p:nvSpPr>
          <p:spPr>
            <a:xfrm>
              <a:off x="4248889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5" name="object 2105"/>
            <p:cNvSpPr/>
            <p:nvPr/>
          </p:nvSpPr>
          <p:spPr>
            <a:xfrm>
              <a:off x="4359786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6" name="object 2106"/>
            <p:cNvSpPr/>
            <p:nvPr/>
          </p:nvSpPr>
          <p:spPr>
            <a:xfrm>
              <a:off x="4470696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7" name="object 2107"/>
            <p:cNvSpPr/>
            <p:nvPr/>
          </p:nvSpPr>
          <p:spPr>
            <a:xfrm>
              <a:off x="4581609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8" name="object 2108"/>
            <p:cNvSpPr/>
            <p:nvPr/>
          </p:nvSpPr>
          <p:spPr>
            <a:xfrm>
              <a:off x="4692531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9" name="object 2109"/>
            <p:cNvSpPr/>
            <p:nvPr/>
          </p:nvSpPr>
          <p:spPr>
            <a:xfrm>
              <a:off x="4803442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0" name="object 2110"/>
            <p:cNvSpPr/>
            <p:nvPr/>
          </p:nvSpPr>
          <p:spPr>
            <a:xfrm>
              <a:off x="4914340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1" name="object 2111"/>
            <p:cNvSpPr/>
            <p:nvPr/>
          </p:nvSpPr>
          <p:spPr>
            <a:xfrm>
              <a:off x="5025252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2" name="object 2112"/>
            <p:cNvSpPr/>
            <p:nvPr/>
          </p:nvSpPr>
          <p:spPr>
            <a:xfrm>
              <a:off x="5136162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3" name="object 2113"/>
            <p:cNvSpPr/>
            <p:nvPr/>
          </p:nvSpPr>
          <p:spPr>
            <a:xfrm>
              <a:off x="5247074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4" name="object 2114"/>
            <p:cNvSpPr/>
            <p:nvPr/>
          </p:nvSpPr>
          <p:spPr>
            <a:xfrm>
              <a:off x="5357984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5" name="object 2115"/>
            <p:cNvSpPr/>
            <p:nvPr/>
          </p:nvSpPr>
          <p:spPr>
            <a:xfrm>
              <a:off x="5468896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6" name="object 2116"/>
            <p:cNvSpPr/>
            <p:nvPr/>
          </p:nvSpPr>
          <p:spPr>
            <a:xfrm>
              <a:off x="5579807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7" name="object 2117"/>
            <p:cNvSpPr/>
            <p:nvPr/>
          </p:nvSpPr>
          <p:spPr>
            <a:xfrm>
              <a:off x="5690717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8" name="object 2118"/>
            <p:cNvSpPr/>
            <p:nvPr/>
          </p:nvSpPr>
          <p:spPr>
            <a:xfrm>
              <a:off x="5801628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9" name="object 2119"/>
            <p:cNvSpPr/>
            <p:nvPr/>
          </p:nvSpPr>
          <p:spPr>
            <a:xfrm>
              <a:off x="5912538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0" name="object 2120"/>
            <p:cNvSpPr/>
            <p:nvPr/>
          </p:nvSpPr>
          <p:spPr>
            <a:xfrm>
              <a:off x="6023450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1" name="object 2121"/>
            <p:cNvSpPr/>
            <p:nvPr/>
          </p:nvSpPr>
          <p:spPr>
            <a:xfrm>
              <a:off x="6134360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2" name="object 2122"/>
            <p:cNvSpPr/>
            <p:nvPr/>
          </p:nvSpPr>
          <p:spPr>
            <a:xfrm>
              <a:off x="6245272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3" name="object 2123"/>
            <p:cNvSpPr/>
            <p:nvPr/>
          </p:nvSpPr>
          <p:spPr>
            <a:xfrm>
              <a:off x="6356181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4" name="object 2124"/>
            <p:cNvSpPr/>
            <p:nvPr/>
          </p:nvSpPr>
          <p:spPr>
            <a:xfrm>
              <a:off x="6467094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5" name="object 2125"/>
            <p:cNvSpPr/>
            <p:nvPr/>
          </p:nvSpPr>
          <p:spPr>
            <a:xfrm>
              <a:off x="6578003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6" name="object 2126"/>
            <p:cNvSpPr/>
            <p:nvPr/>
          </p:nvSpPr>
          <p:spPr>
            <a:xfrm>
              <a:off x="6688902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7" name="object 2127"/>
            <p:cNvSpPr/>
            <p:nvPr/>
          </p:nvSpPr>
          <p:spPr>
            <a:xfrm>
              <a:off x="6799813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8" name="object 2128"/>
            <p:cNvSpPr/>
            <p:nvPr/>
          </p:nvSpPr>
          <p:spPr>
            <a:xfrm>
              <a:off x="6910724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9" name="object 2129"/>
            <p:cNvSpPr/>
            <p:nvPr/>
          </p:nvSpPr>
          <p:spPr>
            <a:xfrm>
              <a:off x="7021634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0" name="object 2130"/>
            <p:cNvSpPr/>
            <p:nvPr/>
          </p:nvSpPr>
          <p:spPr>
            <a:xfrm>
              <a:off x="7132546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1" name="object 2131"/>
            <p:cNvSpPr/>
            <p:nvPr/>
          </p:nvSpPr>
          <p:spPr>
            <a:xfrm>
              <a:off x="7243455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2" name="object 2132"/>
            <p:cNvSpPr/>
            <p:nvPr/>
          </p:nvSpPr>
          <p:spPr>
            <a:xfrm>
              <a:off x="7354368" y="8642733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3" name="object 2133"/>
            <p:cNvSpPr/>
            <p:nvPr/>
          </p:nvSpPr>
          <p:spPr>
            <a:xfrm>
              <a:off x="4137978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4" name="object 2134"/>
            <p:cNvSpPr/>
            <p:nvPr/>
          </p:nvSpPr>
          <p:spPr>
            <a:xfrm>
              <a:off x="4248889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5" name="object 2135"/>
            <p:cNvSpPr/>
            <p:nvPr/>
          </p:nvSpPr>
          <p:spPr>
            <a:xfrm>
              <a:off x="4359786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6" name="object 2136"/>
            <p:cNvSpPr/>
            <p:nvPr/>
          </p:nvSpPr>
          <p:spPr>
            <a:xfrm>
              <a:off x="4470696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7" name="object 2137"/>
            <p:cNvSpPr/>
            <p:nvPr/>
          </p:nvSpPr>
          <p:spPr>
            <a:xfrm>
              <a:off x="4581609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8" name="object 2138"/>
            <p:cNvSpPr/>
            <p:nvPr/>
          </p:nvSpPr>
          <p:spPr>
            <a:xfrm>
              <a:off x="4692531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9" name="object 2139"/>
            <p:cNvSpPr/>
            <p:nvPr/>
          </p:nvSpPr>
          <p:spPr>
            <a:xfrm>
              <a:off x="4803442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0" name="object 2140"/>
            <p:cNvSpPr/>
            <p:nvPr/>
          </p:nvSpPr>
          <p:spPr>
            <a:xfrm>
              <a:off x="4914340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1" name="object 2141"/>
            <p:cNvSpPr/>
            <p:nvPr/>
          </p:nvSpPr>
          <p:spPr>
            <a:xfrm>
              <a:off x="5025252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2" name="object 2142"/>
            <p:cNvSpPr/>
            <p:nvPr/>
          </p:nvSpPr>
          <p:spPr>
            <a:xfrm>
              <a:off x="5136162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3" name="object 2143"/>
            <p:cNvSpPr/>
            <p:nvPr/>
          </p:nvSpPr>
          <p:spPr>
            <a:xfrm>
              <a:off x="5247074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4" name="object 2144"/>
            <p:cNvSpPr/>
            <p:nvPr/>
          </p:nvSpPr>
          <p:spPr>
            <a:xfrm>
              <a:off x="5357984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5" name="object 2145"/>
            <p:cNvSpPr/>
            <p:nvPr/>
          </p:nvSpPr>
          <p:spPr>
            <a:xfrm>
              <a:off x="5468896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6" name="object 2146"/>
            <p:cNvSpPr/>
            <p:nvPr/>
          </p:nvSpPr>
          <p:spPr>
            <a:xfrm>
              <a:off x="5579807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7" name="object 2147"/>
            <p:cNvSpPr/>
            <p:nvPr/>
          </p:nvSpPr>
          <p:spPr>
            <a:xfrm>
              <a:off x="5690717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8" name="object 2148"/>
            <p:cNvSpPr/>
            <p:nvPr/>
          </p:nvSpPr>
          <p:spPr>
            <a:xfrm>
              <a:off x="5801628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9" name="object 2149"/>
            <p:cNvSpPr/>
            <p:nvPr/>
          </p:nvSpPr>
          <p:spPr>
            <a:xfrm>
              <a:off x="5912538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0" name="object 2150"/>
            <p:cNvSpPr/>
            <p:nvPr/>
          </p:nvSpPr>
          <p:spPr>
            <a:xfrm>
              <a:off x="6023450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1" name="object 2151"/>
            <p:cNvSpPr/>
            <p:nvPr/>
          </p:nvSpPr>
          <p:spPr>
            <a:xfrm>
              <a:off x="6134360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2" name="object 2152"/>
            <p:cNvSpPr/>
            <p:nvPr/>
          </p:nvSpPr>
          <p:spPr>
            <a:xfrm>
              <a:off x="6245272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3" name="object 2153"/>
            <p:cNvSpPr/>
            <p:nvPr/>
          </p:nvSpPr>
          <p:spPr>
            <a:xfrm>
              <a:off x="6356181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4" name="object 2154"/>
            <p:cNvSpPr/>
            <p:nvPr/>
          </p:nvSpPr>
          <p:spPr>
            <a:xfrm>
              <a:off x="6467094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5" name="object 2155"/>
            <p:cNvSpPr/>
            <p:nvPr/>
          </p:nvSpPr>
          <p:spPr>
            <a:xfrm>
              <a:off x="657800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6" name="object 2156"/>
            <p:cNvSpPr/>
            <p:nvPr/>
          </p:nvSpPr>
          <p:spPr>
            <a:xfrm>
              <a:off x="6688902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7" name="object 2157"/>
            <p:cNvSpPr/>
            <p:nvPr/>
          </p:nvSpPr>
          <p:spPr>
            <a:xfrm>
              <a:off x="6799813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8" name="object 2158"/>
            <p:cNvSpPr/>
            <p:nvPr/>
          </p:nvSpPr>
          <p:spPr>
            <a:xfrm>
              <a:off x="6910724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9" name="object 2159"/>
            <p:cNvSpPr/>
            <p:nvPr/>
          </p:nvSpPr>
          <p:spPr>
            <a:xfrm>
              <a:off x="7021634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0" name="object 2160"/>
            <p:cNvSpPr/>
            <p:nvPr/>
          </p:nvSpPr>
          <p:spPr>
            <a:xfrm>
              <a:off x="7132546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1" name="object 2161"/>
            <p:cNvSpPr/>
            <p:nvPr/>
          </p:nvSpPr>
          <p:spPr>
            <a:xfrm>
              <a:off x="7243455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2" name="object 2162"/>
            <p:cNvSpPr/>
            <p:nvPr/>
          </p:nvSpPr>
          <p:spPr>
            <a:xfrm>
              <a:off x="7354368" y="8751128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3" name="object 2163"/>
            <p:cNvSpPr/>
            <p:nvPr/>
          </p:nvSpPr>
          <p:spPr>
            <a:xfrm>
              <a:off x="4137978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4" name="object 2164"/>
            <p:cNvSpPr/>
            <p:nvPr/>
          </p:nvSpPr>
          <p:spPr>
            <a:xfrm>
              <a:off x="4248889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5" name="object 2165"/>
            <p:cNvSpPr/>
            <p:nvPr/>
          </p:nvSpPr>
          <p:spPr>
            <a:xfrm>
              <a:off x="4359786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6" name="object 2166"/>
            <p:cNvSpPr/>
            <p:nvPr/>
          </p:nvSpPr>
          <p:spPr>
            <a:xfrm>
              <a:off x="4470696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7" name="object 2167"/>
            <p:cNvSpPr/>
            <p:nvPr/>
          </p:nvSpPr>
          <p:spPr>
            <a:xfrm>
              <a:off x="4581609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8" name="object 2168"/>
            <p:cNvSpPr/>
            <p:nvPr/>
          </p:nvSpPr>
          <p:spPr>
            <a:xfrm>
              <a:off x="4692531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9" name="object 2169"/>
            <p:cNvSpPr/>
            <p:nvPr/>
          </p:nvSpPr>
          <p:spPr>
            <a:xfrm>
              <a:off x="4803442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0" name="object 2170"/>
            <p:cNvSpPr/>
            <p:nvPr/>
          </p:nvSpPr>
          <p:spPr>
            <a:xfrm>
              <a:off x="4914340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1" name="object 2171"/>
            <p:cNvSpPr/>
            <p:nvPr/>
          </p:nvSpPr>
          <p:spPr>
            <a:xfrm>
              <a:off x="5025252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2" name="object 2172"/>
            <p:cNvSpPr/>
            <p:nvPr/>
          </p:nvSpPr>
          <p:spPr>
            <a:xfrm>
              <a:off x="5136162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3" name="object 2173"/>
            <p:cNvSpPr/>
            <p:nvPr/>
          </p:nvSpPr>
          <p:spPr>
            <a:xfrm>
              <a:off x="5247074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4" name="object 2174"/>
            <p:cNvSpPr/>
            <p:nvPr/>
          </p:nvSpPr>
          <p:spPr>
            <a:xfrm>
              <a:off x="5357984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5" name="object 2175"/>
            <p:cNvSpPr/>
            <p:nvPr/>
          </p:nvSpPr>
          <p:spPr>
            <a:xfrm>
              <a:off x="5468896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6" name="object 2176"/>
            <p:cNvSpPr/>
            <p:nvPr/>
          </p:nvSpPr>
          <p:spPr>
            <a:xfrm>
              <a:off x="5579807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7" name="object 2177"/>
            <p:cNvSpPr/>
            <p:nvPr/>
          </p:nvSpPr>
          <p:spPr>
            <a:xfrm>
              <a:off x="5690717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8" name="object 2178"/>
            <p:cNvSpPr/>
            <p:nvPr/>
          </p:nvSpPr>
          <p:spPr>
            <a:xfrm>
              <a:off x="5801628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9" name="object 2179"/>
            <p:cNvSpPr/>
            <p:nvPr/>
          </p:nvSpPr>
          <p:spPr>
            <a:xfrm>
              <a:off x="5912538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0" name="object 2180"/>
            <p:cNvSpPr/>
            <p:nvPr/>
          </p:nvSpPr>
          <p:spPr>
            <a:xfrm>
              <a:off x="6023450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1" name="object 2181"/>
            <p:cNvSpPr/>
            <p:nvPr/>
          </p:nvSpPr>
          <p:spPr>
            <a:xfrm>
              <a:off x="6134360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2" name="object 2182"/>
            <p:cNvSpPr/>
            <p:nvPr/>
          </p:nvSpPr>
          <p:spPr>
            <a:xfrm>
              <a:off x="6245272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3" name="object 2183"/>
            <p:cNvSpPr/>
            <p:nvPr/>
          </p:nvSpPr>
          <p:spPr>
            <a:xfrm>
              <a:off x="6356181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4" name="object 2184"/>
            <p:cNvSpPr/>
            <p:nvPr/>
          </p:nvSpPr>
          <p:spPr>
            <a:xfrm>
              <a:off x="6467094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5" name="object 2185"/>
            <p:cNvSpPr/>
            <p:nvPr/>
          </p:nvSpPr>
          <p:spPr>
            <a:xfrm>
              <a:off x="657800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6" name="object 2186"/>
            <p:cNvSpPr/>
            <p:nvPr/>
          </p:nvSpPr>
          <p:spPr>
            <a:xfrm>
              <a:off x="6688902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7" name="object 2187"/>
            <p:cNvSpPr/>
            <p:nvPr/>
          </p:nvSpPr>
          <p:spPr>
            <a:xfrm>
              <a:off x="6799813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8" name="object 2188"/>
            <p:cNvSpPr/>
            <p:nvPr/>
          </p:nvSpPr>
          <p:spPr>
            <a:xfrm>
              <a:off x="6910724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9" name="object 2189"/>
            <p:cNvSpPr/>
            <p:nvPr/>
          </p:nvSpPr>
          <p:spPr>
            <a:xfrm>
              <a:off x="7021634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0" name="object 2190"/>
            <p:cNvSpPr/>
            <p:nvPr/>
          </p:nvSpPr>
          <p:spPr>
            <a:xfrm>
              <a:off x="7132546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1" name="object 2191"/>
            <p:cNvSpPr/>
            <p:nvPr/>
          </p:nvSpPr>
          <p:spPr>
            <a:xfrm>
              <a:off x="7243455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2" name="object 2192"/>
            <p:cNvSpPr/>
            <p:nvPr/>
          </p:nvSpPr>
          <p:spPr>
            <a:xfrm>
              <a:off x="7354368" y="8859509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3" name="object 2193"/>
            <p:cNvSpPr/>
            <p:nvPr/>
          </p:nvSpPr>
          <p:spPr>
            <a:xfrm>
              <a:off x="4137978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4" name="object 2194"/>
            <p:cNvSpPr/>
            <p:nvPr/>
          </p:nvSpPr>
          <p:spPr>
            <a:xfrm>
              <a:off x="4248889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5" name="object 2195"/>
            <p:cNvSpPr/>
            <p:nvPr/>
          </p:nvSpPr>
          <p:spPr>
            <a:xfrm>
              <a:off x="4359786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6" name="object 2196"/>
            <p:cNvSpPr/>
            <p:nvPr/>
          </p:nvSpPr>
          <p:spPr>
            <a:xfrm>
              <a:off x="4470696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7" name="object 2197"/>
            <p:cNvSpPr/>
            <p:nvPr/>
          </p:nvSpPr>
          <p:spPr>
            <a:xfrm>
              <a:off x="4581609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8" name="object 2198"/>
            <p:cNvSpPr/>
            <p:nvPr/>
          </p:nvSpPr>
          <p:spPr>
            <a:xfrm>
              <a:off x="4692531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9" name="object 2199"/>
            <p:cNvSpPr/>
            <p:nvPr/>
          </p:nvSpPr>
          <p:spPr>
            <a:xfrm>
              <a:off x="4803442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0" name="object 2200"/>
            <p:cNvSpPr/>
            <p:nvPr/>
          </p:nvSpPr>
          <p:spPr>
            <a:xfrm>
              <a:off x="4914340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1" name="object 2201"/>
            <p:cNvSpPr/>
            <p:nvPr/>
          </p:nvSpPr>
          <p:spPr>
            <a:xfrm>
              <a:off x="5025252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2" name="object 2202"/>
            <p:cNvSpPr/>
            <p:nvPr/>
          </p:nvSpPr>
          <p:spPr>
            <a:xfrm>
              <a:off x="5136162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3" name="object 2203"/>
            <p:cNvSpPr/>
            <p:nvPr/>
          </p:nvSpPr>
          <p:spPr>
            <a:xfrm>
              <a:off x="5247074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4" name="object 2204"/>
            <p:cNvSpPr/>
            <p:nvPr/>
          </p:nvSpPr>
          <p:spPr>
            <a:xfrm>
              <a:off x="5357984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5" name="object 2205"/>
            <p:cNvSpPr/>
            <p:nvPr/>
          </p:nvSpPr>
          <p:spPr>
            <a:xfrm>
              <a:off x="5468896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6" name="object 2206"/>
            <p:cNvSpPr/>
            <p:nvPr/>
          </p:nvSpPr>
          <p:spPr>
            <a:xfrm>
              <a:off x="5579807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7" name="object 2207"/>
            <p:cNvSpPr/>
            <p:nvPr/>
          </p:nvSpPr>
          <p:spPr>
            <a:xfrm>
              <a:off x="5690717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8" name="object 2208"/>
            <p:cNvSpPr/>
            <p:nvPr/>
          </p:nvSpPr>
          <p:spPr>
            <a:xfrm>
              <a:off x="5801628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9" name="object 2209"/>
            <p:cNvSpPr/>
            <p:nvPr/>
          </p:nvSpPr>
          <p:spPr>
            <a:xfrm>
              <a:off x="5912538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0" name="object 2210"/>
            <p:cNvSpPr/>
            <p:nvPr/>
          </p:nvSpPr>
          <p:spPr>
            <a:xfrm>
              <a:off x="6023450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1" name="object 2211"/>
            <p:cNvSpPr/>
            <p:nvPr/>
          </p:nvSpPr>
          <p:spPr>
            <a:xfrm>
              <a:off x="6134360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2" name="object 2212"/>
            <p:cNvSpPr/>
            <p:nvPr/>
          </p:nvSpPr>
          <p:spPr>
            <a:xfrm>
              <a:off x="6245272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3" name="object 2213"/>
            <p:cNvSpPr/>
            <p:nvPr/>
          </p:nvSpPr>
          <p:spPr>
            <a:xfrm>
              <a:off x="6356181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4" name="object 2214"/>
            <p:cNvSpPr/>
            <p:nvPr/>
          </p:nvSpPr>
          <p:spPr>
            <a:xfrm>
              <a:off x="6467094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5" name="object 2215"/>
            <p:cNvSpPr/>
            <p:nvPr/>
          </p:nvSpPr>
          <p:spPr>
            <a:xfrm>
              <a:off x="657800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6" name="object 2216"/>
            <p:cNvSpPr/>
            <p:nvPr/>
          </p:nvSpPr>
          <p:spPr>
            <a:xfrm>
              <a:off x="6688902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7" name="object 2217"/>
            <p:cNvSpPr/>
            <p:nvPr/>
          </p:nvSpPr>
          <p:spPr>
            <a:xfrm>
              <a:off x="6799813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8" name="object 2218"/>
            <p:cNvSpPr/>
            <p:nvPr/>
          </p:nvSpPr>
          <p:spPr>
            <a:xfrm>
              <a:off x="6910724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9" name="object 2219"/>
            <p:cNvSpPr/>
            <p:nvPr/>
          </p:nvSpPr>
          <p:spPr>
            <a:xfrm>
              <a:off x="7021634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0" name="object 2220"/>
            <p:cNvSpPr/>
            <p:nvPr/>
          </p:nvSpPr>
          <p:spPr>
            <a:xfrm>
              <a:off x="7132546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1" name="object 2221"/>
            <p:cNvSpPr/>
            <p:nvPr/>
          </p:nvSpPr>
          <p:spPr>
            <a:xfrm>
              <a:off x="7243455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2" name="object 2222"/>
            <p:cNvSpPr/>
            <p:nvPr/>
          </p:nvSpPr>
          <p:spPr>
            <a:xfrm>
              <a:off x="7354368" y="8967900"/>
              <a:ext cx="111125" cy="108585"/>
            </a:xfrm>
            <a:custGeom>
              <a:avLst/>
              <a:gdLst/>
              <a:ahLst/>
              <a:cxnLst/>
              <a:rect l="l" t="t" r="r" b="b"/>
              <a:pathLst>
                <a:path w="111125" h="108584">
                  <a:moveTo>
                    <a:pt x="110910" y="108393"/>
                  </a:moveTo>
                  <a:lnTo>
                    <a:pt x="0" y="108393"/>
                  </a:lnTo>
                  <a:lnTo>
                    <a:pt x="0" y="0"/>
                  </a:lnTo>
                  <a:lnTo>
                    <a:pt x="110910" y="0"/>
                  </a:lnTo>
                  <a:lnTo>
                    <a:pt x="110910" y="108393"/>
                  </a:lnTo>
                  <a:close/>
                </a:path>
              </a:pathLst>
            </a:custGeom>
            <a:ln w="3222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3" name="object 2223"/>
            <p:cNvSpPr/>
            <p:nvPr/>
          </p:nvSpPr>
          <p:spPr>
            <a:xfrm>
              <a:off x="4137978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4" name="object 2224"/>
            <p:cNvSpPr/>
            <p:nvPr/>
          </p:nvSpPr>
          <p:spPr>
            <a:xfrm>
              <a:off x="4248889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5" name="object 2225"/>
            <p:cNvSpPr/>
            <p:nvPr/>
          </p:nvSpPr>
          <p:spPr>
            <a:xfrm>
              <a:off x="4359786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6" name="object 2226"/>
            <p:cNvSpPr/>
            <p:nvPr/>
          </p:nvSpPr>
          <p:spPr>
            <a:xfrm>
              <a:off x="4470696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7" name="object 2227"/>
            <p:cNvSpPr/>
            <p:nvPr/>
          </p:nvSpPr>
          <p:spPr>
            <a:xfrm>
              <a:off x="4581609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8" name="object 2228"/>
            <p:cNvSpPr/>
            <p:nvPr/>
          </p:nvSpPr>
          <p:spPr>
            <a:xfrm>
              <a:off x="4692531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9" name="object 2229"/>
            <p:cNvSpPr/>
            <p:nvPr/>
          </p:nvSpPr>
          <p:spPr>
            <a:xfrm>
              <a:off x="4803442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0" name="object 2230"/>
            <p:cNvSpPr/>
            <p:nvPr/>
          </p:nvSpPr>
          <p:spPr>
            <a:xfrm>
              <a:off x="4914340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1" name="object 2231"/>
            <p:cNvSpPr/>
            <p:nvPr/>
          </p:nvSpPr>
          <p:spPr>
            <a:xfrm>
              <a:off x="5025252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2" name="object 2232"/>
            <p:cNvSpPr/>
            <p:nvPr/>
          </p:nvSpPr>
          <p:spPr>
            <a:xfrm>
              <a:off x="5136162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3" name="object 2233"/>
            <p:cNvSpPr/>
            <p:nvPr/>
          </p:nvSpPr>
          <p:spPr>
            <a:xfrm>
              <a:off x="5247074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4" name="object 2234"/>
            <p:cNvSpPr/>
            <p:nvPr/>
          </p:nvSpPr>
          <p:spPr>
            <a:xfrm>
              <a:off x="5357984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5" name="object 2235"/>
            <p:cNvSpPr/>
            <p:nvPr/>
          </p:nvSpPr>
          <p:spPr>
            <a:xfrm>
              <a:off x="5468896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6" name="object 2236"/>
            <p:cNvSpPr/>
            <p:nvPr/>
          </p:nvSpPr>
          <p:spPr>
            <a:xfrm>
              <a:off x="5579807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7" name="object 2237"/>
            <p:cNvSpPr/>
            <p:nvPr/>
          </p:nvSpPr>
          <p:spPr>
            <a:xfrm>
              <a:off x="5690717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8" name="object 2238"/>
            <p:cNvSpPr/>
            <p:nvPr/>
          </p:nvSpPr>
          <p:spPr>
            <a:xfrm>
              <a:off x="5801628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9" name="object 2239"/>
            <p:cNvSpPr/>
            <p:nvPr/>
          </p:nvSpPr>
          <p:spPr>
            <a:xfrm>
              <a:off x="5912538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0" name="object 2240"/>
            <p:cNvSpPr/>
            <p:nvPr/>
          </p:nvSpPr>
          <p:spPr>
            <a:xfrm>
              <a:off x="6023450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1" name="object 2241"/>
            <p:cNvSpPr/>
            <p:nvPr/>
          </p:nvSpPr>
          <p:spPr>
            <a:xfrm>
              <a:off x="6134360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2" name="object 2242"/>
            <p:cNvSpPr/>
            <p:nvPr/>
          </p:nvSpPr>
          <p:spPr>
            <a:xfrm>
              <a:off x="6245272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3" name="object 2243"/>
            <p:cNvSpPr/>
            <p:nvPr/>
          </p:nvSpPr>
          <p:spPr>
            <a:xfrm>
              <a:off x="6356181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4" name="object 2244"/>
            <p:cNvSpPr/>
            <p:nvPr/>
          </p:nvSpPr>
          <p:spPr>
            <a:xfrm>
              <a:off x="6467094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5" name="object 2245"/>
            <p:cNvSpPr/>
            <p:nvPr/>
          </p:nvSpPr>
          <p:spPr>
            <a:xfrm>
              <a:off x="657800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6" name="object 2246"/>
            <p:cNvSpPr/>
            <p:nvPr/>
          </p:nvSpPr>
          <p:spPr>
            <a:xfrm>
              <a:off x="6688902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7" name="object 2247"/>
            <p:cNvSpPr/>
            <p:nvPr/>
          </p:nvSpPr>
          <p:spPr>
            <a:xfrm>
              <a:off x="6799813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8" name="object 2248"/>
            <p:cNvSpPr/>
            <p:nvPr/>
          </p:nvSpPr>
          <p:spPr>
            <a:xfrm>
              <a:off x="6910724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9" name="object 2249"/>
            <p:cNvSpPr/>
            <p:nvPr/>
          </p:nvSpPr>
          <p:spPr>
            <a:xfrm>
              <a:off x="7021634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0" name="object 2250"/>
            <p:cNvSpPr/>
            <p:nvPr/>
          </p:nvSpPr>
          <p:spPr>
            <a:xfrm>
              <a:off x="7132546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1" name="object 2251"/>
            <p:cNvSpPr/>
            <p:nvPr/>
          </p:nvSpPr>
          <p:spPr>
            <a:xfrm>
              <a:off x="7243455" y="9076293"/>
              <a:ext cx="111125" cy="97790"/>
            </a:xfrm>
            <a:custGeom>
              <a:avLst/>
              <a:gdLst/>
              <a:ahLst/>
              <a:cxnLst/>
              <a:rect l="l" t="t" r="r" b="b"/>
              <a:pathLst>
                <a:path w="111125" h="97790">
                  <a:moveTo>
                    <a:pt x="0" y="97348"/>
                  </a:moveTo>
                  <a:lnTo>
                    <a:pt x="0" y="0"/>
                  </a:lnTo>
                  <a:lnTo>
                    <a:pt x="110910" y="0"/>
                  </a:lnTo>
                  <a:lnTo>
                    <a:pt x="110910" y="97348"/>
                  </a:lnTo>
                </a:path>
              </a:pathLst>
            </a:custGeom>
            <a:ln w="3218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2" name="object 2252"/>
            <p:cNvSpPr/>
            <p:nvPr/>
          </p:nvSpPr>
          <p:spPr>
            <a:xfrm>
              <a:off x="7354368" y="9076293"/>
              <a:ext cx="109855" cy="97790"/>
            </a:xfrm>
            <a:custGeom>
              <a:avLst/>
              <a:gdLst/>
              <a:ahLst/>
              <a:cxnLst/>
              <a:rect l="l" t="t" r="r" b="b"/>
              <a:pathLst>
                <a:path w="109854" h="97790">
                  <a:moveTo>
                    <a:pt x="0" y="97348"/>
                  </a:moveTo>
                  <a:lnTo>
                    <a:pt x="0" y="0"/>
                  </a:lnTo>
                  <a:lnTo>
                    <a:pt x="109286" y="0"/>
                  </a:lnTo>
                </a:path>
              </a:pathLst>
            </a:custGeom>
            <a:ln w="3219">
              <a:solidFill>
                <a:srgbClr val="CDCB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3" name="object 2253"/>
            <p:cNvSpPr/>
            <p:nvPr/>
          </p:nvSpPr>
          <p:spPr>
            <a:xfrm>
              <a:off x="636350" y="1060043"/>
              <a:ext cx="6827520" cy="8114030"/>
            </a:xfrm>
            <a:custGeom>
              <a:avLst/>
              <a:gdLst/>
              <a:ahLst/>
              <a:cxnLst/>
              <a:rect l="l" t="t" r="r" b="b"/>
              <a:pathLst>
                <a:path w="6827520" h="8114030">
                  <a:moveTo>
                    <a:pt x="0" y="8113598"/>
                  </a:moveTo>
                  <a:lnTo>
                    <a:pt x="6827304" y="8113598"/>
                  </a:lnTo>
                  <a:lnTo>
                    <a:pt x="6827304" y="0"/>
                  </a:lnTo>
                  <a:lnTo>
                    <a:pt x="0" y="0"/>
                  </a:lnTo>
                  <a:lnTo>
                    <a:pt x="0" y="8113598"/>
                  </a:lnTo>
                  <a:close/>
                </a:path>
              </a:pathLst>
            </a:custGeom>
            <a:ln w="12700">
              <a:solidFill>
                <a:srgbClr val="00A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4" name="object 2254"/>
            <p:cNvSpPr/>
            <p:nvPr/>
          </p:nvSpPr>
          <p:spPr>
            <a:xfrm>
              <a:off x="450850" y="906345"/>
              <a:ext cx="1915795" cy="347980"/>
            </a:xfrm>
            <a:custGeom>
              <a:avLst/>
              <a:gdLst/>
              <a:ahLst/>
              <a:cxnLst/>
              <a:rect l="l" t="t" r="r" b="b"/>
              <a:pathLst>
                <a:path w="1915795" h="347980">
                  <a:moveTo>
                    <a:pt x="1892871" y="0"/>
                  </a:moveTo>
                  <a:lnTo>
                    <a:pt x="58534" y="0"/>
                  </a:lnTo>
                  <a:lnTo>
                    <a:pt x="37608" y="434"/>
                  </a:lnTo>
                  <a:lnTo>
                    <a:pt x="10029" y="53928"/>
                  </a:lnTo>
                  <a:lnTo>
                    <a:pt x="1414" y="129526"/>
                  </a:lnTo>
                  <a:lnTo>
                    <a:pt x="0" y="173761"/>
                  </a:lnTo>
                  <a:lnTo>
                    <a:pt x="1414" y="218002"/>
                  </a:lnTo>
                  <a:lnTo>
                    <a:pt x="5057" y="258824"/>
                  </a:lnTo>
                  <a:lnTo>
                    <a:pt x="15430" y="319684"/>
                  </a:lnTo>
                  <a:lnTo>
                    <a:pt x="58534" y="347522"/>
                  </a:lnTo>
                  <a:lnTo>
                    <a:pt x="1892871" y="347522"/>
                  </a:lnTo>
                  <a:lnTo>
                    <a:pt x="1902376" y="305340"/>
                  </a:lnTo>
                  <a:lnTo>
                    <a:pt x="1909456" y="262304"/>
                  </a:lnTo>
                  <a:lnTo>
                    <a:pt x="1913875" y="218437"/>
                  </a:lnTo>
                  <a:lnTo>
                    <a:pt x="1915401" y="173761"/>
                  </a:lnTo>
                  <a:lnTo>
                    <a:pt x="1913875" y="129091"/>
                  </a:lnTo>
                  <a:lnTo>
                    <a:pt x="1909456" y="85223"/>
                  </a:lnTo>
                  <a:lnTo>
                    <a:pt x="1902376" y="42184"/>
                  </a:lnTo>
                  <a:lnTo>
                    <a:pt x="1892871" y="0"/>
                  </a:lnTo>
                  <a:close/>
                </a:path>
              </a:pathLst>
            </a:custGeom>
            <a:solidFill>
              <a:srgbClr val="00A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5" name="object 2255"/>
            <p:cNvSpPr/>
            <p:nvPr/>
          </p:nvSpPr>
          <p:spPr>
            <a:xfrm>
              <a:off x="450850" y="906345"/>
              <a:ext cx="1915795" cy="347980"/>
            </a:xfrm>
            <a:custGeom>
              <a:avLst/>
              <a:gdLst/>
              <a:ahLst/>
              <a:cxnLst/>
              <a:rect l="l" t="t" r="r" b="b"/>
              <a:pathLst>
                <a:path w="1915795" h="347980">
                  <a:moveTo>
                    <a:pt x="1892871" y="347522"/>
                  </a:moveTo>
                  <a:lnTo>
                    <a:pt x="1902376" y="305340"/>
                  </a:lnTo>
                  <a:lnTo>
                    <a:pt x="1909456" y="262304"/>
                  </a:lnTo>
                  <a:lnTo>
                    <a:pt x="1913875" y="218437"/>
                  </a:lnTo>
                  <a:lnTo>
                    <a:pt x="1915401" y="173761"/>
                  </a:lnTo>
                  <a:lnTo>
                    <a:pt x="1913875" y="129091"/>
                  </a:lnTo>
                  <a:lnTo>
                    <a:pt x="1909456" y="85223"/>
                  </a:lnTo>
                  <a:lnTo>
                    <a:pt x="1902376" y="42184"/>
                  </a:lnTo>
                  <a:lnTo>
                    <a:pt x="1892871" y="0"/>
                  </a:lnTo>
                  <a:lnTo>
                    <a:pt x="58534" y="0"/>
                  </a:lnTo>
                  <a:lnTo>
                    <a:pt x="20097" y="11744"/>
                  </a:lnTo>
                  <a:lnTo>
                    <a:pt x="10029" y="53928"/>
                  </a:lnTo>
                  <a:lnTo>
                    <a:pt x="1414" y="129526"/>
                  </a:lnTo>
                  <a:lnTo>
                    <a:pt x="0" y="173761"/>
                  </a:lnTo>
                  <a:lnTo>
                    <a:pt x="1414" y="218002"/>
                  </a:lnTo>
                  <a:lnTo>
                    <a:pt x="5057" y="258824"/>
                  </a:lnTo>
                  <a:lnTo>
                    <a:pt x="15430" y="319684"/>
                  </a:lnTo>
                  <a:lnTo>
                    <a:pt x="58534" y="347522"/>
                  </a:lnTo>
                  <a:lnTo>
                    <a:pt x="1892871" y="34752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56" name="object 2256"/>
          <p:cNvSpPr txBox="1"/>
          <p:nvPr/>
        </p:nvSpPr>
        <p:spPr>
          <a:xfrm>
            <a:off x="581849" y="938475"/>
            <a:ext cx="14649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i="1" spc="-140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1600" b="1" i="1" spc="-15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b="1" i="1" spc="-210" dirty="0">
                <a:solidFill>
                  <a:srgbClr val="FFFFFF"/>
                </a:solidFill>
                <a:latin typeface="Times New Roman"/>
                <a:cs typeface="Times New Roman"/>
              </a:rPr>
              <a:t>RMA</a:t>
            </a:r>
            <a:r>
              <a:rPr sz="1600" b="1" i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i="1" spc="-160" dirty="0">
                <a:solidFill>
                  <a:srgbClr val="FFFFFF"/>
                </a:solidFill>
                <a:latin typeface="Times New Roman"/>
                <a:cs typeface="Times New Roman"/>
              </a:rPr>
              <a:t>SORUL</a:t>
            </a:r>
            <a:r>
              <a:rPr sz="1600" b="1" i="1" spc="-18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b="1" i="1" spc="-17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257" name="object 2257"/>
          <p:cNvGrpSpPr/>
          <p:nvPr/>
        </p:nvGrpSpPr>
        <p:grpSpPr>
          <a:xfrm>
            <a:off x="917999" y="1055646"/>
            <a:ext cx="3225800" cy="8131175"/>
            <a:chOff x="917999" y="1055646"/>
            <a:chExt cx="3225800" cy="8131175"/>
          </a:xfrm>
        </p:grpSpPr>
        <p:sp>
          <p:nvSpPr>
            <p:cNvPr id="2258" name="object 2258"/>
            <p:cNvSpPr/>
            <p:nvPr/>
          </p:nvSpPr>
          <p:spPr>
            <a:xfrm>
              <a:off x="4137350" y="1061996"/>
              <a:ext cx="0" cy="8118475"/>
            </a:xfrm>
            <a:custGeom>
              <a:avLst/>
              <a:gdLst/>
              <a:ahLst/>
              <a:cxnLst/>
              <a:rect l="l" t="t" r="r" b="b"/>
              <a:pathLst>
                <a:path h="8118475">
                  <a:moveTo>
                    <a:pt x="0" y="0"/>
                  </a:moveTo>
                  <a:lnTo>
                    <a:pt x="0" y="8118005"/>
                  </a:lnTo>
                </a:path>
              </a:pathLst>
            </a:custGeom>
            <a:ln w="12700">
              <a:solidFill>
                <a:srgbClr val="00A2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9" name="object 2259"/>
            <p:cNvSpPr/>
            <p:nvPr/>
          </p:nvSpPr>
          <p:spPr>
            <a:xfrm>
              <a:off x="917997" y="3007448"/>
              <a:ext cx="2538730" cy="5971540"/>
            </a:xfrm>
            <a:custGeom>
              <a:avLst/>
              <a:gdLst/>
              <a:ahLst/>
              <a:cxnLst/>
              <a:rect l="l" t="t" r="r" b="b"/>
              <a:pathLst>
                <a:path w="2538729" h="5971540">
                  <a:moveTo>
                    <a:pt x="126873" y="3785184"/>
                  </a:moveTo>
                  <a:lnTo>
                    <a:pt x="0" y="3785184"/>
                  </a:lnTo>
                  <a:lnTo>
                    <a:pt x="0" y="3937584"/>
                  </a:lnTo>
                  <a:lnTo>
                    <a:pt x="126873" y="3937584"/>
                  </a:lnTo>
                  <a:lnTo>
                    <a:pt x="126873" y="3785184"/>
                  </a:lnTo>
                  <a:close/>
                </a:path>
                <a:path w="2538729" h="5971540">
                  <a:moveTo>
                    <a:pt x="868641" y="0"/>
                  </a:moveTo>
                  <a:lnTo>
                    <a:pt x="737997" y="0"/>
                  </a:lnTo>
                  <a:lnTo>
                    <a:pt x="737997" y="152400"/>
                  </a:lnTo>
                  <a:lnTo>
                    <a:pt x="868641" y="152400"/>
                  </a:lnTo>
                  <a:lnTo>
                    <a:pt x="868641" y="0"/>
                  </a:lnTo>
                  <a:close/>
                </a:path>
                <a:path w="2538729" h="5971540">
                  <a:moveTo>
                    <a:pt x="1740408" y="5818568"/>
                  </a:moveTo>
                  <a:lnTo>
                    <a:pt x="1601990" y="5818568"/>
                  </a:lnTo>
                  <a:lnTo>
                    <a:pt x="1601990" y="5970968"/>
                  </a:lnTo>
                  <a:lnTo>
                    <a:pt x="1740408" y="5970968"/>
                  </a:lnTo>
                  <a:lnTo>
                    <a:pt x="1740408" y="5818568"/>
                  </a:lnTo>
                  <a:close/>
                </a:path>
                <a:path w="2538729" h="5971540">
                  <a:moveTo>
                    <a:pt x="2538247" y="1910588"/>
                  </a:moveTo>
                  <a:lnTo>
                    <a:pt x="2394000" y="1910588"/>
                  </a:lnTo>
                  <a:lnTo>
                    <a:pt x="2394000" y="2062988"/>
                  </a:lnTo>
                  <a:lnTo>
                    <a:pt x="2538247" y="2062988"/>
                  </a:lnTo>
                  <a:lnTo>
                    <a:pt x="2538247" y="1910588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60" name="object 2260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61" name="object 2261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2262" name="object 2262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3" name="object 2263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4" name="object 2264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65" name="object 2265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266" name="object 2266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7" name="object 2267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268" name="object 2268"/>
          <p:cNvSpPr txBox="1"/>
          <p:nvPr/>
        </p:nvSpPr>
        <p:spPr>
          <a:xfrm>
            <a:off x="4191899" y="1472941"/>
            <a:ext cx="32258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b="1" i="1" spc="-210" dirty="0">
                <a:solidFill>
                  <a:srgbClr val="EF5BA1"/>
                </a:solidFill>
                <a:latin typeface="Verdana"/>
                <a:cs typeface="Verdana"/>
              </a:rPr>
              <a:t>1.</a:t>
            </a:r>
            <a:r>
              <a:rPr sz="1100" b="1" i="1" spc="20" dirty="0">
                <a:solidFill>
                  <a:srgbClr val="EF5BA1"/>
                </a:solidFill>
                <a:latin typeface="Verdana"/>
                <a:cs typeface="Verdana"/>
              </a:rPr>
              <a:t>  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Yandaki</a:t>
            </a:r>
            <a:r>
              <a:rPr sz="900" b="1" i="1" spc="5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900" b="1" i="1" spc="5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üçgenindeki</a:t>
            </a:r>
            <a:r>
              <a:rPr sz="900" b="1" i="1" spc="5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900" b="1" i="1" spc="-2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45" dirty="0">
                <a:solidFill>
                  <a:srgbClr val="231F20"/>
                </a:solidFill>
                <a:latin typeface="Verdana"/>
                <a:cs typeface="Verdana"/>
              </a:rPr>
              <a:t>D</a:t>
            </a:r>
            <a:r>
              <a:rPr sz="1500" spc="-217" baseline="41666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b="1" i="1" spc="-145" dirty="0">
                <a:solidFill>
                  <a:srgbClr val="231F20"/>
                </a:solidFill>
                <a:latin typeface="Verdana"/>
                <a:cs typeface="Verdana"/>
              </a:rPr>
              <a:t>CE</a:t>
            </a:r>
            <a:r>
              <a:rPr sz="900" b="1" i="1" spc="-14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900" b="1" i="1" spc="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0" dirty="0">
                <a:solidFill>
                  <a:srgbClr val="231F20"/>
                </a:solidFill>
                <a:latin typeface="Verdana"/>
                <a:cs typeface="Verdana"/>
              </a:rPr>
              <a:t>nin</a:t>
            </a:r>
            <a:r>
              <a:rPr sz="900" b="1" i="1" spc="5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269" name="object 2269"/>
          <p:cNvSpPr txBox="1"/>
          <p:nvPr/>
        </p:nvSpPr>
        <p:spPr>
          <a:xfrm>
            <a:off x="4415336" y="1739627"/>
            <a:ext cx="1631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spc="25" dirty="0">
                <a:solidFill>
                  <a:srgbClr val="231F20"/>
                </a:solidFill>
                <a:latin typeface="Verdana"/>
                <a:cs typeface="Verdana"/>
              </a:rPr>
              <a:t>derece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70" dirty="0">
                <a:solidFill>
                  <a:srgbClr val="231F20"/>
                </a:solidFill>
                <a:latin typeface="Verdana"/>
                <a:cs typeface="Verdana"/>
              </a:rPr>
              <a:t>bulunuz.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270" name="object 2270"/>
          <p:cNvSpPr txBox="1"/>
          <p:nvPr/>
        </p:nvSpPr>
        <p:spPr>
          <a:xfrm>
            <a:off x="4415336" y="2063554"/>
            <a:ext cx="218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EC008C"/>
                </a:solidFill>
                <a:latin typeface="Arial"/>
                <a:cs typeface="Arial"/>
              </a:rPr>
              <a:t>3</a:t>
            </a:r>
            <a:r>
              <a:rPr sz="900" i="1" spc="110" dirty="0">
                <a:solidFill>
                  <a:srgbClr val="EC008C"/>
                </a:solidFill>
                <a:latin typeface="Arial"/>
                <a:cs typeface="Arial"/>
              </a:rPr>
              <a:t>5</a:t>
            </a:r>
            <a:r>
              <a:rPr sz="900" i="1" spc="-55" dirty="0">
                <a:solidFill>
                  <a:srgbClr val="EC008C"/>
                </a:solidFill>
                <a:latin typeface="Arial"/>
                <a:cs typeface="Arial"/>
              </a:rPr>
              <a:t>°</a:t>
            </a:r>
            <a:endParaRPr sz="900">
              <a:latin typeface="Arial"/>
              <a:cs typeface="Arial"/>
            </a:endParaRPr>
          </a:p>
        </p:txBody>
      </p:sp>
      <p:sp>
        <p:nvSpPr>
          <p:cNvPr id="2271" name="object 2271"/>
          <p:cNvSpPr txBox="1"/>
          <p:nvPr/>
        </p:nvSpPr>
        <p:spPr>
          <a:xfrm>
            <a:off x="6418715" y="3378555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272" name="object 2272"/>
          <p:cNvSpPr txBox="1"/>
          <p:nvPr/>
        </p:nvSpPr>
        <p:spPr>
          <a:xfrm>
            <a:off x="4217299" y="3470240"/>
            <a:ext cx="31750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90" dirty="0">
                <a:solidFill>
                  <a:srgbClr val="EF5BA1"/>
                </a:solidFill>
                <a:latin typeface="Verdana"/>
                <a:cs typeface="Verdana"/>
              </a:rPr>
              <a:t>2.</a:t>
            </a:r>
            <a:r>
              <a:rPr sz="1100" b="1" i="1" spc="175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Yandaki</a:t>
            </a:r>
            <a:r>
              <a:rPr sz="900" b="1" i="1" spc="5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900" b="1" i="1" spc="5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üçgenindeki</a:t>
            </a:r>
            <a:r>
              <a:rPr sz="900" b="1" i="1" spc="6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900" b="1" i="1" spc="-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BAC</a:t>
            </a:r>
            <a:r>
              <a:rPr sz="900" b="1" i="1" spc="5" dirty="0">
                <a:solidFill>
                  <a:srgbClr val="231F20"/>
                </a:solidFill>
                <a:latin typeface="Verdana"/>
                <a:cs typeface="Verdana"/>
              </a:rPr>
              <a:t>) </a:t>
            </a:r>
            <a:r>
              <a:rPr sz="900" b="1" i="1" spc="2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0" dirty="0">
                <a:solidFill>
                  <a:srgbClr val="231F20"/>
                </a:solidFill>
                <a:latin typeface="Verdana"/>
                <a:cs typeface="Verdana"/>
              </a:rPr>
              <a:t>nin</a:t>
            </a:r>
            <a:r>
              <a:rPr sz="900" b="1" i="1" spc="6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273" name="object 2273"/>
          <p:cNvSpPr txBox="1"/>
          <p:nvPr/>
        </p:nvSpPr>
        <p:spPr>
          <a:xfrm>
            <a:off x="4415293" y="3711553"/>
            <a:ext cx="1631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spc="25" dirty="0">
                <a:solidFill>
                  <a:srgbClr val="231F20"/>
                </a:solidFill>
                <a:latin typeface="Verdana"/>
                <a:cs typeface="Verdana"/>
              </a:rPr>
              <a:t>derece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70" dirty="0">
                <a:solidFill>
                  <a:srgbClr val="231F20"/>
                </a:solidFill>
                <a:latin typeface="Verdana"/>
                <a:cs typeface="Verdana"/>
              </a:rPr>
              <a:t>bulunuz.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274" name="object 2274"/>
          <p:cNvSpPr txBox="1"/>
          <p:nvPr/>
        </p:nvSpPr>
        <p:spPr>
          <a:xfrm>
            <a:off x="4415293" y="4035479"/>
            <a:ext cx="2279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35" dirty="0">
                <a:solidFill>
                  <a:srgbClr val="EC008C"/>
                </a:solidFill>
                <a:latin typeface="Arial"/>
                <a:cs typeface="Arial"/>
              </a:rPr>
              <a:t>4</a:t>
            </a:r>
            <a:r>
              <a:rPr sz="900" i="1" spc="150" dirty="0">
                <a:solidFill>
                  <a:srgbClr val="EC008C"/>
                </a:solidFill>
                <a:latin typeface="Arial"/>
                <a:cs typeface="Arial"/>
              </a:rPr>
              <a:t>0</a:t>
            </a:r>
            <a:r>
              <a:rPr sz="900" i="1" spc="-55" dirty="0">
                <a:solidFill>
                  <a:srgbClr val="EC008C"/>
                </a:solidFill>
                <a:latin typeface="Arial"/>
                <a:cs typeface="Arial"/>
              </a:rPr>
              <a:t>°</a:t>
            </a:r>
            <a:endParaRPr sz="900">
              <a:latin typeface="Arial"/>
              <a:cs typeface="Arial"/>
            </a:endParaRPr>
          </a:p>
        </p:txBody>
      </p:sp>
      <p:sp>
        <p:nvSpPr>
          <p:cNvPr id="2275" name="object 2275"/>
          <p:cNvSpPr txBox="1"/>
          <p:nvPr/>
        </p:nvSpPr>
        <p:spPr>
          <a:xfrm>
            <a:off x="6419160" y="5289055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276" name="object 2276"/>
          <p:cNvSpPr txBox="1"/>
          <p:nvPr/>
        </p:nvSpPr>
        <p:spPr>
          <a:xfrm>
            <a:off x="4217299" y="5308760"/>
            <a:ext cx="3175000" cy="4762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10185" marR="5080" indent="-198120">
              <a:lnSpc>
                <a:spcPct val="143900"/>
              </a:lnSpc>
              <a:spcBef>
                <a:spcPts val="85"/>
              </a:spcBef>
            </a:pPr>
            <a:r>
              <a:rPr sz="1100" b="1" i="1" spc="-114" dirty="0">
                <a:solidFill>
                  <a:srgbClr val="EF5BA1"/>
                </a:solidFill>
                <a:latin typeface="Verdana"/>
                <a:cs typeface="Verdana"/>
              </a:rPr>
              <a:t>3.</a:t>
            </a:r>
            <a:r>
              <a:rPr sz="1100" b="1" i="1" spc="-35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Yandaki</a:t>
            </a:r>
            <a:r>
              <a:rPr sz="900" b="1" i="1" spc="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900" b="1" i="1" spc="2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üçgenindeki</a:t>
            </a:r>
            <a:r>
              <a:rPr sz="900" b="1" i="1" spc="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900" b="1" i="1" spc="-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30" dirty="0">
                <a:solidFill>
                  <a:srgbClr val="231F20"/>
                </a:solidFill>
                <a:latin typeface="Verdana"/>
                <a:cs typeface="Verdana"/>
              </a:rPr>
              <a:t>BLC</a:t>
            </a:r>
            <a:r>
              <a:rPr sz="900" b="1" i="1" spc="30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900" b="1" i="1" spc="2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0" dirty="0">
                <a:solidFill>
                  <a:srgbClr val="231F20"/>
                </a:solidFill>
                <a:latin typeface="Verdana"/>
                <a:cs typeface="Verdana"/>
              </a:rPr>
              <a:t>nin</a:t>
            </a:r>
            <a:r>
              <a:rPr sz="900" b="1" i="1" spc="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" dirty="0">
                <a:solidFill>
                  <a:srgbClr val="231F20"/>
                </a:solidFill>
                <a:latin typeface="Verdana"/>
                <a:cs typeface="Verdana"/>
              </a:rPr>
              <a:t>kaç </a:t>
            </a:r>
            <a:r>
              <a:rPr sz="900" b="1" i="1" spc="-2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25" dirty="0">
                <a:solidFill>
                  <a:srgbClr val="231F20"/>
                </a:solidFill>
                <a:latin typeface="Verdana"/>
                <a:cs typeface="Verdana"/>
              </a:rPr>
              <a:t>derece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900" b="1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70" dirty="0">
                <a:solidFill>
                  <a:srgbClr val="231F20"/>
                </a:solidFill>
                <a:latin typeface="Verdana"/>
                <a:cs typeface="Verdana"/>
              </a:rPr>
              <a:t>bulunuz.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277" name="object 2277"/>
          <p:cNvSpPr txBox="1"/>
          <p:nvPr/>
        </p:nvSpPr>
        <p:spPr>
          <a:xfrm>
            <a:off x="4415331" y="5945980"/>
            <a:ext cx="2736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5" dirty="0">
                <a:solidFill>
                  <a:srgbClr val="EC008C"/>
                </a:solidFill>
                <a:latin typeface="Arial"/>
                <a:cs typeface="Arial"/>
              </a:rPr>
              <a:t>12</a:t>
            </a:r>
            <a:r>
              <a:rPr sz="900" i="1" spc="25" dirty="0">
                <a:solidFill>
                  <a:srgbClr val="EC008C"/>
                </a:solidFill>
                <a:latin typeface="Arial"/>
                <a:cs typeface="Arial"/>
              </a:rPr>
              <a:t>8°</a:t>
            </a:r>
            <a:endParaRPr sz="900">
              <a:latin typeface="Arial"/>
              <a:cs typeface="Arial"/>
            </a:endParaRPr>
          </a:p>
        </p:txBody>
      </p:sp>
      <p:sp>
        <p:nvSpPr>
          <p:cNvPr id="2278" name="object 2278"/>
          <p:cNvSpPr txBox="1"/>
          <p:nvPr/>
        </p:nvSpPr>
        <p:spPr>
          <a:xfrm>
            <a:off x="6418715" y="7161455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279" name="object 2279"/>
          <p:cNvSpPr txBox="1"/>
          <p:nvPr/>
        </p:nvSpPr>
        <p:spPr>
          <a:xfrm>
            <a:off x="4217300" y="7181160"/>
            <a:ext cx="3175000" cy="4762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10185" marR="5080" indent="-198120">
              <a:lnSpc>
                <a:spcPct val="143900"/>
              </a:lnSpc>
              <a:spcBef>
                <a:spcPts val="85"/>
              </a:spcBef>
            </a:pPr>
            <a:r>
              <a:rPr sz="1100" b="1" i="1" spc="-120" dirty="0">
                <a:solidFill>
                  <a:srgbClr val="EF5BA1"/>
                </a:solidFill>
                <a:latin typeface="Verdana"/>
                <a:cs typeface="Verdana"/>
              </a:rPr>
              <a:t>4.</a:t>
            </a:r>
            <a:r>
              <a:rPr sz="1100" b="1" i="1" spc="-15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900" b="1" i="1" spc="-30" dirty="0">
                <a:solidFill>
                  <a:srgbClr val="231F20"/>
                </a:solidFill>
                <a:latin typeface="Verdana"/>
                <a:cs typeface="Verdana"/>
              </a:rPr>
              <a:t>Yandaki</a:t>
            </a:r>
            <a:r>
              <a:rPr sz="900" b="1" i="1" spc="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900" b="1" i="1" spc="2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üçgenindeki</a:t>
            </a:r>
            <a:r>
              <a:rPr sz="900" b="1" i="1" spc="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900" b="1" i="1" spc="-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ACB</a:t>
            </a:r>
            <a:r>
              <a:rPr sz="900" b="1" i="1" spc="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900" b="1" i="1" spc="2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0" dirty="0">
                <a:solidFill>
                  <a:srgbClr val="231F20"/>
                </a:solidFill>
                <a:latin typeface="Verdana"/>
                <a:cs typeface="Verdana"/>
              </a:rPr>
              <a:t>nin</a:t>
            </a:r>
            <a:r>
              <a:rPr sz="900" b="1" i="1" spc="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" dirty="0">
                <a:solidFill>
                  <a:srgbClr val="231F20"/>
                </a:solidFill>
                <a:latin typeface="Verdana"/>
                <a:cs typeface="Verdana"/>
              </a:rPr>
              <a:t>kaç </a:t>
            </a:r>
            <a:r>
              <a:rPr sz="900" b="1" i="1" spc="-2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25" dirty="0">
                <a:solidFill>
                  <a:srgbClr val="231F20"/>
                </a:solidFill>
                <a:latin typeface="Verdana"/>
                <a:cs typeface="Verdana"/>
              </a:rPr>
              <a:t>derece</a:t>
            </a:r>
            <a:r>
              <a:rPr sz="900" b="1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900" b="1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70" dirty="0">
                <a:solidFill>
                  <a:srgbClr val="231F20"/>
                </a:solidFill>
                <a:latin typeface="Verdana"/>
                <a:cs typeface="Verdana"/>
              </a:rPr>
              <a:t>bulunuz.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280" name="object 2280"/>
          <p:cNvSpPr txBox="1"/>
          <p:nvPr/>
        </p:nvSpPr>
        <p:spPr>
          <a:xfrm>
            <a:off x="4415293" y="7754829"/>
            <a:ext cx="219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EC008C"/>
                </a:solidFill>
                <a:latin typeface="Arial"/>
                <a:cs typeface="Arial"/>
              </a:rPr>
              <a:t>6</a:t>
            </a:r>
            <a:r>
              <a:rPr sz="900" i="1" spc="110" dirty="0">
                <a:solidFill>
                  <a:srgbClr val="EC008C"/>
                </a:solidFill>
                <a:latin typeface="Arial"/>
                <a:cs typeface="Arial"/>
              </a:rPr>
              <a:t>5</a:t>
            </a:r>
            <a:r>
              <a:rPr sz="900" i="1" spc="-55" dirty="0">
                <a:solidFill>
                  <a:srgbClr val="EC008C"/>
                </a:solidFill>
                <a:latin typeface="Arial"/>
                <a:cs typeface="Arial"/>
              </a:rPr>
              <a:t>°</a:t>
            </a:r>
            <a:endParaRPr sz="900">
              <a:latin typeface="Arial"/>
              <a:cs typeface="Arial"/>
            </a:endParaRPr>
          </a:p>
        </p:txBody>
      </p:sp>
      <p:sp>
        <p:nvSpPr>
          <p:cNvPr id="2281" name="object 2281"/>
          <p:cNvSpPr txBox="1"/>
          <p:nvPr/>
        </p:nvSpPr>
        <p:spPr>
          <a:xfrm>
            <a:off x="707299" y="1415546"/>
            <a:ext cx="1231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65" dirty="0">
                <a:solidFill>
                  <a:srgbClr val="EF5BA1"/>
                </a:solidFill>
                <a:latin typeface="Verdana"/>
                <a:cs typeface="Verdana"/>
              </a:rPr>
              <a:t>1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282" name="object 2282"/>
          <p:cNvSpPr txBox="1"/>
          <p:nvPr/>
        </p:nvSpPr>
        <p:spPr>
          <a:xfrm>
            <a:off x="1125167" y="2630389"/>
            <a:ext cx="19939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60" dirty="0">
                <a:solidFill>
                  <a:srgbClr val="231F20"/>
                </a:solidFill>
                <a:latin typeface="Cambria"/>
                <a:cs typeface="Cambria"/>
              </a:rPr>
              <a:t>35°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283" name="object 2283"/>
          <p:cNvSpPr txBox="1"/>
          <p:nvPr/>
        </p:nvSpPr>
        <p:spPr>
          <a:xfrm>
            <a:off x="1747452" y="2630389"/>
            <a:ext cx="2108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85" dirty="0">
                <a:solidFill>
                  <a:srgbClr val="231F20"/>
                </a:solidFill>
                <a:latin typeface="Cambria"/>
                <a:cs typeface="Cambria"/>
              </a:rPr>
              <a:t>20°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2284" name="object 2284"/>
          <p:cNvGrpSpPr/>
          <p:nvPr/>
        </p:nvGrpSpPr>
        <p:grpSpPr>
          <a:xfrm>
            <a:off x="976209" y="2160335"/>
            <a:ext cx="1278255" cy="605155"/>
            <a:chOff x="976209" y="2160335"/>
            <a:chExt cx="1278255" cy="605155"/>
          </a:xfrm>
        </p:grpSpPr>
        <p:sp>
          <p:nvSpPr>
            <p:cNvPr id="2285" name="object 2285"/>
            <p:cNvSpPr/>
            <p:nvPr/>
          </p:nvSpPr>
          <p:spPr>
            <a:xfrm>
              <a:off x="1113436" y="2665778"/>
              <a:ext cx="887094" cy="96520"/>
            </a:xfrm>
            <a:custGeom>
              <a:avLst/>
              <a:gdLst/>
              <a:ahLst/>
              <a:cxnLst/>
              <a:rect l="l" t="t" r="r" b="b"/>
              <a:pathLst>
                <a:path w="887094" h="96519">
                  <a:moveTo>
                    <a:pt x="0" y="0"/>
                  </a:moveTo>
                  <a:lnTo>
                    <a:pt x="18138" y="17815"/>
                  </a:lnTo>
                  <a:lnTo>
                    <a:pt x="25668" y="33745"/>
                  </a:lnTo>
                  <a:lnTo>
                    <a:pt x="23922" y="56783"/>
                  </a:lnTo>
                  <a:lnTo>
                    <a:pt x="14236" y="95923"/>
                  </a:lnTo>
                </a:path>
                <a:path w="887094" h="96519">
                  <a:moveTo>
                    <a:pt x="886612" y="0"/>
                  </a:moveTo>
                  <a:lnTo>
                    <a:pt x="868473" y="17815"/>
                  </a:lnTo>
                  <a:lnTo>
                    <a:pt x="860944" y="33745"/>
                  </a:lnTo>
                  <a:lnTo>
                    <a:pt x="862689" y="56783"/>
                  </a:lnTo>
                  <a:lnTo>
                    <a:pt x="872375" y="95923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6" name="object 2286"/>
            <p:cNvSpPr/>
            <p:nvPr/>
          </p:nvSpPr>
          <p:spPr>
            <a:xfrm>
              <a:off x="979384" y="2163510"/>
              <a:ext cx="1271905" cy="595630"/>
            </a:xfrm>
            <a:custGeom>
              <a:avLst/>
              <a:gdLst/>
              <a:ahLst/>
              <a:cxnLst/>
              <a:rect l="l" t="t" r="r" b="b"/>
              <a:pathLst>
                <a:path w="1271905" h="595630">
                  <a:moveTo>
                    <a:pt x="0" y="595172"/>
                  </a:moveTo>
                  <a:lnTo>
                    <a:pt x="849998" y="0"/>
                  </a:lnTo>
                </a:path>
                <a:path w="1271905" h="595630">
                  <a:moveTo>
                    <a:pt x="0" y="595172"/>
                  </a:moveTo>
                  <a:lnTo>
                    <a:pt x="849998" y="0"/>
                  </a:lnTo>
                </a:path>
                <a:path w="1271905" h="595630">
                  <a:moveTo>
                    <a:pt x="151485" y="186626"/>
                  </a:moveTo>
                  <a:lnTo>
                    <a:pt x="1271828" y="594385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87" name="object 2287"/>
          <p:cNvSpPr txBox="1"/>
          <p:nvPr/>
        </p:nvSpPr>
        <p:spPr>
          <a:xfrm>
            <a:off x="1356137" y="1427504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Cambria"/>
                <a:cs typeface="Cambria"/>
              </a:rPr>
              <a:t>A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288" name="object 2288"/>
          <p:cNvSpPr txBox="1"/>
          <p:nvPr/>
        </p:nvSpPr>
        <p:spPr>
          <a:xfrm>
            <a:off x="1370952" y="2303804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29" dirty="0">
                <a:solidFill>
                  <a:srgbClr val="231F20"/>
                </a:solidFill>
                <a:latin typeface="Cambria"/>
                <a:cs typeface="Cambria"/>
              </a:rPr>
              <a:t>F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289" name="object 2289"/>
          <p:cNvSpPr txBox="1"/>
          <p:nvPr/>
        </p:nvSpPr>
        <p:spPr>
          <a:xfrm>
            <a:off x="1006845" y="2250908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55" dirty="0">
                <a:solidFill>
                  <a:srgbClr val="231F20"/>
                </a:solidFill>
                <a:latin typeface="Cambria"/>
                <a:cs typeface="Cambria"/>
              </a:rPr>
              <a:t>D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290" name="object 2290"/>
          <p:cNvSpPr txBox="1"/>
          <p:nvPr/>
        </p:nvSpPr>
        <p:spPr>
          <a:xfrm>
            <a:off x="1855636" y="2042024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50" dirty="0">
                <a:solidFill>
                  <a:srgbClr val="231F20"/>
                </a:solidFill>
                <a:latin typeface="Cambria"/>
                <a:cs typeface="Cambria"/>
              </a:rPr>
              <a:t>E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291" name="object 2291"/>
          <p:cNvSpPr txBox="1"/>
          <p:nvPr/>
        </p:nvSpPr>
        <p:spPr>
          <a:xfrm>
            <a:off x="905300" y="2767979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00" dirty="0">
                <a:solidFill>
                  <a:srgbClr val="231F20"/>
                </a:solidFill>
                <a:latin typeface="Cambria"/>
                <a:cs typeface="Cambria"/>
              </a:rPr>
              <a:t>B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2292" name="object 2292"/>
          <p:cNvSpPr txBox="1"/>
          <p:nvPr/>
        </p:nvSpPr>
        <p:spPr>
          <a:xfrm>
            <a:off x="2198618" y="276797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95" dirty="0">
                <a:solidFill>
                  <a:srgbClr val="231F20"/>
                </a:solidFill>
                <a:latin typeface="Cambria"/>
                <a:cs typeface="Cambria"/>
              </a:rPr>
              <a:t>C</a:t>
            </a:r>
            <a:endParaRPr sz="850">
              <a:latin typeface="Cambria"/>
              <a:cs typeface="Cambria"/>
            </a:endParaRPr>
          </a:p>
        </p:txBody>
      </p:sp>
      <p:grpSp>
        <p:nvGrpSpPr>
          <p:cNvPr id="2293" name="object 2293"/>
          <p:cNvGrpSpPr/>
          <p:nvPr/>
        </p:nvGrpSpPr>
        <p:grpSpPr>
          <a:xfrm>
            <a:off x="955734" y="1560349"/>
            <a:ext cx="1299210" cy="3094990"/>
            <a:chOff x="955734" y="1560349"/>
            <a:chExt cx="1299210" cy="3094990"/>
          </a:xfrm>
        </p:grpSpPr>
        <p:sp>
          <p:nvSpPr>
            <p:cNvPr id="2294" name="object 2294"/>
            <p:cNvSpPr/>
            <p:nvPr/>
          </p:nvSpPr>
          <p:spPr>
            <a:xfrm>
              <a:off x="977054" y="1563524"/>
              <a:ext cx="1274445" cy="1198245"/>
            </a:xfrm>
            <a:custGeom>
              <a:avLst/>
              <a:gdLst/>
              <a:ahLst/>
              <a:cxnLst/>
              <a:rect l="l" t="t" r="r" b="b"/>
              <a:pathLst>
                <a:path w="1274445" h="1198245">
                  <a:moveTo>
                    <a:pt x="0" y="1198181"/>
                  </a:moveTo>
                  <a:lnTo>
                    <a:pt x="1274330" y="1198181"/>
                  </a:lnTo>
                  <a:lnTo>
                    <a:pt x="433730" y="0"/>
                  </a:lnTo>
                  <a:lnTo>
                    <a:pt x="0" y="1198181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5" name="object 2295"/>
            <p:cNvSpPr/>
            <p:nvPr/>
          </p:nvSpPr>
          <p:spPr>
            <a:xfrm>
              <a:off x="1748980" y="4459185"/>
              <a:ext cx="97790" cy="60325"/>
            </a:xfrm>
            <a:custGeom>
              <a:avLst/>
              <a:gdLst/>
              <a:ahLst/>
              <a:cxnLst/>
              <a:rect l="l" t="t" r="r" b="b"/>
              <a:pathLst>
                <a:path w="97789" h="60325">
                  <a:moveTo>
                    <a:pt x="0" y="59994"/>
                  </a:moveTo>
                  <a:lnTo>
                    <a:pt x="26411" y="24367"/>
                  </a:lnTo>
                  <a:lnTo>
                    <a:pt x="45362" y="6243"/>
                  </a:lnTo>
                  <a:lnTo>
                    <a:pt x="65988" y="0"/>
                  </a:lnTo>
                  <a:lnTo>
                    <a:pt x="97421" y="12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6" name="object 2296"/>
            <p:cNvSpPr/>
            <p:nvPr/>
          </p:nvSpPr>
          <p:spPr>
            <a:xfrm>
              <a:off x="958909" y="4321154"/>
              <a:ext cx="985519" cy="330835"/>
            </a:xfrm>
            <a:custGeom>
              <a:avLst/>
              <a:gdLst/>
              <a:ahLst/>
              <a:cxnLst/>
              <a:rect l="l" t="t" r="r" b="b"/>
              <a:pathLst>
                <a:path w="985519" h="330835">
                  <a:moveTo>
                    <a:pt x="0" y="330631"/>
                  </a:moveTo>
                  <a:lnTo>
                    <a:pt x="493102" y="1498"/>
                  </a:lnTo>
                </a:path>
                <a:path w="985519" h="330835">
                  <a:moveTo>
                    <a:pt x="493102" y="0"/>
                  </a:moveTo>
                  <a:lnTo>
                    <a:pt x="984973" y="330631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7" name="object 2297"/>
            <p:cNvSpPr/>
            <p:nvPr/>
          </p:nvSpPr>
          <p:spPr>
            <a:xfrm>
              <a:off x="1202988" y="4115659"/>
              <a:ext cx="493395" cy="15240"/>
            </a:xfrm>
            <a:custGeom>
              <a:avLst/>
              <a:gdLst/>
              <a:ahLst/>
              <a:cxnLst/>
              <a:rect l="l" t="t" r="r" b="b"/>
              <a:pathLst>
                <a:path w="493394" h="15239">
                  <a:moveTo>
                    <a:pt x="452412" y="14770"/>
                  </a:moveTo>
                  <a:lnTo>
                    <a:pt x="493013" y="0"/>
                  </a:lnTo>
                </a:path>
                <a:path w="493394" h="15239">
                  <a:moveTo>
                    <a:pt x="40614" y="1477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98" name="object 2298"/>
          <p:cNvSpPr txBox="1"/>
          <p:nvPr/>
        </p:nvSpPr>
        <p:spPr>
          <a:xfrm>
            <a:off x="2354515" y="1413057"/>
            <a:ext cx="1565910" cy="52324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0800" marR="42545" indent="-635" algn="just">
              <a:lnSpc>
                <a:spcPct val="115700"/>
              </a:lnSpc>
              <a:spcBef>
                <a:spcPts val="150"/>
              </a:spcBef>
            </a:pP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Şekildeki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4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900" i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tiçge- 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ninde</a:t>
            </a: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75" dirty="0">
                <a:solidFill>
                  <a:srgbClr val="231F20"/>
                </a:solidFill>
                <a:latin typeface="Arial"/>
                <a:cs typeface="Arial"/>
              </a:rPr>
              <a:t>F 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0" dirty="0">
                <a:solidFill>
                  <a:srgbClr val="231F20"/>
                </a:solidFill>
                <a:latin typeface="Arial"/>
                <a:cs typeface="Arial"/>
              </a:rPr>
              <a:t>diklik 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5" dirty="0">
                <a:solidFill>
                  <a:srgbClr val="231F20"/>
                </a:solidFill>
                <a:latin typeface="Arial"/>
                <a:cs typeface="Arial"/>
              </a:rPr>
              <a:t>me</a:t>
            </a:r>
            <a:r>
              <a:rPr sz="1500" spc="-7" baseline="-44444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900" i="1" spc="-5" dirty="0">
                <a:solidFill>
                  <a:srgbClr val="231F20"/>
                </a:solidFill>
                <a:latin typeface="Arial"/>
                <a:cs typeface="Arial"/>
              </a:rPr>
              <a:t>rkezidir.</a:t>
            </a:r>
            <a:endParaRPr sz="900">
              <a:latin typeface="Arial"/>
              <a:cs typeface="Arial"/>
            </a:endParaRPr>
          </a:p>
        </p:txBody>
      </p:sp>
      <p:sp>
        <p:nvSpPr>
          <p:cNvPr id="2299" name="object 2299"/>
          <p:cNvSpPr txBox="1"/>
          <p:nvPr/>
        </p:nvSpPr>
        <p:spPr>
          <a:xfrm>
            <a:off x="2567084" y="2133457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00" name="object 2300"/>
          <p:cNvSpPr txBox="1"/>
          <p:nvPr/>
        </p:nvSpPr>
        <p:spPr>
          <a:xfrm>
            <a:off x="2392588" y="1959542"/>
            <a:ext cx="1069975" cy="451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900" i="1" spc="-1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900" i="1" spc="3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900" i="1" spc="3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Arial"/>
                <a:cs typeface="Arial"/>
              </a:rPr>
              <a:t>v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900" i="1" spc="-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0°</a:t>
            </a:r>
            <a:endParaRPr sz="900">
              <a:latin typeface="Arial"/>
              <a:cs typeface="Arial"/>
            </a:endParaRPr>
          </a:p>
        </p:txBody>
      </p:sp>
      <p:sp>
        <p:nvSpPr>
          <p:cNvPr id="2301" name="object 2301"/>
          <p:cNvSpPr txBox="1"/>
          <p:nvPr/>
        </p:nvSpPr>
        <p:spPr>
          <a:xfrm>
            <a:off x="3542489" y="2390761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02" name="object 2302"/>
          <p:cNvSpPr txBox="1"/>
          <p:nvPr/>
        </p:nvSpPr>
        <p:spPr>
          <a:xfrm>
            <a:off x="2392659" y="2438759"/>
            <a:ext cx="1490345" cy="42227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45"/>
              </a:spcBef>
            </a:pP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900" b="1" i="1" spc="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g</a:t>
            </a:r>
            <a:r>
              <a:rPr sz="900" b="1" i="1" spc="20" dirty="0">
                <a:solidFill>
                  <a:srgbClr val="231F20"/>
                </a:solidFill>
                <a:latin typeface="Verdana"/>
                <a:cs typeface="Verdana"/>
              </a:rPr>
              <a:t>ör</a:t>
            </a:r>
            <a:r>
              <a:rPr sz="900" b="1" i="1" spc="5" dirty="0">
                <a:solidFill>
                  <a:srgbClr val="231F20"/>
                </a:solidFill>
                <a:latin typeface="Verdana"/>
                <a:cs typeface="Verdana"/>
              </a:rPr>
              <a:t>e</a:t>
            </a:r>
            <a:r>
              <a:rPr sz="900" b="1" i="1" spc="-90" dirty="0">
                <a:solidFill>
                  <a:srgbClr val="231F20"/>
                </a:solidFill>
                <a:latin typeface="Verdana"/>
                <a:cs typeface="Verdana"/>
              </a:rPr>
              <a:t>,</a:t>
            </a:r>
            <a:r>
              <a:rPr sz="900" b="1" i="1" spc="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s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(</a:t>
            </a:r>
            <a:r>
              <a:rPr sz="900" b="1" i="1" spc="-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BA</a:t>
            </a:r>
            <a:r>
              <a:rPr sz="1000" b="1" i="1" spc="190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r>
              <a:rPr sz="900" b="1" i="1" spc="-70" dirty="0">
                <a:solidFill>
                  <a:srgbClr val="231F20"/>
                </a:solidFill>
                <a:latin typeface="Verdana"/>
                <a:cs typeface="Verdana"/>
              </a:rPr>
              <a:t>)  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900" b="1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20" dirty="0">
                <a:solidFill>
                  <a:srgbClr val="231F20"/>
                </a:solidFill>
                <a:latin typeface="Verdana"/>
                <a:cs typeface="Verdana"/>
              </a:rPr>
              <a:t>derecedir?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03" name="object 2303"/>
          <p:cNvSpPr txBox="1"/>
          <p:nvPr/>
        </p:nvSpPr>
        <p:spPr>
          <a:xfrm>
            <a:off x="905388" y="3007452"/>
            <a:ext cx="374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0" dirty="0">
                <a:solidFill>
                  <a:srgbClr val="00AEEF"/>
                </a:solidFill>
                <a:latin typeface="Arial"/>
                <a:cs typeface="Arial"/>
              </a:rPr>
              <a:t>A)</a:t>
            </a:r>
            <a:r>
              <a:rPr sz="900" i="1" spc="114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60</a:t>
            </a:r>
            <a:endParaRPr sz="900">
              <a:latin typeface="Arial"/>
              <a:cs typeface="Arial"/>
            </a:endParaRPr>
          </a:p>
        </p:txBody>
      </p:sp>
      <p:sp>
        <p:nvSpPr>
          <p:cNvPr id="2304" name="object 2304"/>
          <p:cNvSpPr txBox="1"/>
          <p:nvPr/>
        </p:nvSpPr>
        <p:spPr>
          <a:xfrm>
            <a:off x="1643423" y="3007452"/>
            <a:ext cx="369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FFFFFF"/>
                </a:solidFill>
                <a:latin typeface="Arial"/>
                <a:cs typeface="Arial"/>
              </a:rPr>
              <a:t>B)</a:t>
            </a:r>
            <a:r>
              <a:rPr sz="900" i="1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110" dirty="0">
                <a:solidFill>
                  <a:srgbClr val="231F20"/>
                </a:solidFill>
                <a:latin typeface="Arial"/>
                <a:cs typeface="Arial"/>
              </a:rPr>
              <a:t>55</a:t>
            </a:r>
            <a:endParaRPr sz="900">
              <a:latin typeface="Arial"/>
              <a:cs typeface="Arial"/>
            </a:endParaRPr>
          </a:p>
        </p:txBody>
      </p:sp>
      <p:sp>
        <p:nvSpPr>
          <p:cNvPr id="2305" name="object 2305"/>
          <p:cNvSpPr txBox="1"/>
          <p:nvPr/>
        </p:nvSpPr>
        <p:spPr>
          <a:xfrm>
            <a:off x="2507416" y="3007452"/>
            <a:ext cx="1172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4545" algn="l"/>
              </a:tabLst>
            </a:pPr>
            <a:r>
              <a:rPr sz="900" i="1" spc="70" dirty="0">
                <a:solidFill>
                  <a:srgbClr val="00AEEF"/>
                </a:solidFill>
                <a:latin typeface="Arial"/>
                <a:cs typeface="Arial"/>
              </a:rPr>
              <a:t>C)</a:t>
            </a:r>
            <a:r>
              <a:rPr sz="900" i="1" spc="19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55" dirty="0">
                <a:solidFill>
                  <a:srgbClr val="231F20"/>
                </a:solidFill>
                <a:latin typeface="Arial"/>
                <a:cs typeface="Arial"/>
              </a:rPr>
              <a:t>50	</a:t>
            </a:r>
            <a:r>
              <a:rPr sz="900" i="1" spc="95" dirty="0">
                <a:solidFill>
                  <a:srgbClr val="00AEEF"/>
                </a:solidFill>
                <a:latin typeface="Arial"/>
                <a:cs typeface="Arial"/>
              </a:rPr>
              <a:t>D)</a:t>
            </a:r>
            <a:r>
              <a:rPr sz="900" i="1" spc="1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45</a:t>
            </a:r>
            <a:endParaRPr sz="900">
              <a:latin typeface="Arial"/>
              <a:cs typeface="Arial"/>
            </a:endParaRPr>
          </a:p>
        </p:txBody>
      </p:sp>
      <p:sp>
        <p:nvSpPr>
          <p:cNvPr id="2306" name="object 2306"/>
          <p:cNvSpPr txBox="1"/>
          <p:nvPr/>
        </p:nvSpPr>
        <p:spPr>
          <a:xfrm>
            <a:off x="707299" y="3491236"/>
            <a:ext cx="1536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0" dirty="0">
                <a:solidFill>
                  <a:srgbClr val="EF5BA1"/>
                </a:solidFill>
                <a:latin typeface="Verdana"/>
                <a:cs typeface="Verdana"/>
              </a:rPr>
              <a:t>2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07" name="object 2307"/>
          <p:cNvSpPr txBox="1"/>
          <p:nvPr/>
        </p:nvSpPr>
        <p:spPr>
          <a:xfrm>
            <a:off x="1400587" y="3516626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08" name="object 2308"/>
          <p:cNvSpPr txBox="1"/>
          <p:nvPr/>
        </p:nvSpPr>
        <p:spPr>
          <a:xfrm>
            <a:off x="905324" y="4657657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09" name="object 2309"/>
          <p:cNvSpPr txBox="1"/>
          <p:nvPr/>
        </p:nvSpPr>
        <p:spPr>
          <a:xfrm>
            <a:off x="1400587" y="4180201"/>
            <a:ext cx="965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25" dirty="0">
                <a:solidFill>
                  <a:srgbClr val="231F20"/>
                </a:solidFill>
                <a:latin typeface="Georgia"/>
                <a:cs typeface="Georgia"/>
              </a:rPr>
              <a:t>I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10" name="object 2310"/>
          <p:cNvSpPr txBox="1"/>
          <p:nvPr/>
        </p:nvSpPr>
        <p:spPr>
          <a:xfrm rot="2760000">
            <a:off x="1619807" y="4338768"/>
            <a:ext cx="212545" cy="1016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ts val="795"/>
              </a:lnSpc>
              <a:spcBef>
                <a:spcPts val="5"/>
              </a:spcBef>
            </a:pPr>
            <a:r>
              <a:rPr sz="800" spc="125" dirty="0">
                <a:solidFill>
                  <a:srgbClr val="231F20"/>
                </a:solidFill>
                <a:latin typeface="Georgia"/>
                <a:cs typeface="Georgia"/>
              </a:rPr>
              <a:t>5</a:t>
            </a:r>
            <a:r>
              <a:rPr sz="800" spc="135" dirty="0">
                <a:solidFill>
                  <a:srgbClr val="231F20"/>
                </a:solidFill>
                <a:latin typeface="Georgia"/>
                <a:cs typeface="Georgia"/>
              </a:rPr>
              <a:t>0</a:t>
            </a:r>
            <a:r>
              <a:rPr sz="800" spc="-65" dirty="0">
                <a:solidFill>
                  <a:srgbClr val="231F20"/>
                </a:solidFill>
                <a:latin typeface="Georgia"/>
                <a:cs typeface="Georgia"/>
              </a:rPr>
              <a:t>°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2311" name="object 2311"/>
          <p:cNvSpPr txBox="1"/>
          <p:nvPr/>
        </p:nvSpPr>
        <p:spPr>
          <a:xfrm>
            <a:off x="1891657" y="4657616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grpSp>
        <p:nvGrpSpPr>
          <p:cNvPr id="2312" name="object 2312"/>
          <p:cNvGrpSpPr/>
          <p:nvPr/>
        </p:nvGrpSpPr>
        <p:grpSpPr>
          <a:xfrm>
            <a:off x="956819" y="3678356"/>
            <a:ext cx="1184275" cy="2680970"/>
            <a:chOff x="956819" y="3678356"/>
            <a:chExt cx="1184275" cy="2680970"/>
          </a:xfrm>
        </p:grpSpPr>
        <p:sp>
          <p:nvSpPr>
            <p:cNvPr id="2313" name="object 2313"/>
            <p:cNvSpPr/>
            <p:nvPr/>
          </p:nvSpPr>
          <p:spPr>
            <a:xfrm>
              <a:off x="959994" y="3681531"/>
              <a:ext cx="986790" cy="970280"/>
            </a:xfrm>
            <a:custGeom>
              <a:avLst/>
              <a:gdLst/>
              <a:ahLst/>
              <a:cxnLst/>
              <a:rect l="l" t="t" r="r" b="b"/>
              <a:pathLst>
                <a:path w="986789" h="970279">
                  <a:moveTo>
                    <a:pt x="0" y="970254"/>
                  </a:moveTo>
                  <a:lnTo>
                    <a:pt x="986282" y="970254"/>
                  </a:lnTo>
                  <a:lnTo>
                    <a:pt x="488975" y="0"/>
                  </a:lnTo>
                  <a:lnTo>
                    <a:pt x="0" y="970254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4" name="object 2314"/>
            <p:cNvSpPr/>
            <p:nvPr/>
          </p:nvSpPr>
          <p:spPr>
            <a:xfrm>
              <a:off x="1691358" y="5793582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4" h="12064">
                  <a:moveTo>
                    <a:pt x="5435" y="0"/>
                  </a:moveTo>
                  <a:lnTo>
                    <a:pt x="635" y="3238"/>
                  </a:lnTo>
                  <a:lnTo>
                    <a:pt x="0" y="6502"/>
                  </a:lnTo>
                  <a:lnTo>
                    <a:pt x="1612" y="8902"/>
                  </a:lnTo>
                  <a:lnTo>
                    <a:pt x="3225" y="11303"/>
                  </a:lnTo>
                  <a:lnTo>
                    <a:pt x="6477" y="11938"/>
                  </a:lnTo>
                  <a:lnTo>
                    <a:pt x="11290" y="8712"/>
                  </a:lnTo>
                  <a:lnTo>
                    <a:pt x="11925" y="5448"/>
                  </a:lnTo>
                  <a:lnTo>
                    <a:pt x="8699" y="635"/>
                  </a:lnTo>
                  <a:lnTo>
                    <a:pt x="54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5" name="object 2315"/>
            <p:cNvSpPr/>
            <p:nvPr/>
          </p:nvSpPr>
          <p:spPr>
            <a:xfrm>
              <a:off x="1665541" y="5767782"/>
              <a:ext cx="38100" cy="64135"/>
            </a:xfrm>
            <a:custGeom>
              <a:avLst/>
              <a:gdLst/>
              <a:ahLst/>
              <a:cxnLst/>
              <a:rect l="l" t="t" r="r" b="b"/>
              <a:pathLst>
                <a:path w="38100" h="64135">
                  <a:moveTo>
                    <a:pt x="25603" y="63550"/>
                  </a:moveTo>
                  <a:lnTo>
                    <a:pt x="0" y="25603"/>
                  </a:lnTo>
                  <a:lnTo>
                    <a:pt x="37947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6" name="object 2316"/>
            <p:cNvSpPr/>
            <p:nvPr/>
          </p:nvSpPr>
          <p:spPr>
            <a:xfrm>
              <a:off x="1411466" y="5793585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5" h="12064">
                  <a:moveTo>
                    <a:pt x="6667" y="0"/>
                  </a:moveTo>
                  <a:lnTo>
                    <a:pt x="3403" y="533"/>
                  </a:lnTo>
                  <a:lnTo>
                    <a:pt x="0" y="5232"/>
                  </a:lnTo>
                  <a:lnTo>
                    <a:pt x="546" y="8508"/>
                  </a:lnTo>
                  <a:lnTo>
                    <a:pt x="5232" y="11899"/>
                  </a:lnTo>
                  <a:lnTo>
                    <a:pt x="8521" y="11366"/>
                  </a:lnTo>
                  <a:lnTo>
                    <a:pt x="11912" y="6654"/>
                  </a:lnTo>
                  <a:lnTo>
                    <a:pt x="11366" y="3378"/>
                  </a:lnTo>
                  <a:lnTo>
                    <a:pt x="9017" y="1689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7" name="object 2317"/>
            <p:cNvSpPr/>
            <p:nvPr/>
          </p:nvSpPr>
          <p:spPr>
            <a:xfrm>
              <a:off x="1412184" y="5767583"/>
              <a:ext cx="37465" cy="64135"/>
            </a:xfrm>
            <a:custGeom>
              <a:avLst/>
              <a:gdLst/>
              <a:ahLst/>
              <a:cxnLst/>
              <a:rect l="l" t="t" r="r" b="b"/>
              <a:pathLst>
                <a:path w="37465" h="64135">
                  <a:moveTo>
                    <a:pt x="0" y="0"/>
                  </a:moveTo>
                  <a:lnTo>
                    <a:pt x="37185" y="26708"/>
                  </a:lnTo>
                  <a:lnTo>
                    <a:pt x="10477" y="63893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8" name="object 2318"/>
            <p:cNvSpPr/>
            <p:nvPr/>
          </p:nvSpPr>
          <p:spPr>
            <a:xfrm>
              <a:off x="1139808" y="6138525"/>
              <a:ext cx="54610" cy="59690"/>
            </a:xfrm>
            <a:custGeom>
              <a:avLst/>
              <a:gdLst/>
              <a:ahLst/>
              <a:cxnLst/>
              <a:rect l="l" t="t" r="r" b="b"/>
              <a:pathLst>
                <a:path w="54609" h="59689">
                  <a:moveTo>
                    <a:pt x="0" y="0"/>
                  </a:moveTo>
                  <a:lnTo>
                    <a:pt x="31576" y="10289"/>
                  </a:lnTo>
                  <a:lnTo>
                    <a:pt x="47732" y="19929"/>
                  </a:lnTo>
                  <a:lnTo>
                    <a:pt x="53535" y="34507"/>
                  </a:lnTo>
                  <a:lnTo>
                    <a:pt x="54051" y="59613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9" name="object 2319"/>
            <p:cNvSpPr/>
            <p:nvPr/>
          </p:nvSpPr>
          <p:spPr>
            <a:xfrm>
              <a:off x="980097" y="5802950"/>
              <a:ext cx="1157605" cy="553720"/>
            </a:xfrm>
            <a:custGeom>
              <a:avLst/>
              <a:gdLst/>
              <a:ahLst/>
              <a:cxnLst/>
              <a:rect l="l" t="t" r="r" b="b"/>
              <a:pathLst>
                <a:path w="1157605" h="553720">
                  <a:moveTo>
                    <a:pt x="1157312" y="553199"/>
                  </a:moveTo>
                  <a:lnTo>
                    <a:pt x="405993" y="1790"/>
                  </a:lnTo>
                </a:path>
                <a:path w="1157605" h="553720">
                  <a:moveTo>
                    <a:pt x="0" y="553199"/>
                  </a:moveTo>
                  <a:lnTo>
                    <a:pt x="748436" y="0"/>
                  </a:lnTo>
                </a:path>
              </a:pathLst>
            </a:custGeom>
            <a:ln w="6350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0" name="object 2320"/>
            <p:cNvSpPr/>
            <p:nvPr/>
          </p:nvSpPr>
          <p:spPr>
            <a:xfrm>
              <a:off x="980095" y="5570473"/>
              <a:ext cx="1157605" cy="786130"/>
            </a:xfrm>
            <a:custGeom>
              <a:avLst/>
              <a:gdLst/>
              <a:ahLst/>
              <a:cxnLst/>
              <a:rect l="l" t="t" r="r" b="b"/>
              <a:pathLst>
                <a:path w="1157605" h="786129">
                  <a:moveTo>
                    <a:pt x="576605" y="0"/>
                  </a:moveTo>
                  <a:lnTo>
                    <a:pt x="0" y="785672"/>
                  </a:lnTo>
                  <a:lnTo>
                    <a:pt x="1157312" y="785672"/>
                  </a:lnTo>
                  <a:lnTo>
                    <a:pt x="576605" y="0"/>
                  </a:lnTo>
                  <a:close/>
                </a:path>
                <a:path w="1157605" h="786129">
                  <a:moveTo>
                    <a:pt x="576605" y="0"/>
                  </a:moveTo>
                  <a:lnTo>
                    <a:pt x="0" y="785672"/>
                  </a:lnTo>
                  <a:lnTo>
                    <a:pt x="1157312" y="785672"/>
                  </a:lnTo>
                  <a:lnTo>
                    <a:pt x="576605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21" name="object 2321"/>
          <p:cNvSpPr txBox="1"/>
          <p:nvPr/>
        </p:nvSpPr>
        <p:spPr>
          <a:xfrm>
            <a:off x="2157122" y="3516636"/>
            <a:ext cx="1549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Şekildeki</a:t>
            </a:r>
            <a:r>
              <a:rPr sz="900" i="1" spc="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4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9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endParaRPr sz="900">
              <a:latin typeface="Arial"/>
              <a:cs typeface="Arial"/>
            </a:endParaRPr>
          </a:p>
        </p:txBody>
      </p:sp>
      <p:sp>
        <p:nvSpPr>
          <p:cNvPr id="2322" name="object 2322"/>
          <p:cNvSpPr txBox="1"/>
          <p:nvPr/>
        </p:nvSpPr>
        <p:spPr>
          <a:xfrm>
            <a:off x="2132294" y="3704990"/>
            <a:ext cx="174878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i="1" spc="34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9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9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0" dirty="0">
                <a:solidFill>
                  <a:srgbClr val="231F20"/>
                </a:solidFill>
                <a:latin typeface="Arial"/>
                <a:cs typeface="Arial"/>
              </a:rPr>
              <a:t>diklik</a:t>
            </a:r>
            <a:r>
              <a:rPr sz="9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5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1500" spc="-7" baseline="-44444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900" i="1" spc="-5" dirty="0">
                <a:solidFill>
                  <a:srgbClr val="231F20"/>
                </a:solidFill>
                <a:latin typeface="Arial"/>
                <a:cs typeface="Arial"/>
              </a:rPr>
              <a:t>erkezidir.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23" name="object 2323"/>
          <p:cNvSpPr txBox="1"/>
          <p:nvPr/>
        </p:nvSpPr>
        <p:spPr>
          <a:xfrm>
            <a:off x="2157694" y="3906043"/>
            <a:ext cx="1724660" cy="336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5" dirty="0">
                <a:solidFill>
                  <a:srgbClr val="231F20"/>
                </a:solidFill>
                <a:latin typeface="Arial"/>
                <a:cs typeface="Arial"/>
              </a:rPr>
              <a:t>|AB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| </a:t>
            </a:r>
            <a:r>
              <a:rPr sz="900" i="1" spc="-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|AC| </a:t>
            </a:r>
            <a:r>
              <a:rPr sz="900" i="1" spc="-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Arial"/>
                <a:cs typeface="Arial"/>
              </a:rPr>
              <a:t>v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900" i="1" spc="-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1000" i="1" spc="32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1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0°</a:t>
            </a:r>
            <a:endParaRPr sz="900">
              <a:latin typeface="Arial"/>
              <a:cs typeface="Arial"/>
            </a:endParaRPr>
          </a:p>
          <a:p>
            <a:pPr marR="104139" algn="r">
              <a:lnSpc>
                <a:spcPct val="100000"/>
              </a:lnSpc>
              <a:spcBef>
                <a:spcPts val="45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24" name="object 2324"/>
          <p:cNvSpPr txBox="1"/>
          <p:nvPr/>
        </p:nvSpPr>
        <p:spPr>
          <a:xfrm>
            <a:off x="2157696" y="4168682"/>
            <a:ext cx="1725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9140" algn="l"/>
                <a:tab pos="1228725" algn="l"/>
              </a:tabLst>
            </a:pP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	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g</a:t>
            </a:r>
            <a:r>
              <a:rPr sz="900" b="1" i="1" spc="20" dirty="0">
                <a:solidFill>
                  <a:srgbClr val="231F20"/>
                </a:solidFill>
                <a:latin typeface="Verdana"/>
                <a:cs typeface="Verdana"/>
              </a:rPr>
              <a:t>ör</a:t>
            </a:r>
            <a:r>
              <a:rPr sz="900" b="1" i="1" spc="5" dirty="0">
                <a:solidFill>
                  <a:srgbClr val="231F20"/>
                </a:solidFill>
                <a:latin typeface="Verdana"/>
                <a:cs typeface="Verdana"/>
              </a:rPr>
              <a:t>e</a:t>
            </a:r>
            <a:r>
              <a:rPr sz="900" b="1" i="1" spc="-90" dirty="0">
                <a:solidFill>
                  <a:srgbClr val="231F20"/>
                </a:solidFill>
                <a:latin typeface="Verdana"/>
                <a:cs typeface="Verdana"/>
              </a:rPr>
              <a:t>,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	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s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(</a:t>
            </a:r>
            <a:r>
              <a:rPr sz="900" b="1" i="1" spc="-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40" dirty="0">
                <a:solidFill>
                  <a:srgbClr val="231F20"/>
                </a:solidFill>
                <a:latin typeface="Verdana"/>
                <a:cs typeface="Verdana"/>
              </a:rPr>
              <a:t>I</a:t>
            </a:r>
            <a:r>
              <a:rPr sz="1000" b="1" i="1" spc="65" dirty="0">
                <a:solidFill>
                  <a:srgbClr val="231F20"/>
                </a:solidFill>
                <a:latin typeface="Verdana"/>
                <a:cs typeface="Verdana"/>
              </a:rPr>
              <a:t>B</a:t>
            </a:r>
            <a:r>
              <a:rPr sz="1000" b="1" i="1" spc="90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r>
              <a:rPr sz="1000" b="1" i="1" spc="-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9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25" name="object 2325"/>
          <p:cNvSpPr txBox="1"/>
          <p:nvPr/>
        </p:nvSpPr>
        <p:spPr>
          <a:xfrm>
            <a:off x="2157658" y="4371873"/>
            <a:ext cx="100774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900" b="1" i="1" spc="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20" dirty="0">
                <a:solidFill>
                  <a:srgbClr val="231F20"/>
                </a:solidFill>
                <a:latin typeface="Verdana"/>
                <a:cs typeface="Verdana"/>
              </a:rPr>
              <a:t>derecedir?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26" name="object 2326"/>
          <p:cNvSpPr txBox="1"/>
          <p:nvPr/>
        </p:nvSpPr>
        <p:spPr>
          <a:xfrm>
            <a:off x="905273" y="4918112"/>
            <a:ext cx="2895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0" dirty="0">
                <a:solidFill>
                  <a:srgbClr val="00AEEF"/>
                </a:solidFill>
                <a:latin typeface="Arial"/>
                <a:cs typeface="Arial"/>
              </a:rPr>
              <a:t>A)</a:t>
            </a:r>
            <a:r>
              <a:rPr sz="900" i="1" spc="11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3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900">
              <a:latin typeface="Arial"/>
              <a:cs typeface="Arial"/>
            </a:endParaRPr>
          </a:p>
        </p:txBody>
      </p:sp>
      <p:sp>
        <p:nvSpPr>
          <p:cNvPr id="2327" name="object 2327"/>
          <p:cNvSpPr txBox="1"/>
          <p:nvPr/>
        </p:nvSpPr>
        <p:spPr>
          <a:xfrm>
            <a:off x="1643308" y="4918112"/>
            <a:ext cx="3549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00AEEF"/>
                </a:solidFill>
                <a:latin typeface="Arial"/>
                <a:cs typeface="Arial"/>
              </a:rPr>
              <a:t>B)</a:t>
            </a:r>
            <a:r>
              <a:rPr sz="900" i="1" spc="114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  <p:sp>
        <p:nvSpPr>
          <p:cNvPr id="2328" name="object 2328"/>
          <p:cNvSpPr txBox="1"/>
          <p:nvPr/>
        </p:nvSpPr>
        <p:spPr>
          <a:xfrm>
            <a:off x="2507302" y="4918112"/>
            <a:ext cx="3530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70" dirty="0">
                <a:solidFill>
                  <a:srgbClr val="00AEEF"/>
                </a:solidFill>
                <a:latin typeface="Arial"/>
                <a:cs typeface="Arial"/>
              </a:rPr>
              <a:t>C)</a:t>
            </a:r>
            <a:r>
              <a:rPr sz="900" i="1" spc="11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  <p:sp>
        <p:nvSpPr>
          <p:cNvPr id="2329" name="object 2329"/>
          <p:cNvSpPr txBox="1"/>
          <p:nvPr/>
        </p:nvSpPr>
        <p:spPr>
          <a:xfrm>
            <a:off x="3299287" y="4918112"/>
            <a:ext cx="3911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FFFFFF"/>
                </a:solidFill>
                <a:latin typeface="Arial"/>
                <a:cs typeface="Arial"/>
              </a:rPr>
              <a:t>D)</a:t>
            </a:r>
            <a:r>
              <a:rPr sz="900" i="1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20</a:t>
            </a:r>
            <a:endParaRPr sz="900">
              <a:latin typeface="Arial"/>
              <a:cs typeface="Arial"/>
            </a:endParaRPr>
          </a:p>
        </p:txBody>
      </p:sp>
      <p:sp>
        <p:nvSpPr>
          <p:cNvPr id="2330" name="object 2330"/>
          <p:cNvSpPr txBox="1"/>
          <p:nvPr/>
        </p:nvSpPr>
        <p:spPr>
          <a:xfrm>
            <a:off x="707299" y="5401824"/>
            <a:ext cx="142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135" dirty="0">
                <a:solidFill>
                  <a:srgbClr val="EF5BA1"/>
                </a:solidFill>
                <a:latin typeface="Verdana"/>
                <a:cs typeface="Verdana"/>
              </a:rPr>
              <a:t>3.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31" name="object 2331"/>
          <p:cNvSpPr txBox="1"/>
          <p:nvPr/>
        </p:nvSpPr>
        <p:spPr>
          <a:xfrm>
            <a:off x="1512128" y="5428801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9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32" name="object 2332"/>
          <p:cNvSpPr txBox="1"/>
          <p:nvPr/>
        </p:nvSpPr>
        <p:spPr>
          <a:xfrm>
            <a:off x="1512128" y="5928739"/>
            <a:ext cx="977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Trebuchet MS"/>
                <a:cs typeface="Trebuchet MS"/>
              </a:rPr>
              <a:t>L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33" name="object 2333"/>
          <p:cNvSpPr txBox="1"/>
          <p:nvPr/>
        </p:nvSpPr>
        <p:spPr>
          <a:xfrm>
            <a:off x="1278961" y="5700857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75" dirty="0">
                <a:solidFill>
                  <a:srgbClr val="231F20"/>
                </a:solidFill>
                <a:latin typeface="Trebuchet MS"/>
                <a:cs typeface="Trebuchet MS"/>
              </a:rPr>
              <a:t>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34" name="object 2334"/>
          <p:cNvSpPr txBox="1"/>
          <p:nvPr/>
        </p:nvSpPr>
        <p:spPr>
          <a:xfrm>
            <a:off x="1741300" y="5700857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85" dirty="0">
                <a:solidFill>
                  <a:srgbClr val="231F20"/>
                </a:solidFill>
                <a:latin typeface="Trebuchet MS"/>
                <a:cs typeface="Trebuchet MS"/>
              </a:rPr>
              <a:t>H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35" name="object 2335"/>
          <p:cNvSpPr txBox="1"/>
          <p:nvPr/>
        </p:nvSpPr>
        <p:spPr>
          <a:xfrm>
            <a:off x="905299" y="6357315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36" name="object 2336"/>
          <p:cNvSpPr txBox="1"/>
          <p:nvPr/>
        </p:nvSpPr>
        <p:spPr>
          <a:xfrm>
            <a:off x="2111827" y="6357315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2337" name="object 2337"/>
          <p:cNvGrpSpPr/>
          <p:nvPr/>
        </p:nvGrpSpPr>
        <p:grpSpPr>
          <a:xfrm>
            <a:off x="953008" y="5919030"/>
            <a:ext cx="1190625" cy="2438400"/>
            <a:chOff x="953008" y="5919030"/>
            <a:chExt cx="1190625" cy="2438400"/>
          </a:xfrm>
        </p:grpSpPr>
        <p:sp>
          <p:nvSpPr>
            <p:cNvPr id="2338" name="object 2338"/>
            <p:cNvSpPr/>
            <p:nvPr/>
          </p:nvSpPr>
          <p:spPr>
            <a:xfrm>
              <a:off x="1546659" y="5919030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4">
                  <a:moveTo>
                    <a:pt x="18770" y="0"/>
                  </a:moveTo>
                  <a:lnTo>
                    <a:pt x="5410" y="0"/>
                  </a:lnTo>
                  <a:lnTo>
                    <a:pt x="0" y="5410"/>
                  </a:lnTo>
                  <a:lnTo>
                    <a:pt x="0" y="18770"/>
                  </a:lnTo>
                  <a:lnTo>
                    <a:pt x="5410" y="24180"/>
                  </a:lnTo>
                  <a:lnTo>
                    <a:pt x="18770" y="24180"/>
                  </a:lnTo>
                  <a:lnTo>
                    <a:pt x="24180" y="18770"/>
                  </a:lnTo>
                  <a:lnTo>
                    <a:pt x="24180" y="12090"/>
                  </a:lnTo>
                  <a:lnTo>
                    <a:pt x="24180" y="5410"/>
                  </a:lnTo>
                  <a:lnTo>
                    <a:pt x="1877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9" name="object 2339"/>
            <p:cNvSpPr/>
            <p:nvPr/>
          </p:nvSpPr>
          <p:spPr>
            <a:xfrm>
              <a:off x="1091788" y="8138036"/>
              <a:ext cx="60960" cy="68580"/>
            </a:xfrm>
            <a:custGeom>
              <a:avLst/>
              <a:gdLst/>
              <a:ahLst/>
              <a:cxnLst/>
              <a:rect l="l" t="t" r="r" b="b"/>
              <a:pathLst>
                <a:path w="60959" h="68579">
                  <a:moveTo>
                    <a:pt x="0" y="0"/>
                  </a:moveTo>
                  <a:lnTo>
                    <a:pt x="29589" y="6326"/>
                  </a:lnTo>
                  <a:lnTo>
                    <a:pt x="45740" y="15516"/>
                  </a:lnTo>
                  <a:lnTo>
                    <a:pt x="54112" y="33939"/>
                  </a:lnTo>
                  <a:lnTo>
                    <a:pt x="60363" y="6797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0" name="object 2340"/>
            <p:cNvSpPr/>
            <p:nvPr/>
          </p:nvSpPr>
          <p:spPr>
            <a:xfrm>
              <a:off x="1550617" y="8305407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30" h="11429">
                  <a:moveTo>
                    <a:pt x="8648" y="0"/>
                  </a:moveTo>
                  <a:lnTo>
                    <a:pt x="5575" y="0"/>
                  </a:lnTo>
                  <a:lnTo>
                    <a:pt x="2501" y="0"/>
                  </a:lnTo>
                  <a:lnTo>
                    <a:pt x="12" y="2476"/>
                  </a:lnTo>
                  <a:lnTo>
                    <a:pt x="0" y="8636"/>
                  </a:lnTo>
                  <a:lnTo>
                    <a:pt x="2489" y="11125"/>
                  </a:lnTo>
                  <a:lnTo>
                    <a:pt x="8635" y="11137"/>
                  </a:lnTo>
                  <a:lnTo>
                    <a:pt x="11137" y="8648"/>
                  </a:lnTo>
                  <a:lnTo>
                    <a:pt x="11137" y="2489"/>
                  </a:lnTo>
                  <a:lnTo>
                    <a:pt x="86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1" name="object 2341"/>
            <p:cNvSpPr/>
            <p:nvPr/>
          </p:nvSpPr>
          <p:spPr>
            <a:xfrm>
              <a:off x="1531898" y="8286682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4" h="48895">
                  <a:moveTo>
                    <a:pt x="0" y="0"/>
                  </a:moveTo>
                  <a:lnTo>
                    <a:pt x="48577" y="0"/>
                  </a:lnTo>
                  <a:lnTo>
                    <a:pt x="48577" y="48577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2" name="object 2342"/>
            <p:cNvSpPr/>
            <p:nvPr/>
          </p:nvSpPr>
          <p:spPr>
            <a:xfrm>
              <a:off x="956183" y="7498894"/>
              <a:ext cx="1184275" cy="836930"/>
            </a:xfrm>
            <a:custGeom>
              <a:avLst/>
              <a:gdLst/>
              <a:ahLst/>
              <a:cxnLst/>
              <a:rect l="l" t="t" r="r" b="b"/>
              <a:pathLst>
                <a:path w="1184275" h="836929">
                  <a:moveTo>
                    <a:pt x="574852" y="0"/>
                  </a:moveTo>
                  <a:lnTo>
                    <a:pt x="0" y="836358"/>
                  </a:lnTo>
                  <a:lnTo>
                    <a:pt x="1184224" y="836358"/>
                  </a:lnTo>
                  <a:lnTo>
                    <a:pt x="574852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3" name="object 2343"/>
            <p:cNvSpPr/>
            <p:nvPr/>
          </p:nvSpPr>
          <p:spPr>
            <a:xfrm>
              <a:off x="956183" y="7498894"/>
              <a:ext cx="1184275" cy="836930"/>
            </a:xfrm>
            <a:custGeom>
              <a:avLst/>
              <a:gdLst/>
              <a:ahLst/>
              <a:cxnLst/>
              <a:rect l="l" t="t" r="r" b="b"/>
              <a:pathLst>
                <a:path w="1184275" h="836929">
                  <a:moveTo>
                    <a:pt x="574852" y="0"/>
                  </a:moveTo>
                  <a:lnTo>
                    <a:pt x="574852" y="836358"/>
                  </a:lnTo>
                </a:path>
                <a:path w="1184275" h="836929">
                  <a:moveTo>
                    <a:pt x="0" y="836358"/>
                  </a:moveTo>
                  <a:lnTo>
                    <a:pt x="574852" y="456425"/>
                  </a:lnTo>
                  <a:lnTo>
                    <a:pt x="1184224" y="836358"/>
                  </a:lnTo>
                </a:path>
              </a:pathLst>
            </a:custGeom>
            <a:ln w="6350">
              <a:solidFill>
                <a:srgbClr val="F36F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4" name="object 2344"/>
            <p:cNvSpPr/>
            <p:nvPr/>
          </p:nvSpPr>
          <p:spPr>
            <a:xfrm>
              <a:off x="1533800" y="7614286"/>
              <a:ext cx="78740" cy="21590"/>
            </a:xfrm>
            <a:custGeom>
              <a:avLst/>
              <a:gdLst/>
              <a:ahLst/>
              <a:cxnLst/>
              <a:rect l="l" t="t" r="r" b="b"/>
              <a:pathLst>
                <a:path w="78740" h="21590">
                  <a:moveTo>
                    <a:pt x="78346" y="0"/>
                  </a:moveTo>
                  <a:lnTo>
                    <a:pt x="59650" y="10084"/>
                  </a:lnTo>
                  <a:lnTo>
                    <a:pt x="40125" y="16938"/>
                  </a:lnTo>
                  <a:lnTo>
                    <a:pt x="20124" y="20634"/>
                  </a:lnTo>
                  <a:lnTo>
                    <a:pt x="0" y="21247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5" name="object 2345"/>
            <p:cNvSpPr/>
            <p:nvPr/>
          </p:nvSpPr>
          <p:spPr>
            <a:xfrm>
              <a:off x="1273027" y="8315368"/>
              <a:ext cx="507365" cy="38735"/>
            </a:xfrm>
            <a:custGeom>
              <a:avLst/>
              <a:gdLst/>
              <a:ahLst/>
              <a:cxnLst/>
              <a:rect l="l" t="t" r="r" b="b"/>
              <a:pathLst>
                <a:path w="507364" h="38734">
                  <a:moveTo>
                    <a:pt x="11912" y="0"/>
                  </a:moveTo>
                  <a:lnTo>
                    <a:pt x="0" y="38582"/>
                  </a:lnTo>
                </a:path>
                <a:path w="507364" h="38734">
                  <a:moveTo>
                    <a:pt x="28105" y="0"/>
                  </a:moveTo>
                  <a:lnTo>
                    <a:pt x="16192" y="38582"/>
                  </a:lnTo>
                </a:path>
                <a:path w="507364" h="38734">
                  <a:moveTo>
                    <a:pt x="491083" y="0"/>
                  </a:moveTo>
                  <a:lnTo>
                    <a:pt x="479170" y="38582"/>
                  </a:lnTo>
                </a:path>
                <a:path w="507364" h="38734">
                  <a:moveTo>
                    <a:pt x="507288" y="0"/>
                  </a:moveTo>
                  <a:lnTo>
                    <a:pt x="495376" y="38582"/>
                  </a:lnTo>
                </a:path>
              </a:pathLst>
            </a:custGeom>
            <a:ln w="54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46" name="object 2346"/>
          <p:cNvSpPr txBox="1"/>
          <p:nvPr/>
        </p:nvSpPr>
        <p:spPr>
          <a:xfrm rot="19020000">
            <a:off x="1160660" y="6039615"/>
            <a:ext cx="176434" cy="889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ts val="690"/>
              </a:lnSpc>
              <a:spcBef>
                <a:spcPts val="5"/>
              </a:spcBef>
            </a:pPr>
            <a:r>
              <a:rPr sz="700" spc="105" dirty="0">
                <a:solidFill>
                  <a:srgbClr val="231F20"/>
                </a:solidFill>
                <a:latin typeface="Trebuchet MS"/>
                <a:cs typeface="Trebuchet MS"/>
              </a:rPr>
              <a:t>3</a:t>
            </a:r>
            <a:r>
              <a:rPr sz="700" spc="95" dirty="0">
                <a:solidFill>
                  <a:srgbClr val="231F20"/>
                </a:solidFill>
                <a:latin typeface="Trebuchet MS"/>
                <a:cs typeface="Trebuchet MS"/>
              </a:rPr>
              <a:t>8</a:t>
            </a:r>
            <a:r>
              <a:rPr sz="700" spc="-130" dirty="0">
                <a:solidFill>
                  <a:srgbClr val="231F20"/>
                </a:solidFill>
                <a:latin typeface="Trebuchet MS"/>
                <a:cs typeface="Trebuchet MS"/>
              </a:rPr>
              <a:t>°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347" name="object 2347"/>
          <p:cNvSpPr txBox="1"/>
          <p:nvPr/>
        </p:nvSpPr>
        <p:spPr>
          <a:xfrm>
            <a:off x="2317728" y="5395729"/>
            <a:ext cx="1564640" cy="7499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900" i="1" spc="4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9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[BH]</a:t>
            </a:r>
            <a:r>
              <a:rPr sz="900" i="1" spc="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60" dirty="0">
                <a:solidFill>
                  <a:srgbClr val="231F20"/>
                </a:solidFill>
                <a:latin typeface="Arial"/>
                <a:cs typeface="Arial"/>
              </a:rPr>
              <a:t>[AC],</a:t>
            </a:r>
            <a:r>
              <a:rPr sz="9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[CK]</a:t>
            </a:r>
            <a:r>
              <a:rPr sz="900" i="1" spc="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[AB]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|BH|</a:t>
            </a:r>
            <a:r>
              <a:rPr sz="900" i="1" spc="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Arial"/>
                <a:cs typeface="Arial"/>
              </a:rPr>
              <a:t>|CK|</a:t>
            </a:r>
            <a:r>
              <a:rPr sz="9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endParaRPr sz="900">
              <a:latin typeface="Arial"/>
              <a:cs typeface="Arial"/>
            </a:endParaRPr>
          </a:p>
          <a:p>
            <a:pPr marL="177165">
              <a:lnSpc>
                <a:spcPct val="100000"/>
              </a:lnSpc>
              <a:spcBef>
                <a:spcPts val="1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48" name="object 2348"/>
          <p:cNvSpPr txBox="1"/>
          <p:nvPr/>
        </p:nvSpPr>
        <p:spPr>
          <a:xfrm>
            <a:off x="2318343" y="6068594"/>
            <a:ext cx="8661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900" i="1" spc="-1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RB</a:t>
            </a:r>
            <a:r>
              <a:rPr sz="1000" i="1" spc="35" dirty="0">
                <a:solidFill>
                  <a:srgbClr val="231F20"/>
                </a:solidFill>
                <a:latin typeface="Arial"/>
                <a:cs typeface="Arial"/>
              </a:rPr>
              <a:t>H</a:t>
            </a:r>
            <a:r>
              <a:rPr sz="1000" i="1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8°</a:t>
            </a:r>
            <a:endParaRPr sz="900">
              <a:latin typeface="Arial"/>
              <a:cs typeface="Arial"/>
            </a:endParaRPr>
          </a:p>
        </p:txBody>
      </p:sp>
      <p:sp>
        <p:nvSpPr>
          <p:cNvPr id="2349" name="object 2349"/>
          <p:cNvSpPr txBox="1"/>
          <p:nvPr/>
        </p:nvSpPr>
        <p:spPr>
          <a:xfrm>
            <a:off x="3537251" y="6175938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50" name="object 2350"/>
          <p:cNvSpPr txBox="1"/>
          <p:nvPr/>
        </p:nvSpPr>
        <p:spPr>
          <a:xfrm>
            <a:off x="2318289" y="6280307"/>
            <a:ext cx="15646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g</a:t>
            </a:r>
            <a:r>
              <a:rPr sz="900" b="1" i="1" spc="20" dirty="0">
                <a:solidFill>
                  <a:srgbClr val="231F20"/>
                </a:solidFill>
                <a:latin typeface="Verdana"/>
                <a:cs typeface="Verdana"/>
              </a:rPr>
              <a:t>ör</a:t>
            </a:r>
            <a:r>
              <a:rPr sz="900" b="1" i="1" spc="5" dirty="0">
                <a:solidFill>
                  <a:srgbClr val="231F20"/>
                </a:solidFill>
                <a:latin typeface="Verdana"/>
                <a:cs typeface="Verdana"/>
              </a:rPr>
              <a:t>e</a:t>
            </a:r>
            <a:r>
              <a:rPr sz="900" b="1" i="1" spc="-90" dirty="0">
                <a:solidFill>
                  <a:srgbClr val="231F20"/>
                </a:solidFill>
                <a:latin typeface="Verdana"/>
                <a:cs typeface="Verdana"/>
              </a:rPr>
              <a:t>,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s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(</a:t>
            </a:r>
            <a:r>
              <a:rPr sz="900" b="1" i="1" spc="-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5" dirty="0">
                <a:solidFill>
                  <a:srgbClr val="231F20"/>
                </a:solidFill>
                <a:latin typeface="Verdana"/>
                <a:cs typeface="Verdana"/>
              </a:rPr>
              <a:t>KC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B</a:t>
            </a:r>
            <a:r>
              <a:rPr sz="1000" b="1" i="1" spc="-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9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51" name="object 2351"/>
          <p:cNvSpPr txBox="1"/>
          <p:nvPr/>
        </p:nvSpPr>
        <p:spPr>
          <a:xfrm>
            <a:off x="2318251" y="6483562"/>
            <a:ext cx="100774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900" b="1" i="1" spc="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20" dirty="0">
                <a:solidFill>
                  <a:srgbClr val="231F20"/>
                </a:solidFill>
                <a:latin typeface="Verdana"/>
                <a:cs typeface="Verdana"/>
              </a:rPr>
              <a:t>derecedir?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52" name="object 2352"/>
          <p:cNvSpPr txBox="1"/>
          <p:nvPr/>
        </p:nvSpPr>
        <p:spPr>
          <a:xfrm>
            <a:off x="905275" y="6792628"/>
            <a:ext cx="3606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0" dirty="0">
                <a:solidFill>
                  <a:srgbClr val="FFFFFF"/>
                </a:solidFill>
                <a:latin typeface="Arial"/>
                <a:cs typeface="Arial"/>
              </a:rPr>
              <a:t>A)</a:t>
            </a:r>
            <a:r>
              <a:rPr sz="900" i="1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26</a:t>
            </a:r>
            <a:endParaRPr sz="900">
              <a:latin typeface="Arial"/>
              <a:cs typeface="Arial"/>
            </a:endParaRPr>
          </a:p>
        </p:txBody>
      </p:sp>
      <p:sp>
        <p:nvSpPr>
          <p:cNvPr id="2353" name="object 2353"/>
          <p:cNvSpPr txBox="1"/>
          <p:nvPr/>
        </p:nvSpPr>
        <p:spPr>
          <a:xfrm>
            <a:off x="1643310" y="6792628"/>
            <a:ext cx="361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00AEEF"/>
                </a:solidFill>
                <a:latin typeface="Arial"/>
                <a:cs typeface="Arial"/>
              </a:rPr>
              <a:t>B)</a:t>
            </a:r>
            <a:r>
              <a:rPr sz="900" i="1" spc="114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33</a:t>
            </a:r>
            <a:endParaRPr sz="900">
              <a:latin typeface="Arial"/>
              <a:cs typeface="Arial"/>
            </a:endParaRPr>
          </a:p>
        </p:txBody>
      </p:sp>
      <p:sp>
        <p:nvSpPr>
          <p:cNvPr id="2354" name="object 2354"/>
          <p:cNvSpPr txBox="1"/>
          <p:nvPr/>
        </p:nvSpPr>
        <p:spPr>
          <a:xfrm>
            <a:off x="2507303" y="6792628"/>
            <a:ext cx="3752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70" dirty="0">
                <a:solidFill>
                  <a:srgbClr val="00AEEF"/>
                </a:solidFill>
                <a:latin typeface="Arial"/>
                <a:cs typeface="Arial"/>
              </a:rPr>
              <a:t>C)</a:t>
            </a:r>
            <a:r>
              <a:rPr sz="900" i="1" spc="114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48</a:t>
            </a:r>
            <a:endParaRPr sz="900">
              <a:latin typeface="Arial"/>
              <a:cs typeface="Arial"/>
            </a:endParaRPr>
          </a:p>
        </p:txBody>
      </p:sp>
      <p:sp>
        <p:nvSpPr>
          <p:cNvPr id="2355" name="object 2355"/>
          <p:cNvSpPr txBox="1"/>
          <p:nvPr/>
        </p:nvSpPr>
        <p:spPr>
          <a:xfrm>
            <a:off x="3299288" y="6792628"/>
            <a:ext cx="3797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00AEEF"/>
                </a:solidFill>
                <a:latin typeface="Arial"/>
                <a:cs typeface="Arial"/>
              </a:rPr>
              <a:t>D)</a:t>
            </a:r>
            <a:r>
              <a:rPr sz="900" i="1" spc="11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64</a:t>
            </a:r>
            <a:endParaRPr sz="900">
              <a:latin typeface="Arial"/>
              <a:cs typeface="Arial"/>
            </a:endParaRPr>
          </a:p>
        </p:txBody>
      </p:sp>
      <p:sp>
        <p:nvSpPr>
          <p:cNvPr id="2356" name="object 2356"/>
          <p:cNvSpPr txBox="1"/>
          <p:nvPr/>
        </p:nvSpPr>
        <p:spPr>
          <a:xfrm>
            <a:off x="707301" y="7276413"/>
            <a:ext cx="1371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155" dirty="0">
                <a:solidFill>
                  <a:srgbClr val="EF5BA1"/>
                </a:solidFill>
                <a:latin typeface="Verdana"/>
                <a:cs typeface="Verdana"/>
              </a:rPr>
              <a:t>4.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57" name="object 2357"/>
          <p:cNvSpPr txBox="1"/>
          <p:nvPr/>
        </p:nvSpPr>
        <p:spPr>
          <a:xfrm rot="4320000">
            <a:off x="1516844" y="7688308"/>
            <a:ext cx="217855" cy="1079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ts val="844"/>
              </a:lnSpc>
              <a:spcBef>
                <a:spcPts val="5"/>
              </a:spcBef>
            </a:pPr>
            <a:r>
              <a:rPr sz="850" i="1" spc="135" dirty="0">
                <a:solidFill>
                  <a:srgbClr val="231F20"/>
                </a:solidFill>
                <a:latin typeface="Georgia"/>
                <a:cs typeface="Georgia"/>
              </a:rPr>
              <a:t>2</a:t>
            </a:r>
            <a:r>
              <a:rPr sz="850" i="1" spc="110" dirty="0">
                <a:solidFill>
                  <a:srgbClr val="231F20"/>
                </a:solidFill>
                <a:latin typeface="Georgia"/>
                <a:cs typeface="Georgia"/>
              </a:rPr>
              <a:t>5</a:t>
            </a:r>
            <a:r>
              <a:rPr sz="850" i="1" spc="-70" dirty="0">
                <a:solidFill>
                  <a:srgbClr val="231F20"/>
                </a:solidFill>
                <a:latin typeface="Georgia"/>
                <a:cs typeface="Georgia"/>
              </a:rPr>
              <a:t>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58" name="object 2358"/>
          <p:cNvSpPr txBox="1"/>
          <p:nvPr/>
        </p:nvSpPr>
        <p:spPr>
          <a:xfrm rot="19500000">
            <a:off x="1113784" y="8023611"/>
            <a:ext cx="195667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i="1" spc="35" dirty="0">
                <a:solidFill>
                  <a:srgbClr val="231F20"/>
                </a:solidFill>
                <a:latin typeface="Georgia"/>
                <a:cs typeface="Georgia"/>
              </a:rPr>
              <a:t>15°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59" name="object 2359"/>
          <p:cNvSpPr txBox="1"/>
          <p:nvPr/>
        </p:nvSpPr>
        <p:spPr>
          <a:xfrm>
            <a:off x="1477011" y="7348739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60" name="object 2360"/>
          <p:cNvSpPr txBox="1"/>
          <p:nvPr/>
        </p:nvSpPr>
        <p:spPr>
          <a:xfrm>
            <a:off x="1477011" y="8327197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5" dirty="0">
                <a:solidFill>
                  <a:srgbClr val="231F20"/>
                </a:solidFill>
                <a:latin typeface="Georgia"/>
                <a:cs typeface="Georgia"/>
              </a:rPr>
              <a:t>E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61" name="object 2361"/>
          <p:cNvSpPr txBox="1"/>
          <p:nvPr/>
        </p:nvSpPr>
        <p:spPr>
          <a:xfrm>
            <a:off x="1535600" y="7823339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0" dirty="0">
                <a:solidFill>
                  <a:srgbClr val="231F20"/>
                </a:solidFill>
                <a:latin typeface="Georgia"/>
                <a:cs typeface="Georgia"/>
              </a:rPr>
              <a:t>D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62" name="object 2362"/>
          <p:cNvSpPr txBox="1"/>
          <p:nvPr/>
        </p:nvSpPr>
        <p:spPr>
          <a:xfrm>
            <a:off x="2103695" y="8327247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63" name="object 2363"/>
          <p:cNvSpPr txBox="1"/>
          <p:nvPr/>
        </p:nvSpPr>
        <p:spPr>
          <a:xfrm>
            <a:off x="905262" y="8327247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64" name="object 2364"/>
          <p:cNvSpPr/>
          <p:nvPr/>
        </p:nvSpPr>
        <p:spPr>
          <a:xfrm>
            <a:off x="1515700" y="7939984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5" h="31115">
                <a:moveTo>
                  <a:pt x="23799" y="0"/>
                </a:moveTo>
                <a:lnTo>
                  <a:pt x="6870" y="0"/>
                </a:lnTo>
                <a:lnTo>
                  <a:pt x="0" y="6858"/>
                </a:lnTo>
                <a:lnTo>
                  <a:pt x="0" y="23799"/>
                </a:lnTo>
                <a:lnTo>
                  <a:pt x="6870" y="30657"/>
                </a:lnTo>
                <a:lnTo>
                  <a:pt x="23799" y="30657"/>
                </a:lnTo>
                <a:lnTo>
                  <a:pt x="30670" y="23799"/>
                </a:lnTo>
                <a:lnTo>
                  <a:pt x="30670" y="15328"/>
                </a:lnTo>
                <a:lnTo>
                  <a:pt x="30670" y="6858"/>
                </a:lnTo>
                <a:lnTo>
                  <a:pt x="23799" y="0"/>
                </a:lnTo>
                <a:close/>
              </a:path>
            </a:pathLst>
          </a:custGeom>
          <a:solidFill>
            <a:srgbClr val="F36F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5" name="object 2365"/>
          <p:cNvSpPr txBox="1"/>
          <p:nvPr/>
        </p:nvSpPr>
        <p:spPr>
          <a:xfrm>
            <a:off x="2466218" y="7663358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75" name="object 2375"/>
          <p:cNvSpPr txBox="1"/>
          <p:nvPr/>
        </p:nvSpPr>
        <p:spPr>
          <a:xfrm>
            <a:off x="3747396" y="9374982"/>
            <a:ext cx="24447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17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2366" name="object 2366"/>
          <p:cNvSpPr txBox="1"/>
          <p:nvPr/>
        </p:nvSpPr>
        <p:spPr>
          <a:xfrm>
            <a:off x="2297160" y="7270318"/>
            <a:ext cx="1364615" cy="82423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900" i="1" spc="4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9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[AE</a:t>
            </a: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]</a:t>
            </a:r>
            <a:r>
              <a:rPr sz="900" i="1" spc="-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-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0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900" i="1" spc="4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" dirty="0">
                <a:solidFill>
                  <a:srgbClr val="231F20"/>
                </a:solidFill>
                <a:latin typeface="Arial"/>
                <a:cs typeface="Arial"/>
              </a:rPr>
              <a:t>|BE</a:t>
            </a:r>
            <a:r>
              <a:rPr sz="900" i="1" spc="5" dirty="0">
                <a:solidFill>
                  <a:srgbClr val="231F20"/>
                </a:solidFill>
                <a:latin typeface="Arial"/>
                <a:cs typeface="Arial"/>
              </a:rPr>
              <a:t>|</a:t>
            </a:r>
            <a:r>
              <a:rPr sz="900" i="1" spc="-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spc="-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|EC|,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900" i="1" spc="-1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19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00" i="1" spc="10" dirty="0">
                <a:solidFill>
                  <a:srgbClr val="231F20"/>
                </a:solidFill>
                <a:latin typeface="Arial"/>
                <a:cs typeface="Arial"/>
              </a:rPr>
              <a:t>5°,</a:t>
            </a:r>
            <a:endParaRPr sz="9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  <a:spcBef>
                <a:spcPts val="5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67" name="object 2367"/>
          <p:cNvSpPr txBox="1"/>
          <p:nvPr/>
        </p:nvSpPr>
        <p:spPr>
          <a:xfrm>
            <a:off x="2297711" y="8015230"/>
            <a:ext cx="8578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900" i="1" spc="-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RB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9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Arial"/>
                <a:cs typeface="Arial"/>
              </a:rPr>
              <a:t>15°</a:t>
            </a:r>
            <a:endParaRPr sz="900">
              <a:latin typeface="Arial"/>
              <a:cs typeface="Arial"/>
            </a:endParaRPr>
          </a:p>
        </p:txBody>
      </p:sp>
      <p:sp>
        <p:nvSpPr>
          <p:cNvPr id="2368" name="object 2368"/>
          <p:cNvSpPr txBox="1"/>
          <p:nvPr/>
        </p:nvSpPr>
        <p:spPr>
          <a:xfrm>
            <a:off x="3532966" y="8122527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69" name="object 2369"/>
          <p:cNvSpPr txBox="1"/>
          <p:nvPr/>
        </p:nvSpPr>
        <p:spPr>
          <a:xfrm>
            <a:off x="2297746" y="8226896"/>
            <a:ext cx="15849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g</a:t>
            </a:r>
            <a:r>
              <a:rPr sz="900" b="1" i="1" spc="20" dirty="0">
                <a:solidFill>
                  <a:srgbClr val="231F20"/>
                </a:solidFill>
                <a:latin typeface="Verdana"/>
                <a:cs typeface="Verdana"/>
              </a:rPr>
              <a:t>ör</a:t>
            </a:r>
            <a:r>
              <a:rPr sz="900" b="1" i="1" spc="5" dirty="0">
                <a:solidFill>
                  <a:srgbClr val="231F20"/>
                </a:solidFill>
                <a:latin typeface="Verdana"/>
                <a:cs typeface="Verdana"/>
              </a:rPr>
              <a:t>e</a:t>
            </a:r>
            <a:r>
              <a:rPr sz="900" b="1" i="1" spc="-90" dirty="0">
                <a:solidFill>
                  <a:srgbClr val="231F20"/>
                </a:solidFill>
                <a:latin typeface="Verdana"/>
                <a:cs typeface="Verdana"/>
              </a:rPr>
              <a:t>,</a:t>
            </a: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-40" dirty="0">
                <a:solidFill>
                  <a:srgbClr val="231F20"/>
                </a:solidFill>
                <a:latin typeface="Verdana"/>
                <a:cs typeface="Verdana"/>
              </a:rPr>
              <a:t>s</a:t>
            </a:r>
            <a:r>
              <a:rPr sz="900" b="1" i="1" spc="-35" dirty="0">
                <a:solidFill>
                  <a:srgbClr val="231F20"/>
                </a:solidFill>
                <a:latin typeface="Verdana"/>
                <a:cs typeface="Verdana"/>
              </a:rPr>
              <a:t>(</a:t>
            </a:r>
            <a:r>
              <a:rPr sz="900" b="1" i="1" spc="-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BD</a:t>
            </a:r>
            <a:r>
              <a:rPr sz="1000" b="1" i="1" spc="190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r>
              <a:rPr sz="900" b="1" i="1" spc="-9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70" name="object 2370"/>
          <p:cNvSpPr txBox="1"/>
          <p:nvPr/>
        </p:nvSpPr>
        <p:spPr>
          <a:xfrm>
            <a:off x="2297677" y="8480900"/>
            <a:ext cx="100774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900" b="1" i="1" spc="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b="1" i="1" spc="20" dirty="0">
                <a:solidFill>
                  <a:srgbClr val="231F20"/>
                </a:solidFill>
                <a:latin typeface="Verdana"/>
                <a:cs typeface="Verdana"/>
              </a:rPr>
              <a:t>derecedir?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71" name="object 2371"/>
          <p:cNvSpPr txBox="1"/>
          <p:nvPr/>
        </p:nvSpPr>
        <p:spPr>
          <a:xfrm>
            <a:off x="905275" y="8825971"/>
            <a:ext cx="3708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0" dirty="0">
                <a:solidFill>
                  <a:srgbClr val="00AEEF"/>
                </a:solidFill>
                <a:latin typeface="Arial"/>
                <a:cs typeface="Arial"/>
              </a:rPr>
              <a:t>A)</a:t>
            </a:r>
            <a:r>
              <a:rPr sz="900" i="1" spc="11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35" dirty="0">
                <a:solidFill>
                  <a:srgbClr val="231F20"/>
                </a:solidFill>
                <a:latin typeface="Arial"/>
                <a:cs typeface="Arial"/>
              </a:rPr>
              <a:t>40</a:t>
            </a:r>
            <a:endParaRPr sz="900">
              <a:latin typeface="Arial"/>
              <a:cs typeface="Arial"/>
            </a:endParaRPr>
          </a:p>
        </p:txBody>
      </p:sp>
      <p:sp>
        <p:nvSpPr>
          <p:cNvPr id="2372" name="object 2372"/>
          <p:cNvSpPr txBox="1"/>
          <p:nvPr/>
        </p:nvSpPr>
        <p:spPr>
          <a:xfrm>
            <a:off x="1643310" y="8825971"/>
            <a:ext cx="378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00AEEF"/>
                </a:solidFill>
                <a:latin typeface="Arial"/>
                <a:cs typeface="Arial"/>
              </a:rPr>
              <a:t>B)</a:t>
            </a:r>
            <a:r>
              <a:rPr sz="900" i="1" spc="114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45" dirty="0">
                <a:solidFill>
                  <a:srgbClr val="231F20"/>
                </a:solidFill>
                <a:latin typeface="Arial"/>
                <a:cs typeface="Arial"/>
              </a:rPr>
              <a:t>60</a:t>
            </a:r>
            <a:endParaRPr sz="900">
              <a:latin typeface="Arial"/>
              <a:cs typeface="Arial"/>
            </a:endParaRPr>
          </a:p>
        </p:txBody>
      </p:sp>
      <p:sp>
        <p:nvSpPr>
          <p:cNvPr id="2373" name="object 2373"/>
          <p:cNvSpPr txBox="1"/>
          <p:nvPr/>
        </p:nvSpPr>
        <p:spPr>
          <a:xfrm>
            <a:off x="2507303" y="8825971"/>
            <a:ext cx="3873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70" dirty="0">
                <a:solidFill>
                  <a:srgbClr val="FFFFFF"/>
                </a:solidFill>
                <a:latin typeface="Arial"/>
                <a:cs typeface="Arial"/>
              </a:rPr>
              <a:t>C)</a:t>
            </a:r>
            <a:r>
              <a:rPr sz="900" i="1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155" dirty="0">
                <a:solidFill>
                  <a:srgbClr val="231F20"/>
                </a:solidFill>
                <a:latin typeface="Arial"/>
                <a:cs typeface="Arial"/>
              </a:rPr>
              <a:t>80</a:t>
            </a:r>
            <a:endParaRPr sz="900">
              <a:latin typeface="Arial"/>
              <a:cs typeface="Arial"/>
            </a:endParaRPr>
          </a:p>
        </p:txBody>
      </p:sp>
      <p:sp>
        <p:nvSpPr>
          <p:cNvPr id="2374" name="object 2374"/>
          <p:cNvSpPr txBox="1"/>
          <p:nvPr/>
        </p:nvSpPr>
        <p:spPr>
          <a:xfrm>
            <a:off x="3299288" y="8825971"/>
            <a:ext cx="457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95" dirty="0">
                <a:solidFill>
                  <a:srgbClr val="00AEEF"/>
                </a:solidFill>
                <a:latin typeface="Arial"/>
                <a:cs typeface="Arial"/>
              </a:rPr>
              <a:t>D)</a:t>
            </a:r>
            <a:r>
              <a:rPr sz="900" i="1" spc="1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100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79469" y="47402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90440" y="47402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F5B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4602" y="2123265"/>
            <a:ext cx="1333500" cy="666750"/>
          </a:xfrm>
          <a:custGeom>
            <a:avLst/>
            <a:gdLst/>
            <a:ahLst/>
            <a:cxnLst/>
            <a:rect l="l" t="t" r="r" b="b"/>
            <a:pathLst>
              <a:path w="1333500" h="666750">
                <a:moveTo>
                  <a:pt x="1333271" y="666623"/>
                </a:moveTo>
                <a:lnTo>
                  <a:pt x="0" y="666623"/>
                </a:lnTo>
                <a:lnTo>
                  <a:pt x="350723" y="0"/>
                </a:lnTo>
                <a:lnTo>
                  <a:pt x="1333271" y="666623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19446" y="2789125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87896" y="2789125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82055" y="3547653"/>
            <a:ext cx="1339215" cy="673100"/>
            <a:chOff x="882055" y="3547653"/>
            <a:chExt cx="1339215" cy="673100"/>
          </a:xfrm>
        </p:grpSpPr>
        <p:sp>
          <p:nvSpPr>
            <p:cNvPr id="17" name="object 17"/>
            <p:cNvSpPr/>
            <p:nvPr/>
          </p:nvSpPr>
          <p:spPr>
            <a:xfrm>
              <a:off x="1235325" y="3550831"/>
              <a:ext cx="351155" cy="666750"/>
            </a:xfrm>
            <a:custGeom>
              <a:avLst/>
              <a:gdLst/>
              <a:ahLst/>
              <a:cxnLst/>
              <a:rect l="l" t="t" r="r" b="b"/>
              <a:pathLst>
                <a:path w="351155" h="666750">
                  <a:moveTo>
                    <a:pt x="0" y="0"/>
                  </a:moveTo>
                  <a:lnTo>
                    <a:pt x="0" y="666622"/>
                  </a:lnTo>
                  <a:lnTo>
                    <a:pt x="350723" y="66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A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35325" y="3550831"/>
              <a:ext cx="351155" cy="666750"/>
            </a:xfrm>
            <a:custGeom>
              <a:avLst/>
              <a:gdLst/>
              <a:ahLst/>
              <a:cxnLst/>
              <a:rect l="l" t="t" r="r" b="b"/>
              <a:pathLst>
                <a:path w="351155" h="666750">
                  <a:moveTo>
                    <a:pt x="0" y="666622"/>
                  </a:moveTo>
                  <a:lnTo>
                    <a:pt x="350723" y="666622"/>
                  </a:lnTo>
                  <a:lnTo>
                    <a:pt x="0" y="0"/>
                  </a:lnTo>
                  <a:lnTo>
                    <a:pt x="0" y="666622"/>
                  </a:lnTo>
                  <a:close/>
                </a:path>
              </a:pathLst>
            </a:custGeom>
            <a:ln w="6350">
              <a:solidFill>
                <a:srgbClr val="F36F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35325" y="3550828"/>
              <a:ext cx="982980" cy="666750"/>
            </a:xfrm>
            <a:custGeom>
              <a:avLst/>
              <a:gdLst/>
              <a:ahLst/>
              <a:cxnLst/>
              <a:rect l="l" t="t" r="r" b="b"/>
              <a:pathLst>
                <a:path w="982980" h="666750">
                  <a:moveTo>
                    <a:pt x="0" y="0"/>
                  </a:moveTo>
                  <a:lnTo>
                    <a:pt x="982548" y="666623"/>
                  </a:lnTo>
                  <a:lnTo>
                    <a:pt x="0" y="666623"/>
                  </a:lnTo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84595" y="3550831"/>
              <a:ext cx="351155" cy="666750"/>
            </a:xfrm>
            <a:custGeom>
              <a:avLst/>
              <a:gdLst/>
              <a:ahLst/>
              <a:cxnLst/>
              <a:rect l="l" t="t" r="r" b="b"/>
              <a:pathLst>
                <a:path w="351155" h="666750">
                  <a:moveTo>
                    <a:pt x="350723" y="666622"/>
                  </a:moveTo>
                  <a:lnTo>
                    <a:pt x="0" y="666622"/>
                  </a:lnTo>
                  <a:lnTo>
                    <a:pt x="350723" y="0"/>
                  </a:lnTo>
                </a:path>
              </a:pathLst>
            </a:custGeom>
            <a:ln w="508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19400" y="3148348"/>
            <a:ext cx="5522595" cy="415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2.</a:t>
            </a:r>
            <a:r>
              <a:rPr sz="1000" b="1" i="1" spc="16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r>
              <a:rPr sz="1000" b="1" i="1" spc="16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köşesi,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kenarı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tisttine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gelecek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şekilde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köşesinden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katlanıyor.</a:t>
            </a:r>
            <a:endParaRPr sz="10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85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9446" y="4219929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87896" y="421992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84525" y="4219929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5" dirty="0">
                <a:solidFill>
                  <a:srgbClr val="231F20"/>
                </a:solidFill>
                <a:latin typeface="Trebuchet MS"/>
                <a:cs typeface="Trebuchet MS"/>
              </a:rPr>
              <a:t>H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21105" y="4219929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85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92450" y="4011091"/>
            <a:ext cx="224154" cy="44450"/>
            <a:chOff x="1092450" y="4011091"/>
            <a:chExt cx="224154" cy="44450"/>
          </a:xfrm>
        </p:grpSpPr>
        <p:sp>
          <p:nvSpPr>
            <p:cNvPr id="27" name="object 27"/>
            <p:cNvSpPr/>
            <p:nvPr/>
          </p:nvSpPr>
          <p:spPr>
            <a:xfrm>
              <a:off x="1095625" y="4015109"/>
              <a:ext cx="185420" cy="36830"/>
            </a:xfrm>
            <a:custGeom>
              <a:avLst/>
              <a:gdLst/>
              <a:ahLst/>
              <a:cxnLst/>
              <a:rect l="l" t="t" r="r" b="b"/>
              <a:pathLst>
                <a:path w="185419" h="36829">
                  <a:moveTo>
                    <a:pt x="0" y="0"/>
                  </a:moveTo>
                  <a:lnTo>
                    <a:pt x="43259" y="26375"/>
                  </a:lnTo>
                  <a:lnTo>
                    <a:pt x="76947" y="36507"/>
                  </a:lnTo>
                  <a:lnTo>
                    <a:pt x="118405" y="31602"/>
                  </a:lnTo>
                  <a:lnTo>
                    <a:pt x="184975" y="12865"/>
                  </a:lnTo>
                </a:path>
              </a:pathLst>
            </a:custGeom>
            <a:ln w="6349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55918" y="4011091"/>
              <a:ext cx="60960" cy="44450"/>
            </a:xfrm>
            <a:custGeom>
              <a:avLst/>
              <a:gdLst/>
              <a:ahLst/>
              <a:cxnLst/>
              <a:rect l="l" t="t" r="r" b="b"/>
              <a:pathLst>
                <a:path w="60959" h="44450">
                  <a:moveTo>
                    <a:pt x="0" y="0"/>
                  </a:moveTo>
                  <a:lnTo>
                    <a:pt x="17132" y="18961"/>
                  </a:lnTo>
                  <a:lnTo>
                    <a:pt x="15367" y="44450"/>
                  </a:lnTo>
                  <a:lnTo>
                    <a:pt x="60363" y="40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1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025506" y="4587848"/>
            <a:ext cx="25711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u="dash" spc="90" dirty="0">
                <a:solidFill>
                  <a:srgbClr val="EC008C"/>
                </a:solidFill>
                <a:uFill>
                  <a:solidFill>
                    <a:srgbClr val="EF5BA1"/>
                  </a:solidFill>
                </a:uFill>
                <a:latin typeface="Arial"/>
                <a:cs typeface="Arial"/>
              </a:rPr>
              <a:t>[AH]</a:t>
            </a:r>
            <a:r>
              <a:rPr sz="1000" i="1" spc="204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kenarına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0" dirty="0">
                <a:solidFill>
                  <a:srgbClr val="231F20"/>
                </a:solidFill>
                <a:latin typeface="Arial"/>
                <a:cs typeface="Arial"/>
              </a:rPr>
              <a:t>ait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ytiksekliktir.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81427" y="5065254"/>
            <a:ext cx="1339850" cy="673100"/>
            <a:chOff x="881427" y="5065254"/>
            <a:chExt cx="1339850" cy="673100"/>
          </a:xfrm>
        </p:grpSpPr>
        <p:sp>
          <p:nvSpPr>
            <p:cNvPr id="31" name="object 31"/>
            <p:cNvSpPr/>
            <p:nvPr/>
          </p:nvSpPr>
          <p:spPr>
            <a:xfrm>
              <a:off x="1256953" y="5700176"/>
              <a:ext cx="13335" cy="13335"/>
            </a:xfrm>
            <a:custGeom>
              <a:avLst/>
              <a:gdLst/>
              <a:ahLst/>
              <a:cxnLst/>
              <a:rect l="l" t="t" r="r" b="b"/>
              <a:pathLst>
                <a:path w="13334" h="13335">
                  <a:moveTo>
                    <a:pt x="9982" y="0"/>
                  </a:moveTo>
                  <a:lnTo>
                    <a:pt x="6438" y="0"/>
                  </a:lnTo>
                  <a:lnTo>
                    <a:pt x="2895" y="0"/>
                  </a:lnTo>
                  <a:lnTo>
                    <a:pt x="25" y="2870"/>
                  </a:lnTo>
                  <a:lnTo>
                    <a:pt x="0" y="9969"/>
                  </a:lnTo>
                  <a:lnTo>
                    <a:pt x="2882" y="12852"/>
                  </a:lnTo>
                  <a:lnTo>
                    <a:pt x="9982" y="12865"/>
                  </a:lnTo>
                  <a:lnTo>
                    <a:pt x="12852" y="9982"/>
                  </a:lnTo>
                  <a:lnTo>
                    <a:pt x="12865" y="2882"/>
                  </a:lnTo>
                  <a:lnTo>
                    <a:pt x="99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35327" y="5678545"/>
              <a:ext cx="56515" cy="56515"/>
            </a:xfrm>
            <a:custGeom>
              <a:avLst/>
              <a:gdLst/>
              <a:ahLst/>
              <a:cxnLst/>
              <a:rect l="l" t="t" r="r" b="b"/>
              <a:pathLst>
                <a:path w="56515" h="56514">
                  <a:moveTo>
                    <a:pt x="0" y="0"/>
                  </a:moveTo>
                  <a:lnTo>
                    <a:pt x="56121" y="0"/>
                  </a:lnTo>
                  <a:lnTo>
                    <a:pt x="56121" y="56108"/>
                  </a:lnTo>
                </a:path>
              </a:pathLst>
            </a:custGeom>
            <a:ln w="334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35325" y="5068426"/>
              <a:ext cx="0" cy="666750"/>
            </a:xfrm>
            <a:custGeom>
              <a:avLst/>
              <a:gdLst/>
              <a:ahLst/>
              <a:cxnLst/>
              <a:rect l="l" t="t" r="r" b="b"/>
              <a:pathLst>
                <a:path h="666750">
                  <a:moveTo>
                    <a:pt x="0" y="0"/>
                  </a:moveTo>
                  <a:lnTo>
                    <a:pt x="0" y="666623"/>
                  </a:lnTo>
                </a:path>
              </a:pathLst>
            </a:custGeom>
            <a:ln w="6350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84602" y="5068429"/>
              <a:ext cx="1333500" cy="666750"/>
            </a:xfrm>
            <a:custGeom>
              <a:avLst/>
              <a:gdLst/>
              <a:ahLst/>
              <a:cxnLst/>
              <a:rect l="l" t="t" r="r" b="b"/>
              <a:pathLst>
                <a:path w="1333500" h="666750">
                  <a:moveTo>
                    <a:pt x="1333271" y="666623"/>
                  </a:moveTo>
                  <a:lnTo>
                    <a:pt x="0" y="666623"/>
                  </a:lnTo>
                  <a:lnTo>
                    <a:pt x="350723" y="0"/>
                  </a:lnTo>
                  <a:lnTo>
                    <a:pt x="1333271" y="666623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19400" y="4587848"/>
            <a:ext cx="1104900" cy="49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95" dirty="0">
                <a:solidFill>
                  <a:srgbClr val="EC008C"/>
                </a:solidFill>
                <a:latin typeface="Verdana"/>
                <a:cs typeface="Verdana"/>
              </a:rPr>
              <a:t>3.</a:t>
            </a:r>
            <a:r>
              <a:rPr sz="1000" b="1" i="1" spc="12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r>
              <a:rPr sz="1000" b="1" i="1" spc="12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Oluşan</a:t>
            </a:r>
            <a:endParaRPr sz="1000">
              <a:latin typeface="Arial"/>
              <a:cs typeface="Arial"/>
            </a:endParaRPr>
          </a:p>
          <a:p>
            <a:pPr marR="266065" algn="ctr">
              <a:lnSpc>
                <a:spcPct val="100000"/>
              </a:lnSpc>
              <a:spcBef>
                <a:spcPts val="1465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9446" y="5734287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87896" y="5734287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73406" y="5734287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5" dirty="0">
                <a:solidFill>
                  <a:srgbClr val="231F20"/>
                </a:solidFill>
                <a:latin typeface="Trebuchet MS"/>
                <a:cs typeface="Trebuchet MS"/>
              </a:rPr>
              <a:t>H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4887" y="6842348"/>
            <a:ext cx="1536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0" dirty="0">
                <a:solidFill>
                  <a:srgbClr val="EF5BA1"/>
                </a:solidFill>
                <a:latin typeface="Verdana"/>
                <a:cs typeface="Verdana"/>
              </a:rPr>
              <a:t>2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69523" y="6845490"/>
            <a:ext cx="1189355" cy="1327150"/>
            <a:chOff x="869523" y="6845490"/>
            <a:chExt cx="1189355" cy="1327150"/>
          </a:xfrm>
        </p:grpSpPr>
        <p:sp>
          <p:nvSpPr>
            <p:cNvPr id="41" name="object 41"/>
            <p:cNvSpPr/>
            <p:nvPr/>
          </p:nvSpPr>
          <p:spPr>
            <a:xfrm>
              <a:off x="872702" y="6876170"/>
              <a:ext cx="1183005" cy="1292225"/>
            </a:xfrm>
            <a:custGeom>
              <a:avLst/>
              <a:gdLst/>
              <a:ahLst/>
              <a:cxnLst/>
              <a:rect l="l" t="t" r="r" b="b"/>
              <a:pathLst>
                <a:path w="1183005" h="1292225">
                  <a:moveTo>
                    <a:pt x="936713" y="0"/>
                  </a:moveTo>
                  <a:lnTo>
                    <a:pt x="0" y="1291818"/>
                  </a:lnTo>
                  <a:lnTo>
                    <a:pt x="1182484" y="1291818"/>
                  </a:lnTo>
                  <a:lnTo>
                    <a:pt x="767194" y="232575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79915" y="6845490"/>
              <a:ext cx="52069" cy="59055"/>
            </a:xfrm>
            <a:custGeom>
              <a:avLst/>
              <a:gdLst/>
              <a:ahLst/>
              <a:cxnLst/>
              <a:rect l="l" t="t" r="r" b="b"/>
              <a:pathLst>
                <a:path w="52069" h="59054">
                  <a:moveTo>
                    <a:pt x="51752" y="0"/>
                  </a:moveTo>
                  <a:lnTo>
                    <a:pt x="0" y="31330"/>
                  </a:lnTo>
                  <a:lnTo>
                    <a:pt x="24904" y="37033"/>
                  </a:lnTo>
                  <a:lnTo>
                    <a:pt x="38074" y="58927"/>
                  </a:lnTo>
                  <a:lnTo>
                    <a:pt x="51752" y="0"/>
                  </a:lnTo>
                  <a:close/>
                </a:path>
              </a:pathLst>
            </a:custGeom>
            <a:solidFill>
              <a:srgbClr val="A323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72698" y="7571544"/>
              <a:ext cx="1111885" cy="596900"/>
            </a:xfrm>
            <a:custGeom>
              <a:avLst/>
              <a:gdLst/>
              <a:ahLst/>
              <a:cxnLst/>
              <a:rect l="l" t="t" r="r" b="b"/>
              <a:pathLst>
                <a:path w="1111885" h="596900">
                  <a:moveTo>
                    <a:pt x="0" y="596442"/>
                  </a:moveTo>
                  <a:lnTo>
                    <a:pt x="1111465" y="0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57325" y="7553622"/>
              <a:ext cx="60325" cy="47625"/>
            </a:xfrm>
            <a:custGeom>
              <a:avLst/>
              <a:gdLst/>
              <a:ahLst/>
              <a:cxnLst/>
              <a:rect l="l" t="t" r="r" b="b"/>
              <a:pathLst>
                <a:path w="60325" h="47625">
                  <a:moveTo>
                    <a:pt x="60236" y="0"/>
                  </a:moveTo>
                  <a:lnTo>
                    <a:pt x="0" y="5638"/>
                  </a:lnTo>
                  <a:lnTo>
                    <a:pt x="19926" y="21628"/>
                  </a:lnTo>
                  <a:lnTo>
                    <a:pt x="22237" y="47078"/>
                  </a:lnTo>
                  <a:lnTo>
                    <a:pt x="60236" y="0"/>
                  </a:lnTo>
                  <a:close/>
                </a:path>
              </a:pathLst>
            </a:custGeom>
            <a:solidFill>
              <a:srgbClr val="A323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718494" y="7369088"/>
              <a:ext cx="264795" cy="571500"/>
            </a:xfrm>
            <a:custGeom>
              <a:avLst/>
              <a:gdLst/>
              <a:ahLst/>
              <a:cxnLst/>
              <a:rect l="l" t="t" r="r" b="b"/>
              <a:pathLst>
                <a:path w="264794" h="571500">
                  <a:moveTo>
                    <a:pt x="0" y="27012"/>
                  </a:moveTo>
                  <a:lnTo>
                    <a:pt x="50317" y="0"/>
                  </a:lnTo>
                </a:path>
                <a:path w="264794" h="571500">
                  <a:moveTo>
                    <a:pt x="6375" y="39116"/>
                  </a:moveTo>
                  <a:lnTo>
                    <a:pt x="56705" y="12103"/>
                  </a:lnTo>
                </a:path>
                <a:path w="264794" h="571500">
                  <a:moveTo>
                    <a:pt x="207695" y="558787"/>
                  </a:moveTo>
                  <a:lnTo>
                    <a:pt x="258025" y="531774"/>
                  </a:lnTo>
                </a:path>
                <a:path w="264794" h="571500">
                  <a:moveTo>
                    <a:pt x="214083" y="570890"/>
                  </a:moveTo>
                  <a:lnTo>
                    <a:pt x="264401" y="543877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134" y="8019836"/>
              <a:ext cx="104508" cy="15223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756116" y="7705587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0" dirty="0">
                <a:solidFill>
                  <a:srgbClr val="231F20"/>
                </a:solidFill>
                <a:latin typeface="Georgia"/>
                <a:cs typeface="Georgia"/>
              </a:rPr>
              <a:t>D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15300" y="8179722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992143" y="8179722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507449" y="6779465"/>
            <a:ext cx="469900" cy="41529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610"/>
              </a:spcBef>
            </a:pPr>
            <a:r>
              <a:rPr sz="850" i="1" spc="85" dirty="0">
                <a:solidFill>
                  <a:srgbClr val="231F20"/>
                </a:solidFill>
                <a:latin typeface="Georgia"/>
                <a:cs typeface="Georgia"/>
              </a:rPr>
              <a:t>E</a:t>
            </a:r>
            <a:endParaRPr sz="85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1275" i="1" spc="30" baseline="22875" dirty="0">
                <a:solidFill>
                  <a:srgbClr val="231F20"/>
                </a:solidFill>
                <a:latin typeface="Georgia"/>
                <a:cs typeface="Georgia"/>
              </a:rPr>
              <a:t>A </a:t>
            </a:r>
            <a:r>
              <a:rPr sz="1275" i="1" spc="232" baseline="22875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i="1" spc="45" dirty="0">
                <a:solidFill>
                  <a:srgbClr val="231F20"/>
                </a:solidFill>
                <a:latin typeface="Georgia"/>
                <a:cs typeface="Georgia"/>
              </a:rPr>
              <a:t>123°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670399" y="6941479"/>
            <a:ext cx="100330" cy="245110"/>
          </a:xfrm>
          <a:custGeom>
            <a:avLst/>
            <a:gdLst/>
            <a:ahLst/>
            <a:cxnLst/>
            <a:rect l="l" t="t" r="r" b="b"/>
            <a:pathLst>
              <a:path w="100330" h="245109">
                <a:moveTo>
                  <a:pt x="52819" y="0"/>
                </a:moveTo>
                <a:lnTo>
                  <a:pt x="100075" y="32080"/>
                </a:lnTo>
              </a:path>
              <a:path w="100330" h="245109">
                <a:moveTo>
                  <a:pt x="15900" y="103530"/>
                </a:moveTo>
                <a:lnTo>
                  <a:pt x="25181" y="159727"/>
                </a:lnTo>
                <a:lnTo>
                  <a:pt x="26619" y="193206"/>
                </a:lnTo>
                <a:lnTo>
                  <a:pt x="18722" y="217239"/>
                </a:lnTo>
                <a:lnTo>
                  <a:pt x="0" y="245097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254550" y="7044140"/>
            <a:ext cx="9467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1360" algn="l"/>
              </a:tabLst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	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440898" y="7330895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232767" y="6855048"/>
            <a:ext cx="3918585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Şekildeki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E,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A,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noktaları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doğrudaştır.</a:t>
            </a:r>
            <a:endParaRPr sz="1000">
              <a:latin typeface="Arial"/>
              <a:cs typeface="Arial"/>
            </a:endParaRPr>
          </a:p>
          <a:p>
            <a:pPr marL="38100" marR="1628775" indent="-635">
              <a:lnSpc>
                <a:spcPct val="188900"/>
              </a:lnSpc>
            </a:pP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|AD|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|CD|,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RB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DB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ve 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ERC)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123°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350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b="1" i="1" spc="-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4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1500" spc="-382" baseline="44444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b="1" i="1" spc="-254" dirty="0">
                <a:solidFill>
                  <a:srgbClr val="231F20"/>
                </a:solidFill>
                <a:latin typeface="Verdana"/>
                <a:cs typeface="Verdana"/>
              </a:rPr>
              <a:t>BD</a:t>
            </a:r>
            <a:r>
              <a:rPr sz="1000" b="1" i="1" spc="-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b="1" i="1" spc="1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25" dirty="0">
                <a:solidFill>
                  <a:srgbClr val="231F20"/>
                </a:solidFill>
                <a:latin typeface="Verdana"/>
                <a:cs typeface="Verdana"/>
              </a:rPr>
              <a:t>derecedir?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258188" y="8294498"/>
            <a:ext cx="3981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60" dirty="0">
                <a:solidFill>
                  <a:srgbClr val="EC008C"/>
                </a:solidFill>
                <a:latin typeface="Arial"/>
                <a:cs typeface="Arial"/>
              </a:rPr>
              <a:t>A)</a:t>
            </a:r>
            <a:r>
              <a:rPr sz="1000" i="1" spc="14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33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168905" y="8294498"/>
            <a:ext cx="406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75" dirty="0">
                <a:solidFill>
                  <a:srgbClr val="00AEEF"/>
                </a:solidFill>
                <a:latin typeface="Arial"/>
                <a:cs typeface="Arial"/>
              </a:rPr>
              <a:t>B)</a:t>
            </a:r>
            <a:r>
              <a:rPr sz="1000" i="1" spc="14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57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299205" y="8294498"/>
            <a:ext cx="3892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80" dirty="0">
                <a:solidFill>
                  <a:srgbClr val="00AEEF"/>
                </a:solidFill>
                <a:latin typeface="Arial"/>
                <a:cs typeface="Arial"/>
              </a:rPr>
              <a:t>C)</a:t>
            </a:r>
            <a:r>
              <a:rPr sz="1000" i="1" spc="14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61</a:t>
            </a:r>
            <a:endParaRPr sz="10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99305" y="8294498"/>
            <a:ext cx="4178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05" dirty="0">
                <a:solidFill>
                  <a:srgbClr val="00AEEF"/>
                </a:solidFill>
                <a:latin typeface="Arial"/>
                <a:cs typeface="Arial"/>
              </a:rPr>
              <a:t>D)</a:t>
            </a:r>
            <a:r>
              <a:rPr sz="1000" i="1" spc="14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67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01849" y="906345"/>
            <a:ext cx="4609465" cy="347980"/>
            <a:chOff x="501849" y="906345"/>
            <a:chExt cx="4609465" cy="347980"/>
          </a:xfrm>
        </p:grpSpPr>
        <p:sp>
          <p:nvSpPr>
            <p:cNvPr id="60" name="object 60"/>
            <p:cNvSpPr/>
            <p:nvPr/>
          </p:nvSpPr>
          <p:spPr>
            <a:xfrm>
              <a:off x="618346" y="1080108"/>
              <a:ext cx="4486910" cy="0"/>
            </a:xfrm>
            <a:custGeom>
              <a:avLst/>
              <a:gdLst/>
              <a:ahLst/>
              <a:cxnLst/>
              <a:rect l="l" t="t" r="r" b="b"/>
              <a:pathLst>
                <a:path w="4486910">
                  <a:moveTo>
                    <a:pt x="448645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C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01849" y="906345"/>
              <a:ext cx="1725295" cy="347980"/>
            </a:xfrm>
            <a:custGeom>
              <a:avLst/>
              <a:gdLst/>
              <a:ahLst/>
              <a:cxnLst/>
              <a:rect l="l" t="t" r="r" b="b"/>
              <a:pathLst>
                <a:path w="1725295" h="347980">
                  <a:moveTo>
                    <a:pt x="1666367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666367" y="347522"/>
                  </a:lnTo>
                  <a:lnTo>
                    <a:pt x="1704798" y="335778"/>
                  </a:lnTo>
                  <a:lnTo>
                    <a:pt x="1714866" y="293596"/>
                  </a:lnTo>
                  <a:lnTo>
                    <a:pt x="1723486" y="218002"/>
                  </a:lnTo>
                  <a:lnTo>
                    <a:pt x="1724901" y="173761"/>
                  </a:lnTo>
                  <a:lnTo>
                    <a:pt x="1723486" y="129526"/>
                  </a:lnTo>
                  <a:lnTo>
                    <a:pt x="1719841" y="88703"/>
                  </a:lnTo>
                  <a:lnTo>
                    <a:pt x="1709458" y="27838"/>
                  </a:lnTo>
                  <a:lnTo>
                    <a:pt x="1666367" y="0"/>
                  </a:lnTo>
                  <a:close/>
                </a:path>
              </a:pathLst>
            </a:custGeom>
            <a:solidFill>
              <a:srgbClr val="FFC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95494" y="956192"/>
            <a:ext cx="5086350" cy="1180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835">
              <a:lnSpc>
                <a:spcPct val="100000"/>
              </a:lnSpc>
              <a:spcBef>
                <a:spcPts val="100"/>
              </a:spcBef>
            </a:pPr>
            <a:r>
              <a:rPr sz="1400" b="1" i="1" spc="-114" dirty="0">
                <a:solidFill>
                  <a:srgbClr val="231F20"/>
                </a:solidFill>
                <a:latin typeface="Times New Roman"/>
                <a:cs typeface="Times New Roman"/>
              </a:rPr>
              <a:t>SIRA</a:t>
            </a:r>
            <a:r>
              <a:rPr sz="1400" b="1" i="1" spc="-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400" b="1" i="1" spc="-145" dirty="0">
                <a:solidFill>
                  <a:srgbClr val="231F20"/>
                </a:solidFill>
                <a:latin typeface="Times New Roman"/>
                <a:cs typeface="Times New Roman"/>
              </a:rPr>
              <a:t>SEN</a:t>
            </a:r>
            <a:r>
              <a:rPr sz="1400" b="1" i="1" spc="-175" dirty="0">
                <a:solidFill>
                  <a:srgbClr val="231F20"/>
                </a:solidFill>
                <a:latin typeface="Times New Roman"/>
                <a:cs typeface="Times New Roman"/>
              </a:rPr>
              <a:t>D</a:t>
            </a:r>
            <a:r>
              <a:rPr sz="1400" b="1" i="1" spc="-220" dirty="0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Times New Roman"/>
              <a:cs typeface="Times New Roman"/>
            </a:endParaRPr>
          </a:p>
          <a:p>
            <a:pPr marL="232410" indent="-220345">
              <a:lnSpc>
                <a:spcPct val="100000"/>
              </a:lnSpc>
              <a:spcBef>
                <a:spcPts val="5"/>
              </a:spcBef>
              <a:buClr>
                <a:srgbClr val="EF5BA1"/>
              </a:buClr>
              <a:buSzPct val="110000"/>
              <a:buFont typeface="Verdana"/>
              <a:buAutoNum type="arabicPeriod"/>
              <a:tabLst>
                <a:tab pos="233045" algn="l"/>
              </a:tabLst>
            </a:pP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Katlama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yaparak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tiçgeninin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kenarına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0" dirty="0">
                <a:solidFill>
                  <a:srgbClr val="231F20"/>
                </a:solidFill>
                <a:latin typeface="Arial"/>
                <a:cs typeface="Arial"/>
              </a:rPr>
              <a:t>ait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ytiksekliği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bulunuz.</a:t>
            </a:r>
            <a:endParaRPr sz="1000">
              <a:latin typeface="Arial"/>
              <a:cs typeface="Arial"/>
            </a:endParaRPr>
          </a:p>
          <a:p>
            <a:pPr marL="387985" lvl="1" indent="-152400">
              <a:lnSpc>
                <a:spcPct val="100000"/>
              </a:lnSpc>
              <a:spcBef>
                <a:spcPts val="1045"/>
              </a:spcBef>
              <a:buAutoNum type="arabicPeriod"/>
              <a:tabLst>
                <a:tab pos="388620" algn="l"/>
              </a:tabLst>
            </a:pP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r>
              <a:rPr sz="1000" b="1" i="1" spc="15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Çeşitkenar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alalım.</a:t>
            </a:r>
            <a:endParaRPr sz="1000">
              <a:latin typeface="Arial"/>
              <a:cs typeface="Arial"/>
            </a:endParaRPr>
          </a:p>
          <a:p>
            <a:pPr marL="601345">
              <a:lnSpc>
                <a:spcPct val="100000"/>
              </a:lnSpc>
              <a:spcBef>
                <a:spcPts val="944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495499" y="719995"/>
            <a:ext cx="6776720" cy="540385"/>
            <a:chOff x="495499" y="719995"/>
            <a:chExt cx="6776720" cy="540385"/>
          </a:xfrm>
        </p:grpSpPr>
        <p:sp>
          <p:nvSpPr>
            <p:cNvPr id="64" name="object 64"/>
            <p:cNvSpPr/>
            <p:nvPr/>
          </p:nvSpPr>
          <p:spPr>
            <a:xfrm>
              <a:off x="501849" y="906345"/>
              <a:ext cx="1725295" cy="347980"/>
            </a:xfrm>
            <a:custGeom>
              <a:avLst/>
              <a:gdLst/>
              <a:ahLst/>
              <a:cxnLst/>
              <a:rect l="l" t="t" r="r" b="b"/>
              <a:pathLst>
                <a:path w="1725295" h="347980">
                  <a:moveTo>
                    <a:pt x="22529" y="347522"/>
                  </a:moveTo>
                  <a:lnTo>
                    <a:pt x="13024" y="305340"/>
                  </a:lnTo>
                  <a:lnTo>
                    <a:pt x="5945" y="262304"/>
                  </a:lnTo>
                  <a:lnTo>
                    <a:pt x="1525" y="218437"/>
                  </a:lnTo>
                  <a:lnTo>
                    <a:pt x="0" y="173761"/>
                  </a:lnTo>
                  <a:lnTo>
                    <a:pt x="1525" y="129091"/>
                  </a:lnTo>
                  <a:lnTo>
                    <a:pt x="5945" y="85223"/>
                  </a:lnTo>
                  <a:lnTo>
                    <a:pt x="13024" y="42184"/>
                  </a:lnTo>
                  <a:lnTo>
                    <a:pt x="22529" y="0"/>
                  </a:lnTo>
                  <a:lnTo>
                    <a:pt x="1666367" y="0"/>
                  </a:lnTo>
                  <a:lnTo>
                    <a:pt x="1704798" y="11744"/>
                  </a:lnTo>
                  <a:lnTo>
                    <a:pt x="1714866" y="53928"/>
                  </a:lnTo>
                  <a:lnTo>
                    <a:pt x="1723486" y="129526"/>
                  </a:lnTo>
                  <a:lnTo>
                    <a:pt x="1724901" y="173761"/>
                  </a:lnTo>
                  <a:lnTo>
                    <a:pt x="1723486" y="218002"/>
                  </a:lnTo>
                  <a:lnTo>
                    <a:pt x="1719841" y="258824"/>
                  </a:lnTo>
                  <a:lnTo>
                    <a:pt x="1709458" y="319684"/>
                  </a:lnTo>
                  <a:lnTo>
                    <a:pt x="1666367" y="347522"/>
                  </a:lnTo>
                  <a:lnTo>
                    <a:pt x="22529" y="34752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095005" y="1070627"/>
              <a:ext cx="2177415" cy="101600"/>
            </a:xfrm>
            <a:custGeom>
              <a:avLst/>
              <a:gdLst/>
              <a:ahLst/>
              <a:cxnLst/>
              <a:rect l="l" t="t" r="r" b="b"/>
              <a:pathLst>
                <a:path w="2177415" h="101600">
                  <a:moveTo>
                    <a:pt x="148793" y="0"/>
                  </a:moveTo>
                  <a:lnTo>
                    <a:pt x="2514" y="0"/>
                  </a:lnTo>
                  <a:lnTo>
                    <a:pt x="0" y="2514"/>
                  </a:lnTo>
                  <a:lnTo>
                    <a:pt x="0" y="8724"/>
                  </a:lnTo>
                  <a:lnTo>
                    <a:pt x="2514" y="11239"/>
                  </a:lnTo>
                  <a:lnTo>
                    <a:pt x="148793" y="11239"/>
                  </a:lnTo>
                  <a:lnTo>
                    <a:pt x="157544" y="13010"/>
                  </a:lnTo>
                  <a:lnTo>
                    <a:pt x="164698" y="17838"/>
                  </a:lnTo>
                  <a:lnTo>
                    <a:pt x="169526" y="24993"/>
                  </a:lnTo>
                  <a:lnTo>
                    <a:pt x="171297" y="33743"/>
                  </a:lnTo>
                  <a:lnTo>
                    <a:pt x="169526" y="42494"/>
                  </a:lnTo>
                  <a:lnTo>
                    <a:pt x="164698" y="49649"/>
                  </a:lnTo>
                  <a:lnTo>
                    <a:pt x="157544" y="54476"/>
                  </a:lnTo>
                  <a:lnTo>
                    <a:pt x="148793" y="56248"/>
                  </a:lnTo>
                  <a:lnTo>
                    <a:pt x="115049" y="56248"/>
                  </a:lnTo>
                  <a:lnTo>
                    <a:pt x="106298" y="58017"/>
                  </a:lnTo>
                  <a:lnTo>
                    <a:pt x="99144" y="62841"/>
                  </a:lnTo>
                  <a:lnTo>
                    <a:pt x="94316" y="69991"/>
                  </a:lnTo>
                  <a:lnTo>
                    <a:pt x="92544" y="78739"/>
                  </a:lnTo>
                  <a:lnTo>
                    <a:pt x="94316" y="87490"/>
                  </a:lnTo>
                  <a:lnTo>
                    <a:pt x="99144" y="94645"/>
                  </a:lnTo>
                  <a:lnTo>
                    <a:pt x="106298" y="99472"/>
                  </a:lnTo>
                  <a:lnTo>
                    <a:pt x="115049" y="101244"/>
                  </a:lnTo>
                  <a:lnTo>
                    <a:pt x="2171369" y="101244"/>
                  </a:lnTo>
                  <a:lnTo>
                    <a:pt x="2174481" y="101244"/>
                  </a:lnTo>
                  <a:lnTo>
                    <a:pt x="2176995" y="98729"/>
                  </a:lnTo>
                  <a:lnTo>
                    <a:pt x="2176995" y="92506"/>
                  </a:lnTo>
                  <a:lnTo>
                    <a:pt x="2174481" y="89992"/>
                  </a:lnTo>
                  <a:lnTo>
                    <a:pt x="108838" y="89992"/>
                  </a:lnTo>
                  <a:lnTo>
                    <a:pt x="103797" y="84950"/>
                  </a:lnTo>
                  <a:lnTo>
                    <a:pt x="103797" y="72542"/>
                  </a:lnTo>
                  <a:lnTo>
                    <a:pt x="108838" y="67500"/>
                  </a:lnTo>
                  <a:lnTo>
                    <a:pt x="148793" y="67500"/>
                  </a:lnTo>
                  <a:lnTo>
                    <a:pt x="161922" y="64842"/>
                  </a:lnTo>
                  <a:lnTo>
                    <a:pt x="172653" y="57599"/>
                  </a:lnTo>
                  <a:lnTo>
                    <a:pt x="179893" y="46867"/>
                  </a:lnTo>
                  <a:lnTo>
                    <a:pt x="182549" y="33743"/>
                  </a:lnTo>
                  <a:lnTo>
                    <a:pt x="179893" y="20622"/>
                  </a:lnTo>
                  <a:lnTo>
                    <a:pt x="172653" y="9894"/>
                  </a:lnTo>
                  <a:lnTo>
                    <a:pt x="161922" y="2656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FFDD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135390" y="76773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4">
                  <a:moveTo>
                    <a:pt x="184353" y="0"/>
                  </a:moveTo>
                  <a:lnTo>
                    <a:pt x="181330" y="0"/>
                  </a:lnTo>
                  <a:lnTo>
                    <a:pt x="0" y="181330"/>
                  </a:lnTo>
                  <a:lnTo>
                    <a:pt x="0" y="184353"/>
                  </a:lnTo>
                  <a:lnTo>
                    <a:pt x="84645" y="268998"/>
                  </a:lnTo>
                  <a:lnTo>
                    <a:pt x="86512" y="270865"/>
                  </a:lnTo>
                  <a:lnTo>
                    <a:pt x="89547" y="270865"/>
                  </a:lnTo>
                  <a:lnTo>
                    <a:pt x="270865" y="89547"/>
                  </a:lnTo>
                  <a:lnTo>
                    <a:pt x="270865" y="86512"/>
                  </a:lnTo>
                  <a:lnTo>
                    <a:pt x="184353" y="0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3332" y="963820"/>
              <a:ext cx="116839" cy="116852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29528" y="719995"/>
              <a:ext cx="124469" cy="124466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3741375" y="9374982"/>
            <a:ext cx="25654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45" dirty="0">
                <a:solidFill>
                  <a:srgbClr val="FFFFFF"/>
                </a:solidFill>
                <a:latin typeface="Arial"/>
                <a:cs typeface="Arial"/>
              </a:rPr>
              <a:t>18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52034" y="843993"/>
            <a:ext cx="1685289" cy="725805"/>
            <a:chOff x="5652034" y="843993"/>
            <a:chExt cx="1685289" cy="72580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4940" y="1438175"/>
              <a:ext cx="66827" cy="10934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655209" y="847168"/>
              <a:ext cx="1678939" cy="697230"/>
            </a:xfrm>
            <a:custGeom>
              <a:avLst/>
              <a:gdLst/>
              <a:ahLst/>
              <a:cxnLst/>
              <a:rect l="l" t="t" r="r" b="b"/>
              <a:pathLst>
                <a:path w="1678940" h="697230">
                  <a:moveTo>
                    <a:pt x="1678406" y="697179"/>
                  </a:moveTo>
                  <a:lnTo>
                    <a:pt x="0" y="697179"/>
                  </a:lnTo>
                  <a:lnTo>
                    <a:pt x="368719" y="0"/>
                  </a:lnTo>
                  <a:lnTo>
                    <a:pt x="1678406" y="697179"/>
                  </a:lnTo>
                  <a:close/>
                </a:path>
              </a:pathLst>
            </a:custGeom>
            <a:ln w="6350">
              <a:solidFill>
                <a:srgbClr val="0CB1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14730" y="1202456"/>
              <a:ext cx="15875" cy="17145"/>
            </a:xfrm>
            <a:custGeom>
              <a:avLst/>
              <a:gdLst/>
              <a:ahLst/>
              <a:cxnLst/>
              <a:rect l="l" t="t" r="r" b="b"/>
              <a:pathLst>
                <a:path w="15875" h="17144">
                  <a:moveTo>
                    <a:pt x="12661" y="0"/>
                  </a:moveTo>
                  <a:lnTo>
                    <a:pt x="3327" y="0"/>
                  </a:lnTo>
                  <a:lnTo>
                    <a:pt x="0" y="3454"/>
                  </a:lnTo>
                  <a:lnTo>
                    <a:pt x="0" y="13182"/>
                  </a:lnTo>
                  <a:lnTo>
                    <a:pt x="3200" y="16776"/>
                  </a:lnTo>
                  <a:lnTo>
                    <a:pt x="7734" y="16776"/>
                  </a:lnTo>
                  <a:lnTo>
                    <a:pt x="7861" y="16776"/>
                  </a:lnTo>
                  <a:lnTo>
                    <a:pt x="12788" y="16776"/>
                  </a:lnTo>
                  <a:lnTo>
                    <a:pt x="15849" y="13182"/>
                  </a:lnTo>
                  <a:lnTo>
                    <a:pt x="15849" y="345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14730" y="1202456"/>
              <a:ext cx="15875" cy="17145"/>
            </a:xfrm>
            <a:custGeom>
              <a:avLst/>
              <a:gdLst/>
              <a:ahLst/>
              <a:cxnLst/>
              <a:rect l="l" t="t" r="r" b="b"/>
              <a:pathLst>
                <a:path w="15875" h="17144">
                  <a:moveTo>
                    <a:pt x="7861" y="16776"/>
                  </a:moveTo>
                  <a:lnTo>
                    <a:pt x="12788" y="16776"/>
                  </a:lnTo>
                  <a:lnTo>
                    <a:pt x="15849" y="13182"/>
                  </a:lnTo>
                  <a:lnTo>
                    <a:pt x="15849" y="8382"/>
                  </a:lnTo>
                  <a:lnTo>
                    <a:pt x="15849" y="3454"/>
                  </a:lnTo>
                  <a:lnTo>
                    <a:pt x="12661" y="0"/>
                  </a:lnTo>
                  <a:lnTo>
                    <a:pt x="7988" y="0"/>
                  </a:lnTo>
                  <a:lnTo>
                    <a:pt x="3327" y="0"/>
                  </a:lnTo>
                  <a:lnTo>
                    <a:pt x="0" y="3454"/>
                  </a:lnTo>
                  <a:lnTo>
                    <a:pt x="0" y="8382"/>
                  </a:lnTo>
                  <a:lnTo>
                    <a:pt x="0" y="13182"/>
                  </a:lnTo>
                  <a:lnTo>
                    <a:pt x="3200" y="16776"/>
                  </a:lnTo>
                  <a:lnTo>
                    <a:pt x="7734" y="16776"/>
                  </a:lnTo>
                  <a:lnTo>
                    <a:pt x="7861" y="16776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23928" y="847176"/>
              <a:ext cx="468630" cy="693420"/>
            </a:xfrm>
            <a:custGeom>
              <a:avLst/>
              <a:gdLst/>
              <a:ahLst/>
              <a:cxnLst/>
              <a:rect l="l" t="t" r="r" b="b"/>
              <a:pathLst>
                <a:path w="468629" h="693419">
                  <a:moveTo>
                    <a:pt x="468464" y="693140"/>
                  </a:moveTo>
                  <a:lnTo>
                    <a:pt x="0" y="0"/>
                  </a:lnTo>
                </a:path>
              </a:pathLst>
            </a:custGeom>
            <a:ln w="6349">
              <a:solidFill>
                <a:srgbClr val="0CB1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0625" y="1158128"/>
              <a:ext cx="836294" cy="408305"/>
            </a:xfrm>
            <a:custGeom>
              <a:avLst/>
              <a:gdLst/>
              <a:ahLst/>
              <a:cxnLst/>
              <a:rect l="l" t="t" r="r" b="b"/>
              <a:pathLst>
                <a:path w="836295" h="408305">
                  <a:moveTo>
                    <a:pt x="574319" y="0"/>
                  </a:moveTo>
                  <a:lnTo>
                    <a:pt x="537527" y="69189"/>
                  </a:lnTo>
                  <a:lnTo>
                    <a:pt x="536041" y="71996"/>
                  </a:lnTo>
                  <a:lnTo>
                    <a:pt x="538848" y="73482"/>
                  </a:lnTo>
                  <a:lnTo>
                    <a:pt x="608025" y="110274"/>
                  </a:lnTo>
                </a:path>
                <a:path w="836295" h="408305">
                  <a:moveTo>
                    <a:pt x="12699" y="361035"/>
                  </a:moveTo>
                  <a:lnTo>
                    <a:pt x="0" y="408203"/>
                  </a:lnTo>
                </a:path>
                <a:path w="836295" h="408305">
                  <a:moveTo>
                    <a:pt x="819708" y="361035"/>
                  </a:moveTo>
                  <a:lnTo>
                    <a:pt x="807008" y="408203"/>
                  </a:lnTo>
                </a:path>
                <a:path w="836295" h="408305">
                  <a:moveTo>
                    <a:pt x="28867" y="361035"/>
                  </a:moveTo>
                  <a:lnTo>
                    <a:pt x="16167" y="408203"/>
                  </a:lnTo>
                </a:path>
                <a:path w="836295" h="408305">
                  <a:moveTo>
                    <a:pt x="835888" y="361035"/>
                  </a:moveTo>
                  <a:lnTo>
                    <a:pt x="823188" y="408203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92865" y="1195599"/>
              <a:ext cx="184150" cy="346710"/>
            </a:xfrm>
            <a:custGeom>
              <a:avLst/>
              <a:gdLst/>
              <a:ahLst/>
              <a:cxnLst/>
              <a:rect l="l" t="t" r="r" b="b"/>
              <a:pathLst>
                <a:path w="184150" h="346709">
                  <a:moveTo>
                    <a:pt x="0" y="346341"/>
                  </a:moveTo>
                  <a:lnTo>
                    <a:pt x="184150" y="0"/>
                  </a:lnTo>
                </a:path>
              </a:pathLst>
            </a:custGeom>
            <a:ln w="6350">
              <a:solidFill>
                <a:srgbClr val="0CB1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50449" y="1059527"/>
              <a:ext cx="505459" cy="300990"/>
            </a:xfrm>
            <a:custGeom>
              <a:avLst/>
              <a:gdLst/>
              <a:ahLst/>
              <a:cxnLst/>
              <a:rect l="l" t="t" r="r" b="b"/>
              <a:pathLst>
                <a:path w="505459" h="300990">
                  <a:moveTo>
                    <a:pt x="0" y="45046"/>
                  </a:moveTo>
                  <a:lnTo>
                    <a:pt x="23952" y="0"/>
                  </a:lnTo>
                </a:path>
                <a:path w="505459" h="300990">
                  <a:moveTo>
                    <a:pt x="481266" y="300736"/>
                  </a:moveTo>
                  <a:lnTo>
                    <a:pt x="505218" y="255689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65696" y="709583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74603" y="1541229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81360" y="154122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64314" y="1056528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0" dirty="0">
                <a:solidFill>
                  <a:srgbClr val="231F20"/>
                </a:solidFill>
                <a:latin typeface="Georgia"/>
                <a:cs typeface="Georgia"/>
              </a:rPr>
              <a:t>D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37749" y="1557084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5" dirty="0">
                <a:solidFill>
                  <a:srgbClr val="231F20"/>
                </a:solidFill>
                <a:latin typeface="Georgia"/>
                <a:cs typeface="Georgia"/>
              </a:rPr>
              <a:t>E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63023" y="1389629"/>
            <a:ext cx="21018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45" dirty="0">
                <a:solidFill>
                  <a:srgbClr val="231F20"/>
                </a:solidFill>
                <a:latin typeface="Georgia"/>
                <a:cs typeface="Georgia"/>
              </a:rPr>
              <a:t>62°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57548" y="901725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1060" y="700313"/>
            <a:ext cx="3103880" cy="69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114" dirty="0">
                <a:solidFill>
                  <a:srgbClr val="EF5BA1"/>
                </a:solidFill>
                <a:latin typeface="Verdana"/>
                <a:cs typeface="Verdana"/>
              </a:rPr>
              <a:t>3.</a:t>
            </a:r>
            <a:r>
              <a:rPr sz="1100" b="1" i="1" spc="590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[ED]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[AC], </a:t>
            </a:r>
            <a:r>
              <a:rPr sz="1000" i="1" spc="3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|AD|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|DC|,</a:t>
            </a:r>
            <a:endParaRPr sz="1000">
              <a:latin typeface="Arial"/>
              <a:cs typeface="Arial"/>
            </a:endParaRPr>
          </a:p>
          <a:p>
            <a:pPr marL="260985">
              <a:lnSpc>
                <a:spcPct val="100000"/>
              </a:lnSpc>
              <a:spcBef>
                <a:spcPts val="1045"/>
              </a:spcBef>
            </a:pP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|BE|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|EC|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v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RB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2°</a:t>
            </a:r>
            <a:endParaRPr sz="1000">
              <a:latin typeface="Arial"/>
              <a:cs typeface="Arial"/>
            </a:endParaRPr>
          </a:p>
          <a:p>
            <a:pPr marL="252729" algn="ctr">
              <a:lnSpc>
                <a:spcPct val="100000"/>
              </a:lnSpc>
              <a:spcBef>
                <a:spcPts val="5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99340" y="1324763"/>
            <a:ext cx="28270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b="1" i="1" spc="-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45" dirty="0">
                <a:solidFill>
                  <a:srgbClr val="231F20"/>
                </a:solidFill>
                <a:latin typeface="Verdana"/>
                <a:cs typeface="Verdana"/>
              </a:rPr>
              <a:t>EAC)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25" dirty="0">
                <a:solidFill>
                  <a:srgbClr val="231F20"/>
                </a:solidFill>
                <a:latin typeface="Verdana"/>
                <a:cs typeface="Verdana"/>
              </a:rPr>
              <a:t>derecedir?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9403" y="1576654"/>
            <a:ext cx="2769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5065" algn="l"/>
                <a:tab pos="2361565" algn="l"/>
              </a:tabLst>
            </a:pPr>
            <a:r>
              <a:rPr sz="1000" i="1" spc="60" dirty="0">
                <a:solidFill>
                  <a:srgbClr val="00AEEF"/>
                </a:solidFill>
                <a:latin typeface="Arial"/>
                <a:cs typeface="Arial"/>
              </a:rPr>
              <a:t>A)</a:t>
            </a:r>
            <a:r>
              <a:rPr sz="1000" i="1" spc="21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18	</a:t>
            </a:r>
            <a:r>
              <a:rPr sz="1000" i="1" spc="75" dirty="0">
                <a:solidFill>
                  <a:srgbClr val="00AEEF"/>
                </a:solidFill>
                <a:latin typeface="Arial"/>
                <a:cs typeface="Arial"/>
              </a:rPr>
              <a:t>B)</a:t>
            </a:r>
            <a:r>
              <a:rPr sz="1000" i="1" spc="22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20	</a:t>
            </a:r>
            <a:r>
              <a:rPr sz="1000" i="1" spc="80" dirty="0">
                <a:solidFill>
                  <a:srgbClr val="EC008C"/>
                </a:solidFill>
                <a:latin typeface="Arial"/>
                <a:cs typeface="Arial"/>
              </a:rPr>
              <a:t>C)</a:t>
            </a:r>
            <a:r>
              <a:rPr sz="1000" i="1" spc="14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28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79203" y="1576654"/>
            <a:ext cx="421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05" dirty="0">
                <a:solidFill>
                  <a:srgbClr val="00AEEF"/>
                </a:solidFill>
                <a:latin typeface="Arial"/>
                <a:cs typeface="Arial"/>
              </a:rPr>
              <a:t>D)</a:t>
            </a:r>
            <a:r>
              <a:rPr sz="1000" i="1" spc="14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32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3101" y="2391714"/>
            <a:ext cx="419481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120" dirty="0">
                <a:solidFill>
                  <a:srgbClr val="EF5BA1"/>
                </a:solidFill>
                <a:latin typeface="Verdana"/>
                <a:cs typeface="Verdana"/>
              </a:rPr>
              <a:t>4.</a:t>
            </a:r>
            <a:r>
              <a:rPr sz="1100" b="1" i="1" spc="590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dik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[AB]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[AC],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[AH]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[BC],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|AB|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br,</a:t>
            </a:r>
            <a:endParaRPr sz="1000">
              <a:latin typeface="Arial"/>
              <a:cs typeface="Arial"/>
            </a:endParaRPr>
          </a:p>
          <a:p>
            <a:pPr marL="258445">
              <a:lnSpc>
                <a:spcPct val="100000"/>
              </a:lnSpc>
              <a:spcBef>
                <a:spcPts val="1045"/>
              </a:spcBef>
            </a:pPr>
            <a:r>
              <a:rPr sz="1000" i="1" spc="5" dirty="0">
                <a:solidFill>
                  <a:srgbClr val="231F20"/>
                </a:solidFill>
                <a:latin typeface="Arial"/>
                <a:cs typeface="Arial"/>
              </a:rPr>
              <a:t>|AC|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|BC|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  <a:p>
            <a:pPr marL="258445">
              <a:lnSpc>
                <a:spcPct val="100000"/>
              </a:lnSpc>
              <a:spcBef>
                <a:spcPts val="1350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85" dirty="0">
                <a:solidFill>
                  <a:srgbClr val="231F20"/>
                </a:solidFill>
                <a:latin typeface="Verdana"/>
                <a:cs typeface="Verdana"/>
              </a:rPr>
              <a:t>|AH|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0" dirty="0">
                <a:solidFill>
                  <a:srgbClr val="231F20"/>
                </a:solidFill>
                <a:latin typeface="Verdana"/>
                <a:cs typeface="Verdana"/>
              </a:rPr>
              <a:t>nin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1000" b="1" i="1" spc="16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birim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0" dirty="0">
                <a:solidFill>
                  <a:srgbClr val="231F20"/>
                </a:solidFill>
                <a:latin typeface="Verdana"/>
                <a:cs typeface="Verdana"/>
              </a:rPr>
              <a:t>bulunuz.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744448" y="2325349"/>
            <a:ext cx="1525270" cy="951230"/>
            <a:chOff x="5744448" y="2325349"/>
            <a:chExt cx="1525270" cy="951230"/>
          </a:xfrm>
        </p:grpSpPr>
        <p:sp>
          <p:nvSpPr>
            <p:cNvPr id="32" name="object 32"/>
            <p:cNvSpPr/>
            <p:nvPr/>
          </p:nvSpPr>
          <p:spPr>
            <a:xfrm>
              <a:off x="6195182" y="2987478"/>
              <a:ext cx="67945" cy="95250"/>
            </a:xfrm>
            <a:custGeom>
              <a:avLst/>
              <a:gdLst/>
              <a:ahLst/>
              <a:cxnLst/>
              <a:rect l="l" t="t" r="r" b="b"/>
              <a:pathLst>
                <a:path w="67945" h="95250">
                  <a:moveTo>
                    <a:pt x="67945" y="0"/>
                  </a:moveTo>
                  <a:lnTo>
                    <a:pt x="0" y="27114"/>
                  </a:lnTo>
                  <a:lnTo>
                    <a:pt x="27101" y="95072"/>
                  </a:lnTo>
                </a:path>
              </a:pathLst>
            </a:custGeom>
            <a:ln w="435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33214" y="302551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0693" y="0"/>
                  </a:moveTo>
                  <a:lnTo>
                    <a:pt x="6388" y="1714"/>
                  </a:lnTo>
                  <a:lnTo>
                    <a:pt x="2095" y="3428"/>
                  </a:lnTo>
                  <a:lnTo>
                    <a:pt x="0" y="8305"/>
                  </a:lnTo>
                  <a:lnTo>
                    <a:pt x="3429" y="16903"/>
                  </a:lnTo>
                  <a:lnTo>
                    <a:pt x="8305" y="18999"/>
                  </a:lnTo>
                  <a:lnTo>
                    <a:pt x="16903" y="15570"/>
                  </a:lnTo>
                  <a:lnTo>
                    <a:pt x="18999" y="10693"/>
                  </a:lnTo>
                  <a:lnTo>
                    <a:pt x="15570" y="2095"/>
                  </a:lnTo>
                  <a:lnTo>
                    <a:pt x="10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79101" y="2346345"/>
              <a:ext cx="90170" cy="71120"/>
            </a:xfrm>
            <a:custGeom>
              <a:avLst/>
              <a:gdLst/>
              <a:ahLst/>
              <a:cxnLst/>
              <a:rect l="l" t="t" r="r" b="b"/>
              <a:pathLst>
                <a:path w="90170" h="71119">
                  <a:moveTo>
                    <a:pt x="0" y="51612"/>
                  </a:moveTo>
                  <a:lnTo>
                    <a:pt x="70637" y="70650"/>
                  </a:lnTo>
                  <a:lnTo>
                    <a:pt x="89674" y="0"/>
                  </a:lnTo>
                </a:path>
              </a:pathLst>
            </a:custGeom>
            <a:ln w="435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14648" y="236284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6997" y="0"/>
                  </a:moveTo>
                  <a:lnTo>
                    <a:pt x="2400" y="2654"/>
                  </a:lnTo>
                  <a:lnTo>
                    <a:pt x="0" y="11595"/>
                  </a:lnTo>
                  <a:lnTo>
                    <a:pt x="2641" y="16192"/>
                  </a:lnTo>
                  <a:lnTo>
                    <a:pt x="7111" y="17399"/>
                  </a:lnTo>
                  <a:lnTo>
                    <a:pt x="11569" y="18605"/>
                  </a:lnTo>
                  <a:lnTo>
                    <a:pt x="16179" y="15951"/>
                  </a:lnTo>
                  <a:lnTo>
                    <a:pt x="18592" y="7010"/>
                  </a:lnTo>
                  <a:lnTo>
                    <a:pt x="15938" y="2413"/>
                  </a:lnTo>
                  <a:lnTo>
                    <a:pt x="69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747623" y="2328524"/>
              <a:ext cx="1518920" cy="944880"/>
            </a:xfrm>
            <a:custGeom>
              <a:avLst/>
              <a:gdLst/>
              <a:ahLst/>
              <a:cxnLst/>
              <a:rect l="l" t="t" r="r" b="b"/>
              <a:pathLst>
                <a:path w="1518920" h="944879">
                  <a:moveTo>
                    <a:pt x="1518729" y="338696"/>
                  </a:moveTo>
                  <a:lnTo>
                    <a:pt x="0" y="944625"/>
                  </a:lnTo>
                  <a:lnTo>
                    <a:pt x="251764" y="330"/>
                  </a:lnTo>
                  <a:lnTo>
                    <a:pt x="1518729" y="338696"/>
                  </a:lnTo>
                  <a:close/>
                </a:path>
                <a:path w="1518920" h="944879">
                  <a:moveTo>
                    <a:pt x="252590" y="0"/>
                  </a:moveTo>
                  <a:lnTo>
                    <a:pt x="543039" y="727963"/>
                  </a:lnTo>
                </a:path>
              </a:pathLst>
            </a:custGeom>
            <a:ln w="6350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594551" y="2680342"/>
            <a:ext cx="28384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20" dirty="0">
                <a:solidFill>
                  <a:srgbClr val="231F20"/>
                </a:solidFill>
                <a:latin typeface="Trebuchet MS"/>
                <a:cs typeface="Trebuchet MS"/>
              </a:rPr>
              <a:t>3</a:t>
            </a:r>
            <a:r>
              <a:rPr sz="850" spc="9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spc="114" dirty="0">
                <a:solidFill>
                  <a:srgbClr val="231F20"/>
                </a:solidFill>
                <a:latin typeface="Trebuchet MS"/>
                <a:cs typeface="Trebuchet MS"/>
              </a:rPr>
              <a:t>br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42300" y="2364702"/>
            <a:ext cx="28448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25" dirty="0">
                <a:solidFill>
                  <a:srgbClr val="231F20"/>
                </a:solidFill>
                <a:latin typeface="Trebuchet MS"/>
                <a:cs typeface="Trebuchet MS"/>
              </a:rPr>
              <a:t>4</a:t>
            </a:r>
            <a:r>
              <a:rPr sz="850" spc="9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spc="114" dirty="0">
                <a:solidFill>
                  <a:srgbClr val="231F20"/>
                </a:solidFill>
                <a:latin typeface="Trebuchet MS"/>
                <a:cs typeface="Trebuchet MS"/>
              </a:rPr>
              <a:t>br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43801" y="2180552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9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638958" y="3241054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77962" y="3040977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85" dirty="0">
                <a:solidFill>
                  <a:srgbClr val="231F20"/>
                </a:solidFill>
                <a:latin typeface="Trebuchet MS"/>
                <a:cs typeface="Trebuchet MS"/>
              </a:rPr>
              <a:t>H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81263" y="2599652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96770" y="3380346"/>
            <a:ext cx="990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99399" y="3274928"/>
            <a:ext cx="694055" cy="3810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446405" algn="l"/>
              </a:tabLst>
            </a:pPr>
            <a:r>
              <a:rPr sz="1000" i="1" u="sng" spc="300" dirty="0">
                <a:solidFill>
                  <a:srgbClr val="EC008C"/>
                </a:solidFill>
                <a:uFill>
                  <a:solidFill>
                    <a:srgbClr val="EC008C"/>
                  </a:solidFill>
                </a:uFill>
                <a:latin typeface="Arial"/>
                <a:cs typeface="Arial"/>
              </a:rPr>
              <a:t> </a:t>
            </a:r>
            <a:r>
              <a:rPr sz="1000" i="1" u="sng" spc="120" dirty="0">
                <a:solidFill>
                  <a:srgbClr val="EC008C"/>
                </a:solidFill>
                <a:uFill>
                  <a:solidFill>
                    <a:srgbClr val="EC008C"/>
                  </a:solidFill>
                </a:uFill>
                <a:latin typeface="Arial"/>
                <a:cs typeface="Arial"/>
              </a:rPr>
              <a:t>a</a:t>
            </a:r>
            <a:r>
              <a:rPr sz="1000" i="1" spc="120" dirty="0">
                <a:solidFill>
                  <a:srgbClr val="EC008C"/>
                </a:solidFill>
                <a:latin typeface="Arial"/>
                <a:cs typeface="Arial"/>
              </a:rPr>
              <a:t>	</a:t>
            </a:r>
            <a:r>
              <a:rPr sz="1000" i="1" u="sng" spc="110" dirty="0">
                <a:solidFill>
                  <a:srgbClr val="EC008C"/>
                </a:solidFill>
                <a:uFill>
                  <a:solidFill>
                    <a:srgbClr val="EC008C"/>
                  </a:solidFill>
                </a:uFill>
                <a:latin typeface="Arial"/>
                <a:cs typeface="Arial"/>
              </a:rPr>
              <a:t>3</a:t>
            </a:r>
            <a:r>
              <a:rPr sz="1000" i="1" u="sng" spc="30" dirty="0">
                <a:solidFill>
                  <a:srgbClr val="EC008C"/>
                </a:solidFill>
                <a:uFill>
                  <a:solidFill>
                    <a:srgbClr val="EC008C"/>
                  </a:solidFill>
                </a:uFill>
                <a:latin typeface="Arial"/>
                <a:cs typeface="Arial"/>
              </a:rPr>
              <a:t> </a:t>
            </a:r>
            <a:endParaRPr sz="10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  <a:spcBef>
                <a:spcPts val="200"/>
              </a:spcBef>
              <a:tabLst>
                <a:tab pos="518795" algn="l"/>
              </a:tabLst>
            </a:pPr>
            <a:r>
              <a:rPr sz="1000" i="1" spc="114" dirty="0">
                <a:solidFill>
                  <a:srgbClr val="EC008C"/>
                </a:solidFill>
                <a:latin typeface="Arial"/>
                <a:cs typeface="Arial"/>
              </a:rPr>
              <a:t>4	</a:t>
            </a:r>
            <a:r>
              <a:rPr sz="1000" i="1" spc="140" dirty="0">
                <a:solidFill>
                  <a:srgbClr val="EC008C"/>
                </a:solidFill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31044" y="3380338"/>
            <a:ext cx="5060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75" dirty="0">
                <a:solidFill>
                  <a:srgbClr val="EC008C"/>
                </a:solidFill>
                <a:latin typeface="Arial"/>
                <a:cs typeface="Arial"/>
              </a:rPr>
              <a:t>ise</a:t>
            </a:r>
            <a:r>
              <a:rPr sz="1000" i="1" spc="17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EC008C"/>
                </a:solidFill>
                <a:latin typeface="Arial"/>
                <a:cs typeface="Arial"/>
              </a:rPr>
              <a:t>d</a:t>
            </a:r>
            <a:r>
              <a:rPr sz="1000" i="1" spc="18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275107" y="3281453"/>
            <a:ext cx="21653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 marR="5080" indent="-73025">
              <a:lnSpc>
                <a:spcPct val="116700"/>
              </a:lnSpc>
              <a:spcBef>
                <a:spcPts val="100"/>
              </a:spcBef>
            </a:pPr>
            <a:r>
              <a:rPr sz="1000" i="1" u="sng" spc="55" dirty="0">
                <a:solidFill>
                  <a:srgbClr val="EC008C"/>
                </a:solidFill>
                <a:uFill>
                  <a:solidFill>
                    <a:srgbClr val="EC008C"/>
                  </a:solidFill>
                </a:uFill>
                <a:latin typeface="Arial"/>
                <a:cs typeface="Arial"/>
              </a:rPr>
              <a:t> </a:t>
            </a:r>
            <a:r>
              <a:rPr sz="1000" i="1" u="sng" spc="20" dirty="0">
                <a:solidFill>
                  <a:srgbClr val="EC008C"/>
                </a:solidFill>
                <a:uFill>
                  <a:solidFill>
                    <a:srgbClr val="EC008C"/>
                  </a:solidFill>
                </a:uFill>
                <a:latin typeface="Arial"/>
                <a:cs typeface="Arial"/>
              </a:rPr>
              <a:t>12 </a:t>
            </a:r>
            <a:r>
              <a:rPr sz="1000" i="1" spc="1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EC008C"/>
                </a:solidFill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72542" y="3380259"/>
            <a:ext cx="2457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85" dirty="0">
                <a:solidFill>
                  <a:srgbClr val="EC008C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0543" y="3920114"/>
            <a:ext cx="384746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i="1" spc="-110" dirty="0">
                <a:solidFill>
                  <a:srgbClr val="EF5BA1"/>
                </a:solidFill>
                <a:latin typeface="Verdana"/>
                <a:cs typeface="Verdana"/>
              </a:rPr>
              <a:t>5.</a:t>
            </a:r>
            <a:r>
              <a:rPr sz="1100" b="1" i="1" spc="585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Yandaki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diklik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merkezi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noktasıdır.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457760" y="3857094"/>
            <a:ext cx="1839595" cy="906780"/>
            <a:chOff x="5457760" y="3857094"/>
            <a:chExt cx="1839595" cy="906780"/>
          </a:xfrm>
        </p:grpSpPr>
        <p:sp>
          <p:nvSpPr>
            <p:cNvPr id="50" name="object 50"/>
            <p:cNvSpPr/>
            <p:nvPr/>
          </p:nvSpPr>
          <p:spPr>
            <a:xfrm>
              <a:off x="6269498" y="3860272"/>
              <a:ext cx="107950" cy="897255"/>
            </a:xfrm>
            <a:custGeom>
              <a:avLst/>
              <a:gdLst/>
              <a:ahLst/>
              <a:cxnLst/>
              <a:rect l="l" t="t" r="r" b="b"/>
              <a:pathLst>
                <a:path w="107950" h="897254">
                  <a:moveTo>
                    <a:pt x="107950" y="89720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460935" y="3860269"/>
              <a:ext cx="1833245" cy="900430"/>
            </a:xfrm>
            <a:custGeom>
              <a:avLst/>
              <a:gdLst/>
              <a:ahLst/>
              <a:cxnLst/>
              <a:rect l="l" t="t" r="r" b="b"/>
              <a:pathLst>
                <a:path w="1833245" h="900429">
                  <a:moveTo>
                    <a:pt x="0" y="899985"/>
                  </a:moveTo>
                  <a:lnTo>
                    <a:pt x="1833041" y="899985"/>
                  </a:lnTo>
                  <a:lnTo>
                    <a:pt x="808558" y="0"/>
                  </a:lnTo>
                  <a:lnTo>
                    <a:pt x="0" y="899985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215523" y="3708275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93179" y="4765537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29839" y="4765537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85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329823" y="4330575"/>
            <a:ext cx="2870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50" dirty="0">
                <a:solidFill>
                  <a:srgbClr val="231F20"/>
                </a:solidFill>
                <a:latin typeface="Trebuchet MS"/>
                <a:cs typeface="Trebuchet MS"/>
              </a:rPr>
              <a:t>5</a:t>
            </a:r>
            <a:r>
              <a:rPr sz="850" i="1" spc="9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i="1" spc="100" dirty="0">
                <a:solidFill>
                  <a:srgbClr val="231F20"/>
                </a:solidFill>
                <a:latin typeface="Trebuchet MS"/>
                <a:cs typeface="Trebuchet MS"/>
              </a:rPr>
              <a:t>br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81271" y="4765550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07316" y="4208014"/>
            <a:ext cx="4638040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165">
              <a:lnSpc>
                <a:spcPct val="100000"/>
              </a:lnSpc>
              <a:spcBef>
                <a:spcPts val="100"/>
              </a:spcBef>
            </a:pP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[AE],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kenarının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kenarortayı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|AE|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  <a:p>
            <a:pPr marL="304165">
              <a:lnSpc>
                <a:spcPct val="100000"/>
              </a:lnSpc>
              <a:spcBef>
                <a:spcPts val="1350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30" dirty="0">
                <a:solidFill>
                  <a:srgbClr val="231F20"/>
                </a:solidFill>
                <a:latin typeface="Verdana"/>
                <a:cs typeface="Verdana"/>
              </a:rPr>
              <a:t>|BC|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0" dirty="0">
                <a:solidFill>
                  <a:srgbClr val="231F20"/>
                </a:solidFill>
                <a:latin typeface="Verdana"/>
                <a:cs typeface="Verdana"/>
              </a:rPr>
              <a:t>nin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birim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0" dirty="0">
                <a:solidFill>
                  <a:srgbClr val="231F20"/>
                </a:solidFill>
                <a:latin typeface="Verdana"/>
                <a:cs typeface="Verdana"/>
              </a:rPr>
              <a:t>bulunuz.</a:t>
            </a:r>
            <a:endParaRPr sz="1000">
              <a:latin typeface="Verdana"/>
              <a:cs typeface="Verdana"/>
            </a:endParaRPr>
          </a:p>
          <a:p>
            <a:pPr marL="304165">
              <a:lnSpc>
                <a:spcPct val="100000"/>
              </a:lnSpc>
              <a:spcBef>
                <a:spcPts val="1065"/>
              </a:spcBef>
            </a:pPr>
            <a:r>
              <a:rPr sz="1000" i="1" spc="55" dirty="0">
                <a:solidFill>
                  <a:srgbClr val="EC008C"/>
                </a:solidFill>
                <a:latin typeface="Arial"/>
                <a:cs typeface="Arial"/>
              </a:rPr>
              <a:t>BAC</a:t>
            </a:r>
            <a:r>
              <a:rPr sz="1000" i="1" spc="204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EC008C"/>
                </a:solidFill>
                <a:latin typeface="Arial"/>
                <a:cs typeface="Arial"/>
              </a:rPr>
              <a:t>dik</a:t>
            </a:r>
            <a:r>
              <a:rPr sz="1000" i="1" spc="21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EC008C"/>
                </a:solidFill>
                <a:latin typeface="Arial"/>
                <a:cs typeface="Arial"/>
              </a:rPr>
              <a:t>açı</a:t>
            </a:r>
            <a:r>
              <a:rPr sz="1000" i="1" spc="204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EC008C"/>
                </a:solidFill>
                <a:latin typeface="Arial"/>
                <a:cs typeface="Arial"/>
              </a:rPr>
              <a:t>olduğundan</a:t>
            </a:r>
            <a:r>
              <a:rPr sz="1000" i="1" spc="21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EC008C"/>
                </a:solidFill>
                <a:latin typeface="Arial"/>
                <a:cs typeface="Arial"/>
              </a:rPr>
              <a:t>|BC|</a:t>
            </a:r>
            <a:r>
              <a:rPr sz="1000" i="1" spc="204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r>
              <a:rPr sz="1000" i="1" spc="21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EC008C"/>
                </a:solidFill>
                <a:latin typeface="Arial"/>
                <a:cs typeface="Arial"/>
              </a:rPr>
              <a:t>2.|AE|</a:t>
            </a:r>
            <a:endParaRPr sz="1000">
              <a:latin typeface="Arial"/>
              <a:cs typeface="Arial"/>
            </a:endParaRPr>
          </a:p>
          <a:p>
            <a:pPr marL="2016125">
              <a:lnSpc>
                <a:spcPct val="100000"/>
              </a:lnSpc>
              <a:spcBef>
                <a:spcPts val="1065"/>
              </a:spcBef>
            </a:pPr>
            <a:r>
              <a:rPr sz="1000" i="1" spc="15" dirty="0">
                <a:solidFill>
                  <a:srgbClr val="EC008C"/>
                </a:solidFill>
                <a:latin typeface="Arial"/>
                <a:cs typeface="Arial"/>
              </a:rPr>
              <a:t>|BC|</a:t>
            </a:r>
            <a:r>
              <a:rPr sz="1000" i="1" spc="204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r>
              <a:rPr sz="1000" i="1" spc="21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EC008C"/>
                </a:solidFill>
                <a:latin typeface="Arial"/>
                <a:cs typeface="Arial"/>
              </a:rPr>
              <a:t>2.5</a:t>
            </a:r>
            <a:r>
              <a:rPr sz="1000" i="1" spc="21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EC008C"/>
                </a:solidFill>
                <a:latin typeface="Arial"/>
                <a:cs typeface="Arial"/>
              </a:rPr>
              <a:t>=</a:t>
            </a:r>
            <a:r>
              <a:rPr sz="1000" i="1" spc="21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EC008C"/>
                </a:solidFill>
                <a:latin typeface="Arial"/>
                <a:cs typeface="Arial"/>
              </a:rPr>
              <a:t>10</a:t>
            </a:r>
            <a:r>
              <a:rPr sz="1000" i="1" spc="21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EC008C"/>
                </a:solidFill>
                <a:latin typeface="Arial"/>
                <a:cs typeface="Arial"/>
              </a:rPr>
              <a:t>birimdir.</a:t>
            </a:r>
            <a:endParaRPr sz="1000">
              <a:latin typeface="Arial"/>
              <a:cs typeface="Arial"/>
            </a:endParaRPr>
          </a:p>
          <a:p>
            <a:pPr marL="192405">
              <a:lnSpc>
                <a:spcPct val="100000"/>
              </a:lnSpc>
              <a:spcBef>
                <a:spcPts val="805"/>
              </a:spcBef>
            </a:pPr>
            <a:r>
              <a:rPr sz="1500" b="1" i="1" spc="-80" dirty="0">
                <a:solidFill>
                  <a:srgbClr val="358CCB"/>
                </a:solidFill>
                <a:latin typeface="Times New Roman"/>
                <a:cs typeface="Times New Roman"/>
              </a:rPr>
              <a:t>Üçge</a:t>
            </a:r>
            <a:r>
              <a:rPr sz="1500" b="1" i="1" spc="-70" dirty="0">
                <a:solidFill>
                  <a:srgbClr val="358CCB"/>
                </a:solidFill>
                <a:latin typeface="Times New Roman"/>
                <a:cs typeface="Times New Roman"/>
              </a:rPr>
              <a:t>n</a:t>
            </a:r>
            <a:r>
              <a:rPr sz="1500" b="1" i="1" spc="-130" dirty="0">
                <a:solidFill>
                  <a:srgbClr val="358CCB"/>
                </a:solidFill>
                <a:latin typeface="Times New Roman"/>
                <a:cs typeface="Times New Roman"/>
              </a:rPr>
              <a:t> </a:t>
            </a:r>
            <a:r>
              <a:rPr sz="1500" b="1" i="1" spc="-15" dirty="0">
                <a:solidFill>
                  <a:srgbClr val="358CCB"/>
                </a:solidFill>
                <a:latin typeface="Times New Roman"/>
                <a:cs typeface="Times New Roman"/>
              </a:rPr>
              <a:t>Eşitsizliği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34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Verdana"/>
                <a:cs typeface="Verdana"/>
              </a:rPr>
              <a:t>Kenar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uzunlukları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5" dirty="0">
                <a:solidFill>
                  <a:srgbClr val="231F20"/>
                </a:solidFill>
                <a:latin typeface="Verdana"/>
                <a:cs typeface="Verdana"/>
              </a:rPr>
              <a:t>a,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b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olan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tiçgenin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kenarları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arasında</a:t>
            </a:r>
            <a:endParaRPr sz="1000">
              <a:latin typeface="Verdana"/>
              <a:cs typeface="Verdana"/>
            </a:endParaRPr>
          </a:p>
          <a:p>
            <a:pPr marL="189865">
              <a:lnSpc>
                <a:spcPct val="100000"/>
              </a:lnSpc>
              <a:spcBef>
                <a:spcPts val="500"/>
              </a:spcBef>
            </a:pP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|b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c|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  <a:p>
            <a:pPr marL="189865">
              <a:lnSpc>
                <a:spcPct val="100000"/>
              </a:lnSpc>
              <a:spcBef>
                <a:spcPts val="500"/>
              </a:spcBef>
            </a:pP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|a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c|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  <a:p>
            <a:pPr marL="189865" marR="1865630">
              <a:lnSpc>
                <a:spcPct val="141700"/>
              </a:lnSpc>
            </a:pP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|b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a|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3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bağıntısı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vardır.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bağıntıya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"tiçgen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eşitsizliği"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denir.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34394" y="7138060"/>
            <a:ext cx="6645909" cy="2033270"/>
            <a:chOff x="734394" y="7138060"/>
            <a:chExt cx="6645909" cy="2033270"/>
          </a:xfrm>
        </p:grpSpPr>
        <p:sp>
          <p:nvSpPr>
            <p:cNvPr id="59" name="object 59"/>
            <p:cNvSpPr/>
            <p:nvPr/>
          </p:nvSpPr>
          <p:spPr>
            <a:xfrm>
              <a:off x="734394" y="7138060"/>
              <a:ext cx="6645909" cy="2033270"/>
            </a:xfrm>
            <a:custGeom>
              <a:avLst/>
              <a:gdLst/>
              <a:ahLst/>
              <a:cxnLst/>
              <a:rect l="l" t="t" r="r" b="b"/>
              <a:pathLst>
                <a:path w="6645909" h="2033270">
                  <a:moveTo>
                    <a:pt x="6645605" y="0"/>
                  </a:moveTo>
                  <a:lnTo>
                    <a:pt x="0" y="0"/>
                  </a:lnTo>
                  <a:lnTo>
                    <a:pt x="0" y="2032787"/>
                  </a:lnTo>
                  <a:lnTo>
                    <a:pt x="6645605" y="2032787"/>
                  </a:lnTo>
                  <a:lnTo>
                    <a:pt x="6645605" y="0"/>
                  </a:lnTo>
                  <a:close/>
                </a:path>
              </a:pathLst>
            </a:custGeom>
            <a:solidFill>
              <a:srgbClr val="FEE9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446649" y="7781356"/>
              <a:ext cx="1215390" cy="703580"/>
            </a:xfrm>
            <a:custGeom>
              <a:avLst/>
              <a:gdLst/>
              <a:ahLst/>
              <a:cxnLst/>
              <a:rect l="l" t="t" r="r" b="b"/>
              <a:pathLst>
                <a:path w="1215389" h="703579">
                  <a:moveTo>
                    <a:pt x="607631" y="0"/>
                  </a:moveTo>
                  <a:lnTo>
                    <a:pt x="0" y="703554"/>
                  </a:lnTo>
                  <a:lnTo>
                    <a:pt x="1215262" y="703554"/>
                  </a:lnTo>
                  <a:lnTo>
                    <a:pt x="607631" y="0"/>
                  </a:lnTo>
                  <a:close/>
                </a:path>
              </a:pathLst>
            </a:custGeom>
            <a:ln w="6350">
              <a:solidFill>
                <a:srgbClr val="F15A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3980103" y="8478827"/>
            <a:ext cx="34290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850" i="1" spc="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850" i="1" spc="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850" i="1" spc="12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328949" y="8409199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9884" y="8002444"/>
            <a:ext cx="9398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1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340764" y="8002444"/>
            <a:ext cx="9461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674114" y="840919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93696" y="8706810"/>
            <a:ext cx="32899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Verdana"/>
                <a:cs typeface="Verdana"/>
              </a:rPr>
              <a:t>5</a:t>
            </a:r>
            <a:r>
              <a:rPr sz="900" i="1" spc="11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5" dirty="0">
                <a:solidFill>
                  <a:srgbClr val="231F20"/>
                </a:solidFill>
                <a:latin typeface="Verdana"/>
                <a:cs typeface="Verdana"/>
              </a:rPr>
              <a:t>&lt;</a:t>
            </a:r>
            <a:r>
              <a:rPr sz="9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b</a:t>
            </a:r>
            <a:r>
              <a:rPr sz="9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150" dirty="0">
                <a:solidFill>
                  <a:srgbClr val="231F20"/>
                </a:solidFill>
                <a:latin typeface="Verdana"/>
                <a:cs typeface="Verdana"/>
              </a:rPr>
              <a:t>+</a:t>
            </a:r>
            <a:r>
              <a:rPr sz="900" i="1" spc="-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00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r>
              <a:rPr sz="9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(tiçgen</a:t>
            </a:r>
            <a:r>
              <a:rPr sz="900" i="1" spc="11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eşitsizliği)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900" i="1" spc="35" dirty="0">
                <a:solidFill>
                  <a:srgbClr val="231F20"/>
                </a:solidFill>
                <a:latin typeface="Verdana"/>
                <a:cs typeface="Verdana"/>
              </a:rPr>
              <a:t>Çevresinin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60" dirty="0">
                <a:solidFill>
                  <a:srgbClr val="231F20"/>
                </a:solidFill>
                <a:latin typeface="Verdana"/>
                <a:cs typeface="Verdana"/>
              </a:rPr>
              <a:t>tam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sayı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Verdana"/>
                <a:cs typeface="Verdana"/>
              </a:rPr>
              <a:t>değeri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5" dirty="0">
                <a:solidFill>
                  <a:srgbClr val="231F20"/>
                </a:solidFill>
                <a:latin typeface="Verdana"/>
                <a:cs typeface="Verdana"/>
              </a:rPr>
              <a:t>en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65" dirty="0">
                <a:solidFill>
                  <a:srgbClr val="231F20"/>
                </a:solidFill>
                <a:latin typeface="Verdana"/>
                <a:cs typeface="Verdana"/>
              </a:rPr>
              <a:t>az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Verdana"/>
                <a:cs typeface="Verdana"/>
              </a:rPr>
              <a:t>5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150" dirty="0">
                <a:solidFill>
                  <a:srgbClr val="231F20"/>
                </a:solidFill>
                <a:latin typeface="Verdana"/>
                <a:cs typeface="Verdana"/>
              </a:rPr>
              <a:t>+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6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155" dirty="0">
                <a:solidFill>
                  <a:srgbClr val="231F20"/>
                </a:solidFill>
                <a:latin typeface="Verdana"/>
                <a:cs typeface="Verdana"/>
              </a:rPr>
              <a:t>11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Verdana"/>
                <a:cs typeface="Verdana"/>
              </a:rPr>
              <a:t>br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0" dirty="0">
                <a:solidFill>
                  <a:srgbClr val="231F20"/>
                </a:solidFill>
                <a:latin typeface="Verdana"/>
                <a:cs typeface="Verdana"/>
              </a:rPr>
              <a:t>dir.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20996" y="7010380"/>
            <a:ext cx="665480" cy="248285"/>
          </a:xfrm>
          <a:custGeom>
            <a:avLst/>
            <a:gdLst/>
            <a:ahLst/>
            <a:cxnLst/>
            <a:rect l="l" t="t" r="r" b="b"/>
            <a:pathLst>
              <a:path w="665480" h="248284">
                <a:moveTo>
                  <a:pt x="648906" y="0"/>
                </a:moveTo>
                <a:lnTo>
                  <a:pt x="16205" y="0"/>
                </a:lnTo>
                <a:lnTo>
                  <a:pt x="9370" y="30074"/>
                </a:lnTo>
                <a:lnTo>
                  <a:pt x="4278" y="60756"/>
                </a:lnTo>
                <a:lnTo>
                  <a:pt x="1097" y="92029"/>
                </a:lnTo>
                <a:lnTo>
                  <a:pt x="0" y="123875"/>
                </a:lnTo>
                <a:lnTo>
                  <a:pt x="1097" y="155720"/>
                </a:lnTo>
                <a:lnTo>
                  <a:pt x="4278" y="186988"/>
                </a:lnTo>
                <a:lnTo>
                  <a:pt x="9370" y="217666"/>
                </a:lnTo>
                <a:lnTo>
                  <a:pt x="16205" y="247738"/>
                </a:lnTo>
                <a:lnTo>
                  <a:pt x="648906" y="247738"/>
                </a:lnTo>
                <a:lnTo>
                  <a:pt x="655738" y="217666"/>
                </a:lnTo>
                <a:lnTo>
                  <a:pt x="660827" y="186988"/>
                </a:lnTo>
                <a:lnTo>
                  <a:pt x="664003" y="155720"/>
                </a:lnTo>
                <a:lnTo>
                  <a:pt x="665099" y="123875"/>
                </a:lnTo>
                <a:lnTo>
                  <a:pt x="664003" y="92029"/>
                </a:lnTo>
                <a:lnTo>
                  <a:pt x="660827" y="60756"/>
                </a:lnTo>
                <a:lnTo>
                  <a:pt x="655738" y="30074"/>
                </a:lnTo>
                <a:lnTo>
                  <a:pt x="648906" y="0"/>
                </a:lnTo>
                <a:close/>
              </a:path>
            </a:pathLst>
          </a:custGeom>
          <a:solidFill>
            <a:srgbClr val="EF41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00181" y="7026225"/>
            <a:ext cx="6369685" cy="771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25" dirty="0">
                <a:solidFill>
                  <a:srgbClr val="FFFFFF"/>
                </a:solidFill>
                <a:latin typeface="Times New Roman"/>
                <a:cs typeface="Times New Roman"/>
              </a:rPr>
              <a:t>DİKKAT</a:t>
            </a:r>
            <a:endParaRPr sz="1200">
              <a:latin typeface="Times New Roman"/>
              <a:cs typeface="Times New Roman"/>
            </a:endParaRPr>
          </a:p>
          <a:p>
            <a:pPr marL="106045">
              <a:lnSpc>
                <a:spcPct val="100000"/>
              </a:lnSpc>
              <a:spcBef>
                <a:spcPts val="994"/>
              </a:spcBef>
            </a:pPr>
            <a:r>
              <a:rPr sz="900" i="1" spc="5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tiçgenin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5" dirty="0">
                <a:solidFill>
                  <a:srgbClr val="231F20"/>
                </a:solidFill>
                <a:latin typeface="Verdana"/>
                <a:cs typeface="Verdana"/>
              </a:rPr>
              <a:t>çevresinin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5" dirty="0">
                <a:solidFill>
                  <a:srgbClr val="231F20"/>
                </a:solidFill>
                <a:latin typeface="Verdana"/>
                <a:cs typeface="Verdana"/>
              </a:rPr>
              <a:t>sayısal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5" dirty="0">
                <a:solidFill>
                  <a:srgbClr val="231F20"/>
                </a:solidFill>
                <a:latin typeface="Verdana"/>
                <a:cs typeface="Verdana"/>
              </a:rPr>
              <a:t>değerinin,</a:t>
            </a:r>
            <a:r>
              <a:rPr sz="9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5" dirty="0">
                <a:solidFill>
                  <a:srgbClr val="231F20"/>
                </a:solidFill>
                <a:latin typeface="Verdana"/>
                <a:cs typeface="Verdana"/>
              </a:rPr>
              <a:t>yarısı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veya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5" dirty="0">
                <a:solidFill>
                  <a:srgbClr val="231F20"/>
                </a:solidFill>
                <a:latin typeface="Verdana"/>
                <a:cs typeface="Verdana"/>
              </a:rPr>
              <a:t>yarısından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45" dirty="0">
                <a:solidFill>
                  <a:srgbClr val="231F20"/>
                </a:solidFill>
                <a:latin typeface="Verdana"/>
                <a:cs typeface="Verdana"/>
              </a:rPr>
              <a:t>fazlası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uzunlukta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45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5" dirty="0">
                <a:solidFill>
                  <a:srgbClr val="231F20"/>
                </a:solidFill>
                <a:latin typeface="Verdana"/>
                <a:cs typeface="Verdana"/>
              </a:rPr>
              <a:t>kenarı</a:t>
            </a:r>
            <a:r>
              <a:rPr sz="9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u="sng" spc="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Verdana"/>
                <a:cs typeface="Verdana"/>
              </a:rPr>
              <a:t>olamaz</a:t>
            </a:r>
            <a:r>
              <a:rPr sz="900" i="1" spc="5" dirty="0">
                <a:solidFill>
                  <a:srgbClr val="231F20"/>
                </a:solidFill>
                <a:latin typeface="Verdana"/>
                <a:cs typeface="Verdana"/>
              </a:rPr>
              <a:t>.</a:t>
            </a:r>
            <a:endParaRPr sz="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Verdana"/>
              <a:cs typeface="Verdana"/>
            </a:endParaRPr>
          </a:p>
          <a:p>
            <a:pPr marL="357505" algn="ctr">
              <a:lnSpc>
                <a:spcPct val="100000"/>
              </a:lnSpc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053000" y="4779802"/>
            <a:ext cx="189230" cy="44450"/>
          </a:xfrm>
          <a:custGeom>
            <a:avLst/>
            <a:gdLst/>
            <a:ahLst/>
            <a:cxnLst/>
            <a:rect l="l" t="t" r="r" b="b"/>
            <a:pathLst>
              <a:path w="189230" h="44450">
                <a:moveTo>
                  <a:pt x="0" y="39700"/>
                </a:moveTo>
                <a:lnTo>
                  <a:pt x="104305" y="0"/>
                </a:lnTo>
                <a:lnTo>
                  <a:pt x="189001" y="44195"/>
                </a:lnTo>
              </a:path>
            </a:pathLst>
          </a:custGeom>
          <a:ln w="6350">
            <a:solidFill>
              <a:srgbClr val="E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0" name="object 70"/>
          <p:cNvGrpSpPr/>
          <p:nvPr/>
        </p:nvGrpSpPr>
        <p:grpSpPr>
          <a:xfrm>
            <a:off x="5957860" y="3916803"/>
            <a:ext cx="837565" cy="880744"/>
            <a:chOff x="5957860" y="3916803"/>
            <a:chExt cx="837565" cy="880744"/>
          </a:xfrm>
        </p:grpSpPr>
        <p:pic>
          <p:nvPicPr>
            <p:cNvPr id="71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9624" y="3916803"/>
              <a:ext cx="157556" cy="85971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6316150" y="4557923"/>
              <a:ext cx="70485" cy="10160"/>
            </a:xfrm>
            <a:custGeom>
              <a:avLst/>
              <a:gdLst/>
              <a:ahLst/>
              <a:cxnLst/>
              <a:rect l="l" t="t" r="r" b="b"/>
              <a:pathLst>
                <a:path w="70485" h="10160">
                  <a:moveTo>
                    <a:pt x="0" y="10147"/>
                  </a:moveTo>
                  <a:lnTo>
                    <a:pt x="70002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316150" y="4540708"/>
              <a:ext cx="70485" cy="10160"/>
            </a:xfrm>
            <a:custGeom>
              <a:avLst/>
              <a:gdLst/>
              <a:ahLst/>
              <a:cxnLst/>
              <a:rect l="l" t="t" r="r" b="b"/>
              <a:pathLst>
                <a:path w="70485" h="10160">
                  <a:moveTo>
                    <a:pt x="0" y="10147"/>
                  </a:moveTo>
                  <a:lnTo>
                    <a:pt x="70002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978027" y="4723612"/>
              <a:ext cx="1270" cy="71120"/>
            </a:xfrm>
            <a:custGeom>
              <a:avLst/>
              <a:gdLst/>
              <a:ahLst/>
              <a:cxnLst/>
              <a:rect l="l" t="t" r="r" b="b"/>
              <a:pathLst>
                <a:path w="1270" h="71120">
                  <a:moveTo>
                    <a:pt x="0" y="70726"/>
                  </a:moveTo>
                  <a:lnTo>
                    <a:pt x="1231" y="0"/>
                  </a:lnTo>
                </a:path>
              </a:pathLst>
            </a:custGeom>
            <a:ln w="6349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961035" y="4720842"/>
              <a:ext cx="1270" cy="71120"/>
            </a:xfrm>
            <a:custGeom>
              <a:avLst/>
              <a:gdLst/>
              <a:ahLst/>
              <a:cxnLst/>
              <a:rect l="l" t="t" r="r" b="b"/>
              <a:pathLst>
                <a:path w="1270" h="71120">
                  <a:moveTo>
                    <a:pt x="0" y="70726"/>
                  </a:moveTo>
                  <a:lnTo>
                    <a:pt x="1231" y="0"/>
                  </a:lnTo>
                </a:path>
              </a:pathLst>
            </a:custGeom>
            <a:ln w="6349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790827" y="4723612"/>
              <a:ext cx="1270" cy="71120"/>
            </a:xfrm>
            <a:custGeom>
              <a:avLst/>
              <a:gdLst/>
              <a:ahLst/>
              <a:cxnLst/>
              <a:rect l="l" t="t" r="r" b="b"/>
              <a:pathLst>
                <a:path w="1270" h="71120">
                  <a:moveTo>
                    <a:pt x="0" y="70726"/>
                  </a:moveTo>
                  <a:lnTo>
                    <a:pt x="1231" y="0"/>
                  </a:lnTo>
                </a:path>
              </a:pathLst>
            </a:custGeom>
            <a:ln w="6349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773835" y="4720842"/>
              <a:ext cx="1270" cy="71120"/>
            </a:xfrm>
            <a:custGeom>
              <a:avLst/>
              <a:gdLst/>
              <a:ahLst/>
              <a:cxnLst/>
              <a:rect l="l" t="t" r="r" b="b"/>
              <a:pathLst>
                <a:path w="1270" h="71120">
                  <a:moveTo>
                    <a:pt x="0" y="70726"/>
                  </a:moveTo>
                  <a:lnTo>
                    <a:pt x="1231" y="0"/>
                  </a:lnTo>
                </a:path>
              </a:pathLst>
            </a:custGeom>
            <a:ln w="6349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6174799" y="2617947"/>
            <a:ext cx="1117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20" dirty="0">
                <a:solidFill>
                  <a:srgbClr val="EC008C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333930" y="3280252"/>
            <a:ext cx="1149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40" dirty="0">
                <a:solidFill>
                  <a:srgbClr val="EC008C"/>
                </a:solidFill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5781032" y="2781903"/>
            <a:ext cx="1529080" cy="691515"/>
            <a:chOff x="5781032" y="2781903"/>
            <a:chExt cx="1529080" cy="691515"/>
          </a:xfrm>
        </p:grpSpPr>
        <p:sp>
          <p:nvSpPr>
            <p:cNvPr id="81" name="object 81"/>
            <p:cNvSpPr/>
            <p:nvPr/>
          </p:nvSpPr>
          <p:spPr>
            <a:xfrm>
              <a:off x="5795999" y="2781903"/>
              <a:ext cx="1513840" cy="691515"/>
            </a:xfrm>
            <a:custGeom>
              <a:avLst/>
              <a:gdLst/>
              <a:ahLst/>
              <a:cxnLst/>
              <a:rect l="l" t="t" r="r" b="b"/>
              <a:pathLst>
                <a:path w="1513840" h="691514">
                  <a:moveTo>
                    <a:pt x="2666" y="671715"/>
                  </a:moveTo>
                  <a:lnTo>
                    <a:pt x="22618" y="690295"/>
                  </a:lnTo>
                  <a:lnTo>
                    <a:pt x="27203" y="691032"/>
                  </a:lnTo>
                  <a:lnTo>
                    <a:pt x="31622" y="690753"/>
                  </a:lnTo>
                  <a:lnTo>
                    <a:pt x="40093" y="688136"/>
                  </a:lnTo>
                  <a:lnTo>
                    <a:pt x="44500" y="686460"/>
                  </a:lnTo>
                  <a:lnTo>
                    <a:pt x="49459" y="684250"/>
                  </a:lnTo>
                  <a:lnTo>
                    <a:pt x="25526" y="684250"/>
                  </a:lnTo>
                  <a:lnTo>
                    <a:pt x="22364" y="683806"/>
                  </a:lnTo>
                  <a:lnTo>
                    <a:pt x="3547" y="672909"/>
                  </a:lnTo>
                  <a:lnTo>
                    <a:pt x="2666" y="671715"/>
                  </a:lnTo>
                  <a:close/>
                </a:path>
                <a:path w="1513840" h="691514">
                  <a:moveTo>
                    <a:pt x="125641" y="642543"/>
                  </a:moveTo>
                  <a:lnTo>
                    <a:pt x="41605" y="679958"/>
                  </a:lnTo>
                  <a:lnTo>
                    <a:pt x="37287" y="681558"/>
                  </a:lnTo>
                  <a:lnTo>
                    <a:pt x="29146" y="683882"/>
                  </a:lnTo>
                  <a:lnTo>
                    <a:pt x="25526" y="684250"/>
                  </a:lnTo>
                  <a:lnTo>
                    <a:pt x="49459" y="684250"/>
                  </a:lnTo>
                  <a:lnTo>
                    <a:pt x="128536" y="649046"/>
                  </a:lnTo>
                  <a:lnTo>
                    <a:pt x="125641" y="642543"/>
                  </a:lnTo>
                  <a:close/>
                </a:path>
                <a:path w="1513840" h="691514">
                  <a:moveTo>
                    <a:pt x="243395" y="590118"/>
                  </a:moveTo>
                  <a:lnTo>
                    <a:pt x="125641" y="642543"/>
                  </a:lnTo>
                  <a:lnTo>
                    <a:pt x="128536" y="649046"/>
                  </a:lnTo>
                  <a:lnTo>
                    <a:pt x="244693" y="597331"/>
                  </a:lnTo>
                  <a:lnTo>
                    <a:pt x="241769" y="590842"/>
                  </a:lnTo>
                  <a:lnTo>
                    <a:pt x="243395" y="590118"/>
                  </a:lnTo>
                  <a:close/>
                </a:path>
                <a:path w="1513840" h="691514">
                  <a:moveTo>
                    <a:pt x="243395" y="590118"/>
                  </a:moveTo>
                  <a:lnTo>
                    <a:pt x="241769" y="590842"/>
                  </a:lnTo>
                  <a:lnTo>
                    <a:pt x="244665" y="597331"/>
                  </a:lnTo>
                  <a:lnTo>
                    <a:pt x="246286" y="596610"/>
                  </a:lnTo>
                  <a:lnTo>
                    <a:pt x="243395" y="590118"/>
                  </a:lnTo>
                  <a:close/>
                </a:path>
                <a:path w="1513840" h="691514">
                  <a:moveTo>
                    <a:pt x="246286" y="596610"/>
                  </a:moveTo>
                  <a:lnTo>
                    <a:pt x="244665" y="597331"/>
                  </a:lnTo>
                  <a:lnTo>
                    <a:pt x="246291" y="596620"/>
                  </a:lnTo>
                  <a:close/>
                </a:path>
                <a:path w="1513840" h="691514">
                  <a:moveTo>
                    <a:pt x="357916" y="539138"/>
                  </a:moveTo>
                  <a:lnTo>
                    <a:pt x="243395" y="590118"/>
                  </a:lnTo>
                  <a:lnTo>
                    <a:pt x="246286" y="596610"/>
                  </a:lnTo>
                  <a:lnTo>
                    <a:pt x="360806" y="545629"/>
                  </a:lnTo>
                  <a:lnTo>
                    <a:pt x="357916" y="539138"/>
                  </a:lnTo>
                  <a:close/>
                </a:path>
                <a:path w="1513840" h="691514">
                  <a:moveTo>
                    <a:pt x="377009" y="538416"/>
                  </a:moveTo>
                  <a:lnTo>
                    <a:pt x="359537" y="538416"/>
                  </a:lnTo>
                  <a:lnTo>
                    <a:pt x="362432" y="544906"/>
                  </a:lnTo>
                  <a:lnTo>
                    <a:pt x="360807" y="545630"/>
                  </a:lnTo>
                  <a:lnTo>
                    <a:pt x="377009" y="538416"/>
                  </a:lnTo>
                  <a:close/>
                </a:path>
                <a:path w="1513840" h="691514">
                  <a:moveTo>
                    <a:pt x="359537" y="538416"/>
                  </a:moveTo>
                  <a:lnTo>
                    <a:pt x="357916" y="539138"/>
                  </a:lnTo>
                  <a:lnTo>
                    <a:pt x="360806" y="545629"/>
                  </a:lnTo>
                  <a:lnTo>
                    <a:pt x="362432" y="544906"/>
                  </a:lnTo>
                  <a:lnTo>
                    <a:pt x="359537" y="538416"/>
                  </a:lnTo>
                  <a:close/>
                </a:path>
                <a:path w="1513840" h="691514">
                  <a:moveTo>
                    <a:pt x="475665" y="486702"/>
                  </a:moveTo>
                  <a:lnTo>
                    <a:pt x="357916" y="539138"/>
                  </a:lnTo>
                  <a:lnTo>
                    <a:pt x="359537" y="538416"/>
                  </a:lnTo>
                  <a:lnTo>
                    <a:pt x="377009" y="538416"/>
                  </a:lnTo>
                  <a:lnTo>
                    <a:pt x="476935" y="493928"/>
                  </a:lnTo>
                  <a:lnTo>
                    <a:pt x="474040" y="487426"/>
                  </a:lnTo>
                  <a:lnTo>
                    <a:pt x="475665" y="486702"/>
                  </a:lnTo>
                  <a:close/>
                </a:path>
                <a:path w="1513840" h="691514">
                  <a:moveTo>
                    <a:pt x="475665" y="486702"/>
                  </a:moveTo>
                  <a:lnTo>
                    <a:pt x="474040" y="487426"/>
                  </a:lnTo>
                  <a:lnTo>
                    <a:pt x="476935" y="493928"/>
                  </a:lnTo>
                  <a:lnTo>
                    <a:pt x="478561" y="493204"/>
                  </a:lnTo>
                  <a:lnTo>
                    <a:pt x="475665" y="486702"/>
                  </a:lnTo>
                  <a:close/>
                </a:path>
                <a:path w="1513840" h="691514">
                  <a:moveTo>
                    <a:pt x="519061" y="471030"/>
                  </a:moveTo>
                  <a:lnTo>
                    <a:pt x="475665" y="486702"/>
                  </a:lnTo>
                  <a:lnTo>
                    <a:pt x="478561" y="493204"/>
                  </a:lnTo>
                  <a:lnTo>
                    <a:pt x="507022" y="480529"/>
                  </a:lnTo>
                  <a:lnTo>
                    <a:pt x="508533" y="479996"/>
                  </a:lnTo>
                  <a:lnTo>
                    <a:pt x="521677" y="477850"/>
                  </a:lnTo>
                  <a:lnTo>
                    <a:pt x="536757" y="477850"/>
                  </a:lnTo>
                  <a:lnTo>
                    <a:pt x="536181" y="477304"/>
                  </a:lnTo>
                  <a:lnTo>
                    <a:pt x="520890" y="471131"/>
                  </a:lnTo>
                  <a:lnTo>
                    <a:pt x="519061" y="471030"/>
                  </a:lnTo>
                  <a:close/>
                </a:path>
                <a:path w="1513840" h="691514">
                  <a:moveTo>
                    <a:pt x="536757" y="477850"/>
                  </a:moveTo>
                  <a:lnTo>
                    <a:pt x="521677" y="477850"/>
                  </a:lnTo>
                  <a:lnTo>
                    <a:pt x="523049" y="477888"/>
                  </a:lnTo>
                  <a:lnTo>
                    <a:pt x="524217" y="478015"/>
                  </a:lnTo>
                  <a:lnTo>
                    <a:pt x="543445" y="490308"/>
                  </a:lnTo>
                  <a:lnTo>
                    <a:pt x="547624" y="488454"/>
                  </a:lnTo>
                  <a:lnTo>
                    <a:pt x="547106" y="485432"/>
                  </a:lnTo>
                  <a:lnTo>
                    <a:pt x="543775" y="485432"/>
                  </a:lnTo>
                  <a:lnTo>
                    <a:pt x="540067" y="481304"/>
                  </a:lnTo>
                  <a:lnTo>
                    <a:pt x="537413" y="478472"/>
                  </a:lnTo>
                  <a:lnTo>
                    <a:pt x="536757" y="477850"/>
                  </a:lnTo>
                  <a:close/>
                </a:path>
                <a:path w="1513840" h="691514">
                  <a:moveTo>
                    <a:pt x="592391" y="434733"/>
                  </a:moveTo>
                  <a:lnTo>
                    <a:pt x="554380" y="452945"/>
                  </a:lnTo>
                  <a:lnTo>
                    <a:pt x="542849" y="475513"/>
                  </a:lnTo>
                  <a:lnTo>
                    <a:pt x="542969" y="477304"/>
                  </a:lnTo>
                  <a:lnTo>
                    <a:pt x="543445" y="482396"/>
                  </a:lnTo>
                  <a:lnTo>
                    <a:pt x="543775" y="485432"/>
                  </a:lnTo>
                  <a:lnTo>
                    <a:pt x="547106" y="485432"/>
                  </a:lnTo>
                  <a:lnTo>
                    <a:pt x="546988" y="484720"/>
                  </a:lnTo>
                  <a:lnTo>
                    <a:pt x="547113" y="478472"/>
                  </a:lnTo>
                  <a:lnTo>
                    <a:pt x="595274" y="441236"/>
                  </a:lnTo>
                  <a:lnTo>
                    <a:pt x="592391" y="434733"/>
                  </a:lnTo>
                  <a:close/>
                </a:path>
                <a:path w="1513840" h="691514">
                  <a:moveTo>
                    <a:pt x="710145" y="382308"/>
                  </a:moveTo>
                  <a:lnTo>
                    <a:pt x="592391" y="434733"/>
                  </a:lnTo>
                  <a:lnTo>
                    <a:pt x="595274" y="441236"/>
                  </a:lnTo>
                  <a:lnTo>
                    <a:pt x="711415" y="389534"/>
                  </a:lnTo>
                  <a:lnTo>
                    <a:pt x="708520" y="383032"/>
                  </a:lnTo>
                  <a:lnTo>
                    <a:pt x="710145" y="382308"/>
                  </a:lnTo>
                  <a:close/>
                </a:path>
                <a:path w="1513840" h="691514">
                  <a:moveTo>
                    <a:pt x="710145" y="382308"/>
                  </a:moveTo>
                  <a:lnTo>
                    <a:pt x="708520" y="383032"/>
                  </a:lnTo>
                  <a:lnTo>
                    <a:pt x="711415" y="389534"/>
                  </a:lnTo>
                  <a:lnTo>
                    <a:pt x="713041" y="388810"/>
                  </a:lnTo>
                  <a:lnTo>
                    <a:pt x="710145" y="382308"/>
                  </a:lnTo>
                  <a:close/>
                </a:path>
                <a:path w="1513840" h="691514">
                  <a:moveTo>
                    <a:pt x="826217" y="330637"/>
                  </a:moveTo>
                  <a:lnTo>
                    <a:pt x="710145" y="382308"/>
                  </a:lnTo>
                  <a:lnTo>
                    <a:pt x="713041" y="388810"/>
                  </a:lnTo>
                  <a:lnTo>
                    <a:pt x="827544" y="337820"/>
                  </a:lnTo>
                  <a:lnTo>
                    <a:pt x="824661" y="331330"/>
                  </a:lnTo>
                  <a:lnTo>
                    <a:pt x="826217" y="330637"/>
                  </a:lnTo>
                  <a:close/>
                </a:path>
                <a:path w="1513840" h="691514">
                  <a:moveTo>
                    <a:pt x="826287" y="330606"/>
                  </a:moveTo>
                  <a:lnTo>
                    <a:pt x="824661" y="331330"/>
                  </a:lnTo>
                  <a:lnTo>
                    <a:pt x="827544" y="337820"/>
                  </a:lnTo>
                  <a:lnTo>
                    <a:pt x="829170" y="337096"/>
                  </a:lnTo>
                  <a:lnTo>
                    <a:pt x="826287" y="330606"/>
                  </a:lnTo>
                  <a:close/>
                </a:path>
                <a:path w="1513840" h="691514">
                  <a:moveTo>
                    <a:pt x="843749" y="330606"/>
                  </a:moveTo>
                  <a:lnTo>
                    <a:pt x="826287" y="330606"/>
                  </a:lnTo>
                  <a:lnTo>
                    <a:pt x="829170" y="337096"/>
                  </a:lnTo>
                  <a:lnTo>
                    <a:pt x="827615" y="337788"/>
                  </a:lnTo>
                  <a:lnTo>
                    <a:pt x="843749" y="330606"/>
                  </a:lnTo>
                  <a:close/>
                </a:path>
                <a:path w="1513840" h="691514">
                  <a:moveTo>
                    <a:pt x="940790" y="279615"/>
                  </a:moveTo>
                  <a:lnTo>
                    <a:pt x="826217" y="330637"/>
                  </a:lnTo>
                  <a:lnTo>
                    <a:pt x="843749" y="330606"/>
                  </a:lnTo>
                  <a:lnTo>
                    <a:pt x="943686" y="286118"/>
                  </a:lnTo>
                  <a:lnTo>
                    <a:pt x="940790" y="279615"/>
                  </a:lnTo>
                  <a:close/>
                </a:path>
                <a:path w="1513840" h="691514">
                  <a:moveTo>
                    <a:pt x="942416" y="278892"/>
                  </a:moveTo>
                  <a:lnTo>
                    <a:pt x="940790" y="279615"/>
                  </a:lnTo>
                  <a:lnTo>
                    <a:pt x="943686" y="286118"/>
                  </a:lnTo>
                  <a:lnTo>
                    <a:pt x="945311" y="285394"/>
                  </a:lnTo>
                  <a:lnTo>
                    <a:pt x="942416" y="278892"/>
                  </a:lnTo>
                  <a:close/>
                </a:path>
                <a:path w="1513840" h="691514">
                  <a:moveTo>
                    <a:pt x="1058487" y="227221"/>
                  </a:moveTo>
                  <a:lnTo>
                    <a:pt x="942416" y="278892"/>
                  </a:lnTo>
                  <a:lnTo>
                    <a:pt x="945311" y="285394"/>
                  </a:lnTo>
                  <a:lnTo>
                    <a:pt x="1059815" y="234403"/>
                  </a:lnTo>
                  <a:lnTo>
                    <a:pt x="1056932" y="227914"/>
                  </a:lnTo>
                  <a:lnTo>
                    <a:pt x="1058487" y="227221"/>
                  </a:lnTo>
                  <a:close/>
                </a:path>
                <a:path w="1513840" h="691514">
                  <a:moveTo>
                    <a:pt x="1058557" y="227190"/>
                  </a:moveTo>
                  <a:lnTo>
                    <a:pt x="1056932" y="227914"/>
                  </a:lnTo>
                  <a:lnTo>
                    <a:pt x="1059815" y="234403"/>
                  </a:lnTo>
                  <a:lnTo>
                    <a:pt x="1061440" y="233680"/>
                  </a:lnTo>
                  <a:lnTo>
                    <a:pt x="1058557" y="227190"/>
                  </a:lnTo>
                  <a:close/>
                </a:path>
                <a:path w="1513840" h="691514">
                  <a:moveTo>
                    <a:pt x="1076019" y="227190"/>
                  </a:moveTo>
                  <a:lnTo>
                    <a:pt x="1058557" y="227190"/>
                  </a:lnTo>
                  <a:lnTo>
                    <a:pt x="1061440" y="233680"/>
                  </a:lnTo>
                  <a:lnTo>
                    <a:pt x="1059885" y="234372"/>
                  </a:lnTo>
                  <a:lnTo>
                    <a:pt x="1076019" y="227190"/>
                  </a:lnTo>
                  <a:close/>
                </a:path>
                <a:path w="1513840" h="691514">
                  <a:moveTo>
                    <a:pt x="1173060" y="176199"/>
                  </a:moveTo>
                  <a:lnTo>
                    <a:pt x="1058487" y="227221"/>
                  </a:lnTo>
                  <a:lnTo>
                    <a:pt x="1076019" y="227190"/>
                  </a:lnTo>
                  <a:lnTo>
                    <a:pt x="1175956" y="182701"/>
                  </a:lnTo>
                  <a:lnTo>
                    <a:pt x="1173060" y="176199"/>
                  </a:lnTo>
                  <a:close/>
                </a:path>
                <a:path w="1513840" h="691514">
                  <a:moveTo>
                    <a:pt x="1290828" y="123774"/>
                  </a:moveTo>
                  <a:lnTo>
                    <a:pt x="1174686" y="175476"/>
                  </a:lnTo>
                  <a:lnTo>
                    <a:pt x="1177582" y="181978"/>
                  </a:lnTo>
                  <a:lnTo>
                    <a:pt x="1175956" y="182701"/>
                  </a:lnTo>
                  <a:lnTo>
                    <a:pt x="1292085" y="131000"/>
                  </a:lnTo>
                  <a:lnTo>
                    <a:pt x="1289202" y="124498"/>
                  </a:lnTo>
                  <a:lnTo>
                    <a:pt x="1290828" y="123774"/>
                  </a:lnTo>
                  <a:close/>
                </a:path>
                <a:path w="1513840" h="691514">
                  <a:moveTo>
                    <a:pt x="1174686" y="175476"/>
                  </a:moveTo>
                  <a:lnTo>
                    <a:pt x="1173060" y="176199"/>
                  </a:lnTo>
                  <a:lnTo>
                    <a:pt x="1175956" y="182701"/>
                  </a:lnTo>
                  <a:lnTo>
                    <a:pt x="1177582" y="181978"/>
                  </a:lnTo>
                  <a:lnTo>
                    <a:pt x="1174686" y="175476"/>
                  </a:lnTo>
                  <a:close/>
                </a:path>
                <a:path w="1513840" h="691514">
                  <a:moveTo>
                    <a:pt x="1406956" y="72072"/>
                  </a:moveTo>
                  <a:lnTo>
                    <a:pt x="1290828" y="123774"/>
                  </a:lnTo>
                  <a:lnTo>
                    <a:pt x="1293710" y="130276"/>
                  </a:lnTo>
                  <a:lnTo>
                    <a:pt x="1292085" y="131000"/>
                  </a:lnTo>
                  <a:lnTo>
                    <a:pt x="1408226" y="79286"/>
                  </a:lnTo>
                  <a:lnTo>
                    <a:pt x="1405331" y="72796"/>
                  </a:lnTo>
                  <a:lnTo>
                    <a:pt x="1406956" y="72072"/>
                  </a:lnTo>
                  <a:close/>
                </a:path>
                <a:path w="1513840" h="691514">
                  <a:moveTo>
                    <a:pt x="1290828" y="123774"/>
                  </a:moveTo>
                  <a:lnTo>
                    <a:pt x="1289202" y="124498"/>
                  </a:lnTo>
                  <a:lnTo>
                    <a:pt x="1292085" y="131000"/>
                  </a:lnTo>
                  <a:lnTo>
                    <a:pt x="1293710" y="130276"/>
                  </a:lnTo>
                  <a:lnTo>
                    <a:pt x="1290828" y="123774"/>
                  </a:lnTo>
                  <a:close/>
                </a:path>
                <a:path w="1513840" h="691514">
                  <a:moveTo>
                    <a:pt x="1511388" y="0"/>
                  </a:moveTo>
                  <a:lnTo>
                    <a:pt x="1508721" y="1181"/>
                  </a:lnTo>
                  <a:lnTo>
                    <a:pt x="1508950" y="2743"/>
                  </a:lnTo>
                  <a:lnTo>
                    <a:pt x="1509128" y="4406"/>
                  </a:lnTo>
                  <a:lnTo>
                    <a:pt x="1509274" y="6324"/>
                  </a:lnTo>
                  <a:lnTo>
                    <a:pt x="1509331" y="9753"/>
                  </a:lnTo>
                  <a:lnTo>
                    <a:pt x="1508861" y="13677"/>
                  </a:lnTo>
                  <a:lnTo>
                    <a:pt x="1508391" y="15697"/>
                  </a:lnTo>
                  <a:lnTo>
                    <a:pt x="1506994" y="19837"/>
                  </a:lnTo>
                  <a:lnTo>
                    <a:pt x="1505927" y="21882"/>
                  </a:lnTo>
                  <a:lnTo>
                    <a:pt x="1504518" y="23901"/>
                  </a:lnTo>
                  <a:lnTo>
                    <a:pt x="1502727" y="26555"/>
                  </a:lnTo>
                  <a:lnTo>
                    <a:pt x="1500047" y="29006"/>
                  </a:lnTo>
                  <a:lnTo>
                    <a:pt x="1492872" y="33489"/>
                  </a:lnTo>
                  <a:lnTo>
                    <a:pt x="1488795" y="35636"/>
                  </a:lnTo>
                  <a:lnTo>
                    <a:pt x="1406956" y="72072"/>
                  </a:lnTo>
                  <a:lnTo>
                    <a:pt x="1409852" y="78562"/>
                  </a:lnTo>
                  <a:lnTo>
                    <a:pt x="1408226" y="79286"/>
                  </a:lnTo>
                  <a:lnTo>
                    <a:pt x="1491678" y="42125"/>
                  </a:lnTo>
                  <a:lnTo>
                    <a:pt x="1495869" y="39979"/>
                  </a:lnTo>
                  <a:lnTo>
                    <a:pt x="1503476" y="35433"/>
                  </a:lnTo>
                  <a:lnTo>
                    <a:pt x="1506651" y="32346"/>
                  </a:lnTo>
                  <a:lnTo>
                    <a:pt x="1509166" y="28435"/>
                  </a:lnTo>
                  <a:lnTo>
                    <a:pt x="1511668" y="24676"/>
                  </a:lnTo>
                  <a:lnTo>
                    <a:pt x="1513065" y="20586"/>
                  </a:lnTo>
                  <a:lnTo>
                    <a:pt x="1513649" y="11709"/>
                  </a:lnTo>
                  <a:lnTo>
                    <a:pt x="1513001" y="6324"/>
                  </a:lnTo>
                  <a:lnTo>
                    <a:pt x="1511388" y="0"/>
                  </a:lnTo>
                  <a:close/>
                </a:path>
                <a:path w="1513840" h="691514">
                  <a:moveTo>
                    <a:pt x="1406956" y="72072"/>
                  </a:moveTo>
                  <a:lnTo>
                    <a:pt x="1405331" y="72796"/>
                  </a:lnTo>
                  <a:lnTo>
                    <a:pt x="1408226" y="79286"/>
                  </a:lnTo>
                  <a:lnTo>
                    <a:pt x="1409852" y="78562"/>
                  </a:lnTo>
                  <a:lnTo>
                    <a:pt x="1406956" y="72072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784207" y="3141657"/>
              <a:ext cx="86995" cy="88265"/>
            </a:xfrm>
            <a:custGeom>
              <a:avLst/>
              <a:gdLst/>
              <a:ahLst/>
              <a:cxnLst/>
              <a:rect l="l" t="t" r="r" b="b"/>
              <a:pathLst>
                <a:path w="86995" h="88264">
                  <a:moveTo>
                    <a:pt x="86702" y="88112"/>
                  </a:moveTo>
                  <a:lnTo>
                    <a:pt x="76672" y="56364"/>
                  </a:lnTo>
                  <a:lnTo>
                    <a:pt x="57681" y="29902"/>
                  </a:lnTo>
                  <a:lnTo>
                    <a:pt x="31526" y="1051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814000" y="3157198"/>
              <a:ext cx="46990" cy="29209"/>
            </a:xfrm>
            <a:custGeom>
              <a:avLst/>
              <a:gdLst/>
              <a:ahLst/>
              <a:cxnLst/>
              <a:rect l="l" t="t" r="r" b="b"/>
              <a:pathLst>
                <a:path w="46989" h="29210">
                  <a:moveTo>
                    <a:pt x="0" y="28803"/>
                  </a:moveTo>
                  <a:lnTo>
                    <a:pt x="46799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3741375" y="9374982"/>
            <a:ext cx="25654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45" dirty="0">
                <a:solidFill>
                  <a:srgbClr val="FFFFFF"/>
                </a:solidFill>
                <a:latin typeface="Arial"/>
                <a:cs typeface="Arial"/>
              </a:rPr>
              <a:t>19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494" y="1219516"/>
            <a:ext cx="1231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65" dirty="0">
                <a:solidFill>
                  <a:srgbClr val="EF5BA1"/>
                </a:solidFill>
                <a:latin typeface="Verdana"/>
                <a:cs typeface="Verdana"/>
              </a:rPr>
              <a:t>1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5299" y="2066208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1221" y="2066208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56641" y="1227976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94080" y="1372699"/>
            <a:ext cx="1080135" cy="684530"/>
          </a:xfrm>
          <a:custGeom>
            <a:avLst/>
            <a:gdLst/>
            <a:ahLst/>
            <a:cxnLst/>
            <a:rect l="l" t="t" r="r" b="b"/>
            <a:pathLst>
              <a:path w="1080135" h="684530">
                <a:moveTo>
                  <a:pt x="0" y="683983"/>
                </a:moveTo>
                <a:lnTo>
                  <a:pt x="1080008" y="683983"/>
                </a:lnTo>
                <a:lnTo>
                  <a:pt x="808101" y="0"/>
                </a:lnTo>
                <a:lnTo>
                  <a:pt x="0" y="683983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179960" y="1232216"/>
            <a:ext cx="5104765" cy="71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|AB|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10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br,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|BC|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41700"/>
              </a:lnSpc>
              <a:spcBef>
                <a:spcPts val="850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2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45" dirty="0">
                <a:solidFill>
                  <a:srgbClr val="231F20"/>
                </a:solidFill>
                <a:latin typeface="Verdana"/>
                <a:cs typeface="Verdana"/>
              </a:rPr>
              <a:t>|AC|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0" dirty="0">
                <a:solidFill>
                  <a:srgbClr val="231F20"/>
                </a:solidFill>
                <a:latin typeface="Verdana"/>
                <a:cs typeface="Verdana"/>
              </a:rPr>
              <a:t>nin</a:t>
            </a:r>
            <a:r>
              <a:rPr sz="1000" b="1" i="1" spc="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alabileceği</a:t>
            </a:r>
            <a:r>
              <a:rPr sz="1000" b="1" i="1" spc="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1000" b="1" i="1" spc="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farklı</a:t>
            </a:r>
            <a:r>
              <a:rPr sz="1000" b="1" i="1" spc="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0" dirty="0">
                <a:solidFill>
                  <a:srgbClr val="231F20"/>
                </a:solidFill>
                <a:latin typeface="Verdana"/>
                <a:cs typeface="Verdana"/>
              </a:rPr>
              <a:t>ttam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sayı</a:t>
            </a:r>
            <a:r>
              <a:rPr sz="1000" b="1" i="1" spc="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değeri</a:t>
            </a:r>
            <a:r>
              <a:rPr sz="1000" b="1" i="1" spc="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olduğu- </a:t>
            </a:r>
            <a:r>
              <a:rPr sz="1000" b="1" i="1" spc="-3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0" dirty="0">
                <a:solidFill>
                  <a:srgbClr val="231F20"/>
                </a:solidFill>
                <a:latin typeface="Verdana"/>
                <a:cs typeface="Verdana"/>
              </a:rPr>
              <a:t>nu</a:t>
            </a:r>
            <a:r>
              <a:rPr sz="1000" b="1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bulalım.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9400" y="3224077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48112" y="2373215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25525" y="3224077"/>
            <a:ext cx="16065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5" dirty="0">
                <a:solidFill>
                  <a:srgbClr val="231F20"/>
                </a:solidFill>
                <a:latin typeface="Georgia"/>
                <a:cs typeface="Georgia"/>
              </a:rPr>
              <a:t>10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82678" y="2811329"/>
            <a:ext cx="984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90" dirty="0">
                <a:solidFill>
                  <a:srgbClr val="231F20"/>
                </a:solidFill>
                <a:latin typeface="Georgia"/>
                <a:cs typeface="Georgia"/>
              </a:rPr>
              <a:t>6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98179" y="2530570"/>
            <a:ext cx="1080135" cy="684530"/>
          </a:xfrm>
          <a:custGeom>
            <a:avLst/>
            <a:gdLst/>
            <a:ahLst/>
            <a:cxnLst/>
            <a:rect l="l" t="t" r="r" b="b"/>
            <a:pathLst>
              <a:path w="1080135" h="684530">
                <a:moveTo>
                  <a:pt x="0" y="683983"/>
                </a:moveTo>
                <a:lnTo>
                  <a:pt x="1080008" y="683983"/>
                </a:lnTo>
                <a:lnTo>
                  <a:pt x="808101" y="0"/>
                </a:lnTo>
                <a:lnTo>
                  <a:pt x="0" y="683983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934929" y="2347815"/>
            <a:ext cx="2950845" cy="104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100"/>
              </a:spcBef>
            </a:pP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10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Arial"/>
                <a:cs typeface="Arial"/>
              </a:rPr>
              <a:t>|AC|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10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  <a:p>
            <a:pPr marL="271145">
              <a:lnSpc>
                <a:spcPct val="100000"/>
              </a:lnSpc>
              <a:spcBef>
                <a:spcPts val="1065"/>
              </a:spcBef>
            </a:pP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Arial"/>
                <a:cs typeface="Arial"/>
              </a:rPr>
              <a:t>|AC|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16</a:t>
            </a:r>
            <a:endParaRPr sz="1000">
              <a:latin typeface="Arial"/>
              <a:cs typeface="Arial"/>
            </a:endParaRPr>
          </a:p>
          <a:p>
            <a:pPr marL="271145">
              <a:lnSpc>
                <a:spcPct val="100000"/>
              </a:lnSpc>
              <a:spcBef>
                <a:spcPts val="1070"/>
              </a:spcBef>
            </a:pPr>
            <a:r>
              <a:rPr sz="1000" i="1" spc="5" dirty="0">
                <a:solidFill>
                  <a:srgbClr val="231F20"/>
                </a:solidFill>
                <a:latin typeface="Arial"/>
                <a:cs typeface="Arial"/>
              </a:rPr>
              <a:t>|AC|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nin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alabileceği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değerler;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271145" algn="l"/>
              </a:tabLst>
            </a:pPr>
            <a:r>
              <a:rPr sz="1275" i="1" spc="89" baseline="3267" dirty="0">
                <a:solidFill>
                  <a:srgbClr val="231F20"/>
                </a:solidFill>
                <a:latin typeface="Georgia"/>
                <a:cs typeface="Georgia"/>
              </a:rPr>
              <a:t>B	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5,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6,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7,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8,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9,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10,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80" dirty="0">
                <a:solidFill>
                  <a:srgbClr val="231F20"/>
                </a:solidFill>
                <a:latin typeface="Arial"/>
                <a:cs typeface="Arial"/>
              </a:rPr>
              <a:t>11,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12,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13,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14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15'dir.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4887" y="4602315"/>
            <a:ext cx="1536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0" dirty="0">
                <a:solidFill>
                  <a:srgbClr val="EF5BA1"/>
                </a:solidFill>
                <a:latin typeface="Verdana"/>
                <a:cs typeface="Verdana"/>
              </a:rPr>
              <a:t>2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16122" y="4715128"/>
            <a:ext cx="871855" cy="1111885"/>
          </a:xfrm>
          <a:custGeom>
            <a:avLst/>
            <a:gdLst/>
            <a:ahLst/>
            <a:cxnLst/>
            <a:rect l="l" t="t" r="r" b="b"/>
            <a:pathLst>
              <a:path w="871855" h="1111885">
                <a:moveTo>
                  <a:pt x="871347" y="415836"/>
                </a:moveTo>
                <a:lnTo>
                  <a:pt x="315302" y="0"/>
                </a:lnTo>
                <a:lnTo>
                  <a:pt x="3428" y="417029"/>
                </a:lnTo>
              </a:path>
              <a:path w="871855" h="1111885">
                <a:moveTo>
                  <a:pt x="0" y="416953"/>
                </a:moveTo>
                <a:lnTo>
                  <a:pt x="871194" y="1111478"/>
                </a:lnTo>
                <a:lnTo>
                  <a:pt x="871359" y="417144"/>
                </a:lnTo>
                <a:lnTo>
                  <a:pt x="0" y="416953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82532" y="4573182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5295" y="5059065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92759" y="5059065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95" dirty="0">
                <a:solidFill>
                  <a:srgbClr val="231F20"/>
                </a:solidFill>
                <a:latin typeface="Trebuchet MS"/>
                <a:cs typeface="Trebuchet MS"/>
              </a:rPr>
              <a:t>D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83260" y="5746490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64252" y="4615015"/>
            <a:ext cx="5220335" cy="129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ABD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BDC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birer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tiçgen,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|AB|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br,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|AD|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br,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|BC|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|DC|</a:t>
            </a:r>
            <a:r>
              <a:rPr sz="10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41700"/>
              </a:lnSpc>
              <a:spcBef>
                <a:spcPts val="844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2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2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45" dirty="0">
                <a:solidFill>
                  <a:srgbClr val="231F20"/>
                </a:solidFill>
                <a:latin typeface="Verdana"/>
                <a:cs typeface="Verdana"/>
              </a:rPr>
              <a:t>|BD|</a:t>
            </a:r>
            <a:r>
              <a:rPr sz="1000" b="1" i="1" spc="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0" dirty="0">
                <a:solidFill>
                  <a:srgbClr val="231F20"/>
                </a:solidFill>
                <a:latin typeface="Verdana"/>
                <a:cs typeface="Verdana"/>
              </a:rPr>
              <a:t>nin</a:t>
            </a:r>
            <a:r>
              <a:rPr sz="1000" b="1" i="1" spc="2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alabileceği</a:t>
            </a:r>
            <a:r>
              <a:rPr sz="1000" b="1" i="1" spc="2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1000" b="1" i="1" spc="2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farklı</a:t>
            </a:r>
            <a:r>
              <a:rPr sz="1000" b="1" i="1" spc="2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0" dirty="0">
                <a:solidFill>
                  <a:srgbClr val="231F20"/>
                </a:solidFill>
                <a:latin typeface="Verdana"/>
                <a:cs typeface="Verdana"/>
              </a:rPr>
              <a:t>ttam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sayı</a:t>
            </a:r>
            <a:r>
              <a:rPr sz="1000" b="1" i="1" spc="2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değeri</a:t>
            </a:r>
            <a:r>
              <a:rPr sz="1000" b="1" i="1" spc="2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 </a:t>
            </a:r>
            <a:r>
              <a:rPr sz="1000" b="1" i="1" spc="-3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bulalım.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05652" y="6112111"/>
            <a:ext cx="765175" cy="975360"/>
            <a:chOff x="905652" y="6112111"/>
            <a:chExt cx="765175" cy="975360"/>
          </a:xfrm>
        </p:grpSpPr>
        <p:sp>
          <p:nvSpPr>
            <p:cNvPr id="31" name="object 31"/>
            <p:cNvSpPr/>
            <p:nvPr/>
          </p:nvSpPr>
          <p:spPr>
            <a:xfrm>
              <a:off x="909985" y="6115286"/>
              <a:ext cx="757555" cy="364490"/>
            </a:xfrm>
            <a:custGeom>
              <a:avLst/>
              <a:gdLst/>
              <a:ahLst/>
              <a:cxnLst/>
              <a:rect l="l" t="t" r="r" b="b"/>
              <a:pathLst>
                <a:path w="757555" h="364489">
                  <a:moveTo>
                    <a:pt x="757491" y="362927"/>
                  </a:moveTo>
                  <a:lnTo>
                    <a:pt x="272186" y="0"/>
                  </a:lnTo>
                  <a:lnTo>
                    <a:pt x="0" y="363969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08827" y="6479194"/>
              <a:ext cx="758825" cy="605155"/>
            </a:xfrm>
            <a:custGeom>
              <a:avLst/>
              <a:gdLst/>
              <a:ahLst/>
              <a:cxnLst/>
              <a:rect l="l" t="t" r="r" b="b"/>
              <a:pathLst>
                <a:path w="758825" h="605154">
                  <a:moveTo>
                    <a:pt x="0" y="0"/>
                  </a:moveTo>
                  <a:lnTo>
                    <a:pt x="758520" y="604697"/>
                  </a:lnTo>
                  <a:lnTo>
                    <a:pt x="758659" y="17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139139" y="5976987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0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9398" y="6400043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35" dirty="0">
                <a:solidFill>
                  <a:srgbClr val="231F20"/>
                </a:solidFill>
                <a:latin typeface="Verdana"/>
                <a:cs typeface="Verdana"/>
              </a:rPr>
              <a:t>B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39759" y="6176585"/>
            <a:ext cx="977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5" dirty="0">
                <a:solidFill>
                  <a:srgbClr val="231F20"/>
                </a:solidFill>
                <a:latin typeface="Verdana"/>
                <a:cs typeface="Verdana"/>
              </a:rPr>
              <a:t>3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88928" y="6162983"/>
            <a:ext cx="984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30" dirty="0">
                <a:solidFill>
                  <a:srgbClr val="231F20"/>
                </a:solidFill>
                <a:latin typeface="Verdana"/>
                <a:cs typeface="Verdana"/>
              </a:rPr>
              <a:t>4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01963" y="6725403"/>
            <a:ext cx="984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30" dirty="0">
                <a:solidFill>
                  <a:srgbClr val="231F20"/>
                </a:solidFill>
                <a:latin typeface="Verdana"/>
                <a:cs typeface="Verdana"/>
              </a:rPr>
              <a:t>6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70455" y="6399933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Verdana"/>
                <a:cs typeface="Verdana"/>
              </a:rPr>
              <a:t>D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898270" y="6326911"/>
            <a:ext cx="48260" cy="478790"/>
          </a:xfrm>
          <a:custGeom>
            <a:avLst/>
            <a:gdLst/>
            <a:ahLst/>
            <a:cxnLst/>
            <a:rect l="l" t="t" r="r" b="b"/>
            <a:pathLst>
              <a:path w="48260" h="478790">
                <a:moveTo>
                  <a:pt x="47866" y="237147"/>
                </a:moveTo>
                <a:lnTo>
                  <a:pt x="27952" y="198424"/>
                </a:lnTo>
                <a:lnTo>
                  <a:pt x="28244" y="158457"/>
                </a:lnTo>
                <a:lnTo>
                  <a:pt x="25222" y="158394"/>
                </a:lnTo>
                <a:lnTo>
                  <a:pt x="28244" y="158445"/>
                </a:lnTo>
                <a:lnTo>
                  <a:pt x="29032" y="50546"/>
                </a:lnTo>
                <a:lnTo>
                  <a:pt x="28892" y="38417"/>
                </a:lnTo>
                <a:lnTo>
                  <a:pt x="16662" y="6159"/>
                </a:lnTo>
                <a:lnTo>
                  <a:pt x="13335" y="3517"/>
                </a:lnTo>
                <a:lnTo>
                  <a:pt x="8953" y="1447"/>
                </a:lnTo>
                <a:lnTo>
                  <a:pt x="3492" y="0"/>
                </a:lnTo>
                <a:lnTo>
                  <a:pt x="3454" y="3657"/>
                </a:lnTo>
                <a:lnTo>
                  <a:pt x="4749" y="4216"/>
                </a:lnTo>
                <a:lnTo>
                  <a:pt x="10299" y="7429"/>
                </a:lnTo>
                <a:lnTo>
                  <a:pt x="23037" y="44196"/>
                </a:lnTo>
                <a:lnTo>
                  <a:pt x="22212" y="158330"/>
                </a:lnTo>
                <a:lnTo>
                  <a:pt x="21920" y="196100"/>
                </a:lnTo>
                <a:lnTo>
                  <a:pt x="22072" y="204419"/>
                </a:lnTo>
                <a:lnTo>
                  <a:pt x="44170" y="239941"/>
                </a:lnTo>
                <a:lnTo>
                  <a:pt x="35191" y="244335"/>
                </a:lnTo>
                <a:lnTo>
                  <a:pt x="21018" y="320179"/>
                </a:lnTo>
                <a:lnTo>
                  <a:pt x="20193" y="435114"/>
                </a:lnTo>
                <a:lnTo>
                  <a:pt x="19875" y="440842"/>
                </a:lnTo>
                <a:lnTo>
                  <a:pt x="25" y="475056"/>
                </a:lnTo>
                <a:lnTo>
                  <a:pt x="0" y="478701"/>
                </a:lnTo>
                <a:lnTo>
                  <a:pt x="25958" y="441083"/>
                </a:lnTo>
                <a:lnTo>
                  <a:pt x="27051" y="320281"/>
                </a:lnTo>
                <a:lnTo>
                  <a:pt x="27495" y="277152"/>
                </a:lnTo>
                <a:lnTo>
                  <a:pt x="47815" y="242849"/>
                </a:lnTo>
                <a:lnTo>
                  <a:pt x="47866" y="237147"/>
                </a:lnTo>
                <a:close/>
              </a:path>
            </a:pathLst>
          </a:custGeom>
          <a:solidFill>
            <a:srgbClr val="ED16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923275" y="6313473"/>
            <a:ext cx="8890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70" dirty="0">
                <a:solidFill>
                  <a:srgbClr val="231F20"/>
                </a:solidFill>
                <a:latin typeface="Verdana"/>
                <a:cs typeface="Verdana"/>
              </a:rPr>
              <a:t>1</a:t>
            </a:r>
            <a:r>
              <a:rPr sz="10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&lt;</a:t>
            </a:r>
            <a:r>
              <a:rPr sz="10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85" dirty="0">
                <a:solidFill>
                  <a:srgbClr val="231F20"/>
                </a:solidFill>
                <a:latin typeface="Verdana"/>
                <a:cs typeface="Verdana"/>
              </a:rPr>
              <a:t>|BD|</a:t>
            </a:r>
            <a:r>
              <a:rPr sz="10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&lt;</a:t>
            </a:r>
            <a:r>
              <a:rPr sz="10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7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62251" y="6620964"/>
            <a:ext cx="12522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3050" algn="l"/>
              </a:tabLst>
            </a:pPr>
            <a:r>
              <a:rPr sz="850" i="1" spc="30" dirty="0">
                <a:solidFill>
                  <a:srgbClr val="231F20"/>
                </a:solidFill>
                <a:latin typeface="Verdana"/>
                <a:cs typeface="Verdana"/>
              </a:rPr>
              <a:t>4	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2</a:t>
            </a:r>
            <a:r>
              <a:rPr sz="10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&lt;</a:t>
            </a:r>
            <a:r>
              <a:rPr sz="10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85" dirty="0">
                <a:solidFill>
                  <a:srgbClr val="231F20"/>
                </a:solidFill>
                <a:latin typeface="Verdana"/>
                <a:cs typeface="Verdana"/>
              </a:rPr>
              <a:t>|BD|</a:t>
            </a:r>
            <a:r>
              <a:rPr sz="10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&lt;</a:t>
            </a:r>
            <a:r>
              <a:rPr sz="10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10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6392" y="6310002"/>
            <a:ext cx="174599" cy="174599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1459905" y="6297829"/>
            <a:ext cx="607695" cy="526415"/>
            <a:chOff x="1459905" y="6297829"/>
            <a:chExt cx="607695" cy="526415"/>
          </a:xfrm>
        </p:grpSpPr>
        <p:sp>
          <p:nvSpPr>
            <p:cNvPr id="44" name="object 44"/>
            <p:cNvSpPr/>
            <p:nvPr/>
          </p:nvSpPr>
          <p:spPr>
            <a:xfrm>
              <a:off x="1463564" y="6301004"/>
              <a:ext cx="390525" cy="88265"/>
            </a:xfrm>
            <a:custGeom>
              <a:avLst/>
              <a:gdLst/>
              <a:ahLst/>
              <a:cxnLst/>
              <a:rect l="l" t="t" r="r" b="b"/>
              <a:pathLst>
                <a:path w="390525" h="88264">
                  <a:moveTo>
                    <a:pt x="0" y="88211"/>
                  </a:moveTo>
                  <a:lnTo>
                    <a:pt x="115821" y="23493"/>
                  </a:lnTo>
                  <a:lnTo>
                    <a:pt x="195054" y="0"/>
                  </a:lnTo>
                  <a:lnTo>
                    <a:pt x="274261" y="16001"/>
                  </a:lnTo>
                  <a:lnTo>
                    <a:pt x="390004" y="69770"/>
                  </a:lnTo>
                </a:path>
              </a:pathLst>
            </a:custGeom>
            <a:ln w="6350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826512" y="6341863"/>
              <a:ext cx="60325" cy="47625"/>
            </a:xfrm>
            <a:custGeom>
              <a:avLst/>
              <a:gdLst/>
              <a:ahLst/>
              <a:cxnLst/>
              <a:rect l="l" t="t" r="r" b="b"/>
              <a:pathLst>
                <a:path w="60325" h="47625">
                  <a:moveTo>
                    <a:pt x="22542" y="0"/>
                  </a:moveTo>
                  <a:lnTo>
                    <a:pt x="20040" y="25425"/>
                  </a:lnTo>
                  <a:lnTo>
                    <a:pt x="0" y="41262"/>
                  </a:lnTo>
                  <a:lnTo>
                    <a:pt x="60198" y="47345"/>
                  </a:lnTo>
                  <a:lnTo>
                    <a:pt x="22542" y="0"/>
                  </a:lnTo>
                  <a:close/>
                </a:path>
              </a:pathLst>
            </a:custGeom>
            <a:solidFill>
              <a:srgbClr val="ED1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463080" y="6732351"/>
              <a:ext cx="390525" cy="88265"/>
            </a:xfrm>
            <a:custGeom>
              <a:avLst/>
              <a:gdLst/>
              <a:ahLst/>
              <a:cxnLst/>
              <a:rect l="l" t="t" r="r" b="b"/>
              <a:pathLst>
                <a:path w="390525" h="88265">
                  <a:moveTo>
                    <a:pt x="0" y="0"/>
                  </a:moveTo>
                  <a:lnTo>
                    <a:pt x="115821" y="64724"/>
                  </a:lnTo>
                  <a:lnTo>
                    <a:pt x="195054" y="88220"/>
                  </a:lnTo>
                  <a:lnTo>
                    <a:pt x="274261" y="72216"/>
                  </a:lnTo>
                  <a:lnTo>
                    <a:pt x="390004" y="18440"/>
                  </a:lnTo>
                </a:path>
              </a:pathLst>
            </a:custGeom>
            <a:ln w="6350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826033" y="6732357"/>
              <a:ext cx="60325" cy="47625"/>
            </a:xfrm>
            <a:custGeom>
              <a:avLst/>
              <a:gdLst/>
              <a:ahLst/>
              <a:cxnLst/>
              <a:rect l="l" t="t" r="r" b="b"/>
              <a:pathLst>
                <a:path w="60325" h="47625">
                  <a:moveTo>
                    <a:pt x="60185" y="0"/>
                  </a:moveTo>
                  <a:lnTo>
                    <a:pt x="0" y="6083"/>
                  </a:lnTo>
                  <a:lnTo>
                    <a:pt x="20040" y="21920"/>
                  </a:lnTo>
                  <a:lnTo>
                    <a:pt x="22542" y="47358"/>
                  </a:lnTo>
                  <a:lnTo>
                    <a:pt x="60185" y="0"/>
                  </a:lnTo>
                  <a:close/>
                </a:path>
              </a:pathLst>
            </a:custGeom>
            <a:solidFill>
              <a:srgbClr val="ED1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02086" y="6629772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161925" h="161925">
                  <a:moveTo>
                    <a:pt x="161899" y="80949"/>
                  </a:moveTo>
                  <a:lnTo>
                    <a:pt x="155537" y="112463"/>
                  </a:lnTo>
                  <a:lnTo>
                    <a:pt x="138188" y="138193"/>
                  </a:lnTo>
                  <a:lnTo>
                    <a:pt x="112457" y="155539"/>
                  </a:lnTo>
                  <a:lnTo>
                    <a:pt x="80949" y="161899"/>
                  </a:lnTo>
                  <a:lnTo>
                    <a:pt x="49441" y="155539"/>
                  </a:lnTo>
                  <a:lnTo>
                    <a:pt x="23710" y="138193"/>
                  </a:lnTo>
                  <a:lnTo>
                    <a:pt x="6361" y="112463"/>
                  </a:lnTo>
                  <a:lnTo>
                    <a:pt x="0" y="80949"/>
                  </a:lnTo>
                  <a:lnTo>
                    <a:pt x="6361" y="49441"/>
                  </a:lnTo>
                  <a:lnTo>
                    <a:pt x="23710" y="23710"/>
                  </a:lnTo>
                  <a:lnTo>
                    <a:pt x="49441" y="6361"/>
                  </a:lnTo>
                  <a:lnTo>
                    <a:pt x="80949" y="0"/>
                  </a:lnTo>
                  <a:lnTo>
                    <a:pt x="112457" y="6361"/>
                  </a:lnTo>
                  <a:lnTo>
                    <a:pt x="138188" y="23710"/>
                  </a:lnTo>
                  <a:lnTo>
                    <a:pt x="155537" y="49441"/>
                  </a:lnTo>
                  <a:lnTo>
                    <a:pt x="161899" y="80949"/>
                  </a:lnTo>
                  <a:close/>
                </a:path>
              </a:pathLst>
            </a:custGeom>
            <a:ln w="6350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19400" y="6998504"/>
            <a:ext cx="53124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5344">
              <a:lnSpc>
                <a:spcPct val="100000"/>
              </a:lnSpc>
              <a:spcBef>
                <a:spcPts val="100"/>
              </a:spcBef>
            </a:pPr>
            <a:r>
              <a:rPr sz="850" i="1" spc="80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|BD|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nin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alabileceği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değerler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3,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4,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olduğuna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göre,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farklı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değer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alır.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956514" y="6474604"/>
            <a:ext cx="2007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60" dirty="0">
                <a:solidFill>
                  <a:srgbClr val="00AEEF"/>
                </a:solidFill>
                <a:latin typeface="Verdana"/>
                <a:cs typeface="Verdana"/>
              </a:rPr>
              <a:t>2</a:t>
            </a:r>
            <a:r>
              <a:rPr sz="1000" i="1" spc="135" dirty="0">
                <a:solidFill>
                  <a:srgbClr val="00AEEF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00AEEF"/>
                </a:solidFill>
                <a:latin typeface="Verdana"/>
                <a:cs typeface="Verdana"/>
              </a:rPr>
              <a:t>&lt;</a:t>
            </a:r>
            <a:r>
              <a:rPr sz="1000" i="1" spc="140" dirty="0">
                <a:solidFill>
                  <a:srgbClr val="00AEEF"/>
                </a:solidFill>
                <a:latin typeface="Verdana"/>
                <a:cs typeface="Verdana"/>
              </a:rPr>
              <a:t> </a:t>
            </a:r>
            <a:r>
              <a:rPr sz="1000" i="1" spc="-85" dirty="0">
                <a:solidFill>
                  <a:srgbClr val="00AEEF"/>
                </a:solidFill>
                <a:latin typeface="Verdana"/>
                <a:cs typeface="Verdana"/>
              </a:rPr>
              <a:t>|BD|</a:t>
            </a:r>
            <a:r>
              <a:rPr sz="1000" i="1" spc="140" dirty="0">
                <a:solidFill>
                  <a:srgbClr val="00AEEF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00AEEF"/>
                </a:solidFill>
                <a:latin typeface="Verdana"/>
                <a:cs typeface="Verdana"/>
              </a:rPr>
              <a:t>&lt;</a:t>
            </a:r>
            <a:r>
              <a:rPr sz="1000" i="1" spc="135" dirty="0">
                <a:solidFill>
                  <a:srgbClr val="00AEEF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00AEEF"/>
                </a:solidFill>
                <a:latin typeface="Verdana"/>
                <a:cs typeface="Verdana"/>
              </a:rPr>
              <a:t>7</a:t>
            </a:r>
            <a:r>
              <a:rPr sz="1000" i="1" spc="140" dirty="0">
                <a:solidFill>
                  <a:srgbClr val="00AEEF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olarak</a:t>
            </a:r>
            <a:r>
              <a:rPr sz="10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bulunur.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16173" y="719995"/>
            <a:ext cx="6756400" cy="347980"/>
            <a:chOff x="516173" y="719995"/>
            <a:chExt cx="6756400" cy="347980"/>
          </a:xfrm>
        </p:grpSpPr>
        <p:sp>
          <p:nvSpPr>
            <p:cNvPr id="52" name="object 52"/>
            <p:cNvSpPr/>
            <p:nvPr/>
          </p:nvSpPr>
          <p:spPr>
            <a:xfrm>
              <a:off x="636821" y="893756"/>
              <a:ext cx="6635750" cy="0"/>
            </a:xfrm>
            <a:custGeom>
              <a:avLst/>
              <a:gdLst/>
              <a:ahLst/>
              <a:cxnLst/>
              <a:rect l="l" t="t" r="r" b="b"/>
              <a:pathLst>
                <a:path w="6635750">
                  <a:moveTo>
                    <a:pt x="663517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16173" y="719995"/>
              <a:ext cx="1445895" cy="347980"/>
            </a:xfrm>
            <a:custGeom>
              <a:avLst/>
              <a:gdLst/>
              <a:ahLst/>
              <a:cxnLst/>
              <a:rect l="l" t="t" r="r" b="b"/>
              <a:pathLst>
                <a:path w="1445895" h="347980">
                  <a:moveTo>
                    <a:pt x="14229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422971" y="347522"/>
                  </a:lnTo>
                  <a:lnTo>
                    <a:pt x="1432476" y="305340"/>
                  </a:lnTo>
                  <a:lnTo>
                    <a:pt x="1439556" y="262304"/>
                  </a:lnTo>
                  <a:lnTo>
                    <a:pt x="1443975" y="218437"/>
                  </a:lnTo>
                  <a:lnTo>
                    <a:pt x="1445501" y="173761"/>
                  </a:lnTo>
                  <a:lnTo>
                    <a:pt x="1443975" y="129091"/>
                  </a:lnTo>
                  <a:lnTo>
                    <a:pt x="1439556" y="85223"/>
                  </a:lnTo>
                  <a:lnTo>
                    <a:pt x="1432476" y="42184"/>
                  </a:lnTo>
                  <a:lnTo>
                    <a:pt x="1422971" y="0"/>
                  </a:lnTo>
                  <a:close/>
                </a:path>
              </a:pathLst>
            </a:custGeom>
            <a:solidFill>
              <a:srgbClr val="006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965796" y="769843"/>
            <a:ext cx="535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165" dirty="0">
                <a:solidFill>
                  <a:srgbClr val="FFFFFF"/>
                </a:solidFill>
                <a:latin typeface="Times New Roman"/>
                <a:cs typeface="Times New Roman"/>
              </a:rPr>
              <a:t>ÖRNEK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12997" y="8063993"/>
            <a:ext cx="6759575" cy="789305"/>
            <a:chOff x="512997" y="8063993"/>
            <a:chExt cx="6759575" cy="789305"/>
          </a:xfrm>
        </p:grpSpPr>
        <p:sp>
          <p:nvSpPr>
            <p:cNvPr id="56" name="object 56"/>
            <p:cNvSpPr/>
            <p:nvPr/>
          </p:nvSpPr>
          <p:spPr>
            <a:xfrm>
              <a:off x="626393" y="8191677"/>
              <a:ext cx="6645909" cy="661670"/>
            </a:xfrm>
            <a:custGeom>
              <a:avLst/>
              <a:gdLst/>
              <a:ahLst/>
              <a:cxnLst/>
              <a:rect l="l" t="t" r="r" b="b"/>
              <a:pathLst>
                <a:path w="6645909" h="661670">
                  <a:moveTo>
                    <a:pt x="6645605" y="0"/>
                  </a:moveTo>
                  <a:lnTo>
                    <a:pt x="0" y="0"/>
                  </a:lnTo>
                  <a:lnTo>
                    <a:pt x="0" y="661187"/>
                  </a:lnTo>
                  <a:lnTo>
                    <a:pt x="6645605" y="661187"/>
                  </a:lnTo>
                  <a:lnTo>
                    <a:pt x="6645605" y="0"/>
                  </a:lnTo>
                  <a:close/>
                </a:path>
              </a:pathLst>
            </a:custGeom>
            <a:solidFill>
              <a:srgbClr val="FEE9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2997" y="8063993"/>
              <a:ext cx="665480" cy="248285"/>
            </a:xfrm>
            <a:custGeom>
              <a:avLst/>
              <a:gdLst/>
              <a:ahLst/>
              <a:cxnLst/>
              <a:rect l="l" t="t" r="r" b="b"/>
              <a:pathLst>
                <a:path w="665480" h="248284">
                  <a:moveTo>
                    <a:pt x="648906" y="0"/>
                  </a:moveTo>
                  <a:lnTo>
                    <a:pt x="16205" y="0"/>
                  </a:lnTo>
                  <a:lnTo>
                    <a:pt x="9370" y="30074"/>
                  </a:lnTo>
                  <a:lnTo>
                    <a:pt x="4278" y="60756"/>
                  </a:lnTo>
                  <a:lnTo>
                    <a:pt x="1097" y="92029"/>
                  </a:lnTo>
                  <a:lnTo>
                    <a:pt x="0" y="123875"/>
                  </a:lnTo>
                  <a:lnTo>
                    <a:pt x="1097" y="155720"/>
                  </a:lnTo>
                  <a:lnTo>
                    <a:pt x="4278" y="186988"/>
                  </a:lnTo>
                  <a:lnTo>
                    <a:pt x="9370" y="217666"/>
                  </a:lnTo>
                  <a:lnTo>
                    <a:pt x="16205" y="247738"/>
                  </a:lnTo>
                  <a:lnTo>
                    <a:pt x="648906" y="247738"/>
                  </a:lnTo>
                  <a:lnTo>
                    <a:pt x="655738" y="217666"/>
                  </a:lnTo>
                  <a:lnTo>
                    <a:pt x="660827" y="186988"/>
                  </a:lnTo>
                  <a:lnTo>
                    <a:pt x="664003" y="155720"/>
                  </a:lnTo>
                  <a:lnTo>
                    <a:pt x="665099" y="123875"/>
                  </a:lnTo>
                  <a:lnTo>
                    <a:pt x="664003" y="92029"/>
                  </a:lnTo>
                  <a:lnTo>
                    <a:pt x="660827" y="60756"/>
                  </a:lnTo>
                  <a:lnTo>
                    <a:pt x="655738" y="30074"/>
                  </a:lnTo>
                  <a:lnTo>
                    <a:pt x="648906" y="0"/>
                  </a:lnTo>
                  <a:close/>
                </a:path>
              </a:pathLst>
            </a:custGeom>
            <a:solidFill>
              <a:srgbClr val="EF4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92181" y="8079837"/>
            <a:ext cx="6621780" cy="701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25" dirty="0">
                <a:solidFill>
                  <a:srgbClr val="FFFFFF"/>
                </a:solidFill>
                <a:latin typeface="Times New Roman"/>
                <a:cs typeface="Times New Roman"/>
              </a:rPr>
              <a:t>DİKKAT</a:t>
            </a:r>
            <a:endParaRPr sz="1200">
              <a:latin typeface="Times New Roman"/>
              <a:cs typeface="Times New Roman"/>
            </a:endParaRPr>
          </a:p>
          <a:p>
            <a:pPr marL="106045" marR="5080">
              <a:lnSpc>
                <a:spcPct val="166700"/>
              </a:lnSpc>
              <a:spcBef>
                <a:spcPts val="275"/>
              </a:spcBef>
            </a:pPr>
            <a:r>
              <a:rPr sz="900" i="1" spc="35" dirty="0">
                <a:solidFill>
                  <a:srgbClr val="231F20"/>
                </a:solidFill>
                <a:latin typeface="Verdana"/>
                <a:cs typeface="Verdana"/>
              </a:rPr>
              <a:t>ABD </a:t>
            </a:r>
            <a:r>
              <a:rPr sz="900" i="1" spc="-5" dirty="0">
                <a:solidFill>
                  <a:srgbClr val="231F20"/>
                </a:solidFill>
                <a:latin typeface="Verdana"/>
                <a:cs typeface="Verdana"/>
              </a:rPr>
              <a:t>ve </a:t>
            </a:r>
            <a:r>
              <a:rPr sz="900" i="1" spc="65" dirty="0">
                <a:solidFill>
                  <a:srgbClr val="231F20"/>
                </a:solidFill>
                <a:latin typeface="Verdana"/>
                <a:cs typeface="Verdana"/>
              </a:rPr>
              <a:t>BDC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tiçgenlerinde </a:t>
            </a:r>
            <a:r>
              <a:rPr sz="900" i="1" spc="-80" dirty="0">
                <a:solidFill>
                  <a:srgbClr val="231F20"/>
                </a:solidFill>
                <a:latin typeface="Verdana"/>
                <a:cs typeface="Verdana"/>
              </a:rPr>
              <a:t>|BD|</a:t>
            </a:r>
            <a:r>
              <a:rPr sz="900" i="1" spc="-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Verdana"/>
                <a:cs typeface="Verdana"/>
              </a:rPr>
              <a:t>ortak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kenardır. </a:t>
            </a:r>
            <a:r>
              <a:rPr sz="900" i="1" dirty="0">
                <a:solidFill>
                  <a:srgbClr val="231F20"/>
                </a:solidFill>
                <a:latin typeface="Verdana"/>
                <a:cs typeface="Verdana"/>
              </a:rPr>
              <a:t>Bu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ytizden </a:t>
            </a:r>
            <a:r>
              <a:rPr sz="900" i="1" spc="-80" dirty="0">
                <a:solidFill>
                  <a:srgbClr val="231F20"/>
                </a:solidFill>
                <a:latin typeface="Verdana"/>
                <a:cs typeface="Verdana"/>
              </a:rPr>
              <a:t>|BD|</a:t>
            </a:r>
            <a:r>
              <a:rPr sz="900" i="1" spc="-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" dirty="0">
                <a:solidFill>
                  <a:srgbClr val="231F20"/>
                </a:solidFill>
                <a:latin typeface="Verdana"/>
                <a:cs typeface="Verdana"/>
              </a:rPr>
              <a:t>nin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aralığı </a:t>
            </a:r>
            <a:r>
              <a:rPr sz="900" i="1" spc="10" dirty="0">
                <a:solidFill>
                  <a:srgbClr val="231F20"/>
                </a:solidFill>
                <a:latin typeface="Verdana"/>
                <a:cs typeface="Verdana"/>
              </a:rPr>
              <a:t>bulunurken </a:t>
            </a:r>
            <a:r>
              <a:rPr sz="900" i="1" spc="75" dirty="0">
                <a:solidFill>
                  <a:srgbClr val="231F20"/>
                </a:solidFill>
                <a:latin typeface="Verdana"/>
                <a:cs typeface="Verdana"/>
              </a:rPr>
              <a:t>alt </a:t>
            </a:r>
            <a:r>
              <a:rPr sz="900" i="1" spc="45" dirty="0">
                <a:solidFill>
                  <a:srgbClr val="231F20"/>
                </a:solidFill>
                <a:latin typeface="Verdana"/>
                <a:cs typeface="Verdana"/>
              </a:rPr>
              <a:t>sınırlardan </a:t>
            </a:r>
            <a:r>
              <a:rPr sz="900" i="1" spc="-15" dirty="0">
                <a:solidFill>
                  <a:srgbClr val="231F20"/>
                </a:solidFill>
                <a:latin typeface="Verdana"/>
                <a:cs typeface="Verdana"/>
              </a:rPr>
              <a:t>btiytik </a:t>
            </a:r>
            <a:r>
              <a:rPr sz="900" i="1" spc="-3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dirty="0">
                <a:solidFill>
                  <a:srgbClr val="231F20"/>
                </a:solidFill>
                <a:latin typeface="Verdana"/>
                <a:cs typeface="Verdana"/>
              </a:rPr>
              <a:t>olan,</a:t>
            </a:r>
            <a:r>
              <a:rPr sz="9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40" dirty="0">
                <a:solidFill>
                  <a:srgbClr val="231F20"/>
                </a:solidFill>
                <a:latin typeface="Verdana"/>
                <a:cs typeface="Verdana"/>
              </a:rPr>
              <a:t>tist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5" dirty="0">
                <a:solidFill>
                  <a:srgbClr val="231F20"/>
                </a:solidFill>
                <a:latin typeface="Verdana"/>
                <a:cs typeface="Verdana"/>
              </a:rPr>
              <a:t>sınırlardın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5" dirty="0">
                <a:solidFill>
                  <a:srgbClr val="231F20"/>
                </a:solidFill>
                <a:latin typeface="Verdana"/>
                <a:cs typeface="Verdana"/>
              </a:rPr>
              <a:t>ktiçtik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olan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dirty="0">
                <a:solidFill>
                  <a:srgbClr val="231F20"/>
                </a:solidFill>
                <a:latin typeface="Verdana"/>
                <a:cs typeface="Verdana"/>
              </a:rPr>
              <a:t>alınır.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743357" y="9374982"/>
            <a:ext cx="2533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25" dirty="0">
                <a:solidFill>
                  <a:srgbClr val="FFFFFF"/>
                </a:solidFill>
                <a:latin typeface="Arial"/>
                <a:cs typeface="Arial"/>
              </a:rPr>
              <a:t>20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7316" y="659480"/>
            <a:ext cx="6758305" cy="1911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algn="just">
              <a:lnSpc>
                <a:spcPct val="100000"/>
              </a:lnSpc>
              <a:spcBef>
                <a:spcPts val="100"/>
              </a:spcBef>
            </a:pPr>
            <a:r>
              <a:rPr sz="1500" b="1" i="1" spc="-70" dirty="0">
                <a:solidFill>
                  <a:srgbClr val="358CCB"/>
                </a:solidFill>
                <a:latin typeface="Times New Roman"/>
                <a:cs typeface="Times New Roman"/>
              </a:rPr>
              <a:t>Üçgend</a:t>
            </a:r>
            <a:r>
              <a:rPr sz="1500" b="1" i="1" spc="-45" dirty="0">
                <a:solidFill>
                  <a:srgbClr val="358CCB"/>
                </a:solidFill>
                <a:latin typeface="Times New Roman"/>
                <a:cs typeface="Times New Roman"/>
              </a:rPr>
              <a:t>e</a:t>
            </a:r>
            <a:r>
              <a:rPr sz="1500" b="1" i="1" spc="-130" dirty="0">
                <a:solidFill>
                  <a:srgbClr val="358CCB"/>
                </a:solidFill>
                <a:latin typeface="Times New Roman"/>
                <a:cs typeface="Times New Roman"/>
              </a:rPr>
              <a:t> </a:t>
            </a:r>
            <a:r>
              <a:rPr sz="1500" b="1" i="1" spc="-55" dirty="0">
                <a:solidFill>
                  <a:srgbClr val="358CCB"/>
                </a:solidFill>
                <a:latin typeface="Times New Roman"/>
                <a:cs typeface="Times New Roman"/>
              </a:rPr>
              <a:t>Açı–</a:t>
            </a:r>
            <a:r>
              <a:rPr sz="1500" b="1" i="1" spc="-105" dirty="0">
                <a:solidFill>
                  <a:srgbClr val="358CCB"/>
                </a:solidFill>
                <a:latin typeface="Times New Roman"/>
                <a:cs typeface="Times New Roman"/>
              </a:rPr>
              <a:t>K</a:t>
            </a:r>
            <a:r>
              <a:rPr sz="1500" b="1" i="1" spc="-50" dirty="0">
                <a:solidFill>
                  <a:srgbClr val="358CCB"/>
                </a:solidFill>
                <a:latin typeface="Times New Roman"/>
                <a:cs typeface="Times New Roman"/>
              </a:rPr>
              <a:t>ena</a:t>
            </a:r>
            <a:r>
              <a:rPr sz="1500" b="1" i="1" spc="-25" dirty="0">
                <a:solidFill>
                  <a:srgbClr val="358CCB"/>
                </a:solidFill>
                <a:latin typeface="Times New Roman"/>
                <a:cs typeface="Times New Roman"/>
              </a:rPr>
              <a:t>r</a:t>
            </a:r>
            <a:r>
              <a:rPr sz="1500" b="1" i="1" spc="-130" dirty="0">
                <a:solidFill>
                  <a:srgbClr val="358CCB"/>
                </a:solidFill>
                <a:latin typeface="Times New Roman"/>
                <a:cs typeface="Times New Roman"/>
              </a:rPr>
              <a:t> </a:t>
            </a:r>
            <a:r>
              <a:rPr sz="1500" b="1" i="1" spc="-65" dirty="0">
                <a:solidFill>
                  <a:srgbClr val="358CCB"/>
                </a:solidFill>
                <a:latin typeface="Times New Roman"/>
                <a:cs typeface="Times New Roman"/>
              </a:rPr>
              <a:t>Bağı</a:t>
            </a:r>
            <a:r>
              <a:rPr sz="1500" b="1" i="1" spc="-95" dirty="0">
                <a:solidFill>
                  <a:srgbClr val="358CCB"/>
                </a:solidFill>
                <a:latin typeface="Times New Roman"/>
                <a:cs typeface="Times New Roman"/>
              </a:rPr>
              <a:t>n</a:t>
            </a:r>
            <a:r>
              <a:rPr sz="1500" b="1" i="1" dirty="0">
                <a:solidFill>
                  <a:srgbClr val="358CCB"/>
                </a:solidFill>
                <a:latin typeface="Times New Roman"/>
                <a:cs typeface="Times New Roman"/>
              </a:rPr>
              <a:t>tıları</a:t>
            </a:r>
            <a:endParaRPr sz="1500">
              <a:latin typeface="Times New Roman"/>
              <a:cs typeface="Times New Roman"/>
            </a:endParaRPr>
          </a:p>
          <a:p>
            <a:pPr marL="192405" marR="5080" indent="-180340" algn="just">
              <a:lnSpc>
                <a:spcPts val="2210"/>
              </a:lnSpc>
              <a:spcBef>
                <a:spcPts val="14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40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Verdana"/>
                <a:cs typeface="Verdana"/>
              </a:rPr>
              <a:t>Kenar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uzunlukları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verilen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herhangi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tiçgenin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açılarının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ölçtilerini,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açıları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ölçmeden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kenar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uzunluklarından </a:t>
            </a:r>
            <a:r>
              <a:rPr sz="1000" i="1" spc="70" dirty="0">
                <a:solidFill>
                  <a:srgbClr val="231F20"/>
                </a:solidFill>
                <a:latin typeface="Verdana"/>
                <a:cs typeface="Verdana"/>
              </a:rPr>
              <a:t>yararlanarak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sıralayabiliriz.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Aynı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şekilde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açı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ölçtileri verilen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herhangi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tiçge-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nin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kenar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uzunluklarını,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kenarları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ölçmeden,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açı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ölçtilerinden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Verdana"/>
                <a:cs typeface="Verdana"/>
              </a:rPr>
              <a:t>yararlanarak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sıralayabiliriz.</a:t>
            </a:r>
            <a:endParaRPr sz="1000">
              <a:latin typeface="Verdana"/>
              <a:cs typeface="Verdana"/>
            </a:endParaRPr>
          </a:p>
          <a:p>
            <a:pPr marL="192405" indent="-180340" algn="just">
              <a:lnSpc>
                <a:spcPct val="100000"/>
              </a:lnSpc>
              <a:spcBef>
                <a:spcPts val="77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40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tiçgende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btiytik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açı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karşısında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uzun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kenar,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Verdana"/>
                <a:cs typeface="Verdana"/>
              </a:rPr>
              <a:t>ktiçtik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açı</a:t>
            </a:r>
            <a:r>
              <a:rPr sz="1000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karşısında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kısa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kenar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bulunur.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Üçge-</a:t>
            </a:r>
            <a:endParaRPr sz="1000">
              <a:latin typeface="Verdana"/>
              <a:cs typeface="Verdana"/>
            </a:endParaRPr>
          </a:p>
          <a:p>
            <a:pPr marL="192405" marR="5080" algn="just">
              <a:lnSpc>
                <a:spcPct val="175000"/>
              </a:lnSpc>
              <a:spcBef>
                <a:spcPts val="110"/>
              </a:spcBef>
            </a:pP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nin 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kenar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uzunlukları 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arasındaki sıralama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i="1" spc="3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kenarların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karşısındaki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açıların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ölçtileri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arasın- </a:t>
            </a:r>
            <a:r>
              <a:rPr sz="1000" i="1" spc="7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da</a:t>
            </a:r>
            <a:r>
              <a:rPr sz="10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da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geçerlidir.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30280" y="2789182"/>
            <a:ext cx="1389380" cy="599440"/>
          </a:xfrm>
          <a:custGeom>
            <a:avLst/>
            <a:gdLst/>
            <a:ahLst/>
            <a:cxnLst/>
            <a:rect l="l" t="t" r="r" b="b"/>
            <a:pathLst>
              <a:path w="1389380" h="599439">
                <a:moveTo>
                  <a:pt x="1389176" y="598855"/>
                </a:moveTo>
                <a:lnTo>
                  <a:pt x="346125" y="0"/>
                </a:lnTo>
                <a:lnTo>
                  <a:pt x="0" y="598855"/>
                </a:lnTo>
                <a:lnTo>
                  <a:pt x="1389176" y="598855"/>
                </a:lnTo>
                <a:close/>
              </a:path>
            </a:pathLst>
          </a:custGeom>
          <a:ln w="6350">
            <a:solidFill>
              <a:srgbClr val="006A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16423" y="2652008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1899" y="2680558"/>
            <a:ext cx="461137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801495" algn="l"/>
              </a:tabLst>
            </a:pPr>
            <a:r>
              <a:rPr sz="1000" spc="310" dirty="0">
                <a:solidFill>
                  <a:srgbClr val="358CCB"/>
                </a:solidFill>
                <a:latin typeface="Lucida Sans Unicode"/>
                <a:cs typeface="Lucida Sans Unicode"/>
              </a:rPr>
              <a:t>À	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&gt;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&gt;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  </a:t>
            </a:r>
            <a:r>
              <a:rPr sz="1000" i="1" spc="-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ise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a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&gt;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b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&gt;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dir.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57793" y="339178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1237" y="3391789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0141" y="6899024"/>
            <a:ext cx="1367155" cy="605790"/>
            <a:chOff x="610141" y="6899024"/>
            <a:chExt cx="1367155" cy="605790"/>
          </a:xfrm>
        </p:grpSpPr>
        <p:sp>
          <p:nvSpPr>
            <p:cNvPr id="18" name="object 18"/>
            <p:cNvSpPr/>
            <p:nvPr/>
          </p:nvSpPr>
          <p:spPr>
            <a:xfrm>
              <a:off x="613316" y="6902199"/>
              <a:ext cx="1360805" cy="599440"/>
            </a:xfrm>
            <a:custGeom>
              <a:avLst/>
              <a:gdLst/>
              <a:ahLst/>
              <a:cxnLst/>
              <a:rect l="l" t="t" r="r" b="b"/>
              <a:pathLst>
                <a:path w="1360805" h="599440">
                  <a:moveTo>
                    <a:pt x="402945" y="0"/>
                  </a:moveTo>
                  <a:lnTo>
                    <a:pt x="0" y="599185"/>
                  </a:lnTo>
                  <a:lnTo>
                    <a:pt x="1360614" y="599185"/>
                  </a:lnTo>
                  <a:lnTo>
                    <a:pt x="402945" y="0"/>
                  </a:lnTo>
                  <a:close/>
                </a:path>
              </a:pathLst>
            </a:custGeom>
            <a:solidFill>
              <a:srgbClr val="F8C1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3316" y="6902199"/>
              <a:ext cx="1360805" cy="599440"/>
            </a:xfrm>
            <a:custGeom>
              <a:avLst/>
              <a:gdLst/>
              <a:ahLst/>
              <a:cxnLst/>
              <a:rect l="l" t="t" r="r" b="b"/>
              <a:pathLst>
                <a:path w="1360805" h="599440">
                  <a:moveTo>
                    <a:pt x="0" y="599185"/>
                  </a:moveTo>
                  <a:lnTo>
                    <a:pt x="1360614" y="599185"/>
                  </a:lnTo>
                  <a:lnTo>
                    <a:pt x="402945" y="0"/>
                  </a:lnTo>
                  <a:lnTo>
                    <a:pt x="0" y="599185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71800" y="6747223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7272" y="7513453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20010" y="7513453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14106" y="6645046"/>
            <a:ext cx="5170805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1700"/>
              </a:lnSpc>
              <a:spcBef>
                <a:spcPts val="100"/>
              </a:spcBef>
            </a:pP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Ön </a:t>
            </a:r>
            <a:r>
              <a:rPr sz="1000" i="1" spc="150" dirty="0">
                <a:solidFill>
                  <a:srgbClr val="231F20"/>
                </a:solidFill>
                <a:latin typeface="Arial"/>
                <a:cs typeface="Arial"/>
              </a:rPr>
              <a:t>tarafı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pembe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arka </a:t>
            </a:r>
            <a:r>
              <a:rPr sz="1000" i="1" spc="150" dirty="0">
                <a:solidFill>
                  <a:srgbClr val="231F20"/>
                </a:solidFill>
                <a:latin typeface="Arial"/>
                <a:cs typeface="Arial"/>
              </a:rPr>
              <a:t>tarafı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mavi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renkte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olan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kağıttan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çeşitkenar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 modeli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elde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edelim.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tiçgenin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kenarlarını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ikişer ikişer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birbiri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tize-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rine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katlayarak,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kenarları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uzundan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kısaya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doğru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sıralayalım.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0411" y="8504931"/>
            <a:ext cx="1364615" cy="606425"/>
            <a:chOff x="600411" y="8504931"/>
            <a:chExt cx="1364615" cy="606425"/>
          </a:xfrm>
        </p:grpSpPr>
        <p:sp>
          <p:nvSpPr>
            <p:cNvPr id="25" name="object 25"/>
            <p:cNvSpPr/>
            <p:nvPr/>
          </p:nvSpPr>
          <p:spPr>
            <a:xfrm>
              <a:off x="603582" y="8721120"/>
              <a:ext cx="736600" cy="386080"/>
            </a:xfrm>
            <a:custGeom>
              <a:avLst/>
              <a:gdLst/>
              <a:ahLst/>
              <a:cxnLst/>
              <a:rect l="l" t="t" r="r" b="b"/>
              <a:pathLst>
                <a:path w="736600" h="386079">
                  <a:moveTo>
                    <a:pt x="732523" y="0"/>
                  </a:moveTo>
                  <a:lnTo>
                    <a:pt x="0" y="386067"/>
                  </a:lnTo>
                  <a:lnTo>
                    <a:pt x="736193" y="385533"/>
                  </a:lnTo>
                  <a:lnTo>
                    <a:pt x="732523" y="0"/>
                  </a:lnTo>
                  <a:close/>
                </a:path>
              </a:pathLst>
            </a:custGeom>
            <a:solidFill>
              <a:srgbClr val="AB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41210" y="8718404"/>
              <a:ext cx="619760" cy="388620"/>
            </a:xfrm>
            <a:custGeom>
              <a:avLst/>
              <a:gdLst/>
              <a:ahLst/>
              <a:cxnLst/>
              <a:rect l="l" t="t" r="r" b="b"/>
              <a:pathLst>
                <a:path w="619760" h="388620">
                  <a:moveTo>
                    <a:pt x="0" y="0"/>
                  </a:moveTo>
                  <a:lnTo>
                    <a:pt x="0" y="388251"/>
                  </a:lnTo>
                  <a:lnTo>
                    <a:pt x="619518" y="388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C1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3586" y="8715220"/>
              <a:ext cx="1358265" cy="392430"/>
            </a:xfrm>
            <a:custGeom>
              <a:avLst/>
              <a:gdLst/>
              <a:ahLst/>
              <a:cxnLst/>
              <a:rect l="l" t="t" r="r" b="b"/>
              <a:pathLst>
                <a:path w="1358264" h="392429">
                  <a:moveTo>
                    <a:pt x="0" y="391972"/>
                  </a:moveTo>
                  <a:lnTo>
                    <a:pt x="1358150" y="391439"/>
                  </a:lnTo>
                  <a:lnTo>
                    <a:pt x="756500" y="14986"/>
                  </a:lnTo>
                  <a:lnTo>
                    <a:pt x="732523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4878" y="8507471"/>
              <a:ext cx="731520" cy="601345"/>
            </a:xfrm>
            <a:custGeom>
              <a:avLst/>
              <a:gdLst/>
              <a:ahLst/>
              <a:cxnLst/>
              <a:rect l="l" t="t" r="r" b="b"/>
              <a:pathLst>
                <a:path w="731519" h="601345">
                  <a:moveTo>
                    <a:pt x="731227" y="207746"/>
                  </a:moveTo>
                  <a:lnTo>
                    <a:pt x="399211" y="0"/>
                  </a:lnTo>
                  <a:lnTo>
                    <a:pt x="0" y="601014"/>
                  </a:lnTo>
                </a:path>
              </a:pathLst>
            </a:custGeom>
            <a:ln w="508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4876" y="8718404"/>
              <a:ext cx="736600" cy="389890"/>
            </a:xfrm>
            <a:custGeom>
              <a:avLst/>
              <a:gdLst/>
              <a:ahLst/>
              <a:cxnLst/>
              <a:rect l="l" t="t" r="r" b="b"/>
              <a:pathLst>
                <a:path w="736600" h="389890">
                  <a:moveTo>
                    <a:pt x="736333" y="0"/>
                  </a:moveTo>
                  <a:lnTo>
                    <a:pt x="0" y="389381"/>
                  </a:lnTo>
                </a:path>
                <a:path w="736600" h="389890">
                  <a:moveTo>
                    <a:pt x="736333" y="388251"/>
                  </a:moveTo>
                  <a:lnTo>
                    <a:pt x="736333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3336" y="8794286"/>
              <a:ext cx="103725" cy="17750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27241" y="8112023"/>
            <a:ext cx="548640" cy="407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240" dirty="0">
                <a:solidFill>
                  <a:srgbClr val="EC008C"/>
                </a:solidFill>
                <a:latin typeface="Verdana"/>
                <a:cs typeface="Verdana"/>
              </a:rPr>
              <a:t>1</a:t>
            </a:r>
            <a:r>
              <a:rPr sz="1000" b="1" i="1" spc="-145" dirty="0">
                <a:solidFill>
                  <a:srgbClr val="EC008C"/>
                </a:solidFill>
                <a:latin typeface="Verdana"/>
                <a:cs typeface="Verdana"/>
              </a:rPr>
              <a:t>.</a:t>
            </a:r>
            <a:r>
              <a:rPr sz="1000" b="1" i="1" spc="15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R="33020" algn="r">
              <a:lnSpc>
                <a:spcPct val="100000"/>
              </a:lnSpc>
              <a:spcBef>
                <a:spcPts val="790"/>
              </a:spcBef>
            </a:pPr>
            <a:r>
              <a:rPr sz="850" i="1" spc="70" dirty="0">
                <a:solidFill>
                  <a:srgbClr val="00AEEF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69918" y="9114008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ED1C24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7300" y="9114025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20038" y="9114025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14106" y="8264445"/>
            <a:ext cx="5170805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1700"/>
              </a:lnSpc>
              <a:spcBef>
                <a:spcPts val="100"/>
              </a:spcBef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[AB]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nı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tizerine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katlayalım.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Mavi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gösterilen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nok-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tası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katlandığında,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kırmızı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gösterilen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noktasının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bulunduğu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yere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gelir.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nın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[AB]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dan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daha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uzun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olduğu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görtiltir.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durumda</a:t>
            </a:r>
            <a:endParaRPr sz="1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14106" y="9047655"/>
            <a:ext cx="10706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5" dirty="0">
                <a:solidFill>
                  <a:srgbClr val="00AEEF"/>
                </a:solidFill>
                <a:latin typeface="Arial"/>
                <a:cs typeface="Arial"/>
              </a:rPr>
              <a:t>|BC|</a:t>
            </a:r>
            <a:r>
              <a:rPr sz="1000" i="1" spc="19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00AEEF"/>
                </a:solidFill>
                <a:latin typeface="Arial"/>
                <a:cs typeface="Arial"/>
              </a:rPr>
              <a:t>&gt;</a:t>
            </a:r>
            <a:r>
              <a:rPr sz="1000" i="1" spc="19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00AEEF"/>
                </a:solidFill>
                <a:latin typeface="Arial"/>
                <a:cs typeface="Arial"/>
              </a:rPr>
              <a:t>|AB|</a:t>
            </a:r>
            <a:r>
              <a:rPr sz="1000" i="1" spc="19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dur.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16173" y="6246395"/>
            <a:ext cx="6756400" cy="347980"/>
            <a:chOff x="516173" y="6246395"/>
            <a:chExt cx="6756400" cy="347980"/>
          </a:xfrm>
        </p:grpSpPr>
        <p:sp>
          <p:nvSpPr>
            <p:cNvPr id="38" name="object 38"/>
            <p:cNvSpPr/>
            <p:nvPr/>
          </p:nvSpPr>
          <p:spPr>
            <a:xfrm>
              <a:off x="636821" y="6420157"/>
              <a:ext cx="6635750" cy="0"/>
            </a:xfrm>
            <a:custGeom>
              <a:avLst/>
              <a:gdLst/>
              <a:ahLst/>
              <a:cxnLst/>
              <a:rect l="l" t="t" r="r" b="b"/>
              <a:pathLst>
                <a:path w="6635750">
                  <a:moveTo>
                    <a:pt x="663517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16173" y="6246395"/>
              <a:ext cx="1445895" cy="347980"/>
            </a:xfrm>
            <a:custGeom>
              <a:avLst/>
              <a:gdLst/>
              <a:ahLst/>
              <a:cxnLst/>
              <a:rect l="l" t="t" r="r" b="b"/>
              <a:pathLst>
                <a:path w="1445895" h="347979">
                  <a:moveTo>
                    <a:pt x="14229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422971" y="347522"/>
                  </a:lnTo>
                  <a:lnTo>
                    <a:pt x="1432476" y="305340"/>
                  </a:lnTo>
                  <a:lnTo>
                    <a:pt x="1439556" y="262304"/>
                  </a:lnTo>
                  <a:lnTo>
                    <a:pt x="1443975" y="218437"/>
                  </a:lnTo>
                  <a:lnTo>
                    <a:pt x="1445501" y="173761"/>
                  </a:lnTo>
                  <a:lnTo>
                    <a:pt x="1443975" y="129091"/>
                  </a:lnTo>
                  <a:lnTo>
                    <a:pt x="1439556" y="85223"/>
                  </a:lnTo>
                  <a:lnTo>
                    <a:pt x="1432476" y="42184"/>
                  </a:lnTo>
                  <a:lnTo>
                    <a:pt x="1422971" y="0"/>
                  </a:lnTo>
                  <a:close/>
                </a:path>
              </a:pathLst>
            </a:custGeom>
            <a:solidFill>
              <a:srgbClr val="006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965796" y="6296243"/>
            <a:ext cx="535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165" dirty="0">
                <a:solidFill>
                  <a:srgbClr val="FFFFFF"/>
                </a:solidFill>
                <a:latin typeface="Times New Roman"/>
                <a:cs typeface="Times New Roman"/>
              </a:rPr>
              <a:t>ÖRNEK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26393" y="3833774"/>
            <a:ext cx="6645909" cy="2192020"/>
          </a:xfrm>
          <a:custGeom>
            <a:avLst/>
            <a:gdLst/>
            <a:ahLst/>
            <a:cxnLst/>
            <a:rect l="l" t="t" r="r" b="b"/>
            <a:pathLst>
              <a:path w="6645909" h="2192020">
                <a:moveTo>
                  <a:pt x="6645605" y="0"/>
                </a:moveTo>
                <a:lnTo>
                  <a:pt x="0" y="0"/>
                </a:lnTo>
                <a:lnTo>
                  <a:pt x="0" y="2191931"/>
                </a:lnTo>
                <a:lnTo>
                  <a:pt x="6645605" y="2191931"/>
                </a:lnTo>
                <a:lnTo>
                  <a:pt x="6645605" y="0"/>
                </a:lnTo>
                <a:close/>
              </a:path>
            </a:pathLst>
          </a:custGeom>
          <a:solidFill>
            <a:srgbClr val="FEE9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188706" y="4056969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2864" y="4912149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77128" y="5077312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741255" y="4196885"/>
            <a:ext cx="4358005" cy="882650"/>
            <a:chOff x="1741255" y="4196885"/>
            <a:chExt cx="4358005" cy="882650"/>
          </a:xfrm>
        </p:grpSpPr>
        <p:sp>
          <p:nvSpPr>
            <p:cNvPr id="46" name="object 46"/>
            <p:cNvSpPr/>
            <p:nvPr/>
          </p:nvSpPr>
          <p:spPr>
            <a:xfrm>
              <a:off x="1744430" y="4200060"/>
              <a:ext cx="1085850" cy="876300"/>
            </a:xfrm>
            <a:custGeom>
              <a:avLst/>
              <a:gdLst/>
              <a:ahLst/>
              <a:cxnLst/>
              <a:rect l="l" t="t" r="r" b="b"/>
              <a:pathLst>
                <a:path w="1085850" h="876300">
                  <a:moveTo>
                    <a:pt x="0" y="708418"/>
                  </a:moveTo>
                  <a:lnTo>
                    <a:pt x="1085672" y="876071"/>
                  </a:lnTo>
                  <a:lnTo>
                    <a:pt x="498817" y="0"/>
                  </a:lnTo>
                  <a:lnTo>
                    <a:pt x="0" y="708418"/>
                  </a:lnTo>
                  <a:close/>
                </a:path>
              </a:pathLst>
            </a:custGeom>
            <a:ln w="635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238760" y="4573879"/>
              <a:ext cx="309880" cy="447040"/>
            </a:xfrm>
            <a:custGeom>
              <a:avLst/>
              <a:gdLst/>
              <a:ahLst/>
              <a:cxnLst/>
              <a:rect l="l" t="t" r="r" b="b"/>
              <a:pathLst>
                <a:path w="309880" h="447039">
                  <a:moveTo>
                    <a:pt x="19672" y="383108"/>
                  </a:moveTo>
                  <a:lnTo>
                    <a:pt x="12890" y="381635"/>
                  </a:lnTo>
                  <a:lnTo>
                    <a:pt x="0" y="441032"/>
                  </a:lnTo>
                  <a:lnTo>
                    <a:pt x="6794" y="442506"/>
                  </a:lnTo>
                  <a:lnTo>
                    <a:pt x="19672" y="383108"/>
                  </a:lnTo>
                  <a:close/>
                </a:path>
                <a:path w="309880" h="447039">
                  <a:moveTo>
                    <a:pt x="37769" y="387032"/>
                  </a:moveTo>
                  <a:lnTo>
                    <a:pt x="30962" y="385559"/>
                  </a:lnTo>
                  <a:lnTo>
                    <a:pt x="18072" y="444969"/>
                  </a:lnTo>
                  <a:lnTo>
                    <a:pt x="24879" y="446417"/>
                  </a:lnTo>
                  <a:lnTo>
                    <a:pt x="37769" y="387032"/>
                  </a:lnTo>
                  <a:close/>
                </a:path>
                <a:path w="309880" h="447039">
                  <a:moveTo>
                    <a:pt x="299046" y="5753"/>
                  </a:moveTo>
                  <a:lnTo>
                    <a:pt x="295173" y="0"/>
                  </a:lnTo>
                  <a:lnTo>
                    <a:pt x="244716" y="33883"/>
                  </a:lnTo>
                  <a:lnTo>
                    <a:pt x="248589" y="39649"/>
                  </a:lnTo>
                  <a:lnTo>
                    <a:pt x="299046" y="5753"/>
                  </a:lnTo>
                  <a:close/>
                </a:path>
                <a:path w="309880" h="447039">
                  <a:moveTo>
                    <a:pt x="309359" y="21145"/>
                  </a:moveTo>
                  <a:lnTo>
                    <a:pt x="305498" y="15354"/>
                  </a:lnTo>
                  <a:lnTo>
                    <a:pt x="255054" y="49250"/>
                  </a:lnTo>
                  <a:lnTo>
                    <a:pt x="258927" y="55016"/>
                  </a:lnTo>
                  <a:lnTo>
                    <a:pt x="309359" y="2114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802025" y="4282781"/>
              <a:ext cx="497205" cy="641985"/>
            </a:xfrm>
            <a:custGeom>
              <a:avLst/>
              <a:gdLst/>
              <a:ahLst/>
              <a:cxnLst/>
              <a:rect l="l" t="t" r="r" b="b"/>
              <a:pathLst>
                <a:path w="497205" h="641985">
                  <a:moveTo>
                    <a:pt x="0" y="543877"/>
                  </a:moveTo>
                  <a:lnTo>
                    <a:pt x="33189" y="565207"/>
                  </a:lnTo>
                  <a:lnTo>
                    <a:pt x="49014" y="582501"/>
                  </a:lnTo>
                  <a:lnTo>
                    <a:pt x="51758" y="604924"/>
                  </a:lnTo>
                  <a:lnTo>
                    <a:pt x="45707" y="641642"/>
                  </a:lnTo>
                </a:path>
                <a:path w="497205" h="641985">
                  <a:moveTo>
                    <a:pt x="381914" y="1498"/>
                  </a:moveTo>
                  <a:lnTo>
                    <a:pt x="410639" y="24692"/>
                  </a:lnTo>
                  <a:lnTo>
                    <a:pt x="432165" y="32267"/>
                  </a:lnTo>
                  <a:lnTo>
                    <a:pt x="457248" y="24083"/>
                  </a:lnTo>
                  <a:lnTo>
                    <a:pt x="496646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797993" y="4252239"/>
              <a:ext cx="453390" cy="643890"/>
            </a:xfrm>
            <a:custGeom>
              <a:avLst/>
              <a:gdLst/>
              <a:ahLst/>
              <a:cxnLst/>
              <a:rect l="l" t="t" r="r" b="b"/>
              <a:pathLst>
                <a:path w="453389" h="643889">
                  <a:moveTo>
                    <a:pt x="20116" y="627672"/>
                  </a:moveTo>
                  <a:lnTo>
                    <a:pt x="15608" y="623163"/>
                  </a:lnTo>
                  <a:lnTo>
                    <a:pt x="4508" y="623163"/>
                  </a:lnTo>
                  <a:lnTo>
                    <a:pt x="0" y="627672"/>
                  </a:lnTo>
                  <a:lnTo>
                    <a:pt x="0" y="638771"/>
                  </a:lnTo>
                  <a:lnTo>
                    <a:pt x="4508" y="643280"/>
                  </a:lnTo>
                  <a:lnTo>
                    <a:pt x="15608" y="643280"/>
                  </a:lnTo>
                  <a:lnTo>
                    <a:pt x="20116" y="638771"/>
                  </a:lnTo>
                  <a:lnTo>
                    <a:pt x="20116" y="633222"/>
                  </a:lnTo>
                  <a:lnTo>
                    <a:pt x="20116" y="627672"/>
                  </a:lnTo>
                  <a:close/>
                </a:path>
                <a:path w="453389" h="643889">
                  <a:moveTo>
                    <a:pt x="453364" y="4508"/>
                  </a:moveTo>
                  <a:lnTo>
                    <a:pt x="448856" y="0"/>
                  </a:lnTo>
                  <a:lnTo>
                    <a:pt x="437756" y="0"/>
                  </a:lnTo>
                  <a:lnTo>
                    <a:pt x="433247" y="4508"/>
                  </a:lnTo>
                  <a:lnTo>
                    <a:pt x="433247" y="15608"/>
                  </a:lnTo>
                  <a:lnTo>
                    <a:pt x="437756" y="20116"/>
                  </a:lnTo>
                  <a:lnTo>
                    <a:pt x="448856" y="20116"/>
                  </a:lnTo>
                  <a:lnTo>
                    <a:pt x="453364" y="15608"/>
                  </a:lnTo>
                  <a:lnTo>
                    <a:pt x="453364" y="10058"/>
                  </a:lnTo>
                  <a:lnTo>
                    <a:pt x="453364" y="450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39927" y="4207596"/>
              <a:ext cx="956310" cy="637540"/>
            </a:xfrm>
            <a:custGeom>
              <a:avLst/>
              <a:gdLst/>
              <a:ahLst/>
              <a:cxnLst/>
              <a:rect l="l" t="t" r="r" b="b"/>
              <a:pathLst>
                <a:path w="956310" h="637539">
                  <a:moveTo>
                    <a:pt x="0" y="637171"/>
                  </a:moveTo>
                  <a:lnTo>
                    <a:pt x="955738" y="637171"/>
                  </a:lnTo>
                  <a:lnTo>
                    <a:pt x="469493" y="0"/>
                  </a:lnTo>
                  <a:lnTo>
                    <a:pt x="0" y="637171"/>
                  </a:lnTo>
                  <a:close/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8995" y="4496409"/>
              <a:ext cx="547370" cy="376555"/>
            </a:xfrm>
            <a:custGeom>
              <a:avLst/>
              <a:gdLst/>
              <a:ahLst/>
              <a:cxnLst/>
              <a:rect l="l" t="t" r="r" b="b"/>
              <a:pathLst>
                <a:path w="547370" h="376554">
                  <a:moveTo>
                    <a:pt x="53136" y="50838"/>
                  </a:moveTo>
                  <a:lnTo>
                    <a:pt x="4114" y="14909"/>
                  </a:lnTo>
                  <a:lnTo>
                    <a:pt x="0" y="20535"/>
                  </a:lnTo>
                  <a:lnTo>
                    <a:pt x="49022" y="56464"/>
                  </a:lnTo>
                  <a:lnTo>
                    <a:pt x="53136" y="50838"/>
                  </a:lnTo>
                  <a:close/>
                </a:path>
                <a:path w="547370" h="376554">
                  <a:moveTo>
                    <a:pt x="64071" y="35915"/>
                  </a:moveTo>
                  <a:lnTo>
                    <a:pt x="15049" y="0"/>
                  </a:lnTo>
                  <a:lnTo>
                    <a:pt x="10947" y="5600"/>
                  </a:lnTo>
                  <a:lnTo>
                    <a:pt x="59982" y="41529"/>
                  </a:lnTo>
                  <a:lnTo>
                    <a:pt x="64071" y="35915"/>
                  </a:lnTo>
                  <a:close/>
                </a:path>
                <a:path w="547370" h="376554">
                  <a:moveTo>
                    <a:pt x="274701" y="315506"/>
                  </a:moveTo>
                  <a:lnTo>
                    <a:pt x="267754" y="315506"/>
                  </a:lnTo>
                  <a:lnTo>
                    <a:pt x="267754" y="376275"/>
                  </a:lnTo>
                  <a:lnTo>
                    <a:pt x="274701" y="376275"/>
                  </a:lnTo>
                  <a:lnTo>
                    <a:pt x="274701" y="315506"/>
                  </a:lnTo>
                  <a:close/>
                </a:path>
                <a:path w="547370" h="376554">
                  <a:moveTo>
                    <a:pt x="293204" y="315506"/>
                  </a:moveTo>
                  <a:lnTo>
                    <a:pt x="286245" y="315506"/>
                  </a:lnTo>
                  <a:lnTo>
                    <a:pt x="286245" y="376275"/>
                  </a:lnTo>
                  <a:lnTo>
                    <a:pt x="293204" y="376275"/>
                  </a:lnTo>
                  <a:lnTo>
                    <a:pt x="293204" y="315506"/>
                  </a:lnTo>
                  <a:close/>
                </a:path>
                <a:path w="547370" h="376554">
                  <a:moveTo>
                    <a:pt x="536422" y="5956"/>
                  </a:moveTo>
                  <a:lnTo>
                    <a:pt x="532396" y="266"/>
                  </a:lnTo>
                  <a:lnTo>
                    <a:pt x="482815" y="35407"/>
                  </a:lnTo>
                  <a:lnTo>
                    <a:pt x="486829" y="41097"/>
                  </a:lnTo>
                  <a:lnTo>
                    <a:pt x="536422" y="5956"/>
                  </a:lnTo>
                  <a:close/>
                </a:path>
                <a:path w="547370" h="376554">
                  <a:moveTo>
                    <a:pt x="547128" y="21031"/>
                  </a:moveTo>
                  <a:lnTo>
                    <a:pt x="543115" y="15367"/>
                  </a:lnTo>
                  <a:lnTo>
                    <a:pt x="493522" y="50520"/>
                  </a:lnTo>
                  <a:lnTo>
                    <a:pt x="497560" y="56184"/>
                  </a:lnTo>
                  <a:lnTo>
                    <a:pt x="547128" y="2103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191930" y="4276283"/>
              <a:ext cx="850265" cy="568960"/>
            </a:xfrm>
            <a:custGeom>
              <a:avLst/>
              <a:gdLst/>
              <a:ahLst/>
              <a:cxnLst/>
              <a:rect l="l" t="t" r="r" b="b"/>
              <a:pathLst>
                <a:path w="850264" h="568960">
                  <a:moveTo>
                    <a:pt x="0" y="497890"/>
                  </a:moveTo>
                  <a:lnTo>
                    <a:pt x="21234" y="509638"/>
                  </a:lnTo>
                  <a:lnTo>
                    <a:pt x="32431" y="520907"/>
                  </a:lnTo>
                  <a:lnTo>
                    <a:pt x="37295" y="538319"/>
                  </a:lnTo>
                  <a:lnTo>
                    <a:pt x="39535" y="568490"/>
                  </a:lnTo>
                </a:path>
                <a:path w="850264" h="568960">
                  <a:moveTo>
                    <a:pt x="849871" y="497890"/>
                  </a:moveTo>
                  <a:lnTo>
                    <a:pt x="828636" y="509637"/>
                  </a:lnTo>
                  <a:lnTo>
                    <a:pt x="817440" y="520904"/>
                  </a:lnTo>
                  <a:lnTo>
                    <a:pt x="812575" y="538308"/>
                  </a:lnTo>
                  <a:lnTo>
                    <a:pt x="810336" y="568464"/>
                  </a:lnTo>
                </a:path>
                <a:path w="850264" h="568960">
                  <a:moveTo>
                    <a:pt x="367487" y="0"/>
                  </a:moveTo>
                  <a:lnTo>
                    <a:pt x="396957" y="24601"/>
                  </a:lnTo>
                  <a:lnTo>
                    <a:pt x="417417" y="32981"/>
                  </a:lnTo>
                  <a:lnTo>
                    <a:pt x="438438" y="25303"/>
                  </a:lnTo>
                  <a:lnTo>
                    <a:pt x="469595" y="1727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85699" y="5279922"/>
            <a:ext cx="20167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45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9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tiçgeni</a:t>
            </a:r>
            <a:r>
              <a:rPr sz="9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45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9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30" dirty="0">
                <a:solidFill>
                  <a:srgbClr val="231F20"/>
                </a:solidFill>
                <a:latin typeface="Verdana"/>
                <a:cs typeface="Verdana"/>
              </a:rPr>
              <a:t>ikizkenar</a:t>
            </a:r>
            <a:r>
              <a:rPr sz="9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dirty="0">
                <a:solidFill>
                  <a:srgbClr val="231F20"/>
                </a:solidFill>
                <a:latin typeface="Verdana"/>
                <a:cs typeface="Verdana"/>
              </a:rPr>
              <a:t>tiçgen,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60318" y="5512832"/>
            <a:ext cx="1435100" cy="429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900" i="1" spc="-2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900" i="1" spc="-2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5" dirty="0">
                <a:solidFill>
                  <a:srgbClr val="231F20"/>
                </a:solidFill>
                <a:latin typeface="Verdana"/>
                <a:cs typeface="Verdana"/>
              </a:rPr>
              <a:t>&lt;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5" dirty="0">
                <a:solidFill>
                  <a:srgbClr val="231F20"/>
                </a:solidFill>
                <a:latin typeface="Verdana"/>
                <a:cs typeface="Verdana"/>
              </a:rPr>
              <a:t>90°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55" dirty="0">
                <a:solidFill>
                  <a:srgbClr val="231F20"/>
                </a:solidFill>
                <a:latin typeface="Verdana"/>
                <a:cs typeface="Verdana"/>
              </a:rPr>
              <a:t>v</a:t>
            </a:r>
            <a:r>
              <a:rPr sz="900" i="1" spc="55" dirty="0">
                <a:solidFill>
                  <a:srgbClr val="231F20"/>
                </a:solidFill>
                <a:latin typeface="Verdana"/>
                <a:cs typeface="Verdana"/>
              </a:rPr>
              <a:t>e</a:t>
            </a:r>
            <a:endParaRPr sz="9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sz="900" i="1" spc="-80" dirty="0">
                <a:solidFill>
                  <a:srgbClr val="231F20"/>
                </a:solidFill>
                <a:latin typeface="Verdana"/>
                <a:cs typeface="Verdana"/>
              </a:rPr>
              <a:t>|AC|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75" dirty="0">
                <a:solidFill>
                  <a:srgbClr val="231F20"/>
                </a:solidFill>
                <a:latin typeface="Verdana"/>
                <a:cs typeface="Verdana"/>
              </a:rPr>
              <a:t>|BC|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" dirty="0">
                <a:solidFill>
                  <a:srgbClr val="231F20"/>
                </a:solidFill>
                <a:latin typeface="Verdana"/>
                <a:cs typeface="Verdana"/>
              </a:rPr>
              <a:t>dur.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490126" y="4306543"/>
            <a:ext cx="20827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50" dirty="0">
                <a:solidFill>
                  <a:srgbClr val="231F20"/>
                </a:solidFill>
                <a:latin typeface="Georgia"/>
                <a:cs typeface="Georgia"/>
              </a:rPr>
              <a:t>60°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217032" y="4699735"/>
            <a:ext cx="20827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50" dirty="0">
                <a:solidFill>
                  <a:srgbClr val="231F20"/>
                </a:solidFill>
                <a:latin typeface="Georgia"/>
                <a:cs typeface="Georgia"/>
              </a:rPr>
              <a:t>60°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796239" y="4701767"/>
            <a:ext cx="20827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50" dirty="0">
                <a:solidFill>
                  <a:srgbClr val="231F20"/>
                </a:solidFill>
                <a:latin typeface="Georgia"/>
                <a:cs typeface="Georgia"/>
              </a:rPr>
              <a:t>60°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560156" y="4056970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062734" y="4857095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051209" y="4857095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012699" y="5279922"/>
            <a:ext cx="19653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45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900" i="1" spc="11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231F20"/>
                </a:solidFill>
                <a:latin typeface="Verdana"/>
                <a:cs typeface="Verdana"/>
              </a:rPr>
              <a:t>tiçgeni</a:t>
            </a:r>
            <a:r>
              <a:rPr sz="900" i="1" spc="11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45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900" i="1" spc="1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5" dirty="0">
                <a:solidFill>
                  <a:srgbClr val="231F20"/>
                </a:solidFill>
                <a:latin typeface="Verdana"/>
                <a:cs typeface="Verdana"/>
              </a:rPr>
              <a:t>eşkenar</a:t>
            </a:r>
            <a:r>
              <a:rPr sz="900" i="1" spc="11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dirty="0">
                <a:solidFill>
                  <a:srgbClr val="231F20"/>
                </a:solidFill>
                <a:latin typeface="Verdana"/>
                <a:cs typeface="Verdana"/>
              </a:rPr>
              <a:t>tiçgen,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987277" y="5512832"/>
            <a:ext cx="1495425" cy="429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900" i="1" spc="-2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900" i="1" spc="-2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10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endParaRPr sz="9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sz="900" i="1" spc="-75" dirty="0">
                <a:solidFill>
                  <a:srgbClr val="231F20"/>
                </a:solidFill>
                <a:latin typeface="Verdana"/>
                <a:cs typeface="Verdana"/>
              </a:rPr>
              <a:t>|BC|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80" dirty="0">
                <a:solidFill>
                  <a:srgbClr val="231F20"/>
                </a:solidFill>
                <a:latin typeface="Verdana"/>
                <a:cs typeface="Verdana"/>
              </a:rPr>
              <a:t>|AC|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22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-95" dirty="0">
                <a:solidFill>
                  <a:srgbClr val="231F20"/>
                </a:solidFill>
                <a:latin typeface="Verdana"/>
                <a:cs typeface="Verdana"/>
              </a:rPr>
              <a:t>|AB|</a:t>
            </a:r>
            <a:r>
              <a:rPr sz="9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900" i="1" spc="5" dirty="0">
                <a:solidFill>
                  <a:srgbClr val="231F20"/>
                </a:solidFill>
                <a:latin typeface="Verdana"/>
                <a:cs typeface="Verdana"/>
              </a:rPr>
              <a:t>dur.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12997" y="3706093"/>
            <a:ext cx="665480" cy="248285"/>
          </a:xfrm>
          <a:custGeom>
            <a:avLst/>
            <a:gdLst/>
            <a:ahLst/>
            <a:cxnLst/>
            <a:rect l="l" t="t" r="r" b="b"/>
            <a:pathLst>
              <a:path w="665480" h="248285">
                <a:moveTo>
                  <a:pt x="648906" y="0"/>
                </a:moveTo>
                <a:lnTo>
                  <a:pt x="16205" y="0"/>
                </a:lnTo>
                <a:lnTo>
                  <a:pt x="9370" y="30074"/>
                </a:lnTo>
                <a:lnTo>
                  <a:pt x="4278" y="60756"/>
                </a:lnTo>
                <a:lnTo>
                  <a:pt x="1097" y="92029"/>
                </a:lnTo>
                <a:lnTo>
                  <a:pt x="0" y="123875"/>
                </a:lnTo>
                <a:lnTo>
                  <a:pt x="1097" y="155720"/>
                </a:lnTo>
                <a:lnTo>
                  <a:pt x="4278" y="186988"/>
                </a:lnTo>
                <a:lnTo>
                  <a:pt x="9370" y="217666"/>
                </a:lnTo>
                <a:lnTo>
                  <a:pt x="16205" y="247738"/>
                </a:lnTo>
                <a:lnTo>
                  <a:pt x="648906" y="247738"/>
                </a:lnTo>
                <a:lnTo>
                  <a:pt x="655738" y="217666"/>
                </a:lnTo>
                <a:lnTo>
                  <a:pt x="660827" y="186988"/>
                </a:lnTo>
                <a:lnTo>
                  <a:pt x="664003" y="155720"/>
                </a:lnTo>
                <a:lnTo>
                  <a:pt x="665099" y="123875"/>
                </a:lnTo>
                <a:lnTo>
                  <a:pt x="664003" y="92029"/>
                </a:lnTo>
                <a:lnTo>
                  <a:pt x="660827" y="60756"/>
                </a:lnTo>
                <a:lnTo>
                  <a:pt x="655738" y="30074"/>
                </a:lnTo>
                <a:lnTo>
                  <a:pt x="648906" y="0"/>
                </a:lnTo>
                <a:close/>
              </a:path>
            </a:pathLst>
          </a:custGeom>
          <a:solidFill>
            <a:srgbClr val="EF41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592181" y="3721937"/>
            <a:ext cx="497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20" dirty="0">
                <a:solidFill>
                  <a:srgbClr val="FFFFFF"/>
                </a:solidFill>
                <a:latin typeface="Times New Roman"/>
                <a:cs typeface="Times New Roman"/>
              </a:rPr>
              <a:t>DİKK</a:t>
            </a:r>
            <a:r>
              <a:rPr sz="1200" b="1" i="1" spc="-1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200" b="1" i="1" spc="-13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420"/>
              </a:lnSpc>
            </a:pPr>
            <a:fld id="{81D60167-4931-47E6-BA6A-407CBD079E47}" type="slidenum">
              <a:rPr spc="30" dirty="0"/>
              <a:t>21</a:t>
            </a:fld>
            <a:endParaRPr spc="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11508" y="1140732"/>
            <a:ext cx="1366520" cy="605790"/>
            <a:chOff x="711508" y="1140732"/>
            <a:chExt cx="1366520" cy="605790"/>
          </a:xfrm>
        </p:grpSpPr>
        <p:sp>
          <p:nvSpPr>
            <p:cNvPr id="11" name="object 11"/>
            <p:cNvSpPr/>
            <p:nvPr/>
          </p:nvSpPr>
          <p:spPr>
            <a:xfrm>
              <a:off x="1120747" y="1146253"/>
              <a:ext cx="724535" cy="596900"/>
            </a:xfrm>
            <a:custGeom>
              <a:avLst/>
              <a:gdLst/>
              <a:ahLst/>
              <a:cxnLst/>
              <a:rect l="l" t="t" r="r" b="b"/>
              <a:pathLst>
                <a:path w="724535" h="596900">
                  <a:moveTo>
                    <a:pt x="0" y="0"/>
                  </a:moveTo>
                  <a:lnTo>
                    <a:pt x="177838" y="596836"/>
                  </a:lnTo>
                  <a:lnTo>
                    <a:pt x="724128" y="453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B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94949" y="1601584"/>
              <a:ext cx="779780" cy="141605"/>
            </a:xfrm>
            <a:custGeom>
              <a:avLst/>
              <a:gdLst/>
              <a:ahLst/>
              <a:cxnLst/>
              <a:rect l="l" t="t" r="r" b="b"/>
              <a:pathLst>
                <a:path w="779780" h="141605">
                  <a:moveTo>
                    <a:pt x="553542" y="0"/>
                  </a:moveTo>
                  <a:lnTo>
                    <a:pt x="0" y="141516"/>
                  </a:lnTo>
                  <a:lnTo>
                    <a:pt x="779703" y="141516"/>
                  </a:lnTo>
                  <a:lnTo>
                    <a:pt x="553542" y="0"/>
                  </a:lnTo>
                  <a:close/>
                </a:path>
              </a:pathLst>
            </a:custGeom>
            <a:solidFill>
              <a:srgbClr val="F8C1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4048" y="1143913"/>
              <a:ext cx="576580" cy="599440"/>
            </a:xfrm>
            <a:custGeom>
              <a:avLst/>
              <a:gdLst/>
              <a:ahLst/>
              <a:cxnLst/>
              <a:rect l="l" t="t" r="r" b="b"/>
              <a:pathLst>
                <a:path w="576580" h="599439">
                  <a:moveTo>
                    <a:pt x="402945" y="0"/>
                  </a:moveTo>
                  <a:lnTo>
                    <a:pt x="0" y="599198"/>
                  </a:lnTo>
                  <a:lnTo>
                    <a:pt x="575957" y="599198"/>
                  </a:lnTo>
                </a:path>
              </a:pathLst>
            </a:custGeom>
            <a:ln w="508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17000" y="1143907"/>
              <a:ext cx="958215" cy="599440"/>
            </a:xfrm>
            <a:custGeom>
              <a:avLst/>
              <a:gdLst/>
              <a:ahLst/>
              <a:cxnLst/>
              <a:rect l="l" t="t" r="r" b="b"/>
              <a:pathLst>
                <a:path w="958214" h="599439">
                  <a:moveTo>
                    <a:pt x="173012" y="599198"/>
                  </a:moveTo>
                  <a:lnTo>
                    <a:pt x="957656" y="599198"/>
                  </a:lnTo>
                  <a:lnTo>
                    <a:pt x="355993" y="222732"/>
                  </a:lnTo>
                  <a:lnTo>
                    <a:pt x="0" y="0"/>
                  </a:lnTo>
                </a:path>
                <a:path w="958214" h="599439">
                  <a:moveTo>
                    <a:pt x="731494" y="457682"/>
                  </a:moveTo>
                  <a:lnTo>
                    <a:pt x="177952" y="599198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796" y="1451053"/>
              <a:ext cx="165465" cy="12297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35299" y="700946"/>
            <a:ext cx="577215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2.</a:t>
            </a:r>
            <a:r>
              <a:rPr sz="1000" b="1" i="1" spc="9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R="58419" algn="r">
              <a:lnSpc>
                <a:spcPct val="100000"/>
              </a:lnSpc>
              <a:spcBef>
                <a:spcPts val="121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65743" y="1480934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ED1C24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5299" y="1739634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00AEEF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28037" y="1739634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94106" y="925345"/>
            <a:ext cx="5103495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[AB]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nı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[AC]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tizerine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katlayalım.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Mavi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gösterilen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katlandığın- </a:t>
            </a:r>
            <a:r>
              <a:rPr sz="1000" i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da,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kırmızı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gösterilen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noktasının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bulunduğu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yere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gelir.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94106" y="1636545"/>
            <a:ext cx="42208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[AC]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nın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[AB]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dan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daha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uzun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olduğu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görtiltir.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" dirty="0">
                <a:solidFill>
                  <a:srgbClr val="00AEEF"/>
                </a:solidFill>
                <a:latin typeface="Arial"/>
                <a:cs typeface="Arial"/>
              </a:rPr>
              <a:t>|AC|</a:t>
            </a:r>
            <a:r>
              <a:rPr sz="1000" i="1" spc="2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00AEEF"/>
                </a:solidFill>
                <a:latin typeface="Arial"/>
                <a:cs typeface="Arial"/>
              </a:rPr>
              <a:t>&gt;</a:t>
            </a:r>
            <a:r>
              <a:rPr sz="1000" i="1" spc="2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00AEEF"/>
                </a:solidFill>
                <a:latin typeface="Arial"/>
                <a:cs typeface="Arial"/>
              </a:rPr>
              <a:t>|AB|</a:t>
            </a:r>
            <a:r>
              <a:rPr sz="1000" i="1" spc="2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dur.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9533" y="3123275"/>
            <a:ext cx="1367155" cy="605155"/>
            <a:chOff x="709533" y="3123275"/>
            <a:chExt cx="1367155" cy="605155"/>
          </a:xfrm>
        </p:grpSpPr>
        <p:sp>
          <p:nvSpPr>
            <p:cNvPr id="23" name="object 23"/>
            <p:cNvSpPr/>
            <p:nvPr/>
          </p:nvSpPr>
          <p:spPr>
            <a:xfrm>
              <a:off x="917544" y="3420426"/>
              <a:ext cx="1150620" cy="304800"/>
            </a:xfrm>
            <a:custGeom>
              <a:avLst/>
              <a:gdLst/>
              <a:ahLst/>
              <a:cxnLst/>
              <a:rect l="l" t="t" r="r" b="b"/>
              <a:pathLst>
                <a:path w="1150620" h="304800">
                  <a:moveTo>
                    <a:pt x="0" y="0"/>
                  </a:moveTo>
                  <a:lnTo>
                    <a:pt x="110642" y="304584"/>
                  </a:lnTo>
                  <a:lnTo>
                    <a:pt x="1150378" y="3031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BE1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2708" y="3424393"/>
              <a:ext cx="315595" cy="300990"/>
            </a:xfrm>
            <a:custGeom>
              <a:avLst/>
              <a:gdLst/>
              <a:ahLst/>
              <a:cxnLst/>
              <a:rect l="l" t="t" r="r" b="b"/>
              <a:pathLst>
                <a:path w="315594" h="300989">
                  <a:moveTo>
                    <a:pt x="202171" y="0"/>
                  </a:moveTo>
                  <a:lnTo>
                    <a:pt x="0" y="300621"/>
                  </a:lnTo>
                  <a:lnTo>
                    <a:pt x="315467" y="300621"/>
                  </a:lnTo>
                  <a:lnTo>
                    <a:pt x="202171" y="0"/>
                  </a:lnTo>
                  <a:close/>
                </a:path>
              </a:pathLst>
            </a:custGeom>
            <a:solidFill>
              <a:srgbClr val="F8C1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4877" y="3125815"/>
              <a:ext cx="1158875" cy="599440"/>
            </a:xfrm>
            <a:custGeom>
              <a:avLst/>
              <a:gdLst/>
              <a:ahLst/>
              <a:cxnLst/>
              <a:rect l="l" t="t" r="r" b="b"/>
              <a:pathLst>
                <a:path w="1158875" h="599439">
                  <a:moveTo>
                    <a:pt x="1158443" y="599198"/>
                  </a:moveTo>
                  <a:lnTo>
                    <a:pt x="556780" y="222758"/>
                  </a:lnTo>
                  <a:lnTo>
                    <a:pt x="200786" y="0"/>
                  </a:lnTo>
                  <a:lnTo>
                    <a:pt x="0" y="298577"/>
                  </a:lnTo>
                </a:path>
              </a:pathLst>
            </a:custGeom>
            <a:ln w="508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2708" y="3420431"/>
              <a:ext cx="1360805" cy="304800"/>
            </a:xfrm>
            <a:custGeom>
              <a:avLst/>
              <a:gdLst/>
              <a:ahLst/>
              <a:cxnLst/>
              <a:rect l="l" t="t" r="r" b="b"/>
              <a:pathLst>
                <a:path w="1360805" h="304800">
                  <a:moveTo>
                    <a:pt x="202171" y="3962"/>
                  </a:moveTo>
                  <a:lnTo>
                    <a:pt x="0" y="304584"/>
                  </a:lnTo>
                  <a:lnTo>
                    <a:pt x="1360614" y="304584"/>
                  </a:lnTo>
                </a:path>
                <a:path w="1360805" h="304800">
                  <a:moveTo>
                    <a:pt x="1360614" y="304584"/>
                  </a:moveTo>
                  <a:lnTo>
                    <a:pt x="204838" y="0"/>
                  </a:lnTo>
                  <a:lnTo>
                    <a:pt x="315467" y="304584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8155" y="3466837"/>
              <a:ext cx="135115" cy="154518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35359" y="2742077"/>
            <a:ext cx="573405" cy="39306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000" b="1" i="1" spc="-95" dirty="0">
                <a:solidFill>
                  <a:srgbClr val="EC008C"/>
                </a:solidFill>
                <a:latin typeface="Verdana"/>
                <a:cs typeface="Verdana"/>
              </a:rPr>
              <a:t>3.</a:t>
            </a:r>
            <a:r>
              <a:rPr sz="1000" b="1" i="1" spc="9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R="44450" algn="r">
              <a:lnSpc>
                <a:spcPct val="100000"/>
              </a:lnSpc>
              <a:spcBef>
                <a:spcPts val="310"/>
              </a:spcBef>
            </a:pPr>
            <a:r>
              <a:rPr sz="850" i="1" spc="70" dirty="0">
                <a:solidFill>
                  <a:srgbClr val="00AEEF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72023" y="3740689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ED1C24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5299" y="3740689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20157" y="374068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86168" y="3012546"/>
            <a:ext cx="5111750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[AC]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nı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tizerine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katlayalım.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Mavi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gösterilen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katlandığın-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da,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kırmızı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gösterilen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noktasının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bulunduğu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yere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gelir.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nın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[AC]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dan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daha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uzun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olduğu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görtiltir.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00AEEF"/>
                </a:solidFill>
                <a:latin typeface="Arial"/>
                <a:cs typeface="Arial"/>
              </a:rPr>
              <a:t>|BC|</a:t>
            </a:r>
            <a:r>
              <a:rPr sz="1000" i="1" spc="2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00AEEF"/>
                </a:solidFill>
                <a:latin typeface="Arial"/>
                <a:cs typeface="Arial"/>
              </a:rPr>
              <a:t>&gt;</a:t>
            </a:r>
            <a:r>
              <a:rPr sz="1000" i="1" spc="2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5" dirty="0">
                <a:solidFill>
                  <a:srgbClr val="00AEEF"/>
                </a:solidFill>
                <a:latin typeface="Arial"/>
                <a:cs typeface="Arial"/>
              </a:rPr>
              <a:t>|AC|</a:t>
            </a:r>
            <a:r>
              <a:rPr sz="1000" i="1" spc="2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dur.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9895" y="4803500"/>
            <a:ext cx="6630034" cy="753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4.</a:t>
            </a:r>
            <a:r>
              <a:rPr sz="1000" b="1" i="1" spc="10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38100" marR="30480">
              <a:lnSpc>
                <a:spcPct val="188900"/>
              </a:lnSpc>
            </a:pP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Katlama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etkinliğini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yaparak,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kenar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uzunlukları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arasında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00AEEF"/>
                </a:solidFill>
                <a:latin typeface="Arial"/>
                <a:cs typeface="Arial"/>
              </a:rPr>
              <a:t>|BC|</a:t>
            </a:r>
            <a:r>
              <a:rPr sz="1000" i="1" spc="229" dirty="0">
                <a:solidFill>
                  <a:srgbClr val="00AEEF"/>
                </a:solidFill>
                <a:latin typeface="Arial"/>
                <a:cs typeface="Arial"/>
              </a:rPr>
              <a:t> &gt;</a:t>
            </a:r>
            <a:r>
              <a:rPr sz="1000" i="1" spc="22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5" dirty="0">
                <a:solidFill>
                  <a:srgbClr val="00AEEF"/>
                </a:solidFill>
                <a:latin typeface="Arial"/>
                <a:cs typeface="Arial"/>
              </a:rPr>
              <a:t>|AC|</a:t>
            </a:r>
            <a:r>
              <a:rPr sz="1000" i="1" spc="229" dirty="0">
                <a:solidFill>
                  <a:srgbClr val="00AEEF"/>
                </a:solidFill>
                <a:latin typeface="Arial"/>
                <a:cs typeface="Arial"/>
              </a:rPr>
              <a:t> &gt; </a:t>
            </a:r>
            <a:r>
              <a:rPr sz="1000" i="1" dirty="0">
                <a:solidFill>
                  <a:srgbClr val="00AEEF"/>
                </a:solidFill>
                <a:latin typeface="Arial"/>
                <a:cs typeface="Arial"/>
              </a:rPr>
              <a:t>|AB|</a:t>
            </a:r>
            <a:r>
              <a:rPr sz="1000" i="1" spc="22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bağıntısı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elde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edilir. </a:t>
            </a:r>
            <a:r>
              <a:rPr sz="1000" i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Aynı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zamanda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30" dirty="0">
                <a:solidFill>
                  <a:srgbClr val="00AEEF"/>
                </a:solidFill>
                <a:latin typeface="Arial"/>
                <a:cs typeface="Arial"/>
              </a:rPr>
              <a:t>s(A</a:t>
            </a:r>
            <a:r>
              <a:rPr sz="1500" spc="-494" baseline="16666" dirty="0">
                <a:solidFill>
                  <a:srgbClr val="00AEEF"/>
                </a:solidFill>
                <a:latin typeface="Lucida Sans Unicode"/>
                <a:cs typeface="Lucida Sans Unicode"/>
              </a:rPr>
              <a:t>æ</a:t>
            </a:r>
            <a:r>
              <a:rPr sz="1500" spc="480" baseline="16666" dirty="0">
                <a:solidFill>
                  <a:srgbClr val="00AEEF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00AEEF"/>
                </a:solidFill>
                <a:latin typeface="Arial"/>
                <a:cs typeface="Arial"/>
              </a:rPr>
              <a:t>)</a:t>
            </a:r>
            <a:r>
              <a:rPr sz="1000" i="1" spc="21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00AEEF"/>
                </a:solidFill>
                <a:latin typeface="Arial"/>
                <a:cs typeface="Arial"/>
              </a:rPr>
              <a:t>&gt;</a:t>
            </a:r>
            <a:r>
              <a:rPr sz="1000" i="1" spc="2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-330" dirty="0">
                <a:solidFill>
                  <a:srgbClr val="00AEEF"/>
                </a:solidFill>
                <a:latin typeface="Arial"/>
                <a:cs typeface="Arial"/>
              </a:rPr>
              <a:t>s(B</a:t>
            </a:r>
            <a:r>
              <a:rPr sz="1500" spc="-494" baseline="16666" dirty="0">
                <a:solidFill>
                  <a:srgbClr val="00AEEF"/>
                </a:solidFill>
                <a:latin typeface="Lucida Sans Unicode"/>
                <a:cs typeface="Lucida Sans Unicode"/>
              </a:rPr>
              <a:t>æ</a:t>
            </a:r>
            <a:r>
              <a:rPr sz="1500" spc="472" baseline="16666" dirty="0">
                <a:solidFill>
                  <a:srgbClr val="00AEEF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00AEEF"/>
                </a:solidFill>
                <a:latin typeface="Arial"/>
                <a:cs typeface="Arial"/>
              </a:rPr>
              <a:t>)</a:t>
            </a:r>
            <a:r>
              <a:rPr sz="1000" i="1" spc="21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00AEEF"/>
                </a:solidFill>
                <a:latin typeface="Arial"/>
                <a:cs typeface="Arial"/>
              </a:rPr>
              <a:t>&gt;</a:t>
            </a:r>
            <a:r>
              <a:rPr sz="1000" i="1" spc="22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-345" dirty="0">
                <a:solidFill>
                  <a:srgbClr val="00AEEF"/>
                </a:solidFill>
                <a:latin typeface="Arial"/>
                <a:cs typeface="Arial"/>
              </a:rPr>
              <a:t>s(C</a:t>
            </a:r>
            <a:r>
              <a:rPr sz="1500" spc="-517" baseline="16666" dirty="0">
                <a:solidFill>
                  <a:srgbClr val="00AEEF"/>
                </a:solidFill>
                <a:latin typeface="Lucida Sans Unicode"/>
                <a:cs typeface="Lucida Sans Unicode"/>
              </a:rPr>
              <a:t>æ</a:t>
            </a:r>
            <a:r>
              <a:rPr sz="1500" spc="569" baseline="16666" dirty="0">
                <a:solidFill>
                  <a:srgbClr val="00AEEF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00AEEF"/>
                </a:solidFill>
                <a:latin typeface="Arial"/>
                <a:cs typeface="Arial"/>
              </a:rPr>
              <a:t>)</a:t>
            </a:r>
            <a:r>
              <a:rPr sz="1000" i="1" spc="21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bağıntısı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elde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edilir.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5295" y="5935324"/>
            <a:ext cx="1123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endParaRPr sz="1000">
              <a:latin typeface="MS UI Gothic"/>
              <a:cs typeface="MS UI Goth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62924" y="6108056"/>
            <a:ext cx="1215390" cy="695325"/>
            <a:chOff x="862924" y="6108056"/>
            <a:chExt cx="1215390" cy="695325"/>
          </a:xfrm>
        </p:grpSpPr>
        <p:sp>
          <p:nvSpPr>
            <p:cNvPr id="36" name="object 36"/>
            <p:cNvSpPr/>
            <p:nvPr/>
          </p:nvSpPr>
          <p:spPr>
            <a:xfrm>
              <a:off x="866099" y="6111231"/>
              <a:ext cx="1209040" cy="688975"/>
            </a:xfrm>
            <a:custGeom>
              <a:avLst/>
              <a:gdLst/>
              <a:ahLst/>
              <a:cxnLst/>
              <a:rect l="l" t="t" r="r" b="b"/>
              <a:pathLst>
                <a:path w="1209039" h="688975">
                  <a:moveTo>
                    <a:pt x="0" y="0"/>
                  </a:moveTo>
                  <a:lnTo>
                    <a:pt x="0" y="688975"/>
                  </a:lnTo>
                  <a:lnTo>
                    <a:pt x="1208900" y="688975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87727" y="6765725"/>
              <a:ext cx="13335" cy="13335"/>
            </a:xfrm>
            <a:custGeom>
              <a:avLst/>
              <a:gdLst/>
              <a:ahLst/>
              <a:cxnLst/>
              <a:rect l="l" t="t" r="r" b="b"/>
              <a:pathLst>
                <a:path w="13334" h="13334">
                  <a:moveTo>
                    <a:pt x="9982" y="0"/>
                  </a:moveTo>
                  <a:lnTo>
                    <a:pt x="6438" y="0"/>
                  </a:lnTo>
                  <a:lnTo>
                    <a:pt x="2895" y="0"/>
                  </a:lnTo>
                  <a:lnTo>
                    <a:pt x="12" y="2870"/>
                  </a:lnTo>
                  <a:lnTo>
                    <a:pt x="0" y="9969"/>
                  </a:lnTo>
                  <a:lnTo>
                    <a:pt x="2882" y="12852"/>
                  </a:lnTo>
                  <a:lnTo>
                    <a:pt x="9982" y="12865"/>
                  </a:lnTo>
                  <a:lnTo>
                    <a:pt x="12865" y="9982"/>
                  </a:lnTo>
                  <a:lnTo>
                    <a:pt x="12865" y="2882"/>
                  </a:lnTo>
                  <a:lnTo>
                    <a:pt x="99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6101" y="6744097"/>
              <a:ext cx="56515" cy="56515"/>
            </a:xfrm>
            <a:custGeom>
              <a:avLst/>
              <a:gdLst/>
              <a:ahLst/>
              <a:cxnLst/>
              <a:rect l="l" t="t" r="r" b="b"/>
              <a:pathLst>
                <a:path w="56515" h="56515">
                  <a:moveTo>
                    <a:pt x="0" y="0"/>
                  </a:moveTo>
                  <a:lnTo>
                    <a:pt x="56121" y="0"/>
                  </a:lnTo>
                  <a:lnTo>
                    <a:pt x="56121" y="56108"/>
                  </a:lnTo>
                </a:path>
              </a:pathLst>
            </a:custGeom>
            <a:ln w="334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18474" y="5972596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5343" y="6820327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22952" y="6820327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360896" y="5934761"/>
            <a:ext cx="339597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dik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tiçgeninde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en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uzun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kenar,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EC008C"/>
                </a:solidFill>
                <a:latin typeface="Verdana"/>
                <a:cs typeface="Verdana"/>
              </a:rPr>
              <a:t>hipotentisttir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5316" y="7628157"/>
            <a:ext cx="1123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endParaRPr sz="1000">
              <a:latin typeface="MS UI Gothic"/>
              <a:cs typeface="MS UI Gothic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91114" y="7671279"/>
            <a:ext cx="1226185" cy="802005"/>
          </a:xfrm>
          <a:custGeom>
            <a:avLst/>
            <a:gdLst/>
            <a:ahLst/>
            <a:cxnLst/>
            <a:rect l="l" t="t" r="r" b="b"/>
            <a:pathLst>
              <a:path w="1226185" h="802004">
                <a:moveTo>
                  <a:pt x="0" y="801827"/>
                </a:moveTo>
                <a:lnTo>
                  <a:pt x="688975" y="801827"/>
                </a:lnTo>
                <a:lnTo>
                  <a:pt x="1225931" y="0"/>
                </a:lnTo>
                <a:lnTo>
                  <a:pt x="0" y="801827"/>
                </a:lnTo>
                <a:close/>
              </a:path>
            </a:pathLst>
          </a:custGeom>
          <a:ln w="6350">
            <a:solidFill>
              <a:srgbClr val="ED1C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15299" y="8493607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420"/>
              </a:lnSpc>
            </a:pPr>
            <a:fld id="{81D60167-4931-47E6-BA6A-407CBD079E47}" type="slidenum">
              <a:rPr spc="30" dirty="0"/>
              <a:t>22</a:t>
            </a:fld>
            <a:endParaRPr spc="30" dirty="0"/>
          </a:p>
        </p:txBody>
      </p:sp>
      <p:sp>
        <p:nvSpPr>
          <p:cNvPr id="46" name="object 46"/>
          <p:cNvSpPr txBox="1"/>
          <p:nvPr/>
        </p:nvSpPr>
        <p:spPr>
          <a:xfrm>
            <a:off x="1529695" y="8493607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118117" y="760776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394746" y="7627672"/>
            <a:ext cx="2755900" cy="462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10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geniş</a:t>
            </a:r>
            <a:r>
              <a:rPr sz="10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açılı</a:t>
            </a:r>
            <a:r>
              <a:rPr sz="10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tiçgen,</a:t>
            </a:r>
            <a:endParaRPr sz="10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030"/>
              </a:spcBef>
            </a:pP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&gt;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90°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ise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en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uzun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0" dirty="0">
                <a:solidFill>
                  <a:srgbClr val="231F20"/>
                </a:solidFill>
                <a:latin typeface="Verdana"/>
                <a:cs typeface="Verdana"/>
              </a:rPr>
              <a:t>k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enar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90" dirty="0">
                <a:solidFill>
                  <a:srgbClr val="EC008C"/>
                </a:solidFill>
                <a:latin typeface="Verdana"/>
                <a:cs typeface="Verdana"/>
              </a:rPr>
              <a:t>|AC|</a:t>
            </a:r>
            <a:r>
              <a:rPr sz="1000" i="1" spc="14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dir.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5316" y="659480"/>
            <a:ext cx="6757670" cy="1383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00"/>
              </a:spcBef>
            </a:pPr>
            <a:r>
              <a:rPr sz="1500" b="1" i="1" spc="-80" dirty="0">
                <a:solidFill>
                  <a:srgbClr val="358CCB"/>
                </a:solidFill>
                <a:latin typeface="Times New Roman"/>
                <a:cs typeface="Times New Roman"/>
              </a:rPr>
              <a:t>Üçge</a:t>
            </a:r>
            <a:r>
              <a:rPr sz="1500" b="1" i="1" spc="-70" dirty="0">
                <a:solidFill>
                  <a:srgbClr val="358CCB"/>
                </a:solidFill>
                <a:latin typeface="Times New Roman"/>
                <a:cs typeface="Times New Roman"/>
              </a:rPr>
              <a:t>n</a:t>
            </a:r>
            <a:r>
              <a:rPr sz="1500" b="1" i="1" spc="-130" dirty="0">
                <a:solidFill>
                  <a:srgbClr val="358CCB"/>
                </a:solidFill>
                <a:latin typeface="Times New Roman"/>
                <a:cs typeface="Times New Roman"/>
              </a:rPr>
              <a:t> </a:t>
            </a:r>
            <a:r>
              <a:rPr sz="1500" b="1" i="1" spc="-185" dirty="0">
                <a:solidFill>
                  <a:srgbClr val="358CCB"/>
                </a:solidFill>
                <a:latin typeface="Times New Roman"/>
                <a:cs typeface="Times New Roman"/>
              </a:rPr>
              <a:t>Ç</a:t>
            </a:r>
            <a:r>
              <a:rPr sz="1500" b="1" i="1" spc="-65" dirty="0">
                <a:solidFill>
                  <a:srgbClr val="358CCB"/>
                </a:solidFill>
                <a:latin typeface="Times New Roman"/>
                <a:cs typeface="Times New Roman"/>
              </a:rPr>
              <a:t>izimi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40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çizilebilmesi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için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bazı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elemanlarının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verilmesi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gerekir.</a:t>
            </a:r>
            <a:endParaRPr sz="1000">
              <a:latin typeface="Verdana"/>
              <a:cs typeface="Verdana"/>
            </a:endParaRPr>
          </a:p>
          <a:p>
            <a:pPr marL="192405">
              <a:lnSpc>
                <a:spcPct val="100000"/>
              </a:lnSpc>
              <a:spcBef>
                <a:spcPts val="765"/>
              </a:spcBef>
            </a:pPr>
            <a:r>
              <a:rPr sz="1400" b="1" i="1" spc="-100" dirty="0">
                <a:solidFill>
                  <a:srgbClr val="649DD4"/>
                </a:solidFill>
                <a:latin typeface="Times New Roman"/>
                <a:cs typeface="Times New Roman"/>
              </a:rPr>
              <a:t>A</a:t>
            </a:r>
            <a:r>
              <a:rPr sz="1400" b="1" i="1" spc="-35" dirty="0">
                <a:solidFill>
                  <a:srgbClr val="649DD4"/>
                </a:solidFill>
                <a:latin typeface="Times New Roman"/>
                <a:cs typeface="Times New Roman"/>
              </a:rPr>
              <a:t>.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170" dirty="0">
                <a:solidFill>
                  <a:srgbClr val="649DD4"/>
                </a:solidFill>
                <a:latin typeface="Times New Roman"/>
                <a:cs typeface="Times New Roman"/>
              </a:rPr>
              <a:t>K</a:t>
            </a:r>
            <a:r>
              <a:rPr sz="1400" b="1" i="1" spc="-45" dirty="0">
                <a:solidFill>
                  <a:srgbClr val="649DD4"/>
                </a:solidFill>
                <a:latin typeface="Times New Roman"/>
                <a:cs typeface="Times New Roman"/>
              </a:rPr>
              <a:t>ena</a:t>
            </a:r>
            <a:r>
              <a:rPr sz="1400" b="1" i="1" spc="-25" dirty="0">
                <a:solidFill>
                  <a:srgbClr val="649DD4"/>
                </a:solidFill>
                <a:latin typeface="Times New Roman"/>
                <a:cs typeface="Times New Roman"/>
              </a:rPr>
              <a:t>r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65" dirty="0">
                <a:solidFill>
                  <a:srgbClr val="649DD4"/>
                </a:solidFill>
                <a:latin typeface="Times New Roman"/>
                <a:cs typeface="Times New Roman"/>
              </a:rPr>
              <a:t>–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75" dirty="0">
                <a:solidFill>
                  <a:srgbClr val="649DD4"/>
                </a:solidFill>
                <a:latin typeface="Times New Roman"/>
                <a:cs typeface="Times New Roman"/>
              </a:rPr>
              <a:t>Aç</a:t>
            </a:r>
            <a:r>
              <a:rPr sz="1400" b="1" i="1" spc="-30" dirty="0">
                <a:solidFill>
                  <a:srgbClr val="649DD4"/>
                </a:solidFill>
                <a:latin typeface="Times New Roman"/>
                <a:cs typeface="Times New Roman"/>
              </a:rPr>
              <a:t>ı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65" dirty="0">
                <a:solidFill>
                  <a:srgbClr val="649DD4"/>
                </a:solidFill>
                <a:latin typeface="Times New Roman"/>
                <a:cs typeface="Times New Roman"/>
              </a:rPr>
              <a:t>–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170" dirty="0">
                <a:solidFill>
                  <a:srgbClr val="649DD4"/>
                </a:solidFill>
                <a:latin typeface="Times New Roman"/>
                <a:cs typeface="Times New Roman"/>
              </a:rPr>
              <a:t>K</a:t>
            </a:r>
            <a:r>
              <a:rPr sz="1400" b="1" i="1" spc="-45" dirty="0">
                <a:solidFill>
                  <a:srgbClr val="649DD4"/>
                </a:solidFill>
                <a:latin typeface="Times New Roman"/>
                <a:cs typeface="Times New Roman"/>
              </a:rPr>
              <a:t>ena</a:t>
            </a:r>
            <a:r>
              <a:rPr sz="1400" b="1" i="1" spc="-25" dirty="0">
                <a:solidFill>
                  <a:srgbClr val="649DD4"/>
                </a:solidFill>
                <a:latin typeface="Times New Roman"/>
                <a:cs typeface="Times New Roman"/>
              </a:rPr>
              <a:t>r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45" dirty="0">
                <a:solidFill>
                  <a:srgbClr val="649DD4"/>
                </a:solidFill>
                <a:latin typeface="Times New Roman"/>
                <a:cs typeface="Times New Roman"/>
              </a:rPr>
              <a:t>(K.A.K.</a:t>
            </a:r>
            <a:r>
              <a:rPr sz="1400" b="1" i="1" spc="-20" dirty="0">
                <a:solidFill>
                  <a:srgbClr val="649DD4"/>
                </a:solidFill>
                <a:latin typeface="Times New Roman"/>
                <a:cs typeface="Times New Roman"/>
              </a:rPr>
              <a:t>)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175" dirty="0">
                <a:solidFill>
                  <a:srgbClr val="649DD4"/>
                </a:solidFill>
                <a:latin typeface="Times New Roman"/>
                <a:cs typeface="Times New Roman"/>
              </a:rPr>
              <a:t>Ç</a:t>
            </a:r>
            <a:r>
              <a:rPr sz="1400" b="1" i="1" spc="-65" dirty="0">
                <a:solidFill>
                  <a:srgbClr val="649DD4"/>
                </a:solidFill>
                <a:latin typeface="Times New Roman"/>
                <a:cs typeface="Times New Roman"/>
              </a:rPr>
              <a:t>izimi</a:t>
            </a:r>
            <a:endParaRPr sz="1400">
              <a:latin typeface="Times New Roman"/>
              <a:cs typeface="Times New Roman"/>
            </a:endParaRPr>
          </a:p>
          <a:p>
            <a:pPr marL="192405" marR="5080" indent="-180340">
              <a:lnSpc>
                <a:spcPts val="2210"/>
              </a:lnSpc>
              <a:spcBef>
                <a:spcPts val="2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45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tiçgenin</a:t>
            </a:r>
            <a:r>
              <a:rPr sz="10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iki</a:t>
            </a:r>
            <a:r>
              <a:rPr sz="10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kenar</a:t>
            </a:r>
            <a:r>
              <a:rPr sz="10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uzunluğu</a:t>
            </a:r>
            <a:r>
              <a:rPr sz="10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iki</a:t>
            </a:r>
            <a:r>
              <a:rPr sz="10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kenar</a:t>
            </a:r>
            <a:r>
              <a:rPr sz="10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arasındaki</a:t>
            </a:r>
            <a:r>
              <a:rPr sz="10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açının</a:t>
            </a:r>
            <a:r>
              <a:rPr sz="10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ölçtisti</a:t>
            </a:r>
            <a:r>
              <a:rPr sz="10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verilirse,</a:t>
            </a:r>
            <a:r>
              <a:rPr sz="10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verilen</a:t>
            </a:r>
            <a:r>
              <a:rPr sz="10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i="1" spc="1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bil- </a:t>
            </a:r>
            <a:r>
              <a:rPr sz="1000" i="1" spc="-3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gileri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içeren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tek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tiçgen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çizilebilir.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9899" y="3521114"/>
            <a:ext cx="4770755" cy="828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b="1" i="1" spc="-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397" baseline="25000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b="1" i="1" spc="-265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r>
              <a:rPr sz="1000" b="1" i="1" spc="-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8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b="1" i="1" spc="1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0" dirty="0">
                <a:solidFill>
                  <a:srgbClr val="231F20"/>
                </a:solidFill>
                <a:latin typeface="Verdana"/>
                <a:cs typeface="Verdana"/>
              </a:rPr>
              <a:t>70°,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30" dirty="0">
                <a:solidFill>
                  <a:srgbClr val="231F20"/>
                </a:solidFill>
                <a:latin typeface="Verdana"/>
                <a:cs typeface="Verdana"/>
              </a:rPr>
              <a:t>|BC|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8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b="1" i="1" spc="1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6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cm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45" dirty="0">
                <a:solidFill>
                  <a:srgbClr val="231F20"/>
                </a:solidFill>
                <a:latin typeface="Verdana"/>
                <a:cs typeface="Verdana"/>
              </a:rPr>
              <a:t>|AC|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8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b="1" i="1" spc="1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4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cm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olan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üçgenini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çizelim.</a:t>
            </a:r>
            <a:endParaRPr sz="10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2200"/>
              </a:spcBef>
            </a:pPr>
            <a:r>
              <a:rPr sz="1000" b="1" i="1" spc="-190" dirty="0">
                <a:solidFill>
                  <a:srgbClr val="EC008C"/>
                </a:solidFill>
                <a:latin typeface="Verdana"/>
                <a:cs typeface="Verdana"/>
              </a:rPr>
              <a:t>1.</a:t>
            </a:r>
            <a:r>
              <a:rPr sz="1000" b="1" i="1" spc="-4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500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70°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lik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açı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çizelim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açının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köşesini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harfi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adlandıralım.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11959" y="4679441"/>
            <a:ext cx="385445" cy="3200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850" spc="110" dirty="0">
                <a:solidFill>
                  <a:srgbClr val="231F20"/>
                </a:solidFill>
                <a:latin typeface="Times New Roman"/>
                <a:cs typeface="Times New Roman"/>
              </a:rPr>
              <a:t>70°</a:t>
            </a:r>
            <a:endParaRPr sz="8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40"/>
              </a:spcBef>
            </a:pPr>
            <a:r>
              <a:rPr sz="850" spc="110" dirty="0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00760" y="4190131"/>
            <a:ext cx="1001394" cy="688340"/>
            <a:chOff x="6300760" y="4190131"/>
            <a:chExt cx="1001394" cy="688340"/>
          </a:xfrm>
        </p:grpSpPr>
        <p:sp>
          <p:nvSpPr>
            <p:cNvPr id="14" name="object 14"/>
            <p:cNvSpPr/>
            <p:nvPr/>
          </p:nvSpPr>
          <p:spPr>
            <a:xfrm>
              <a:off x="7223453" y="4780413"/>
              <a:ext cx="50800" cy="74930"/>
            </a:xfrm>
            <a:custGeom>
              <a:avLst/>
              <a:gdLst/>
              <a:ahLst/>
              <a:cxnLst/>
              <a:rect l="l" t="t" r="r" b="b"/>
              <a:pathLst>
                <a:path w="50800" h="74929">
                  <a:moveTo>
                    <a:pt x="1230" y="74510"/>
                  </a:moveTo>
                  <a:lnTo>
                    <a:pt x="0" y="40078"/>
                  </a:lnTo>
                  <a:lnTo>
                    <a:pt x="4718" y="20839"/>
                  </a:lnTo>
                  <a:lnTo>
                    <a:pt x="20002" y="9808"/>
                  </a:lnTo>
                  <a:lnTo>
                    <a:pt x="50468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38666" y="4226135"/>
              <a:ext cx="960119" cy="629285"/>
            </a:xfrm>
            <a:custGeom>
              <a:avLst/>
              <a:gdLst/>
              <a:ahLst/>
              <a:cxnLst/>
              <a:rect l="l" t="t" r="r" b="b"/>
              <a:pathLst>
                <a:path w="960120" h="629285">
                  <a:moveTo>
                    <a:pt x="0" y="628726"/>
                  </a:moveTo>
                  <a:lnTo>
                    <a:pt x="959802" y="628726"/>
                  </a:lnTo>
                  <a:lnTo>
                    <a:pt x="752690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00753" y="4190136"/>
              <a:ext cx="818515" cy="688340"/>
            </a:xfrm>
            <a:custGeom>
              <a:avLst/>
              <a:gdLst/>
              <a:ahLst/>
              <a:cxnLst/>
              <a:rect l="l" t="t" r="r" b="b"/>
              <a:pathLst>
                <a:path w="818515" h="688339">
                  <a:moveTo>
                    <a:pt x="55740" y="641223"/>
                  </a:moveTo>
                  <a:lnTo>
                    <a:pt x="0" y="664730"/>
                  </a:lnTo>
                  <a:lnTo>
                    <a:pt x="55740" y="688251"/>
                  </a:lnTo>
                  <a:lnTo>
                    <a:pt x="45745" y="664730"/>
                  </a:lnTo>
                  <a:lnTo>
                    <a:pt x="55740" y="641223"/>
                  </a:lnTo>
                  <a:close/>
                </a:path>
                <a:path w="818515" h="688339">
                  <a:moveTo>
                    <a:pt x="818515" y="45593"/>
                  </a:moveTo>
                  <a:lnTo>
                    <a:pt x="778738" y="0"/>
                  </a:lnTo>
                  <a:lnTo>
                    <a:pt x="773849" y="60299"/>
                  </a:lnTo>
                  <a:lnTo>
                    <a:pt x="793051" y="43459"/>
                  </a:lnTo>
                  <a:lnTo>
                    <a:pt x="818515" y="45593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35299" y="5187100"/>
            <a:ext cx="5455920" cy="6731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2.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41700"/>
              </a:lnSpc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Pergeli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cetvel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tizerinde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açarak,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 merkezi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noktası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olan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açının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 kolların- </a:t>
            </a:r>
            <a:r>
              <a:rPr sz="1000" i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dan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birini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kesen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yay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Kesim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noktasını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adlandıralım.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57954" y="5514390"/>
            <a:ext cx="983615" cy="339090"/>
            <a:chOff x="6257954" y="5514390"/>
            <a:chExt cx="983615" cy="339090"/>
          </a:xfrm>
        </p:grpSpPr>
        <p:sp>
          <p:nvSpPr>
            <p:cNvPr id="19" name="object 19"/>
            <p:cNvSpPr/>
            <p:nvPr/>
          </p:nvSpPr>
          <p:spPr>
            <a:xfrm>
              <a:off x="6261129" y="5519166"/>
              <a:ext cx="977265" cy="79375"/>
            </a:xfrm>
            <a:custGeom>
              <a:avLst/>
              <a:gdLst/>
              <a:ahLst/>
              <a:cxnLst/>
              <a:rect l="l" t="t" r="r" b="b"/>
              <a:pathLst>
                <a:path w="977265" h="79375">
                  <a:moveTo>
                    <a:pt x="976718" y="0"/>
                  </a:moveTo>
                  <a:lnTo>
                    <a:pt x="0" y="0"/>
                  </a:lnTo>
                  <a:lnTo>
                    <a:pt x="0" y="79019"/>
                  </a:lnTo>
                  <a:lnTo>
                    <a:pt x="976718" y="79019"/>
                  </a:lnTo>
                  <a:lnTo>
                    <a:pt x="976718" y="0"/>
                  </a:lnTo>
                  <a:close/>
                </a:path>
              </a:pathLst>
            </a:custGeom>
            <a:solidFill>
              <a:srgbClr val="E8E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61129" y="5517565"/>
              <a:ext cx="977265" cy="80645"/>
            </a:xfrm>
            <a:custGeom>
              <a:avLst/>
              <a:gdLst/>
              <a:ahLst/>
              <a:cxnLst/>
              <a:rect l="l" t="t" r="r" b="b"/>
              <a:pathLst>
                <a:path w="977265" h="80645">
                  <a:moveTo>
                    <a:pt x="0" y="80619"/>
                  </a:moveTo>
                  <a:lnTo>
                    <a:pt x="976718" y="80619"/>
                  </a:lnTo>
                  <a:lnTo>
                    <a:pt x="976718" y="1600"/>
                  </a:lnTo>
                  <a:lnTo>
                    <a:pt x="0" y="1600"/>
                  </a:lnTo>
                  <a:lnTo>
                    <a:pt x="0" y="80619"/>
                  </a:lnTo>
                  <a:close/>
                </a:path>
                <a:path w="977265" h="80645">
                  <a:moveTo>
                    <a:pt x="0" y="80619"/>
                  </a:moveTo>
                  <a:lnTo>
                    <a:pt x="976718" y="80619"/>
                  </a:lnTo>
                  <a:lnTo>
                    <a:pt x="976718" y="1600"/>
                  </a:lnTo>
                  <a:lnTo>
                    <a:pt x="0" y="1600"/>
                  </a:lnTo>
                  <a:lnTo>
                    <a:pt x="0" y="80619"/>
                  </a:lnTo>
                  <a:close/>
                </a:path>
                <a:path w="977265" h="80645">
                  <a:moveTo>
                    <a:pt x="149567" y="0"/>
                  </a:moveTo>
                  <a:lnTo>
                    <a:pt x="149567" y="18008"/>
                  </a:lnTo>
                </a:path>
                <a:path w="977265" h="80645">
                  <a:moveTo>
                    <a:pt x="205422" y="0"/>
                  </a:moveTo>
                  <a:lnTo>
                    <a:pt x="205422" y="18008"/>
                  </a:lnTo>
                </a:path>
                <a:path w="977265" h="80645">
                  <a:moveTo>
                    <a:pt x="261277" y="0"/>
                  </a:moveTo>
                  <a:lnTo>
                    <a:pt x="261277" y="18008"/>
                  </a:lnTo>
                </a:path>
                <a:path w="977265" h="80645">
                  <a:moveTo>
                    <a:pt x="317118" y="0"/>
                  </a:moveTo>
                  <a:lnTo>
                    <a:pt x="317118" y="18008"/>
                  </a:lnTo>
                </a:path>
                <a:path w="977265" h="80645">
                  <a:moveTo>
                    <a:pt x="372973" y="0"/>
                  </a:moveTo>
                  <a:lnTo>
                    <a:pt x="372973" y="18008"/>
                  </a:lnTo>
                </a:path>
                <a:path w="977265" h="80645">
                  <a:moveTo>
                    <a:pt x="428815" y="0"/>
                  </a:moveTo>
                  <a:lnTo>
                    <a:pt x="428815" y="18008"/>
                  </a:lnTo>
                </a:path>
                <a:path w="977265" h="80645">
                  <a:moveTo>
                    <a:pt x="484670" y="0"/>
                  </a:moveTo>
                  <a:lnTo>
                    <a:pt x="484670" y="18008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78696" y="5547810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5" h="26035">
                  <a:moveTo>
                    <a:pt x="19875" y="0"/>
                  </a:moveTo>
                  <a:lnTo>
                    <a:pt x="5753" y="0"/>
                  </a:lnTo>
                  <a:lnTo>
                    <a:pt x="0" y="5740"/>
                  </a:lnTo>
                  <a:lnTo>
                    <a:pt x="0" y="19875"/>
                  </a:lnTo>
                  <a:lnTo>
                    <a:pt x="5753" y="25628"/>
                  </a:lnTo>
                  <a:lnTo>
                    <a:pt x="12814" y="25628"/>
                  </a:lnTo>
                  <a:lnTo>
                    <a:pt x="19875" y="25628"/>
                  </a:lnTo>
                  <a:lnTo>
                    <a:pt x="25628" y="19875"/>
                  </a:lnTo>
                  <a:lnTo>
                    <a:pt x="25628" y="5740"/>
                  </a:lnTo>
                  <a:lnTo>
                    <a:pt x="19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78696" y="5547810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5" h="26035">
                  <a:moveTo>
                    <a:pt x="12814" y="25628"/>
                  </a:moveTo>
                  <a:lnTo>
                    <a:pt x="19875" y="25628"/>
                  </a:lnTo>
                  <a:lnTo>
                    <a:pt x="25628" y="19875"/>
                  </a:lnTo>
                  <a:lnTo>
                    <a:pt x="25628" y="12814"/>
                  </a:lnTo>
                  <a:lnTo>
                    <a:pt x="25628" y="5740"/>
                  </a:lnTo>
                  <a:lnTo>
                    <a:pt x="19875" y="0"/>
                  </a:lnTo>
                  <a:lnTo>
                    <a:pt x="12814" y="0"/>
                  </a:lnTo>
                  <a:lnTo>
                    <a:pt x="5753" y="0"/>
                  </a:lnTo>
                  <a:lnTo>
                    <a:pt x="0" y="5740"/>
                  </a:lnTo>
                  <a:lnTo>
                    <a:pt x="0" y="12814"/>
                  </a:lnTo>
                  <a:lnTo>
                    <a:pt x="0" y="19875"/>
                  </a:lnTo>
                  <a:lnTo>
                    <a:pt x="5753" y="25628"/>
                  </a:lnTo>
                  <a:lnTo>
                    <a:pt x="12814" y="25628"/>
                  </a:lnTo>
                  <a:close/>
                </a:path>
                <a:path w="26035" h="26035">
                  <a:moveTo>
                    <a:pt x="12814" y="25628"/>
                  </a:moveTo>
                  <a:lnTo>
                    <a:pt x="19875" y="25628"/>
                  </a:lnTo>
                  <a:lnTo>
                    <a:pt x="25628" y="19875"/>
                  </a:lnTo>
                  <a:lnTo>
                    <a:pt x="25628" y="12814"/>
                  </a:lnTo>
                  <a:lnTo>
                    <a:pt x="25628" y="5740"/>
                  </a:lnTo>
                  <a:lnTo>
                    <a:pt x="19875" y="0"/>
                  </a:lnTo>
                  <a:lnTo>
                    <a:pt x="12814" y="0"/>
                  </a:lnTo>
                  <a:lnTo>
                    <a:pt x="5753" y="0"/>
                  </a:lnTo>
                  <a:lnTo>
                    <a:pt x="0" y="5740"/>
                  </a:lnTo>
                  <a:lnTo>
                    <a:pt x="0" y="12814"/>
                  </a:lnTo>
                  <a:lnTo>
                    <a:pt x="0" y="19875"/>
                  </a:lnTo>
                  <a:lnTo>
                    <a:pt x="5753" y="25628"/>
                  </a:lnTo>
                  <a:lnTo>
                    <a:pt x="12814" y="25628"/>
                  </a:lnTo>
                </a:path>
                <a:path w="26035" h="26035">
                  <a:moveTo>
                    <a:pt x="12814" y="25628"/>
                  </a:moveTo>
                  <a:lnTo>
                    <a:pt x="19875" y="25628"/>
                  </a:lnTo>
                  <a:lnTo>
                    <a:pt x="25628" y="19875"/>
                  </a:lnTo>
                  <a:lnTo>
                    <a:pt x="25628" y="12814"/>
                  </a:lnTo>
                  <a:lnTo>
                    <a:pt x="25628" y="5740"/>
                  </a:lnTo>
                  <a:lnTo>
                    <a:pt x="19875" y="0"/>
                  </a:lnTo>
                  <a:lnTo>
                    <a:pt x="12814" y="0"/>
                  </a:lnTo>
                  <a:lnTo>
                    <a:pt x="5753" y="0"/>
                  </a:lnTo>
                  <a:lnTo>
                    <a:pt x="0" y="5740"/>
                  </a:lnTo>
                  <a:lnTo>
                    <a:pt x="0" y="12814"/>
                  </a:lnTo>
                  <a:lnTo>
                    <a:pt x="0" y="19875"/>
                  </a:lnTo>
                  <a:lnTo>
                    <a:pt x="5753" y="25628"/>
                  </a:lnTo>
                  <a:lnTo>
                    <a:pt x="12814" y="25628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62361" y="5806145"/>
              <a:ext cx="13335" cy="43815"/>
            </a:xfrm>
            <a:custGeom>
              <a:avLst/>
              <a:gdLst/>
              <a:ahLst/>
              <a:cxnLst/>
              <a:rect l="l" t="t" r="r" b="b"/>
              <a:pathLst>
                <a:path w="13334" h="43814">
                  <a:moveTo>
                    <a:pt x="13106" y="0"/>
                  </a:moveTo>
                  <a:lnTo>
                    <a:pt x="0" y="12"/>
                  </a:lnTo>
                  <a:lnTo>
                    <a:pt x="114" y="43687"/>
                  </a:lnTo>
                  <a:lnTo>
                    <a:pt x="13220" y="43675"/>
                  </a:lnTo>
                  <a:lnTo>
                    <a:pt x="1310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62361" y="5806145"/>
              <a:ext cx="13335" cy="43815"/>
            </a:xfrm>
            <a:custGeom>
              <a:avLst/>
              <a:gdLst/>
              <a:ahLst/>
              <a:cxnLst/>
              <a:rect l="l" t="t" r="r" b="b"/>
              <a:pathLst>
                <a:path w="13334" h="43814">
                  <a:moveTo>
                    <a:pt x="0" y="12"/>
                  </a:moveTo>
                  <a:lnTo>
                    <a:pt x="114" y="43687"/>
                  </a:lnTo>
                  <a:lnTo>
                    <a:pt x="13220" y="43675"/>
                  </a:lnTo>
                  <a:lnTo>
                    <a:pt x="13106" y="0"/>
                  </a:lnTo>
                  <a:lnTo>
                    <a:pt x="0" y="12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62355" y="5806150"/>
              <a:ext cx="13335" cy="43815"/>
            </a:xfrm>
            <a:custGeom>
              <a:avLst/>
              <a:gdLst/>
              <a:ahLst/>
              <a:cxnLst/>
              <a:rect l="l" t="t" r="r" b="b"/>
              <a:pathLst>
                <a:path w="13334" h="43814">
                  <a:moveTo>
                    <a:pt x="13119" y="0"/>
                  </a:moveTo>
                  <a:lnTo>
                    <a:pt x="0" y="12"/>
                  </a:lnTo>
                  <a:lnTo>
                    <a:pt x="114" y="43700"/>
                  </a:lnTo>
                  <a:lnTo>
                    <a:pt x="13220" y="43675"/>
                  </a:lnTo>
                  <a:lnTo>
                    <a:pt x="1311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62355" y="5806150"/>
              <a:ext cx="13335" cy="43815"/>
            </a:xfrm>
            <a:custGeom>
              <a:avLst/>
              <a:gdLst/>
              <a:ahLst/>
              <a:cxnLst/>
              <a:rect l="l" t="t" r="r" b="b"/>
              <a:pathLst>
                <a:path w="13334" h="43814">
                  <a:moveTo>
                    <a:pt x="13220" y="43675"/>
                  </a:moveTo>
                  <a:lnTo>
                    <a:pt x="13119" y="0"/>
                  </a:lnTo>
                  <a:lnTo>
                    <a:pt x="0" y="12"/>
                  </a:lnTo>
                  <a:lnTo>
                    <a:pt x="114" y="43700"/>
                  </a:lnTo>
                  <a:lnTo>
                    <a:pt x="13220" y="43675"/>
                  </a:lnTo>
                  <a:close/>
                </a:path>
                <a:path w="13334" h="43814">
                  <a:moveTo>
                    <a:pt x="13220" y="43675"/>
                  </a:moveTo>
                  <a:lnTo>
                    <a:pt x="13119" y="0"/>
                  </a:lnTo>
                  <a:lnTo>
                    <a:pt x="0" y="12"/>
                  </a:lnTo>
                  <a:lnTo>
                    <a:pt x="114" y="43700"/>
                  </a:lnTo>
                  <a:lnTo>
                    <a:pt x="13220" y="43675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15050" y="5541079"/>
              <a:ext cx="331470" cy="272415"/>
            </a:xfrm>
            <a:custGeom>
              <a:avLst/>
              <a:gdLst/>
              <a:ahLst/>
              <a:cxnLst/>
              <a:rect l="l" t="t" r="r" b="b"/>
              <a:pathLst>
                <a:path w="331470" h="272414">
                  <a:moveTo>
                    <a:pt x="0" y="3289"/>
                  </a:moveTo>
                  <a:lnTo>
                    <a:pt x="146812" y="270383"/>
                  </a:lnTo>
                  <a:lnTo>
                    <a:pt x="154495" y="260667"/>
                  </a:lnTo>
                  <a:lnTo>
                    <a:pt x="0" y="3289"/>
                  </a:lnTo>
                  <a:close/>
                </a:path>
                <a:path w="331470" h="272414">
                  <a:moveTo>
                    <a:pt x="0" y="3289"/>
                  </a:moveTo>
                  <a:lnTo>
                    <a:pt x="146812" y="270383"/>
                  </a:lnTo>
                  <a:lnTo>
                    <a:pt x="154495" y="260667"/>
                  </a:lnTo>
                  <a:lnTo>
                    <a:pt x="0" y="3289"/>
                  </a:lnTo>
                  <a:close/>
                </a:path>
                <a:path w="331470" h="272414">
                  <a:moveTo>
                    <a:pt x="331139" y="0"/>
                  </a:moveTo>
                  <a:lnTo>
                    <a:pt x="154495" y="260667"/>
                  </a:lnTo>
                  <a:lnTo>
                    <a:pt x="161975" y="271970"/>
                  </a:lnTo>
                  <a:lnTo>
                    <a:pt x="331139" y="0"/>
                  </a:lnTo>
                  <a:close/>
                </a:path>
                <a:path w="331470" h="272414">
                  <a:moveTo>
                    <a:pt x="331139" y="0"/>
                  </a:moveTo>
                  <a:lnTo>
                    <a:pt x="154495" y="260667"/>
                  </a:lnTo>
                  <a:lnTo>
                    <a:pt x="161975" y="271970"/>
                  </a:lnTo>
                  <a:lnTo>
                    <a:pt x="331139" y="0"/>
                  </a:lnTo>
                  <a:close/>
                </a:path>
              </a:pathLst>
            </a:custGeom>
            <a:ln w="381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47248" y="5802437"/>
              <a:ext cx="43815" cy="13335"/>
            </a:xfrm>
            <a:custGeom>
              <a:avLst/>
              <a:gdLst/>
              <a:ahLst/>
              <a:cxnLst/>
              <a:rect l="l" t="t" r="r" b="b"/>
              <a:pathLst>
                <a:path w="43815" h="13335">
                  <a:moveTo>
                    <a:pt x="43662" y="0"/>
                  </a:moveTo>
                  <a:lnTo>
                    <a:pt x="0" y="76"/>
                  </a:lnTo>
                  <a:lnTo>
                    <a:pt x="25" y="13169"/>
                  </a:lnTo>
                  <a:lnTo>
                    <a:pt x="43687" y="13093"/>
                  </a:lnTo>
                  <a:lnTo>
                    <a:pt x="43662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47248" y="5802437"/>
              <a:ext cx="43815" cy="13335"/>
            </a:xfrm>
            <a:custGeom>
              <a:avLst/>
              <a:gdLst/>
              <a:ahLst/>
              <a:cxnLst/>
              <a:rect l="l" t="t" r="r" b="b"/>
              <a:pathLst>
                <a:path w="43815" h="13335">
                  <a:moveTo>
                    <a:pt x="43662" y="0"/>
                  </a:moveTo>
                  <a:lnTo>
                    <a:pt x="0" y="76"/>
                  </a:lnTo>
                  <a:lnTo>
                    <a:pt x="25" y="13169"/>
                  </a:lnTo>
                  <a:lnTo>
                    <a:pt x="43687" y="13093"/>
                  </a:lnTo>
                  <a:lnTo>
                    <a:pt x="436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47248" y="5802437"/>
              <a:ext cx="43815" cy="13335"/>
            </a:xfrm>
            <a:custGeom>
              <a:avLst/>
              <a:gdLst/>
              <a:ahLst/>
              <a:cxnLst/>
              <a:rect l="l" t="t" r="r" b="b"/>
              <a:pathLst>
                <a:path w="43815" h="13335">
                  <a:moveTo>
                    <a:pt x="43662" y="0"/>
                  </a:moveTo>
                  <a:lnTo>
                    <a:pt x="0" y="76"/>
                  </a:lnTo>
                  <a:lnTo>
                    <a:pt x="25" y="13169"/>
                  </a:lnTo>
                  <a:lnTo>
                    <a:pt x="43687" y="13093"/>
                  </a:lnTo>
                  <a:lnTo>
                    <a:pt x="43662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702649" y="5373377"/>
            <a:ext cx="984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90" dirty="0">
                <a:solidFill>
                  <a:srgbClr val="231F20"/>
                </a:solidFill>
                <a:latin typeface="Georgia"/>
                <a:cs typeface="Georgia"/>
              </a:rPr>
              <a:t>6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54411" y="5373377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40" dirty="0">
                <a:solidFill>
                  <a:srgbClr val="231F20"/>
                </a:solidFill>
                <a:latin typeface="Georgia"/>
                <a:cs typeface="Georgia"/>
              </a:rPr>
              <a:t>0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85765" y="632593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51587" y="6333819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36852" y="6143866"/>
            <a:ext cx="495300" cy="3549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375"/>
              </a:spcBef>
            </a:pPr>
            <a:r>
              <a:rPr sz="850" spc="70" dirty="0">
                <a:solidFill>
                  <a:srgbClr val="231F20"/>
                </a:solidFill>
                <a:latin typeface="Georgia"/>
                <a:cs typeface="Georgia"/>
              </a:rPr>
              <a:t>70°</a:t>
            </a:r>
            <a:endParaRPr sz="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850" spc="90" dirty="0">
                <a:solidFill>
                  <a:srgbClr val="231F20"/>
                </a:solidFill>
                <a:latin typeface="Georgia"/>
                <a:cs typeface="Georgia"/>
              </a:rPr>
              <a:t>6</a:t>
            </a:r>
            <a:r>
              <a:rPr sz="850" spc="155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95" dirty="0">
                <a:solidFill>
                  <a:srgbClr val="231F20"/>
                </a:solidFill>
                <a:latin typeface="Georgia"/>
                <a:cs typeface="Georgia"/>
              </a:rPr>
              <a:t>cm</a:t>
            </a:r>
            <a:endParaRPr sz="850">
              <a:latin typeface="Georgia"/>
              <a:cs typeface="Georg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300760" y="5671936"/>
            <a:ext cx="1001394" cy="795655"/>
            <a:chOff x="6300760" y="5671936"/>
            <a:chExt cx="1001394" cy="795655"/>
          </a:xfrm>
        </p:grpSpPr>
        <p:sp>
          <p:nvSpPr>
            <p:cNvPr id="37" name="object 37"/>
            <p:cNvSpPr/>
            <p:nvPr/>
          </p:nvSpPr>
          <p:spPr>
            <a:xfrm>
              <a:off x="7223452" y="6262218"/>
              <a:ext cx="50800" cy="74930"/>
            </a:xfrm>
            <a:custGeom>
              <a:avLst/>
              <a:gdLst/>
              <a:ahLst/>
              <a:cxnLst/>
              <a:rect l="l" t="t" r="r" b="b"/>
              <a:pathLst>
                <a:path w="50800" h="74929">
                  <a:moveTo>
                    <a:pt x="1230" y="74510"/>
                  </a:moveTo>
                  <a:lnTo>
                    <a:pt x="0" y="40078"/>
                  </a:lnTo>
                  <a:lnTo>
                    <a:pt x="4720" y="20839"/>
                  </a:lnTo>
                  <a:lnTo>
                    <a:pt x="20008" y="9808"/>
                  </a:lnTo>
                  <a:lnTo>
                    <a:pt x="50481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38666" y="5707941"/>
              <a:ext cx="960119" cy="629285"/>
            </a:xfrm>
            <a:custGeom>
              <a:avLst/>
              <a:gdLst/>
              <a:ahLst/>
              <a:cxnLst/>
              <a:rect l="l" t="t" r="r" b="b"/>
              <a:pathLst>
                <a:path w="960120" h="629285">
                  <a:moveTo>
                    <a:pt x="0" y="628726"/>
                  </a:moveTo>
                  <a:lnTo>
                    <a:pt x="959802" y="628726"/>
                  </a:lnTo>
                  <a:lnTo>
                    <a:pt x="752690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00753" y="5671946"/>
              <a:ext cx="818515" cy="688340"/>
            </a:xfrm>
            <a:custGeom>
              <a:avLst/>
              <a:gdLst/>
              <a:ahLst/>
              <a:cxnLst/>
              <a:rect l="l" t="t" r="r" b="b"/>
              <a:pathLst>
                <a:path w="818515" h="688339">
                  <a:moveTo>
                    <a:pt x="55740" y="641210"/>
                  </a:moveTo>
                  <a:lnTo>
                    <a:pt x="0" y="664718"/>
                  </a:lnTo>
                  <a:lnTo>
                    <a:pt x="55740" y="688238"/>
                  </a:lnTo>
                  <a:lnTo>
                    <a:pt x="45745" y="664718"/>
                  </a:lnTo>
                  <a:lnTo>
                    <a:pt x="55740" y="641210"/>
                  </a:lnTo>
                  <a:close/>
                </a:path>
                <a:path w="818515" h="688339">
                  <a:moveTo>
                    <a:pt x="818515" y="45593"/>
                  </a:moveTo>
                  <a:lnTo>
                    <a:pt x="778738" y="0"/>
                  </a:lnTo>
                  <a:lnTo>
                    <a:pt x="773849" y="60299"/>
                  </a:lnTo>
                  <a:lnTo>
                    <a:pt x="793051" y="43459"/>
                  </a:lnTo>
                  <a:lnTo>
                    <a:pt x="818515" y="45593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426418" y="6218854"/>
              <a:ext cx="67945" cy="245745"/>
            </a:xfrm>
            <a:custGeom>
              <a:avLst/>
              <a:gdLst/>
              <a:ahLst/>
              <a:cxnLst/>
              <a:rect l="l" t="t" r="r" b="b"/>
              <a:pathLst>
                <a:path w="67945" h="245745">
                  <a:moveTo>
                    <a:pt x="40457" y="245135"/>
                  </a:moveTo>
                  <a:lnTo>
                    <a:pt x="8015" y="173682"/>
                  </a:lnTo>
                  <a:lnTo>
                    <a:pt x="0" y="124329"/>
                  </a:lnTo>
                  <a:lnTo>
                    <a:pt x="18927" y="74096"/>
                  </a:lnTo>
                  <a:lnTo>
                    <a:pt x="67317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37556" y="632423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316" y="0"/>
                  </a:moveTo>
                  <a:lnTo>
                    <a:pt x="5562" y="0"/>
                  </a:lnTo>
                  <a:lnTo>
                    <a:pt x="0" y="5562"/>
                  </a:lnTo>
                  <a:lnTo>
                    <a:pt x="0" y="19303"/>
                  </a:lnTo>
                  <a:lnTo>
                    <a:pt x="5562" y="24879"/>
                  </a:lnTo>
                  <a:lnTo>
                    <a:pt x="19316" y="24879"/>
                  </a:lnTo>
                  <a:lnTo>
                    <a:pt x="24879" y="19303"/>
                  </a:lnTo>
                  <a:lnTo>
                    <a:pt x="24879" y="12433"/>
                  </a:lnTo>
                  <a:lnTo>
                    <a:pt x="24879" y="5562"/>
                  </a:lnTo>
                  <a:lnTo>
                    <a:pt x="1931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35299" y="6482500"/>
            <a:ext cx="5351145" cy="6731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b="1" i="1" spc="-95" dirty="0">
                <a:solidFill>
                  <a:srgbClr val="EC008C"/>
                </a:solidFill>
                <a:latin typeface="Verdana"/>
                <a:cs typeface="Verdana"/>
              </a:rPr>
              <a:t>3.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41700"/>
              </a:lnSpc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Pergeli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cetvel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tizerinde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açarak,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merkezi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olan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açının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diğer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kolunu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kesen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yay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Kesim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noktasını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adlandıralım.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153115" y="6825615"/>
            <a:ext cx="981710" cy="382270"/>
            <a:chOff x="6153115" y="6825615"/>
            <a:chExt cx="981710" cy="382270"/>
          </a:xfrm>
        </p:grpSpPr>
        <p:sp>
          <p:nvSpPr>
            <p:cNvPr id="44" name="object 44"/>
            <p:cNvSpPr/>
            <p:nvPr/>
          </p:nvSpPr>
          <p:spPr>
            <a:xfrm>
              <a:off x="6156303" y="6830377"/>
              <a:ext cx="975360" cy="79375"/>
            </a:xfrm>
            <a:custGeom>
              <a:avLst/>
              <a:gdLst/>
              <a:ahLst/>
              <a:cxnLst/>
              <a:rect l="l" t="t" r="r" b="b"/>
              <a:pathLst>
                <a:path w="975359" h="79375">
                  <a:moveTo>
                    <a:pt x="974978" y="0"/>
                  </a:moveTo>
                  <a:lnTo>
                    <a:pt x="0" y="0"/>
                  </a:lnTo>
                  <a:lnTo>
                    <a:pt x="0" y="78879"/>
                  </a:lnTo>
                  <a:lnTo>
                    <a:pt x="974978" y="78879"/>
                  </a:lnTo>
                  <a:lnTo>
                    <a:pt x="974978" y="0"/>
                  </a:lnTo>
                  <a:close/>
                </a:path>
              </a:pathLst>
            </a:custGeom>
            <a:solidFill>
              <a:srgbClr val="E8E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156290" y="6828790"/>
              <a:ext cx="975360" cy="80645"/>
            </a:xfrm>
            <a:custGeom>
              <a:avLst/>
              <a:gdLst/>
              <a:ahLst/>
              <a:cxnLst/>
              <a:rect l="l" t="t" r="r" b="b"/>
              <a:pathLst>
                <a:path w="975359" h="80645">
                  <a:moveTo>
                    <a:pt x="0" y="80467"/>
                  </a:moveTo>
                  <a:lnTo>
                    <a:pt x="974978" y="80467"/>
                  </a:lnTo>
                  <a:lnTo>
                    <a:pt x="974978" y="1600"/>
                  </a:lnTo>
                  <a:lnTo>
                    <a:pt x="0" y="1600"/>
                  </a:lnTo>
                  <a:lnTo>
                    <a:pt x="0" y="80467"/>
                  </a:lnTo>
                  <a:close/>
                </a:path>
                <a:path w="975359" h="80645">
                  <a:moveTo>
                    <a:pt x="149301" y="0"/>
                  </a:moveTo>
                  <a:lnTo>
                    <a:pt x="149301" y="17970"/>
                  </a:lnTo>
                </a:path>
                <a:path w="975359" h="80645">
                  <a:moveTo>
                    <a:pt x="199478" y="0"/>
                  </a:moveTo>
                  <a:lnTo>
                    <a:pt x="199478" y="17970"/>
                  </a:lnTo>
                </a:path>
                <a:path w="975359" h="80645">
                  <a:moveTo>
                    <a:pt x="299834" y="0"/>
                  </a:moveTo>
                  <a:lnTo>
                    <a:pt x="299834" y="17970"/>
                  </a:lnTo>
                </a:path>
                <a:path w="975359" h="80645">
                  <a:moveTo>
                    <a:pt x="249656" y="0"/>
                  </a:moveTo>
                  <a:lnTo>
                    <a:pt x="249656" y="17970"/>
                  </a:lnTo>
                </a:path>
                <a:path w="975359" h="80645">
                  <a:moveTo>
                    <a:pt x="350011" y="0"/>
                  </a:moveTo>
                  <a:lnTo>
                    <a:pt x="350011" y="1797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173837" y="6858956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5" h="26034">
                  <a:moveTo>
                    <a:pt x="19837" y="0"/>
                  </a:moveTo>
                  <a:lnTo>
                    <a:pt x="5740" y="0"/>
                  </a:lnTo>
                  <a:lnTo>
                    <a:pt x="0" y="5753"/>
                  </a:lnTo>
                  <a:lnTo>
                    <a:pt x="0" y="19862"/>
                  </a:lnTo>
                  <a:lnTo>
                    <a:pt x="5740" y="25590"/>
                  </a:lnTo>
                  <a:lnTo>
                    <a:pt x="12788" y="25590"/>
                  </a:lnTo>
                  <a:lnTo>
                    <a:pt x="19837" y="25590"/>
                  </a:lnTo>
                  <a:lnTo>
                    <a:pt x="25577" y="19862"/>
                  </a:lnTo>
                  <a:lnTo>
                    <a:pt x="25577" y="5753"/>
                  </a:lnTo>
                  <a:lnTo>
                    <a:pt x="1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173837" y="6858956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5" h="26034">
                  <a:moveTo>
                    <a:pt x="12788" y="25590"/>
                  </a:moveTo>
                  <a:lnTo>
                    <a:pt x="19837" y="25590"/>
                  </a:lnTo>
                  <a:lnTo>
                    <a:pt x="25577" y="19862"/>
                  </a:lnTo>
                  <a:lnTo>
                    <a:pt x="25577" y="12801"/>
                  </a:lnTo>
                  <a:lnTo>
                    <a:pt x="25577" y="5753"/>
                  </a:lnTo>
                  <a:lnTo>
                    <a:pt x="19837" y="0"/>
                  </a:lnTo>
                  <a:lnTo>
                    <a:pt x="12788" y="0"/>
                  </a:lnTo>
                  <a:lnTo>
                    <a:pt x="5740" y="0"/>
                  </a:lnTo>
                  <a:lnTo>
                    <a:pt x="0" y="5753"/>
                  </a:lnTo>
                  <a:lnTo>
                    <a:pt x="0" y="12801"/>
                  </a:lnTo>
                  <a:lnTo>
                    <a:pt x="0" y="19862"/>
                  </a:lnTo>
                  <a:lnTo>
                    <a:pt x="5740" y="25590"/>
                  </a:lnTo>
                  <a:lnTo>
                    <a:pt x="12788" y="25590"/>
                  </a:lnTo>
                  <a:close/>
                </a:path>
                <a:path w="26035" h="26034">
                  <a:moveTo>
                    <a:pt x="12788" y="25590"/>
                  </a:moveTo>
                  <a:lnTo>
                    <a:pt x="19837" y="25590"/>
                  </a:lnTo>
                  <a:lnTo>
                    <a:pt x="25577" y="19862"/>
                  </a:lnTo>
                  <a:lnTo>
                    <a:pt x="25577" y="12801"/>
                  </a:lnTo>
                  <a:lnTo>
                    <a:pt x="25577" y="5753"/>
                  </a:lnTo>
                  <a:lnTo>
                    <a:pt x="19837" y="0"/>
                  </a:lnTo>
                  <a:lnTo>
                    <a:pt x="12788" y="0"/>
                  </a:lnTo>
                  <a:lnTo>
                    <a:pt x="5740" y="0"/>
                  </a:lnTo>
                  <a:lnTo>
                    <a:pt x="0" y="5753"/>
                  </a:lnTo>
                  <a:lnTo>
                    <a:pt x="0" y="12801"/>
                  </a:lnTo>
                  <a:lnTo>
                    <a:pt x="0" y="19862"/>
                  </a:lnTo>
                  <a:lnTo>
                    <a:pt x="5740" y="25590"/>
                  </a:lnTo>
                  <a:lnTo>
                    <a:pt x="12788" y="25590"/>
                  </a:lnTo>
                </a:path>
                <a:path w="26035" h="26034">
                  <a:moveTo>
                    <a:pt x="12788" y="25590"/>
                  </a:moveTo>
                  <a:lnTo>
                    <a:pt x="19837" y="25590"/>
                  </a:lnTo>
                  <a:lnTo>
                    <a:pt x="25577" y="19862"/>
                  </a:lnTo>
                  <a:lnTo>
                    <a:pt x="25577" y="12801"/>
                  </a:lnTo>
                  <a:lnTo>
                    <a:pt x="25577" y="5753"/>
                  </a:lnTo>
                  <a:lnTo>
                    <a:pt x="19837" y="0"/>
                  </a:lnTo>
                  <a:lnTo>
                    <a:pt x="12788" y="0"/>
                  </a:lnTo>
                  <a:lnTo>
                    <a:pt x="5740" y="0"/>
                  </a:lnTo>
                  <a:lnTo>
                    <a:pt x="0" y="5753"/>
                  </a:lnTo>
                  <a:lnTo>
                    <a:pt x="0" y="12801"/>
                  </a:lnTo>
                  <a:lnTo>
                    <a:pt x="0" y="19862"/>
                  </a:lnTo>
                  <a:lnTo>
                    <a:pt x="5740" y="25590"/>
                  </a:lnTo>
                  <a:lnTo>
                    <a:pt x="12788" y="2559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456991" y="7160981"/>
              <a:ext cx="13335" cy="43815"/>
            </a:xfrm>
            <a:custGeom>
              <a:avLst/>
              <a:gdLst/>
              <a:ahLst/>
              <a:cxnLst/>
              <a:rect l="l" t="t" r="r" b="b"/>
              <a:pathLst>
                <a:path w="13335" h="43815">
                  <a:moveTo>
                    <a:pt x="13081" y="0"/>
                  </a:moveTo>
                  <a:lnTo>
                    <a:pt x="0" y="25"/>
                  </a:lnTo>
                  <a:lnTo>
                    <a:pt x="114" y="43624"/>
                  </a:lnTo>
                  <a:lnTo>
                    <a:pt x="13195" y="43611"/>
                  </a:lnTo>
                  <a:lnTo>
                    <a:pt x="130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456991" y="7160981"/>
              <a:ext cx="13335" cy="43815"/>
            </a:xfrm>
            <a:custGeom>
              <a:avLst/>
              <a:gdLst/>
              <a:ahLst/>
              <a:cxnLst/>
              <a:rect l="l" t="t" r="r" b="b"/>
              <a:pathLst>
                <a:path w="13335" h="43815">
                  <a:moveTo>
                    <a:pt x="0" y="25"/>
                  </a:moveTo>
                  <a:lnTo>
                    <a:pt x="114" y="43624"/>
                  </a:lnTo>
                  <a:lnTo>
                    <a:pt x="13195" y="43611"/>
                  </a:lnTo>
                  <a:lnTo>
                    <a:pt x="13081" y="0"/>
                  </a:lnTo>
                  <a:lnTo>
                    <a:pt x="0" y="25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456986" y="7160989"/>
              <a:ext cx="13335" cy="43815"/>
            </a:xfrm>
            <a:custGeom>
              <a:avLst/>
              <a:gdLst/>
              <a:ahLst/>
              <a:cxnLst/>
              <a:rect l="l" t="t" r="r" b="b"/>
              <a:pathLst>
                <a:path w="13335" h="43815">
                  <a:moveTo>
                    <a:pt x="13093" y="0"/>
                  </a:moveTo>
                  <a:lnTo>
                    <a:pt x="0" y="12"/>
                  </a:lnTo>
                  <a:lnTo>
                    <a:pt x="114" y="43624"/>
                  </a:lnTo>
                  <a:lnTo>
                    <a:pt x="13195" y="43599"/>
                  </a:lnTo>
                  <a:lnTo>
                    <a:pt x="1309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456986" y="7160989"/>
              <a:ext cx="13335" cy="43815"/>
            </a:xfrm>
            <a:custGeom>
              <a:avLst/>
              <a:gdLst/>
              <a:ahLst/>
              <a:cxnLst/>
              <a:rect l="l" t="t" r="r" b="b"/>
              <a:pathLst>
                <a:path w="13335" h="43815">
                  <a:moveTo>
                    <a:pt x="13195" y="43599"/>
                  </a:moveTo>
                  <a:lnTo>
                    <a:pt x="13093" y="0"/>
                  </a:lnTo>
                  <a:lnTo>
                    <a:pt x="0" y="12"/>
                  </a:lnTo>
                  <a:lnTo>
                    <a:pt x="114" y="43624"/>
                  </a:lnTo>
                  <a:lnTo>
                    <a:pt x="13195" y="43599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06265" y="6843781"/>
              <a:ext cx="198120" cy="322580"/>
            </a:xfrm>
            <a:custGeom>
              <a:avLst/>
              <a:gdLst/>
              <a:ahLst/>
              <a:cxnLst/>
              <a:rect l="l" t="t" r="r" b="b"/>
              <a:pathLst>
                <a:path w="198120" h="322579">
                  <a:moveTo>
                    <a:pt x="0" y="9474"/>
                  </a:moveTo>
                  <a:lnTo>
                    <a:pt x="150241" y="322516"/>
                  </a:lnTo>
                  <a:lnTo>
                    <a:pt x="157899" y="312813"/>
                  </a:lnTo>
                  <a:lnTo>
                    <a:pt x="0" y="9474"/>
                  </a:lnTo>
                  <a:close/>
                </a:path>
                <a:path w="198120" h="322579">
                  <a:moveTo>
                    <a:pt x="0" y="9474"/>
                  </a:moveTo>
                  <a:lnTo>
                    <a:pt x="150241" y="322516"/>
                  </a:lnTo>
                  <a:lnTo>
                    <a:pt x="157899" y="312813"/>
                  </a:lnTo>
                  <a:lnTo>
                    <a:pt x="0" y="9474"/>
                  </a:lnTo>
                  <a:close/>
                </a:path>
                <a:path w="198120" h="322579">
                  <a:moveTo>
                    <a:pt x="197789" y="0"/>
                  </a:moveTo>
                  <a:lnTo>
                    <a:pt x="153365" y="311162"/>
                  </a:lnTo>
                  <a:lnTo>
                    <a:pt x="165036" y="318033"/>
                  </a:lnTo>
                  <a:lnTo>
                    <a:pt x="197789" y="0"/>
                  </a:lnTo>
                  <a:close/>
                </a:path>
                <a:path w="198120" h="322579">
                  <a:moveTo>
                    <a:pt x="197789" y="0"/>
                  </a:moveTo>
                  <a:lnTo>
                    <a:pt x="153365" y="311162"/>
                  </a:lnTo>
                  <a:lnTo>
                    <a:pt x="165036" y="318033"/>
                  </a:lnTo>
                  <a:lnTo>
                    <a:pt x="197789" y="0"/>
                  </a:lnTo>
                  <a:close/>
                </a:path>
              </a:pathLst>
            </a:custGeom>
            <a:ln w="381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441912" y="7157287"/>
              <a:ext cx="43815" cy="13335"/>
            </a:xfrm>
            <a:custGeom>
              <a:avLst/>
              <a:gdLst/>
              <a:ahLst/>
              <a:cxnLst/>
              <a:rect l="l" t="t" r="r" b="b"/>
              <a:pathLst>
                <a:path w="43814" h="13334">
                  <a:moveTo>
                    <a:pt x="43573" y="0"/>
                  </a:moveTo>
                  <a:lnTo>
                    <a:pt x="0" y="76"/>
                  </a:lnTo>
                  <a:lnTo>
                    <a:pt x="25" y="13144"/>
                  </a:lnTo>
                  <a:lnTo>
                    <a:pt x="43599" y="13068"/>
                  </a:lnTo>
                  <a:lnTo>
                    <a:pt x="43573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441912" y="7157287"/>
              <a:ext cx="43815" cy="13335"/>
            </a:xfrm>
            <a:custGeom>
              <a:avLst/>
              <a:gdLst/>
              <a:ahLst/>
              <a:cxnLst/>
              <a:rect l="l" t="t" r="r" b="b"/>
              <a:pathLst>
                <a:path w="43814" h="13334">
                  <a:moveTo>
                    <a:pt x="43573" y="0"/>
                  </a:moveTo>
                  <a:lnTo>
                    <a:pt x="0" y="76"/>
                  </a:lnTo>
                  <a:lnTo>
                    <a:pt x="25" y="13144"/>
                  </a:lnTo>
                  <a:lnTo>
                    <a:pt x="43599" y="13068"/>
                  </a:lnTo>
                  <a:lnTo>
                    <a:pt x="435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441912" y="7157287"/>
              <a:ext cx="43815" cy="13335"/>
            </a:xfrm>
            <a:custGeom>
              <a:avLst/>
              <a:gdLst/>
              <a:ahLst/>
              <a:cxnLst/>
              <a:rect l="l" t="t" r="r" b="b"/>
              <a:pathLst>
                <a:path w="43814" h="13334">
                  <a:moveTo>
                    <a:pt x="43573" y="0"/>
                  </a:moveTo>
                  <a:lnTo>
                    <a:pt x="0" y="76"/>
                  </a:lnTo>
                  <a:lnTo>
                    <a:pt x="25" y="13144"/>
                  </a:lnTo>
                  <a:lnTo>
                    <a:pt x="43599" y="13068"/>
                  </a:lnTo>
                  <a:lnTo>
                    <a:pt x="43573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261670" y="6695819"/>
            <a:ext cx="30607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40" dirty="0">
                <a:solidFill>
                  <a:srgbClr val="231F20"/>
                </a:solidFill>
                <a:latin typeface="Georgia"/>
                <a:cs typeface="Georgia"/>
              </a:rPr>
              <a:t>0    </a:t>
            </a:r>
            <a:r>
              <a:rPr sz="850" spc="-60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90" dirty="0">
                <a:solidFill>
                  <a:srgbClr val="231F20"/>
                </a:solidFill>
                <a:latin typeface="Georgia"/>
                <a:cs typeface="Georgia"/>
              </a:rPr>
              <a:t>4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139954" y="7634337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205800" y="7642193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591065" y="7452249"/>
            <a:ext cx="495300" cy="3549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375"/>
              </a:spcBef>
            </a:pPr>
            <a:r>
              <a:rPr sz="850" spc="70" dirty="0">
                <a:solidFill>
                  <a:srgbClr val="231F20"/>
                </a:solidFill>
                <a:latin typeface="Georgia"/>
                <a:cs typeface="Georgia"/>
              </a:rPr>
              <a:t>70°</a:t>
            </a:r>
            <a:endParaRPr sz="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850" spc="90" dirty="0">
                <a:solidFill>
                  <a:srgbClr val="231F20"/>
                </a:solidFill>
                <a:latin typeface="Georgia"/>
                <a:cs typeface="Georgia"/>
              </a:rPr>
              <a:t>6</a:t>
            </a:r>
            <a:r>
              <a:rPr sz="850" spc="155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95" dirty="0">
                <a:solidFill>
                  <a:srgbClr val="231F20"/>
                </a:solidFill>
                <a:latin typeface="Georgia"/>
                <a:cs typeface="Georgia"/>
              </a:rPr>
              <a:t>cm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076289" y="7241699"/>
            <a:ext cx="32131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90" dirty="0">
                <a:solidFill>
                  <a:srgbClr val="231F20"/>
                </a:solidFill>
                <a:latin typeface="Georgia"/>
                <a:cs typeface="Georgia"/>
              </a:rPr>
              <a:t>4</a:t>
            </a:r>
            <a:r>
              <a:rPr sz="850" spc="140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95" dirty="0">
                <a:solidFill>
                  <a:srgbClr val="231F20"/>
                </a:solidFill>
                <a:latin typeface="Georgia"/>
                <a:cs typeface="Georgia"/>
              </a:rPr>
              <a:t>cm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959733" y="6919011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155002" y="6980315"/>
            <a:ext cx="1001394" cy="795655"/>
            <a:chOff x="6155002" y="6980315"/>
            <a:chExt cx="1001394" cy="795655"/>
          </a:xfrm>
        </p:grpSpPr>
        <p:sp>
          <p:nvSpPr>
            <p:cNvPr id="63" name="object 63"/>
            <p:cNvSpPr/>
            <p:nvPr/>
          </p:nvSpPr>
          <p:spPr>
            <a:xfrm>
              <a:off x="7077693" y="7570597"/>
              <a:ext cx="50800" cy="74930"/>
            </a:xfrm>
            <a:custGeom>
              <a:avLst/>
              <a:gdLst/>
              <a:ahLst/>
              <a:cxnLst/>
              <a:rect l="l" t="t" r="r" b="b"/>
              <a:pathLst>
                <a:path w="50800" h="74929">
                  <a:moveTo>
                    <a:pt x="1230" y="74510"/>
                  </a:moveTo>
                  <a:lnTo>
                    <a:pt x="0" y="40078"/>
                  </a:lnTo>
                  <a:lnTo>
                    <a:pt x="4720" y="20839"/>
                  </a:lnTo>
                  <a:lnTo>
                    <a:pt x="20008" y="9808"/>
                  </a:lnTo>
                  <a:lnTo>
                    <a:pt x="50481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192908" y="7016319"/>
              <a:ext cx="960119" cy="629285"/>
            </a:xfrm>
            <a:custGeom>
              <a:avLst/>
              <a:gdLst/>
              <a:ahLst/>
              <a:cxnLst/>
              <a:rect l="l" t="t" r="r" b="b"/>
              <a:pathLst>
                <a:path w="960120" h="629284">
                  <a:moveTo>
                    <a:pt x="0" y="628726"/>
                  </a:moveTo>
                  <a:lnTo>
                    <a:pt x="959802" y="628726"/>
                  </a:lnTo>
                  <a:lnTo>
                    <a:pt x="752690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154995" y="6980326"/>
              <a:ext cx="818515" cy="688340"/>
            </a:xfrm>
            <a:custGeom>
              <a:avLst/>
              <a:gdLst/>
              <a:ahLst/>
              <a:cxnLst/>
              <a:rect l="l" t="t" r="r" b="b"/>
              <a:pathLst>
                <a:path w="818515" h="688340">
                  <a:moveTo>
                    <a:pt x="55740" y="641210"/>
                  </a:moveTo>
                  <a:lnTo>
                    <a:pt x="0" y="664718"/>
                  </a:lnTo>
                  <a:lnTo>
                    <a:pt x="55740" y="688238"/>
                  </a:lnTo>
                  <a:lnTo>
                    <a:pt x="45745" y="664718"/>
                  </a:lnTo>
                  <a:lnTo>
                    <a:pt x="55740" y="641210"/>
                  </a:lnTo>
                  <a:close/>
                </a:path>
                <a:path w="818515" h="688340">
                  <a:moveTo>
                    <a:pt x="818515" y="45593"/>
                  </a:moveTo>
                  <a:lnTo>
                    <a:pt x="778738" y="0"/>
                  </a:lnTo>
                  <a:lnTo>
                    <a:pt x="773849" y="60299"/>
                  </a:lnTo>
                  <a:lnTo>
                    <a:pt x="793051" y="43459"/>
                  </a:lnTo>
                  <a:lnTo>
                    <a:pt x="818515" y="45593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280660" y="7527232"/>
              <a:ext cx="67945" cy="245745"/>
            </a:xfrm>
            <a:custGeom>
              <a:avLst/>
              <a:gdLst/>
              <a:ahLst/>
              <a:cxnLst/>
              <a:rect l="l" t="t" r="r" b="b"/>
              <a:pathLst>
                <a:path w="67945" h="245745">
                  <a:moveTo>
                    <a:pt x="40457" y="245135"/>
                  </a:moveTo>
                  <a:lnTo>
                    <a:pt x="8015" y="173682"/>
                  </a:lnTo>
                  <a:lnTo>
                    <a:pt x="0" y="124329"/>
                  </a:lnTo>
                  <a:lnTo>
                    <a:pt x="18927" y="74096"/>
                  </a:lnTo>
                  <a:lnTo>
                    <a:pt x="67317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855924" y="7052584"/>
              <a:ext cx="233045" cy="105410"/>
            </a:xfrm>
            <a:custGeom>
              <a:avLst/>
              <a:gdLst/>
              <a:ahLst/>
              <a:cxnLst/>
              <a:rect l="l" t="t" r="r" b="b"/>
              <a:pathLst>
                <a:path w="233045" h="105409">
                  <a:moveTo>
                    <a:pt x="0" y="105384"/>
                  </a:moveTo>
                  <a:lnTo>
                    <a:pt x="47882" y="44459"/>
                  </a:lnTo>
                  <a:lnTo>
                    <a:pt x="88115" y="13173"/>
                  </a:lnTo>
                  <a:lnTo>
                    <a:pt x="142546" y="1646"/>
                  </a:lnTo>
                  <a:lnTo>
                    <a:pt x="233019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291787" y="7066267"/>
              <a:ext cx="687705" cy="591820"/>
            </a:xfrm>
            <a:custGeom>
              <a:avLst/>
              <a:gdLst/>
              <a:ahLst/>
              <a:cxnLst/>
              <a:rect l="l" t="t" r="r" b="b"/>
              <a:pathLst>
                <a:path w="687704" h="591820">
                  <a:moveTo>
                    <a:pt x="24879" y="571919"/>
                  </a:moveTo>
                  <a:lnTo>
                    <a:pt x="19304" y="566356"/>
                  </a:lnTo>
                  <a:lnTo>
                    <a:pt x="5575" y="566356"/>
                  </a:lnTo>
                  <a:lnTo>
                    <a:pt x="0" y="571919"/>
                  </a:lnTo>
                  <a:lnTo>
                    <a:pt x="0" y="585660"/>
                  </a:lnTo>
                  <a:lnTo>
                    <a:pt x="5575" y="591223"/>
                  </a:lnTo>
                  <a:lnTo>
                    <a:pt x="19304" y="591223"/>
                  </a:lnTo>
                  <a:lnTo>
                    <a:pt x="24879" y="585660"/>
                  </a:lnTo>
                  <a:lnTo>
                    <a:pt x="24879" y="578789"/>
                  </a:lnTo>
                  <a:lnTo>
                    <a:pt x="24879" y="571919"/>
                  </a:lnTo>
                  <a:close/>
                </a:path>
                <a:path w="687704" h="591820">
                  <a:moveTo>
                    <a:pt x="687590" y="5575"/>
                  </a:moveTo>
                  <a:lnTo>
                    <a:pt x="682015" y="0"/>
                  </a:lnTo>
                  <a:lnTo>
                    <a:pt x="668274" y="0"/>
                  </a:lnTo>
                  <a:lnTo>
                    <a:pt x="662711" y="5575"/>
                  </a:lnTo>
                  <a:lnTo>
                    <a:pt x="662711" y="19316"/>
                  </a:lnTo>
                  <a:lnTo>
                    <a:pt x="668274" y="24879"/>
                  </a:lnTo>
                  <a:lnTo>
                    <a:pt x="682015" y="24879"/>
                  </a:lnTo>
                  <a:lnTo>
                    <a:pt x="687590" y="19316"/>
                  </a:lnTo>
                  <a:lnTo>
                    <a:pt x="687590" y="12446"/>
                  </a:lnTo>
                  <a:lnTo>
                    <a:pt x="687590" y="557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635299" y="7993800"/>
            <a:ext cx="2653030" cy="4572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4.</a:t>
            </a:r>
            <a:r>
              <a:rPr sz="1000" b="1" i="1" spc="10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noktasını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noktası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birleştirelim.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295239" y="8333491"/>
            <a:ext cx="857885" cy="570230"/>
            <a:chOff x="6295239" y="8333491"/>
            <a:chExt cx="857885" cy="570230"/>
          </a:xfrm>
        </p:grpSpPr>
        <p:sp>
          <p:nvSpPr>
            <p:cNvPr id="71" name="object 71"/>
            <p:cNvSpPr/>
            <p:nvPr/>
          </p:nvSpPr>
          <p:spPr>
            <a:xfrm>
              <a:off x="6296258" y="8336987"/>
              <a:ext cx="856615" cy="565785"/>
            </a:xfrm>
            <a:custGeom>
              <a:avLst/>
              <a:gdLst/>
              <a:ahLst/>
              <a:cxnLst/>
              <a:rect l="l" t="t" r="r" b="b"/>
              <a:pathLst>
                <a:path w="856615" h="565784">
                  <a:moveTo>
                    <a:pt x="668794" y="0"/>
                  </a:moveTo>
                  <a:lnTo>
                    <a:pt x="0" y="565391"/>
                  </a:lnTo>
                  <a:lnTo>
                    <a:pt x="856449" y="565391"/>
                  </a:lnTo>
                  <a:lnTo>
                    <a:pt x="668794" y="0"/>
                  </a:lnTo>
                  <a:close/>
                </a:path>
              </a:pathLst>
            </a:custGeom>
            <a:solidFill>
              <a:srgbClr val="C7E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298731" y="8336983"/>
              <a:ext cx="666750" cy="563245"/>
            </a:xfrm>
            <a:custGeom>
              <a:avLst/>
              <a:gdLst/>
              <a:ahLst/>
              <a:cxnLst/>
              <a:rect l="l" t="t" r="r" b="b"/>
              <a:pathLst>
                <a:path w="666750" h="563245">
                  <a:moveTo>
                    <a:pt x="0" y="562711"/>
                  </a:moveTo>
                  <a:lnTo>
                    <a:pt x="666318" y="0"/>
                  </a:lnTo>
                </a:path>
              </a:pathLst>
            </a:custGeom>
            <a:ln w="6858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7139954" y="8891665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205777" y="8899545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591042" y="8709552"/>
            <a:ext cx="495300" cy="3549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375"/>
              </a:spcBef>
            </a:pPr>
            <a:r>
              <a:rPr sz="850" spc="70" dirty="0">
                <a:solidFill>
                  <a:srgbClr val="231F20"/>
                </a:solidFill>
                <a:latin typeface="Georgia"/>
                <a:cs typeface="Georgia"/>
              </a:rPr>
              <a:t>70°</a:t>
            </a:r>
            <a:endParaRPr sz="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850" spc="90" dirty="0">
                <a:solidFill>
                  <a:srgbClr val="231F20"/>
                </a:solidFill>
                <a:latin typeface="Georgia"/>
                <a:cs typeface="Georgia"/>
              </a:rPr>
              <a:t>6</a:t>
            </a:r>
            <a:r>
              <a:rPr sz="850" spc="155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95" dirty="0">
                <a:solidFill>
                  <a:srgbClr val="231F20"/>
                </a:solidFill>
                <a:latin typeface="Georgia"/>
                <a:cs typeface="Georgia"/>
              </a:rPr>
              <a:t>cm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076240" y="8499023"/>
            <a:ext cx="32131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90" dirty="0">
                <a:solidFill>
                  <a:srgbClr val="231F20"/>
                </a:solidFill>
                <a:latin typeface="Georgia"/>
                <a:cs typeface="Georgia"/>
              </a:rPr>
              <a:t>4</a:t>
            </a:r>
            <a:r>
              <a:rPr sz="850" spc="140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95" dirty="0">
                <a:solidFill>
                  <a:srgbClr val="231F20"/>
                </a:solidFill>
                <a:latin typeface="Georgia"/>
                <a:cs typeface="Georgia"/>
              </a:rPr>
              <a:t>cm</a:t>
            </a:r>
            <a:endParaRPr sz="850">
              <a:latin typeface="Georgia"/>
              <a:cs typeface="Georgi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6155002" y="8237642"/>
            <a:ext cx="1001394" cy="795655"/>
            <a:chOff x="6155002" y="8237642"/>
            <a:chExt cx="1001394" cy="795655"/>
          </a:xfrm>
        </p:grpSpPr>
        <p:sp>
          <p:nvSpPr>
            <p:cNvPr id="78" name="object 78"/>
            <p:cNvSpPr/>
            <p:nvPr/>
          </p:nvSpPr>
          <p:spPr>
            <a:xfrm>
              <a:off x="7077694" y="8827924"/>
              <a:ext cx="50800" cy="74930"/>
            </a:xfrm>
            <a:custGeom>
              <a:avLst/>
              <a:gdLst/>
              <a:ahLst/>
              <a:cxnLst/>
              <a:rect l="l" t="t" r="r" b="b"/>
              <a:pathLst>
                <a:path w="50800" h="74929">
                  <a:moveTo>
                    <a:pt x="1230" y="74510"/>
                  </a:moveTo>
                  <a:lnTo>
                    <a:pt x="0" y="40078"/>
                  </a:lnTo>
                  <a:lnTo>
                    <a:pt x="4718" y="20839"/>
                  </a:lnTo>
                  <a:lnTo>
                    <a:pt x="20002" y="9808"/>
                  </a:lnTo>
                  <a:lnTo>
                    <a:pt x="50468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192908" y="8273647"/>
              <a:ext cx="960119" cy="629285"/>
            </a:xfrm>
            <a:custGeom>
              <a:avLst/>
              <a:gdLst/>
              <a:ahLst/>
              <a:cxnLst/>
              <a:rect l="l" t="t" r="r" b="b"/>
              <a:pathLst>
                <a:path w="960120" h="629284">
                  <a:moveTo>
                    <a:pt x="0" y="628726"/>
                  </a:moveTo>
                  <a:lnTo>
                    <a:pt x="959802" y="628726"/>
                  </a:lnTo>
                  <a:lnTo>
                    <a:pt x="752690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154995" y="8237651"/>
              <a:ext cx="818515" cy="688340"/>
            </a:xfrm>
            <a:custGeom>
              <a:avLst/>
              <a:gdLst/>
              <a:ahLst/>
              <a:cxnLst/>
              <a:rect l="l" t="t" r="r" b="b"/>
              <a:pathLst>
                <a:path w="818515" h="688340">
                  <a:moveTo>
                    <a:pt x="55740" y="641210"/>
                  </a:moveTo>
                  <a:lnTo>
                    <a:pt x="0" y="664718"/>
                  </a:lnTo>
                  <a:lnTo>
                    <a:pt x="55740" y="688238"/>
                  </a:lnTo>
                  <a:lnTo>
                    <a:pt x="45745" y="664718"/>
                  </a:lnTo>
                  <a:lnTo>
                    <a:pt x="55740" y="641210"/>
                  </a:lnTo>
                  <a:close/>
                </a:path>
                <a:path w="818515" h="688340">
                  <a:moveTo>
                    <a:pt x="818515" y="45593"/>
                  </a:moveTo>
                  <a:lnTo>
                    <a:pt x="778738" y="0"/>
                  </a:lnTo>
                  <a:lnTo>
                    <a:pt x="773849" y="60299"/>
                  </a:lnTo>
                  <a:lnTo>
                    <a:pt x="793051" y="43459"/>
                  </a:lnTo>
                  <a:lnTo>
                    <a:pt x="818515" y="45593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0660" y="8784560"/>
              <a:ext cx="67945" cy="245745"/>
            </a:xfrm>
            <a:custGeom>
              <a:avLst/>
              <a:gdLst/>
              <a:ahLst/>
              <a:cxnLst/>
              <a:rect l="l" t="t" r="r" b="b"/>
              <a:pathLst>
                <a:path w="67945" h="245745">
                  <a:moveTo>
                    <a:pt x="40457" y="245135"/>
                  </a:moveTo>
                  <a:lnTo>
                    <a:pt x="8015" y="173682"/>
                  </a:lnTo>
                  <a:lnTo>
                    <a:pt x="0" y="124329"/>
                  </a:lnTo>
                  <a:lnTo>
                    <a:pt x="18927" y="74096"/>
                  </a:lnTo>
                  <a:lnTo>
                    <a:pt x="67317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855924" y="8309912"/>
              <a:ext cx="233045" cy="105410"/>
            </a:xfrm>
            <a:custGeom>
              <a:avLst/>
              <a:gdLst/>
              <a:ahLst/>
              <a:cxnLst/>
              <a:rect l="l" t="t" r="r" b="b"/>
              <a:pathLst>
                <a:path w="233045" h="105409">
                  <a:moveTo>
                    <a:pt x="0" y="105384"/>
                  </a:moveTo>
                  <a:lnTo>
                    <a:pt x="47882" y="44459"/>
                  </a:lnTo>
                  <a:lnTo>
                    <a:pt x="88115" y="13173"/>
                  </a:lnTo>
                  <a:lnTo>
                    <a:pt x="142546" y="1646"/>
                  </a:lnTo>
                  <a:lnTo>
                    <a:pt x="233019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291798" y="888994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316" y="0"/>
                  </a:moveTo>
                  <a:lnTo>
                    <a:pt x="5562" y="0"/>
                  </a:lnTo>
                  <a:lnTo>
                    <a:pt x="0" y="5562"/>
                  </a:lnTo>
                  <a:lnTo>
                    <a:pt x="0" y="19303"/>
                  </a:lnTo>
                  <a:lnTo>
                    <a:pt x="5562" y="24879"/>
                  </a:lnTo>
                  <a:lnTo>
                    <a:pt x="19316" y="24879"/>
                  </a:lnTo>
                  <a:lnTo>
                    <a:pt x="24879" y="19303"/>
                  </a:lnTo>
                  <a:lnTo>
                    <a:pt x="24879" y="12433"/>
                  </a:lnTo>
                  <a:lnTo>
                    <a:pt x="24879" y="5562"/>
                  </a:lnTo>
                  <a:lnTo>
                    <a:pt x="1931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6959731" y="8175397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954312" y="832137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316" y="0"/>
                </a:moveTo>
                <a:lnTo>
                  <a:pt x="5562" y="0"/>
                </a:lnTo>
                <a:lnTo>
                  <a:pt x="0" y="5575"/>
                </a:lnTo>
                <a:lnTo>
                  <a:pt x="0" y="19316"/>
                </a:lnTo>
                <a:lnTo>
                  <a:pt x="5562" y="24879"/>
                </a:lnTo>
                <a:lnTo>
                  <a:pt x="19316" y="24879"/>
                </a:lnTo>
                <a:lnTo>
                  <a:pt x="24879" y="19316"/>
                </a:lnTo>
                <a:lnTo>
                  <a:pt x="24879" y="12445"/>
                </a:lnTo>
                <a:lnTo>
                  <a:pt x="24879" y="5575"/>
                </a:lnTo>
                <a:lnTo>
                  <a:pt x="1931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6" name="object 86"/>
          <p:cNvGrpSpPr/>
          <p:nvPr/>
        </p:nvGrpSpPr>
        <p:grpSpPr>
          <a:xfrm>
            <a:off x="624174" y="2918995"/>
            <a:ext cx="6756400" cy="347980"/>
            <a:chOff x="624174" y="2918995"/>
            <a:chExt cx="6756400" cy="347980"/>
          </a:xfrm>
        </p:grpSpPr>
        <p:sp>
          <p:nvSpPr>
            <p:cNvPr id="87" name="object 87"/>
            <p:cNvSpPr/>
            <p:nvPr/>
          </p:nvSpPr>
          <p:spPr>
            <a:xfrm>
              <a:off x="744822" y="3092757"/>
              <a:ext cx="6635750" cy="0"/>
            </a:xfrm>
            <a:custGeom>
              <a:avLst/>
              <a:gdLst/>
              <a:ahLst/>
              <a:cxnLst/>
              <a:rect l="l" t="t" r="r" b="b"/>
              <a:pathLst>
                <a:path w="6635750">
                  <a:moveTo>
                    <a:pt x="663517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24174" y="2918995"/>
              <a:ext cx="1445895" cy="347980"/>
            </a:xfrm>
            <a:custGeom>
              <a:avLst/>
              <a:gdLst/>
              <a:ahLst/>
              <a:cxnLst/>
              <a:rect l="l" t="t" r="r" b="b"/>
              <a:pathLst>
                <a:path w="1445895" h="347979">
                  <a:moveTo>
                    <a:pt x="14229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422971" y="347522"/>
                  </a:lnTo>
                  <a:lnTo>
                    <a:pt x="1432476" y="305340"/>
                  </a:lnTo>
                  <a:lnTo>
                    <a:pt x="1439556" y="262304"/>
                  </a:lnTo>
                  <a:lnTo>
                    <a:pt x="1443975" y="218437"/>
                  </a:lnTo>
                  <a:lnTo>
                    <a:pt x="1445501" y="173761"/>
                  </a:lnTo>
                  <a:lnTo>
                    <a:pt x="1443975" y="129091"/>
                  </a:lnTo>
                  <a:lnTo>
                    <a:pt x="1439556" y="85223"/>
                  </a:lnTo>
                  <a:lnTo>
                    <a:pt x="1432476" y="42184"/>
                  </a:lnTo>
                  <a:lnTo>
                    <a:pt x="1422971" y="0"/>
                  </a:lnTo>
                  <a:close/>
                </a:path>
              </a:pathLst>
            </a:custGeom>
            <a:solidFill>
              <a:srgbClr val="006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1073796" y="2968843"/>
            <a:ext cx="535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165" dirty="0">
                <a:solidFill>
                  <a:srgbClr val="FFFFFF"/>
                </a:solidFill>
                <a:latin typeface="Times New Roman"/>
                <a:cs typeface="Times New Roman"/>
              </a:rPr>
              <a:t>ÖRNEK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745262" y="9374982"/>
            <a:ext cx="249554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10" dirty="0">
                <a:solidFill>
                  <a:srgbClr val="FFFFFF"/>
                </a:solidFill>
                <a:latin typeface="Arial"/>
                <a:cs typeface="Arial"/>
              </a:rPr>
              <a:t>23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7316" y="662668"/>
            <a:ext cx="6757670" cy="762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00"/>
              </a:spcBef>
            </a:pPr>
            <a:r>
              <a:rPr sz="1400" b="1" i="1" spc="-110" dirty="0">
                <a:solidFill>
                  <a:srgbClr val="649DD4"/>
                </a:solidFill>
                <a:latin typeface="Times New Roman"/>
                <a:cs typeface="Times New Roman"/>
              </a:rPr>
              <a:t>B</a:t>
            </a:r>
            <a:r>
              <a:rPr sz="1400" b="1" i="1" spc="-35" dirty="0">
                <a:solidFill>
                  <a:srgbClr val="649DD4"/>
                </a:solidFill>
                <a:latin typeface="Times New Roman"/>
                <a:cs typeface="Times New Roman"/>
              </a:rPr>
              <a:t>.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75" dirty="0">
                <a:solidFill>
                  <a:srgbClr val="649DD4"/>
                </a:solidFill>
                <a:latin typeface="Times New Roman"/>
                <a:cs typeface="Times New Roman"/>
              </a:rPr>
              <a:t>Aç</a:t>
            </a:r>
            <a:r>
              <a:rPr sz="1400" b="1" i="1" spc="-30" dirty="0">
                <a:solidFill>
                  <a:srgbClr val="649DD4"/>
                </a:solidFill>
                <a:latin typeface="Times New Roman"/>
                <a:cs typeface="Times New Roman"/>
              </a:rPr>
              <a:t>ı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65" dirty="0">
                <a:solidFill>
                  <a:srgbClr val="649DD4"/>
                </a:solidFill>
                <a:latin typeface="Times New Roman"/>
                <a:cs typeface="Times New Roman"/>
              </a:rPr>
              <a:t>–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170" dirty="0">
                <a:solidFill>
                  <a:srgbClr val="649DD4"/>
                </a:solidFill>
                <a:latin typeface="Times New Roman"/>
                <a:cs typeface="Times New Roman"/>
              </a:rPr>
              <a:t>K</a:t>
            </a:r>
            <a:r>
              <a:rPr sz="1400" b="1" i="1" spc="-45" dirty="0">
                <a:solidFill>
                  <a:srgbClr val="649DD4"/>
                </a:solidFill>
                <a:latin typeface="Times New Roman"/>
                <a:cs typeface="Times New Roman"/>
              </a:rPr>
              <a:t>ena</a:t>
            </a:r>
            <a:r>
              <a:rPr sz="1400" b="1" i="1" spc="-25" dirty="0">
                <a:solidFill>
                  <a:srgbClr val="649DD4"/>
                </a:solidFill>
                <a:latin typeface="Times New Roman"/>
                <a:cs typeface="Times New Roman"/>
              </a:rPr>
              <a:t>r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65" dirty="0">
                <a:solidFill>
                  <a:srgbClr val="649DD4"/>
                </a:solidFill>
                <a:latin typeface="Times New Roman"/>
                <a:cs typeface="Times New Roman"/>
              </a:rPr>
              <a:t>–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75" dirty="0">
                <a:solidFill>
                  <a:srgbClr val="649DD4"/>
                </a:solidFill>
                <a:latin typeface="Times New Roman"/>
                <a:cs typeface="Times New Roman"/>
              </a:rPr>
              <a:t>Aç</a:t>
            </a:r>
            <a:r>
              <a:rPr sz="1400" b="1" i="1" spc="-30" dirty="0">
                <a:solidFill>
                  <a:srgbClr val="649DD4"/>
                </a:solidFill>
                <a:latin typeface="Times New Roman"/>
                <a:cs typeface="Times New Roman"/>
              </a:rPr>
              <a:t>ı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40" dirty="0">
                <a:solidFill>
                  <a:srgbClr val="649DD4"/>
                </a:solidFill>
                <a:latin typeface="Times New Roman"/>
                <a:cs typeface="Times New Roman"/>
              </a:rPr>
              <a:t>(A.K.A.</a:t>
            </a:r>
            <a:r>
              <a:rPr sz="1400" b="1" i="1" spc="-20" dirty="0">
                <a:solidFill>
                  <a:srgbClr val="649DD4"/>
                </a:solidFill>
                <a:latin typeface="Times New Roman"/>
                <a:cs typeface="Times New Roman"/>
              </a:rPr>
              <a:t>)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175" dirty="0">
                <a:solidFill>
                  <a:srgbClr val="649DD4"/>
                </a:solidFill>
                <a:latin typeface="Times New Roman"/>
                <a:cs typeface="Times New Roman"/>
              </a:rPr>
              <a:t>Ç</a:t>
            </a:r>
            <a:r>
              <a:rPr sz="1400" b="1" i="1" spc="-65" dirty="0">
                <a:solidFill>
                  <a:srgbClr val="649DD4"/>
                </a:solidFill>
                <a:latin typeface="Times New Roman"/>
                <a:cs typeface="Times New Roman"/>
              </a:rPr>
              <a:t>izimi</a:t>
            </a:r>
            <a:endParaRPr sz="1400">
              <a:latin typeface="Times New Roman"/>
              <a:cs typeface="Times New Roman"/>
            </a:endParaRPr>
          </a:p>
          <a:p>
            <a:pPr marL="192405" marR="5080" indent="-180340">
              <a:lnSpc>
                <a:spcPts val="2100"/>
              </a:lnSpc>
              <a:spcBef>
                <a:spcPts val="2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45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tiçgenin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iki</a:t>
            </a:r>
            <a:r>
              <a:rPr sz="1000" i="1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açısının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ölçtisti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ve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i="1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iki</a:t>
            </a:r>
            <a:r>
              <a:rPr sz="1000" i="1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açı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arasındaki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kenarın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uzunluğu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verilirse,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verilen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i="1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bil- </a:t>
            </a:r>
            <a:r>
              <a:rPr sz="1000" i="1" spc="-3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gileri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içeren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tek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tiçgen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çizilebilir.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9200" y="2671410"/>
            <a:ext cx="6790055" cy="11322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b="1" i="1" spc="-2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480" baseline="25000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b="1" i="1" spc="-320" dirty="0">
                <a:solidFill>
                  <a:srgbClr val="231F20"/>
                </a:solidFill>
                <a:latin typeface="Verdana"/>
                <a:cs typeface="Verdana"/>
              </a:rPr>
              <a:t>B</a:t>
            </a:r>
            <a:r>
              <a:rPr sz="1000" b="1" i="1" spc="-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8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b="1" i="1" spc="1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0" dirty="0">
                <a:solidFill>
                  <a:srgbClr val="231F20"/>
                </a:solidFill>
                <a:latin typeface="Verdana"/>
                <a:cs typeface="Verdana"/>
              </a:rPr>
              <a:t>70°,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b="1" i="1" spc="-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397" baseline="25000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b="1" i="1" spc="-265" dirty="0">
                <a:solidFill>
                  <a:srgbClr val="231F20"/>
                </a:solidFill>
                <a:latin typeface="Verdana"/>
                <a:cs typeface="Verdana"/>
              </a:rPr>
              <a:t>C</a:t>
            </a:r>
            <a:r>
              <a:rPr sz="1000" b="1" i="1" spc="-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8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b="1" i="1" spc="1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0" dirty="0">
                <a:solidFill>
                  <a:srgbClr val="231F20"/>
                </a:solidFill>
                <a:latin typeface="Verdana"/>
                <a:cs typeface="Verdana"/>
              </a:rPr>
              <a:t>30°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30" dirty="0">
                <a:solidFill>
                  <a:srgbClr val="231F20"/>
                </a:solidFill>
                <a:latin typeface="Verdana"/>
                <a:cs typeface="Verdana"/>
              </a:rPr>
              <a:t>|BC|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8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b="1" i="1" spc="1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5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cm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olan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üçgenini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çizelim.</a:t>
            </a:r>
            <a:endParaRPr sz="1000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  <a:spcBef>
                <a:spcPts val="2200"/>
              </a:spcBef>
            </a:pPr>
            <a:r>
              <a:rPr sz="1000" b="1" i="1" spc="-190" dirty="0">
                <a:solidFill>
                  <a:srgbClr val="EC008C"/>
                </a:solidFill>
                <a:latin typeface="Verdana"/>
                <a:cs typeface="Verdana"/>
              </a:rPr>
              <a:t>1.</a:t>
            </a:r>
            <a:r>
              <a:rPr sz="1000" b="1" i="1" spc="-4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Uzunluğu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olan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doğru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parçası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çizelim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uç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noktalarını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harfleri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adlandıralım.</a:t>
            </a:r>
            <a:endParaRPr sz="1000">
              <a:latin typeface="Arial"/>
              <a:cs typeface="Arial"/>
            </a:endParaRPr>
          </a:p>
          <a:p>
            <a:pPr marL="42545" algn="ctr">
              <a:lnSpc>
                <a:spcPct val="100000"/>
              </a:lnSpc>
              <a:spcBef>
                <a:spcPts val="1315"/>
              </a:spcBef>
              <a:tabLst>
                <a:tab pos="675640" algn="l"/>
                <a:tab pos="1447165" algn="l"/>
              </a:tabLst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	</a:t>
            </a:r>
            <a:r>
              <a:rPr sz="900" i="1" spc="130" dirty="0">
                <a:solidFill>
                  <a:srgbClr val="EC008C"/>
                </a:solidFill>
                <a:latin typeface="Arial"/>
                <a:cs typeface="Arial"/>
              </a:rPr>
              <a:t>5</a:t>
            </a:r>
            <a:r>
              <a:rPr sz="900" i="1" spc="19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EC008C"/>
                </a:solidFill>
                <a:latin typeface="Arial"/>
                <a:cs typeface="Arial"/>
              </a:rPr>
              <a:t>cm	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88977" y="3609954"/>
            <a:ext cx="1456690" cy="35560"/>
            <a:chOff x="3188977" y="3609954"/>
            <a:chExt cx="1456690" cy="35560"/>
          </a:xfrm>
        </p:grpSpPr>
        <p:sp>
          <p:nvSpPr>
            <p:cNvPr id="14" name="object 14"/>
            <p:cNvSpPr/>
            <p:nvPr/>
          </p:nvSpPr>
          <p:spPr>
            <a:xfrm>
              <a:off x="3208586" y="3627535"/>
              <a:ext cx="1419860" cy="0"/>
            </a:xfrm>
            <a:custGeom>
              <a:avLst/>
              <a:gdLst/>
              <a:ahLst/>
              <a:cxnLst/>
              <a:rect l="l" t="t" r="r" b="b"/>
              <a:pathLst>
                <a:path w="1419860">
                  <a:moveTo>
                    <a:pt x="0" y="0"/>
                  </a:moveTo>
                  <a:lnTo>
                    <a:pt x="1419313" y="0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88974" y="3609961"/>
              <a:ext cx="1456690" cy="35560"/>
            </a:xfrm>
            <a:custGeom>
              <a:avLst/>
              <a:gdLst/>
              <a:ahLst/>
              <a:cxnLst/>
              <a:rect l="l" t="t" r="r" b="b"/>
              <a:pathLst>
                <a:path w="1456689" h="35560">
                  <a:moveTo>
                    <a:pt x="35445" y="7924"/>
                  </a:moveTo>
                  <a:lnTo>
                    <a:pt x="27508" y="0"/>
                  </a:lnTo>
                  <a:lnTo>
                    <a:pt x="7912" y="0"/>
                  </a:lnTo>
                  <a:lnTo>
                    <a:pt x="0" y="7924"/>
                  </a:lnTo>
                  <a:lnTo>
                    <a:pt x="0" y="27520"/>
                  </a:lnTo>
                  <a:lnTo>
                    <a:pt x="7912" y="35445"/>
                  </a:lnTo>
                  <a:lnTo>
                    <a:pt x="27508" y="35445"/>
                  </a:lnTo>
                  <a:lnTo>
                    <a:pt x="35445" y="27520"/>
                  </a:lnTo>
                  <a:lnTo>
                    <a:pt x="35445" y="17729"/>
                  </a:lnTo>
                  <a:lnTo>
                    <a:pt x="35445" y="7924"/>
                  </a:lnTo>
                  <a:close/>
                </a:path>
                <a:path w="1456689" h="35560">
                  <a:moveTo>
                    <a:pt x="1456182" y="7924"/>
                  </a:moveTo>
                  <a:lnTo>
                    <a:pt x="1448244" y="0"/>
                  </a:lnTo>
                  <a:lnTo>
                    <a:pt x="1428648" y="0"/>
                  </a:lnTo>
                  <a:lnTo>
                    <a:pt x="1420736" y="7924"/>
                  </a:lnTo>
                  <a:lnTo>
                    <a:pt x="1420736" y="27520"/>
                  </a:lnTo>
                  <a:lnTo>
                    <a:pt x="1428648" y="35445"/>
                  </a:lnTo>
                  <a:lnTo>
                    <a:pt x="1448244" y="35445"/>
                  </a:lnTo>
                  <a:lnTo>
                    <a:pt x="1456182" y="27520"/>
                  </a:lnTo>
                  <a:lnTo>
                    <a:pt x="1456182" y="17729"/>
                  </a:lnTo>
                  <a:lnTo>
                    <a:pt x="1456182" y="7924"/>
                  </a:lnTo>
                  <a:close/>
                </a:path>
              </a:pathLst>
            </a:custGeom>
            <a:solidFill>
              <a:srgbClr val="A323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27284" y="4337396"/>
            <a:ext cx="4305300" cy="6731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2.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41700"/>
              </a:lnSpc>
            </a:pP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Ťletki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(Açı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ölçer)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yardımıyla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köşesi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noktası,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kollarından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biri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olan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70°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lik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açı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458009" y="5507610"/>
            <a:ext cx="64769" cy="63500"/>
          </a:xfrm>
          <a:custGeom>
            <a:avLst/>
            <a:gdLst/>
            <a:ahLst/>
            <a:cxnLst/>
            <a:rect l="l" t="t" r="r" b="b"/>
            <a:pathLst>
              <a:path w="64770" h="63500">
                <a:moveTo>
                  <a:pt x="23253" y="0"/>
                </a:moveTo>
                <a:lnTo>
                  <a:pt x="0" y="63309"/>
                </a:lnTo>
                <a:lnTo>
                  <a:pt x="64693" y="62788"/>
                </a:lnTo>
                <a:lnTo>
                  <a:pt x="61299" y="43275"/>
                </a:lnTo>
                <a:lnTo>
                  <a:pt x="52189" y="26550"/>
                </a:lnTo>
                <a:lnTo>
                  <a:pt x="38970" y="12248"/>
                </a:lnTo>
                <a:lnTo>
                  <a:pt x="23253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636529" y="5579487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0391" y="5576401"/>
            <a:ext cx="341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30" dirty="0">
                <a:solidFill>
                  <a:srgbClr val="EC008C"/>
                </a:solidFill>
                <a:latin typeface="Arial"/>
                <a:cs typeface="Arial"/>
              </a:rPr>
              <a:t>5</a:t>
            </a:r>
            <a:r>
              <a:rPr sz="900" i="1" spc="12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EC008C"/>
                </a:solidFill>
                <a:latin typeface="Arial"/>
                <a:cs typeface="Arial"/>
              </a:rPr>
              <a:t>cm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46348" y="5234415"/>
            <a:ext cx="2311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70°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47719" y="4523807"/>
            <a:ext cx="1831339" cy="1144905"/>
            <a:chOff x="5147719" y="4523807"/>
            <a:chExt cx="1831339" cy="1144905"/>
          </a:xfrm>
        </p:grpSpPr>
        <p:sp>
          <p:nvSpPr>
            <p:cNvPr id="22" name="object 22"/>
            <p:cNvSpPr/>
            <p:nvPr/>
          </p:nvSpPr>
          <p:spPr>
            <a:xfrm>
              <a:off x="5459902" y="5571985"/>
              <a:ext cx="1459230" cy="0"/>
            </a:xfrm>
            <a:custGeom>
              <a:avLst/>
              <a:gdLst/>
              <a:ahLst/>
              <a:cxnLst/>
              <a:rect l="l" t="t" r="r" b="b"/>
              <a:pathLst>
                <a:path w="1459229">
                  <a:moveTo>
                    <a:pt x="1459001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98661" y="5542749"/>
              <a:ext cx="80645" cy="59055"/>
            </a:xfrm>
            <a:custGeom>
              <a:avLst/>
              <a:gdLst/>
              <a:ahLst/>
              <a:cxnLst/>
              <a:rect l="l" t="t" r="r" b="b"/>
              <a:pathLst>
                <a:path w="80645" h="59054">
                  <a:moveTo>
                    <a:pt x="0" y="0"/>
                  </a:moveTo>
                  <a:lnTo>
                    <a:pt x="20243" y="29235"/>
                  </a:lnTo>
                  <a:lnTo>
                    <a:pt x="0" y="58470"/>
                  </a:lnTo>
                  <a:lnTo>
                    <a:pt x="80327" y="292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23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56908" y="4580268"/>
              <a:ext cx="361950" cy="994410"/>
            </a:xfrm>
            <a:custGeom>
              <a:avLst/>
              <a:gdLst/>
              <a:ahLst/>
              <a:cxnLst/>
              <a:rect l="l" t="t" r="r" b="b"/>
              <a:pathLst>
                <a:path w="361950" h="994410">
                  <a:moveTo>
                    <a:pt x="361721" y="0"/>
                  </a:moveTo>
                  <a:lnTo>
                    <a:pt x="0" y="993800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84239" y="4523807"/>
              <a:ext cx="55244" cy="85725"/>
            </a:xfrm>
            <a:custGeom>
              <a:avLst/>
              <a:gdLst/>
              <a:ahLst/>
              <a:cxnLst/>
              <a:rect l="l" t="t" r="r" b="b"/>
              <a:pathLst>
                <a:path w="55245" h="85725">
                  <a:moveTo>
                    <a:pt x="54940" y="0"/>
                  </a:moveTo>
                  <a:lnTo>
                    <a:pt x="0" y="65493"/>
                  </a:lnTo>
                  <a:lnTo>
                    <a:pt x="34391" y="56464"/>
                  </a:lnTo>
                  <a:lnTo>
                    <a:pt x="54940" y="85483"/>
                  </a:lnTo>
                  <a:lnTo>
                    <a:pt x="54940" y="0"/>
                  </a:lnTo>
                  <a:close/>
                </a:path>
              </a:pathLst>
            </a:custGeom>
            <a:solidFill>
              <a:srgbClr val="A323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88398" y="5559031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0"/>
                  </a:moveTo>
                  <a:lnTo>
                    <a:pt x="0" y="25908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81263" y="5507610"/>
              <a:ext cx="41910" cy="62865"/>
            </a:xfrm>
            <a:custGeom>
              <a:avLst/>
              <a:gdLst/>
              <a:ahLst/>
              <a:cxnLst/>
              <a:rect l="l" t="t" r="r" b="b"/>
              <a:pathLst>
                <a:path w="41910" h="62864">
                  <a:moveTo>
                    <a:pt x="41440" y="62788"/>
                  </a:moveTo>
                  <a:lnTo>
                    <a:pt x="38397" y="42644"/>
                  </a:lnTo>
                  <a:lnTo>
                    <a:pt x="29873" y="24869"/>
                  </a:lnTo>
                  <a:lnTo>
                    <a:pt x="16772" y="1035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50894" y="5360183"/>
              <a:ext cx="615315" cy="305435"/>
            </a:xfrm>
            <a:custGeom>
              <a:avLst/>
              <a:gdLst/>
              <a:ahLst/>
              <a:cxnLst/>
              <a:rect l="l" t="t" r="r" b="b"/>
              <a:pathLst>
                <a:path w="615314" h="305435">
                  <a:moveTo>
                    <a:pt x="309880" y="0"/>
                  </a:moveTo>
                  <a:lnTo>
                    <a:pt x="259586" y="5246"/>
                  </a:lnTo>
                  <a:lnTo>
                    <a:pt x="213382" y="20334"/>
                  </a:lnTo>
                  <a:lnTo>
                    <a:pt x="172556" y="44282"/>
                  </a:lnTo>
                  <a:lnTo>
                    <a:pt x="138395" y="76110"/>
                  </a:lnTo>
                  <a:lnTo>
                    <a:pt x="112190" y="114839"/>
                  </a:lnTo>
                  <a:lnTo>
                    <a:pt x="95228" y="159489"/>
                  </a:lnTo>
                  <a:lnTo>
                    <a:pt x="88798" y="209080"/>
                  </a:lnTo>
                  <a:lnTo>
                    <a:pt x="0" y="209080"/>
                  </a:lnTo>
                  <a:lnTo>
                    <a:pt x="0" y="305079"/>
                  </a:lnTo>
                  <a:lnTo>
                    <a:pt x="615276" y="305079"/>
                  </a:lnTo>
                  <a:lnTo>
                    <a:pt x="615276" y="215099"/>
                  </a:lnTo>
                  <a:lnTo>
                    <a:pt x="175209" y="215099"/>
                  </a:lnTo>
                  <a:lnTo>
                    <a:pt x="186648" y="164202"/>
                  </a:lnTo>
                  <a:lnTo>
                    <a:pt x="215660" y="123391"/>
                  </a:lnTo>
                  <a:lnTo>
                    <a:pt x="258114" y="96265"/>
                  </a:lnTo>
                  <a:lnTo>
                    <a:pt x="309880" y="86423"/>
                  </a:lnTo>
                  <a:lnTo>
                    <a:pt x="488354" y="86423"/>
                  </a:lnTo>
                  <a:lnTo>
                    <a:pt x="481375" y="76110"/>
                  </a:lnTo>
                  <a:lnTo>
                    <a:pt x="447214" y="44282"/>
                  </a:lnTo>
                  <a:lnTo>
                    <a:pt x="406385" y="20334"/>
                  </a:lnTo>
                  <a:lnTo>
                    <a:pt x="360178" y="5246"/>
                  </a:lnTo>
                  <a:lnTo>
                    <a:pt x="309880" y="0"/>
                  </a:lnTo>
                  <a:close/>
                </a:path>
                <a:path w="615314" h="305435">
                  <a:moveTo>
                    <a:pt x="488354" y="86423"/>
                  </a:moveTo>
                  <a:lnTo>
                    <a:pt x="309880" y="86423"/>
                  </a:lnTo>
                  <a:lnTo>
                    <a:pt x="361653" y="96124"/>
                  </a:lnTo>
                  <a:lnTo>
                    <a:pt x="404110" y="122940"/>
                  </a:lnTo>
                  <a:lnTo>
                    <a:pt x="433123" y="163442"/>
                  </a:lnTo>
                  <a:lnTo>
                    <a:pt x="444563" y="214198"/>
                  </a:lnTo>
                  <a:lnTo>
                    <a:pt x="175209" y="215099"/>
                  </a:lnTo>
                  <a:lnTo>
                    <a:pt x="615276" y="215099"/>
                  </a:lnTo>
                  <a:lnTo>
                    <a:pt x="615276" y="209080"/>
                  </a:lnTo>
                  <a:lnTo>
                    <a:pt x="530974" y="209080"/>
                  </a:lnTo>
                  <a:lnTo>
                    <a:pt x="524544" y="159489"/>
                  </a:lnTo>
                  <a:lnTo>
                    <a:pt x="507581" y="114839"/>
                  </a:lnTo>
                  <a:lnTo>
                    <a:pt x="488354" y="86423"/>
                  </a:lnTo>
                  <a:close/>
                </a:path>
              </a:pathLst>
            </a:custGeom>
            <a:solidFill>
              <a:srgbClr val="FED5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50894" y="5360183"/>
              <a:ext cx="615315" cy="305435"/>
            </a:xfrm>
            <a:custGeom>
              <a:avLst/>
              <a:gdLst/>
              <a:ahLst/>
              <a:cxnLst/>
              <a:rect l="l" t="t" r="r" b="b"/>
              <a:pathLst>
                <a:path w="615314" h="305435">
                  <a:moveTo>
                    <a:pt x="615276" y="305079"/>
                  </a:moveTo>
                  <a:lnTo>
                    <a:pt x="615276" y="209080"/>
                  </a:lnTo>
                  <a:lnTo>
                    <a:pt x="530974" y="209080"/>
                  </a:lnTo>
                  <a:lnTo>
                    <a:pt x="524544" y="159489"/>
                  </a:lnTo>
                  <a:lnTo>
                    <a:pt x="507581" y="114839"/>
                  </a:lnTo>
                  <a:lnTo>
                    <a:pt x="481375" y="76110"/>
                  </a:lnTo>
                  <a:lnTo>
                    <a:pt x="447214" y="44282"/>
                  </a:lnTo>
                  <a:lnTo>
                    <a:pt x="406385" y="20334"/>
                  </a:lnTo>
                  <a:lnTo>
                    <a:pt x="360178" y="5246"/>
                  </a:lnTo>
                  <a:lnTo>
                    <a:pt x="309880" y="0"/>
                  </a:lnTo>
                  <a:lnTo>
                    <a:pt x="259586" y="5246"/>
                  </a:lnTo>
                  <a:lnTo>
                    <a:pt x="213382" y="20334"/>
                  </a:lnTo>
                  <a:lnTo>
                    <a:pt x="172556" y="44282"/>
                  </a:lnTo>
                  <a:lnTo>
                    <a:pt x="138395" y="76110"/>
                  </a:lnTo>
                  <a:lnTo>
                    <a:pt x="112190" y="114839"/>
                  </a:lnTo>
                  <a:lnTo>
                    <a:pt x="95228" y="159489"/>
                  </a:lnTo>
                  <a:lnTo>
                    <a:pt x="88798" y="209080"/>
                  </a:lnTo>
                  <a:lnTo>
                    <a:pt x="0" y="209080"/>
                  </a:lnTo>
                  <a:lnTo>
                    <a:pt x="0" y="305079"/>
                  </a:lnTo>
                  <a:lnTo>
                    <a:pt x="615276" y="305079"/>
                  </a:lnTo>
                  <a:close/>
                </a:path>
                <a:path w="615314" h="305435">
                  <a:moveTo>
                    <a:pt x="444563" y="214198"/>
                  </a:moveTo>
                  <a:lnTo>
                    <a:pt x="175209" y="215099"/>
                  </a:lnTo>
                  <a:lnTo>
                    <a:pt x="186648" y="164202"/>
                  </a:lnTo>
                  <a:lnTo>
                    <a:pt x="215660" y="123391"/>
                  </a:lnTo>
                  <a:lnTo>
                    <a:pt x="258114" y="96265"/>
                  </a:lnTo>
                  <a:lnTo>
                    <a:pt x="309880" y="86423"/>
                  </a:lnTo>
                  <a:lnTo>
                    <a:pt x="361653" y="96124"/>
                  </a:lnTo>
                  <a:lnTo>
                    <a:pt x="404110" y="122940"/>
                  </a:lnTo>
                  <a:lnTo>
                    <a:pt x="433123" y="163442"/>
                  </a:lnTo>
                  <a:lnTo>
                    <a:pt x="444563" y="214198"/>
                  </a:lnTo>
                  <a:close/>
                </a:path>
              </a:pathLst>
            </a:custGeom>
            <a:ln w="6350">
              <a:solidFill>
                <a:srgbClr val="F582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394647" y="5570993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7284" y="6064596"/>
            <a:ext cx="4959985" cy="6731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b="1" i="1" spc="-95" dirty="0">
                <a:solidFill>
                  <a:srgbClr val="EC008C"/>
                </a:solidFill>
                <a:latin typeface="Verdana"/>
                <a:cs typeface="Verdana"/>
              </a:rPr>
              <a:t>3.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 indent="-635">
              <a:lnSpc>
                <a:spcPct val="141700"/>
              </a:lnSpc>
            </a:pP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Ťletki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yardımıyla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köşesi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noktası,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kollarından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biri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olan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30°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lik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 </a:t>
            </a:r>
            <a:r>
              <a:rPr sz="1000" i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açı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739413" y="7239841"/>
            <a:ext cx="1223645" cy="66675"/>
            <a:chOff x="5739413" y="7239841"/>
            <a:chExt cx="1223645" cy="66675"/>
          </a:xfrm>
        </p:grpSpPr>
        <p:sp>
          <p:nvSpPr>
            <p:cNvPr id="33" name="object 33"/>
            <p:cNvSpPr/>
            <p:nvPr/>
          </p:nvSpPr>
          <p:spPr>
            <a:xfrm>
              <a:off x="6886810" y="7260796"/>
              <a:ext cx="76200" cy="41910"/>
            </a:xfrm>
            <a:custGeom>
              <a:avLst/>
              <a:gdLst/>
              <a:ahLst/>
              <a:cxnLst/>
              <a:rect l="l" t="t" r="r" b="b"/>
              <a:pathLst>
                <a:path w="76200" h="41909">
                  <a:moveTo>
                    <a:pt x="10393" y="0"/>
                  </a:moveTo>
                  <a:lnTo>
                    <a:pt x="2885" y="10064"/>
                  </a:lnTo>
                  <a:lnTo>
                    <a:pt x="0" y="21105"/>
                  </a:lnTo>
                  <a:lnTo>
                    <a:pt x="422" y="31945"/>
                  </a:lnTo>
                  <a:lnTo>
                    <a:pt x="2836" y="41401"/>
                  </a:lnTo>
                  <a:lnTo>
                    <a:pt x="75912" y="41046"/>
                  </a:lnTo>
                  <a:lnTo>
                    <a:pt x="10393" y="0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83221" y="7261053"/>
              <a:ext cx="13335" cy="41910"/>
            </a:xfrm>
            <a:custGeom>
              <a:avLst/>
              <a:gdLst/>
              <a:ahLst/>
              <a:cxnLst/>
              <a:rect l="l" t="t" r="r" b="b"/>
              <a:pathLst>
                <a:path w="13334" h="41909">
                  <a:moveTo>
                    <a:pt x="13001" y="0"/>
                  </a:moveTo>
                  <a:lnTo>
                    <a:pt x="3875" y="11284"/>
                  </a:lnTo>
                  <a:lnTo>
                    <a:pt x="0" y="19407"/>
                  </a:lnTo>
                  <a:lnTo>
                    <a:pt x="625" y="28294"/>
                  </a:lnTo>
                  <a:lnTo>
                    <a:pt x="5000" y="41871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39413" y="7239841"/>
              <a:ext cx="64769" cy="63500"/>
            </a:xfrm>
            <a:custGeom>
              <a:avLst/>
              <a:gdLst/>
              <a:ahLst/>
              <a:cxnLst/>
              <a:rect l="l" t="t" r="r" b="b"/>
              <a:pathLst>
                <a:path w="64770" h="63500">
                  <a:moveTo>
                    <a:pt x="23253" y="0"/>
                  </a:moveTo>
                  <a:lnTo>
                    <a:pt x="0" y="63309"/>
                  </a:lnTo>
                  <a:lnTo>
                    <a:pt x="64693" y="62788"/>
                  </a:lnTo>
                  <a:lnTo>
                    <a:pt x="61299" y="43275"/>
                  </a:lnTo>
                  <a:lnTo>
                    <a:pt x="52189" y="26550"/>
                  </a:lnTo>
                  <a:lnTo>
                    <a:pt x="38970" y="12248"/>
                  </a:lnTo>
                  <a:lnTo>
                    <a:pt x="23253" y="0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794434" y="7150203"/>
            <a:ext cx="2311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70°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94027" y="7128943"/>
            <a:ext cx="521970" cy="34226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265"/>
              </a:spcBef>
            </a:pPr>
            <a:r>
              <a:rPr sz="900" i="1" spc="130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900" i="1" spc="150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r>
              <a:rPr sz="900" i="1" spc="-55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i="1" spc="130" dirty="0">
                <a:solidFill>
                  <a:srgbClr val="EC008C"/>
                </a:solidFill>
                <a:latin typeface="Arial"/>
                <a:cs typeface="Arial"/>
              </a:rPr>
              <a:t>5</a:t>
            </a:r>
            <a:r>
              <a:rPr sz="900" i="1" spc="13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EC008C"/>
                </a:solidFill>
                <a:latin typeface="Arial"/>
                <a:cs typeface="Arial"/>
              </a:rPr>
              <a:t>cm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654488" y="6256037"/>
            <a:ext cx="1621155" cy="1144905"/>
            <a:chOff x="5654488" y="6256037"/>
            <a:chExt cx="1621155" cy="1144905"/>
          </a:xfrm>
        </p:grpSpPr>
        <p:sp>
          <p:nvSpPr>
            <p:cNvPr id="39" name="object 39"/>
            <p:cNvSpPr/>
            <p:nvPr/>
          </p:nvSpPr>
          <p:spPr>
            <a:xfrm>
              <a:off x="5741306" y="7304215"/>
              <a:ext cx="1463040" cy="0"/>
            </a:xfrm>
            <a:custGeom>
              <a:avLst/>
              <a:gdLst/>
              <a:ahLst/>
              <a:cxnLst/>
              <a:rect l="l" t="t" r="r" b="b"/>
              <a:pathLst>
                <a:path w="1463040">
                  <a:moveTo>
                    <a:pt x="1462620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706523" y="6574085"/>
              <a:ext cx="1263650" cy="729615"/>
            </a:xfrm>
            <a:custGeom>
              <a:avLst/>
              <a:gdLst/>
              <a:ahLst/>
              <a:cxnLst/>
              <a:rect l="l" t="t" r="r" b="b"/>
              <a:pathLst>
                <a:path w="1263650" h="729615">
                  <a:moveTo>
                    <a:pt x="1263535" y="72950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54488" y="6544040"/>
              <a:ext cx="84455" cy="66040"/>
            </a:xfrm>
            <a:custGeom>
              <a:avLst/>
              <a:gdLst/>
              <a:ahLst/>
              <a:cxnLst/>
              <a:rect l="l" t="t" r="r" b="b"/>
              <a:pathLst>
                <a:path w="84454" h="66040">
                  <a:moveTo>
                    <a:pt x="0" y="0"/>
                  </a:moveTo>
                  <a:lnTo>
                    <a:pt x="54952" y="65481"/>
                  </a:lnTo>
                  <a:lnTo>
                    <a:pt x="52031" y="30048"/>
                  </a:lnTo>
                  <a:lnTo>
                    <a:pt x="84188" y="14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23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38313" y="6312499"/>
              <a:ext cx="361950" cy="994410"/>
            </a:xfrm>
            <a:custGeom>
              <a:avLst/>
              <a:gdLst/>
              <a:ahLst/>
              <a:cxnLst/>
              <a:rect l="l" t="t" r="r" b="b"/>
              <a:pathLst>
                <a:path w="361950" h="994409">
                  <a:moveTo>
                    <a:pt x="361721" y="0"/>
                  </a:moveTo>
                  <a:lnTo>
                    <a:pt x="0" y="993800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065643" y="6256037"/>
              <a:ext cx="55244" cy="85725"/>
            </a:xfrm>
            <a:custGeom>
              <a:avLst/>
              <a:gdLst/>
              <a:ahLst/>
              <a:cxnLst/>
              <a:rect l="l" t="t" r="r" b="b"/>
              <a:pathLst>
                <a:path w="55245" h="85725">
                  <a:moveTo>
                    <a:pt x="54940" y="0"/>
                  </a:moveTo>
                  <a:lnTo>
                    <a:pt x="0" y="65493"/>
                  </a:lnTo>
                  <a:lnTo>
                    <a:pt x="34391" y="56464"/>
                  </a:lnTo>
                  <a:lnTo>
                    <a:pt x="54940" y="85483"/>
                  </a:lnTo>
                  <a:lnTo>
                    <a:pt x="54940" y="0"/>
                  </a:lnTo>
                  <a:close/>
                </a:path>
              </a:pathLst>
            </a:custGeom>
            <a:solidFill>
              <a:srgbClr val="A323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69803" y="7291261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4">
                  <a:moveTo>
                    <a:pt x="0" y="0"/>
                  </a:moveTo>
                  <a:lnTo>
                    <a:pt x="0" y="25908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762666" y="7239842"/>
              <a:ext cx="41910" cy="62865"/>
            </a:xfrm>
            <a:custGeom>
              <a:avLst/>
              <a:gdLst/>
              <a:ahLst/>
              <a:cxnLst/>
              <a:rect l="l" t="t" r="r" b="b"/>
              <a:pathLst>
                <a:path w="41910" h="62865">
                  <a:moveTo>
                    <a:pt x="41440" y="62788"/>
                  </a:moveTo>
                  <a:lnTo>
                    <a:pt x="38397" y="42644"/>
                  </a:lnTo>
                  <a:lnTo>
                    <a:pt x="29873" y="24869"/>
                  </a:lnTo>
                  <a:lnTo>
                    <a:pt x="16772" y="1035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656722" y="7092412"/>
              <a:ext cx="615315" cy="305435"/>
            </a:xfrm>
            <a:custGeom>
              <a:avLst/>
              <a:gdLst/>
              <a:ahLst/>
              <a:cxnLst/>
              <a:rect l="l" t="t" r="r" b="b"/>
              <a:pathLst>
                <a:path w="615315" h="305434">
                  <a:moveTo>
                    <a:pt x="309880" y="0"/>
                  </a:moveTo>
                  <a:lnTo>
                    <a:pt x="259586" y="5246"/>
                  </a:lnTo>
                  <a:lnTo>
                    <a:pt x="213382" y="20334"/>
                  </a:lnTo>
                  <a:lnTo>
                    <a:pt x="172556" y="44282"/>
                  </a:lnTo>
                  <a:lnTo>
                    <a:pt x="138395" y="76110"/>
                  </a:lnTo>
                  <a:lnTo>
                    <a:pt x="112190" y="114839"/>
                  </a:lnTo>
                  <a:lnTo>
                    <a:pt x="95228" y="159489"/>
                  </a:lnTo>
                  <a:lnTo>
                    <a:pt x="88798" y="209080"/>
                  </a:lnTo>
                  <a:lnTo>
                    <a:pt x="0" y="209080"/>
                  </a:lnTo>
                  <a:lnTo>
                    <a:pt x="0" y="305079"/>
                  </a:lnTo>
                  <a:lnTo>
                    <a:pt x="615276" y="305079"/>
                  </a:lnTo>
                  <a:lnTo>
                    <a:pt x="615276" y="215099"/>
                  </a:lnTo>
                  <a:lnTo>
                    <a:pt x="175209" y="215099"/>
                  </a:lnTo>
                  <a:lnTo>
                    <a:pt x="186648" y="164202"/>
                  </a:lnTo>
                  <a:lnTo>
                    <a:pt x="215660" y="123391"/>
                  </a:lnTo>
                  <a:lnTo>
                    <a:pt x="258114" y="96265"/>
                  </a:lnTo>
                  <a:lnTo>
                    <a:pt x="309880" y="86423"/>
                  </a:lnTo>
                  <a:lnTo>
                    <a:pt x="488354" y="86423"/>
                  </a:lnTo>
                  <a:lnTo>
                    <a:pt x="481375" y="76110"/>
                  </a:lnTo>
                  <a:lnTo>
                    <a:pt x="447214" y="44282"/>
                  </a:lnTo>
                  <a:lnTo>
                    <a:pt x="406385" y="20334"/>
                  </a:lnTo>
                  <a:lnTo>
                    <a:pt x="360178" y="5246"/>
                  </a:lnTo>
                  <a:lnTo>
                    <a:pt x="309880" y="0"/>
                  </a:lnTo>
                  <a:close/>
                </a:path>
                <a:path w="615315" h="305434">
                  <a:moveTo>
                    <a:pt x="488354" y="86423"/>
                  </a:moveTo>
                  <a:lnTo>
                    <a:pt x="309880" y="86423"/>
                  </a:lnTo>
                  <a:lnTo>
                    <a:pt x="361653" y="96124"/>
                  </a:lnTo>
                  <a:lnTo>
                    <a:pt x="404110" y="122940"/>
                  </a:lnTo>
                  <a:lnTo>
                    <a:pt x="433123" y="163442"/>
                  </a:lnTo>
                  <a:lnTo>
                    <a:pt x="444563" y="214198"/>
                  </a:lnTo>
                  <a:lnTo>
                    <a:pt x="175209" y="215099"/>
                  </a:lnTo>
                  <a:lnTo>
                    <a:pt x="615276" y="215099"/>
                  </a:lnTo>
                  <a:lnTo>
                    <a:pt x="615276" y="209080"/>
                  </a:lnTo>
                  <a:lnTo>
                    <a:pt x="530974" y="209080"/>
                  </a:lnTo>
                  <a:lnTo>
                    <a:pt x="524544" y="159489"/>
                  </a:lnTo>
                  <a:lnTo>
                    <a:pt x="507581" y="114839"/>
                  </a:lnTo>
                  <a:lnTo>
                    <a:pt x="488354" y="86423"/>
                  </a:lnTo>
                  <a:close/>
                </a:path>
              </a:pathLst>
            </a:custGeom>
            <a:solidFill>
              <a:srgbClr val="FED5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56722" y="7092412"/>
              <a:ext cx="615315" cy="305435"/>
            </a:xfrm>
            <a:custGeom>
              <a:avLst/>
              <a:gdLst/>
              <a:ahLst/>
              <a:cxnLst/>
              <a:rect l="l" t="t" r="r" b="b"/>
              <a:pathLst>
                <a:path w="615315" h="305434">
                  <a:moveTo>
                    <a:pt x="615276" y="305079"/>
                  </a:moveTo>
                  <a:lnTo>
                    <a:pt x="615276" y="209080"/>
                  </a:lnTo>
                  <a:lnTo>
                    <a:pt x="530974" y="209080"/>
                  </a:lnTo>
                  <a:lnTo>
                    <a:pt x="524544" y="159489"/>
                  </a:lnTo>
                  <a:lnTo>
                    <a:pt x="507581" y="114839"/>
                  </a:lnTo>
                  <a:lnTo>
                    <a:pt x="481375" y="76110"/>
                  </a:lnTo>
                  <a:lnTo>
                    <a:pt x="447214" y="44282"/>
                  </a:lnTo>
                  <a:lnTo>
                    <a:pt x="406385" y="20334"/>
                  </a:lnTo>
                  <a:lnTo>
                    <a:pt x="360178" y="5246"/>
                  </a:lnTo>
                  <a:lnTo>
                    <a:pt x="309880" y="0"/>
                  </a:lnTo>
                  <a:lnTo>
                    <a:pt x="259586" y="5246"/>
                  </a:lnTo>
                  <a:lnTo>
                    <a:pt x="213382" y="20334"/>
                  </a:lnTo>
                  <a:lnTo>
                    <a:pt x="172556" y="44282"/>
                  </a:lnTo>
                  <a:lnTo>
                    <a:pt x="138395" y="76110"/>
                  </a:lnTo>
                  <a:lnTo>
                    <a:pt x="112190" y="114839"/>
                  </a:lnTo>
                  <a:lnTo>
                    <a:pt x="95228" y="159489"/>
                  </a:lnTo>
                  <a:lnTo>
                    <a:pt x="88798" y="209080"/>
                  </a:lnTo>
                  <a:lnTo>
                    <a:pt x="0" y="209080"/>
                  </a:lnTo>
                  <a:lnTo>
                    <a:pt x="0" y="305079"/>
                  </a:lnTo>
                  <a:lnTo>
                    <a:pt x="615276" y="305079"/>
                  </a:lnTo>
                  <a:close/>
                </a:path>
                <a:path w="615315" h="305434">
                  <a:moveTo>
                    <a:pt x="444563" y="214198"/>
                  </a:moveTo>
                  <a:lnTo>
                    <a:pt x="175209" y="215099"/>
                  </a:lnTo>
                  <a:lnTo>
                    <a:pt x="186648" y="164202"/>
                  </a:lnTo>
                  <a:lnTo>
                    <a:pt x="215660" y="123391"/>
                  </a:lnTo>
                  <a:lnTo>
                    <a:pt x="258114" y="96265"/>
                  </a:lnTo>
                  <a:lnTo>
                    <a:pt x="309880" y="86423"/>
                  </a:lnTo>
                  <a:lnTo>
                    <a:pt x="361653" y="96124"/>
                  </a:lnTo>
                  <a:lnTo>
                    <a:pt x="404110" y="122940"/>
                  </a:lnTo>
                  <a:lnTo>
                    <a:pt x="433123" y="163442"/>
                  </a:lnTo>
                  <a:lnTo>
                    <a:pt x="444563" y="214198"/>
                  </a:lnTo>
                  <a:close/>
                </a:path>
              </a:pathLst>
            </a:custGeom>
            <a:ln w="6350">
              <a:solidFill>
                <a:srgbClr val="F582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676051" y="7303223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917921" y="7311682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27300" y="7791796"/>
            <a:ext cx="5118735" cy="4572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4.</a:t>
            </a:r>
            <a:r>
              <a:rPr sz="1000" b="1" i="1" spc="10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70°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lik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30°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lik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açıların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kollarının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kesim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noktasını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adlandıralım.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886748" y="8128801"/>
            <a:ext cx="1318895" cy="763270"/>
            <a:chOff x="5886748" y="8128801"/>
            <a:chExt cx="1318895" cy="763270"/>
          </a:xfrm>
        </p:grpSpPr>
        <p:sp>
          <p:nvSpPr>
            <p:cNvPr id="52" name="object 52"/>
            <p:cNvSpPr/>
            <p:nvPr/>
          </p:nvSpPr>
          <p:spPr>
            <a:xfrm>
              <a:off x="5973147" y="8301607"/>
              <a:ext cx="1228090" cy="587375"/>
            </a:xfrm>
            <a:custGeom>
              <a:avLst/>
              <a:gdLst/>
              <a:ahLst/>
              <a:cxnLst/>
              <a:rect l="l" t="t" r="r" b="b"/>
              <a:pathLst>
                <a:path w="1228090" h="587375">
                  <a:moveTo>
                    <a:pt x="212394" y="0"/>
                  </a:moveTo>
                  <a:lnTo>
                    <a:pt x="178147" y="91703"/>
                  </a:lnTo>
                  <a:lnTo>
                    <a:pt x="105254" y="293452"/>
                  </a:lnTo>
                  <a:lnTo>
                    <a:pt x="0" y="586905"/>
                  </a:lnTo>
                  <a:lnTo>
                    <a:pt x="1227594" y="586905"/>
                  </a:lnTo>
                  <a:lnTo>
                    <a:pt x="646490" y="247600"/>
                  </a:lnTo>
                  <a:lnTo>
                    <a:pt x="347038" y="73363"/>
                  </a:lnTo>
                  <a:lnTo>
                    <a:pt x="234065" y="9170"/>
                  </a:lnTo>
                  <a:lnTo>
                    <a:pt x="212394" y="0"/>
                  </a:lnTo>
                  <a:close/>
                </a:path>
              </a:pathLst>
            </a:custGeom>
            <a:solidFill>
              <a:srgbClr val="C7E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119071" y="8845559"/>
              <a:ext cx="76200" cy="41910"/>
            </a:xfrm>
            <a:custGeom>
              <a:avLst/>
              <a:gdLst/>
              <a:ahLst/>
              <a:cxnLst/>
              <a:rect l="l" t="t" r="r" b="b"/>
              <a:pathLst>
                <a:path w="76200" h="41909">
                  <a:moveTo>
                    <a:pt x="10393" y="0"/>
                  </a:moveTo>
                  <a:lnTo>
                    <a:pt x="2885" y="10064"/>
                  </a:lnTo>
                  <a:lnTo>
                    <a:pt x="0" y="21105"/>
                  </a:lnTo>
                  <a:lnTo>
                    <a:pt x="422" y="31945"/>
                  </a:lnTo>
                  <a:lnTo>
                    <a:pt x="2836" y="41401"/>
                  </a:lnTo>
                  <a:lnTo>
                    <a:pt x="75912" y="41046"/>
                  </a:lnTo>
                  <a:lnTo>
                    <a:pt x="10393" y="0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115481" y="8845824"/>
              <a:ext cx="13335" cy="41910"/>
            </a:xfrm>
            <a:custGeom>
              <a:avLst/>
              <a:gdLst/>
              <a:ahLst/>
              <a:cxnLst/>
              <a:rect l="l" t="t" r="r" b="b"/>
              <a:pathLst>
                <a:path w="13334" h="41909">
                  <a:moveTo>
                    <a:pt x="13001" y="0"/>
                  </a:moveTo>
                  <a:lnTo>
                    <a:pt x="3875" y="11284"/>
                  </a:lnTo>
                  <a:lnTo>
                    <a:pt x="0" y="19407"/>
                  </a:lnTo>
                  <a:lnTo>
                    <a:pt x="625" y="28294"/>
                  </a:lnTo>
                  <a:lnTo>
                    <a:pt x="5000" y="41871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971674" y="8824604"/>
              <a:ext cx="64769" cy="63500"/>
            </a:xfrm>
            <a:custGeom>
              <a:avLst/>
              <a:gdLst/>
              <a:ahLst/>
              <a:cxnLst/>
              <a:rect l="l" t="t" r="r" b="b"/>
              <a:pathLst>
                <a:path w="64770" h="63500">
                  <a:moveTo>
                    <a:pt x="23253" y="0"/>
                  </a:moveTo>
                  <a:lnTo>
                    <a:pt x="0" y="63309"/>
                  </a:lnTo>
                  <a:lnTo>
                    <a:pt x="64693" y="62788"/>
                  </a:lnTo>
                  <a:lnTo>
                    <a:pt x="61299" y="43275"/>
                  </a:lnTo>
                  <a:lnTo>
                    <a:pt x="52189" y="26550"/>
                  </a:lnTo>
                  <a:lnTo>
                    <a:pt x="38970" y="12248"/>
                  </a:lnTo>
                  <a:lnTo>
                    <a:pt x="23253" y="0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938784" y="8158845"/>
              <a:ext cx="1263650" cy="729615"/>
            </a:xfrm>
            <a:custGeom>
              <a:avLst/>
              <a:gdLst/>
              <a:ahLst/>
              <a:cxnLst/>
              <a:rect l="l" t="t" r="r" b="b"/>
              <a:pathLst>
                <a:path w="1263650" h="729615">
                  <a:moveTo>
                    <a:pt x="1263535" y="72950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886748" y="8128801"/>
              <a:ext cx="84455" cy="66040"/>
            </a:xfrm>
            <a:custGeom>
              <a:avLst/>
              <a:gdLst/>
              <a:ahLst/>
              <a:cxnLst/>
              <a:rect l="l" t="t" r="r" b="b"/>
              <a:pathLst>
                <a:path w="84454" h="66040">
                  <a:moveTo>
                    <a:pt x="0" y="0"/>
                  </a:moveTo>
                  <a:lnTo>
                    <a:pt x="54952" y="65481"/>
                  </a:lnTo>
                  <a:lnTo>
                    <a:pt x="52031" y="30048"/>
                  </a:lnTo>
                  <a:lnTo>
                    <a:pt x="84188" y="14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23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994928" y="8824604"/>
              <a:ext cx="41910" cy="62865"/>
            </a:xfrm>
            <a:custGeom>
              <a:avLst/>
              <a:gdLst/>
              <a:ahLst/>
              <a:cxnLst/>
              <a:rect l="l" t="t" r="r" b="b"/>
              <a:pathLst>
                <a:path w="41910" h="62865">
                  <a:moveTo>
                    <a:pt x="41440" y="62788"/>
                  </a:moveTo>
                  <a:lnTo>
                    <a:pt x="38397" y="42644"/>
                  </a:lnTo>
                  <a:lnTo>
                    <a:pt x="29873" y="24869"/>
                  </a:lnTo>
                  <a:lnTo>
                    <a:pt x="16772" y="1035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5908313" y="8710648"/>
            <a:ext cx="1344295" cy="3486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290"/>
              </a:spcBef>
              <a:tabLst>
                <a:tab pos="823594" algn="l"/>
                <a:tab pos="1294130" algn="l"/>
              </a:tabLst>
            </a:pPr>
            <a:r>
              <a:rPr sz="900" i="1" u="sng" spc="265" dirty="0">
                <a:solidFill>
                  <a:srgbClr val="231F20"/>
                </a:solidFill>
                <a:uFill>
                  <a:solidFill>
                    <a:srgbClr val="A3238E"/>
                  </a:solidFill>
                </a:uFill>
                <a:latin typeface="Arial"/>
                <a:cs typeface="Arial"/>
              </a:rPr>
              <a:t> </a:t>
            </a:r>
            <a:r>
              <a:rPr sz="900" i="1" u="sng" spc="85" dirty="0">
                <a:solidFill>
                  <a:srgbClr val="231F20"/>
                </a:solidFill>
                <a:uFill>
                  <a:solidFill>
                    <a:srgbClr val="A3238E"/>
                  </a:solidFill>
                </a:uFill>
                <a:latin typeface="Arial"/>
                <a:cs typeface="Arial"/>
              </a:rPr>
              <a:t>70°	</a:t>
            </a:r>
            <a:r>
              <a:rPr sz="900" i="1" u="sng" spc="75" dirty="0">
                <a:solidFill>
                  <a:srgbClr val="231F20"/>
                </a:solidFill>
                <a:uFill>
                  <a:solidFill>
                    <a:srgbClr val="A3238E"/>
                  </a:solidFill>
                </a:uFill>
                <a:latin typeface="Arial"/>
                <a:cs typeface="Arial"/>
              </a:rPr>
              <a:t>30°	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  <a:tabLst>
                <a:tab pos="507365" algn="l"/>
                <a:tab pos="1240155" algn="l"/>
              </a:tabLst>
            </a:pPr>
            <a:r>
              <a:rPr sz="1350" i="1" spc="82" baseline="3086" dirty="0">
                <a:solidFill>
                  <a:srgbClr val="231F20"/>
                </a:solidFill>
                <a:latin typeface="Arial"/>
                <a:cs typeface="Arial"/>
              </a:rPr>
              <a:t>B	</a:t>
            </a:r>
            <a:r>
              <a:rPr sz="900" i="1" spc="130" dirty="0">
                <a:solidFill>
                  <a:srgbClr val="EC008C"/>
                </a:solidFill>
                <a:latin typeface="Arial"/>
                <a:cs typeface="Arial"/>
              </a:rPr>
              <a:t>5 </a:t>
            </a:r>
            <a:r>
              <a:rPr sz="900" i="1" spc="-55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EC008C"/>
                </a:solidFill>
                <a:latin typeface="Arial"/>
                <a:cs typeface="Arial"/>
              </a:rPr>
              <a:t>cm</a:t>
            </a:r>
            <a:r>
              <a:rPr sz="900" i="1" dirty="0">
                <a:solidFill>
                  <a:srgbClr val="EC008C"/>
                </a:solidFill>
                <a:latin typeface="Arial"/>
                <a:cs typeface="Arial"/>
              </a:rPr>
              <a:t>	</a:t>
            </a: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967407" y="8015941"/>
            <a:ext cx="321945" cy="878840"/>
            <a:chOff x="5967407" y="8015941"/>
            <a:chExt cx="321945" cy="878840"/>
          </a:xfrm>
        </p:grpSpPr>
        <p:sp>
          <p:nvSpPr>
            <p:cNvPr id="61" name="object 61"/>
            <p:cNvSpPr/>
            <p:nvPr/>
          </p:nvSpPr>
          <p:spPr>
            <a:xfrm>
              <a:off x="5970582" y="8072403"/>
              <a:ext cx="298450" cy="819150"/>
            </a:xfrm>
            <a:custGeom>
              <a:avLst/>
              <a:gdLst/>
              <a:ahLst/>
              <a:cxnLst/>
              <a:rect l="l" t="t" r="r" b="b"/>
              <a:pathLst>
                <a:path w="298450" h="819150">
                  <a:moveTo>
                    <a:pt x="297967" y="0"/>
                  </a:moveTo>
                  <a:lnTo>
                    <a:pt x="0" y="818667"/>
                  </a:lnTo>
                </a:path>
              </a:pathLst>
            </a:custGeom>
            <a:ln w="6349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234159" y="8015941"/>
              <a:ext cx="55244" cy="85725"/>
            </a:xfrm>
            <a:custGeom>
              <a:avLst/>
              <a:gdLst/>
              <a:ahLst/>
              <a:cxnLst/>
              <a:rect l="l" t="t" r="r" b="b"/>
              <a:pathLst>
                <a:path w="55245" h="85725">
                  <a:moveTo>
                    <a:pt x="54940" y="0"/>
                  </a:moveTo>
                  <a:lnTo>
                    <a:pt x="0" y="65493"/>
                  </a:lnTo>
                  <a:lnTo>
                    <a:pt x="34391" y="56464"/>
                  </a:lnTo>
                  <a:lnTo>
                    <a:pt x="54940" y="85483"/>
                  </a:lnTo>
                  <a:lnTo>
                    <a:pt x="54940" y="0"/>
                  </a:lnTo>
                  <a:close/>
                </a:path>
              </a:pathLst>
            </a:custGeom>
            <a:solidFill>
              <a:srgbClr val="A323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6203448" y="8169785"/>
            <a:ext cx="105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516173" y="2100995"/>
            <a:ext cx="6756400" cy="347980"/>
            <a:chOff x="516173" y="2100995"/>
            <a:chExt cx="6756400" cy="347980"/>
          </a:xfrm>
        </p:grpSpPr>
        <p:sp>
          <p:nvSpPr>
            <p:cNvPr id="65" name="object 65"/>
            <p:cNvSpPr/>
            <p:nvPr/>
          </p:nvSpPr>
          <p:spPr>
            <a:xfrm>
              <a:off x="636821" y="2274756"/>
              <a:ext cx="6635750" cy="0"/>
            </a:xfrm>
            <a:custGeom>
              <a:avLst/>
              <a:gdLst/>
              <a:ahLst/>
              <a:cxnLst/>
              <a:rect l="l" t="t" r="r" b="b"/>
              <a:pathLst>
                <a:path w="6635750">
                  <a:moveTo>
                    <a:pt x="663517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16173" y="2100995"/>
              <a:ext cx="1445895" cy="347980"/>
            </a:xfrm>
            <a:custGeom>
              <a:avLst/>
              <a:gdLst/>
              <a:ahLst/>
              <a:cxnLst/>
              <a:rect l="l" t="t" r="r" b="b"/>
              <a:pathLst>
                <a:path w="1445895" h="347980">
                  <a:moveTo>
                    <a:pt x="14229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422971" y="347522"/>
                  </a:lnTo>
                  <a:lnTo>
                    <a:pt x="1432476" y="305340"/>
                  </a:lnTo>
                  <a:lnTo>
                    <a:pt x="1439556" y="262304"/>
                  </a:lnTo>
                  <a:lnTo>
                    <a:pt x="1443975" y="218437"/>
                  </a:lnTo>
                  <a:lnTo>
                    <a:pt x="1445501" y="173761"/>
                  </a:lnTo>
                  <a:lnTo>
                    <a:pt x="1443975" y="129091"/>
                  </a:lnTo>
                  <a:lnTo>
                    <a:pt x="1439556" y="85223"/>
                  </a:lnTo>
                  <a:lnTo>
                    <a:pt x="1432476" y="42184"/>
                  </a:lnTo>
                  <a:lnTo>
                    <a:pt x="1422971" y="0"/>
                  </a:lnTo>
                  <a:close/>
                </a:path>
              </a:pathLst>
            </a:custGeom>
            <a:solidFill>
              <a:srgbClr val="006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965796" y="2150843"/>
            <a:ext cx="535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165" dirty="0">
                <a:solidFill>
                  <a:srgbClr val="FFFFFF"/>
                </a:solidFill>
                <a:latin typeface="Times New Roman"/>
                <a:cs typeface="Times New Roman"/>
              </a:rPr>
              <a:t>ÖRNEK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744653" y="9374982"/>
            <a:ext cx="4438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7170">
              <a:lnSpc>
                <a:spcPts val="1420"/>
              </a:lnSpc>
            </a:pPr>
            <a:fld id="{81D60167-4931-47E6-BA6A-407CBD079E47}" type="slidenum">
              <a:rPr sz="1200" b="1" spc="20" dirty="0">
                <a:solidFill>
                  <a:srgbClr val="FFFFFF"/>
                </a:solidFill>
                <a:latin typeface="Arial"/>
                <a:cs typeface="Arial"/>
              </a:rPr>
              <a:t>24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5316" y="662668"/>
            <a:ext cx="6762115" cy="800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00"/>
              </a:spcBef>
            </a:pP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C</a:t>
            </a:r>
            <a:r>
              <a:rPr sz="1400" b="1" i="1" spc="-40" dirty="0">
                <a:solidFill>
                  <a:srgbClr val="649DD4"/>
                </a:solidFill>
                <a:latin typeface="Times New Roman"/>
                <a:cs typeface="Times New Roman"/>
              </a:rPr>
              <a:t>.</a:t>
            </a:r>
            <a:r>
              <a:rPr sz="1400" b="1" i="1" spc="125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170" dirty="0">
                <a:solidFill>
                  <a:srgbClr val="649DD4"/>
                </a:solidFill>
                <a:latin typeface="Times New Roman"/>
                <a:cs typeface="Times New Roman"/>
              </a:rPr>
              <a:t>K</a:t>
            </a:r>
            <a:r>
              <a:rPr sz="1400" b="1" i="1" spc="-45" dirty="0">
                <a:solidFill>
                  <a:srgbClr val="649DD4"/>
                </a:solidFill>
                <a:latin typeface="Times New Roman"/>
                <a:cs typeface="Times New Roman"/>
              </a:rPr>
              <a:t>ena</a:t>
            </a:r>
            <a:r>
              <a:rPr sz="1400" b="1" i="1" spc="-25" dirty="0">
                <a:solidFill>
                  <a:srgbClr val="649DD4"/>
                </a:solidFill>
                <a:latin typeface="Times New Roman"/>
                <a:cs typeface="Times New Roman"/>
              </a:rPr>
              <a:t>r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65" dirty="0">
                <a:solidFill>
                  <a:srgbClr val="649DD4"/>
                </a:solidFill>
                <a:latin typeface="Times New Roman"/>
                <a:cs typeface="Times New Roman"/>
              </a:rPr>
              <a:t>–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170" dirty="0">
                <a:solidFill>
                  <a:srgbClr val="649DD4"/>
                </a:solidFill>
                <a:latin typeface="Times New Roman"/>
                <a:cs typeface="Times New Roman"/>
              </a:rPr>
              <a:t>K</a:t>
            </a:r>
            <a:r>
              <a:rPr sz="1400" b="1" i="1" spc="-45" dirty="0">
                <a:solidFill>
                  <a:srgbClr val="649DD4"/>
                </a:solidFill>
                <a:latin typeface="Times New Roman"/>
                <a:cs typeface="Times New Roman"/>
              </a:rPr>
              <a:t>ena</a:t>
            </a:r>
            <a:r>
              <a:rPr sz="1400" b="1" i="1" spc="-25" dirty="0">
                <a:solidFill>
                  <a:srgbClr val="649DD4"/>
                </a:solidFill>
                <a:latin typeface="Times New Roman"/>
                <a:cs typeface="Times New Roman"/>
              </a:rPr>
              <a:t>r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65" dirty="0">
                <a:solidFill>
                  <a:srgbClr val="649DD4"/>
                </a:solidFill>
                <a:latin typeface="Times New Roman"/>
                <a:cs typeface="Times New Roman"/>
              </a:rPr>
              <a:t>–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170" dirty="0">
                <a:solidFill>
                  <a:srgbClr val="649DD4"/>
                </a:solidFill>
                <a:latin typeface="Times New Roman"/>
                <a:cs typeface="Times New Roman"/>
              </a:rPr>
              <a:t>K</a:t>
            </a:r>
            <a:r>
              <a:rPr sz="1400" b="1" i="1" spc="-45" dirty="0">
                <a:solidFill>
                  <a:srgbClr val="649DD4"/>
                </a:solidFill>
                <a:latin typeface="Times New Roman"/>
                <a:cs typeface="Times New Roman"/>
              </a:rPr>
              <a:t>ena</a:t>
            </a:r>
            <a:r>
              <a:rPr sz="1400" b="1" i="1" spc="-25" dirty="0">
                <a:solidFill>
                  <a:srgbClr val="649DD4"/>
                </a:solidFill>
                <a:latin typeface="Times New Roman"/>
                <a:cs typeface="Times New Roman"/>
              </a:rPr>
              <a:t>r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45" dirty="0">
                <a:solidFill>
                  <a:srgbClr val="649DD4"/>
                </a:solidFill>
                <a:latin typeface="Times New Roman"/>
                <a:cs typeface="Times New Roman"/>
              </a:rPr>
              <a:t>(K.K.K.</a:t>
            </a:r>
            <a:r>
              <a:rPr sz="1400" b="1" i="1" spc="-20" dirty="0">
                <a:solidFill>
                  <a:srgbClr val="649DD4"/>
                </a:solidFill>
                <a:latin typeface="Times New Roman"/>
                <a:cs typeface="Times New Roman"/>
              </a:rPr>
              <a:t>)</a:t>
            </a:r>
            <a:r>
              <a:rPr sz="1400" b="1" i="1" spc="-120" dirty="0">
                <a:solidFill>
                  <a:srgbClr val="649DD4"/>
                </a:solidFill>
                <a:latin typeface="Times New Roman"/>
                <a:cs typeface="Times New Roman"/>
              </a:rPr>
              <a:t> </a:t>
            </a:r>
            <a:r>
              <a:rPr sz="1400" b="1" i="1" spc="-175" dirty="0">
                <a:solidFill>
                  <a:srgbClr val="649DD4"/>
                </a:solidFill>
                <a:latin typeface="Times New Roman"/>
                <a:cs typeface="Times New Roman"/>
              </a:rPr>
              <a:t>Ç</a:t>
            </a:r>
            <a:r>
              <a:rPr sz="1400" b="1" i="1" spc="-65" dirty="0">
                <a:solidFill>
                  <a:srgbClr val="649DD4"/>
                </a:solidFill>
                <a:latin typeface="Times New Roman"/>
                <a:cs typeface="Times New Roman"/>
              </a:rPr>
              <a:t>izimi</a:t>
            </a:r>
            <a:endParaRPr sz="1400">
              <a:latin typeface="Times New Roman"/>
              <a:cs typeface="Times New Roman"/>
            </a:endParaRPr>
          </a:p>
          <a:p>
            <a:pPr marL="192405" marR="5080" indent="-180340">
              <a:lnSpc>
                <a:spcPts val="2300"/>
              </a:lnSpc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40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2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tiçgenin</a:t>
            </a:r>
            <a:r>
              <a:rPr sz="1000" i="1" spc="2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kenarları</a:t>
            </a:r>
            <a:r>
              <a:rPr sz="1000" i="1" spc="2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tiçgen</a:t>
            </a:r>
            <a:r>
              <a:rPr sz="1000" i="1" spc="2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eşitsizliğini</a:t>
            </a:r>
            <a:r>
              <a:rPr sz="1000" i="1" spc="2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sağlıyorsa,</a:t>
            </a:r>
            <a:r>
              <a:rPr sz="1000" i="1" spc="2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verilen</a:t>
            </a:r>
            <a:r>
              <a:rPr sz="1000" i="1" spc="2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i="1" spc="2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bilgileri</a:t>
            </a:r>
            <a:r>
              <a:rPr sz="1000" i="1" spc="2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içeren</a:t>
            </a:r>
            <a:r>
              <a:rPr sz="1000" i="1" spc="2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tek</a:t>
            </a:r>
            <a:r>
              <a:rPr sz="1000" i="1" spc="2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2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tiçgen </a:t>
            </a:r>
            <a:r>
              <a:rPr sz="1000" i="1" spc="-3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çizilebilir.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8496" y="2192148"/>
            <a:ext cx="5085715" cy="550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2410" indent="-220345">
              <a:lnSpc>
                <a:spcPct val="100000"/>
              </a:lnSpc>
              <a:spcBef>
                <a:spcPts val="100"/>
              </a:spcBef>
              <a:buClr>
                <a:srgbClr val="EF5BA1"/>
              </a:buClr>
              <a:buSzPct val="110000"/>
              <a:buAutoNum type="arabicPeriod"/>
              <a:tabLst>
                <a:tab pos="233045" algn="l"/>
              </a:tabLst>
            </a:pPr>
            <a:r>
              <a:rPr sz="1000" b="1" i="1" spc="-145" dirty="0">
                <a:solidFill>
                  <a:srgbClr val="231F20"/>
                </a:solidFill>
                <a:latin typeface="Verdana"/>
                <a:cs typeface="Verdana"/>
              </a:rPr>
              <a:t>|KM|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8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5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0" dirty="0">
                <a:solidFill>
                  <a:srgbClr val="231F20"/>
                </a:solidFill>
                <a:latin typeface="Verdana"/>
                <a:cs typeface="Verdana"/>
              </a:rPr>
              <a:t>cm,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65" dirty="0">
                <a:solidFill>
                  <a:srgbClr val="231F20"/>
                </a:solidFill>
                <a:latin typeface="Verdana"/>
                <a:cs typeface="Verdana"/>
              </a:rPr>
              <a:t>|MN|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8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" dirty="0">
                <a:solidFill>
                  <a:srgbClr val="231F20"/>
                </a:solidFill>
                <a:latin typeface="Verdana"/>
                <a:cs typeface="Verdana"/>
              </a:rPr>
              <a:t>8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cm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5" dirty="0">
                <a:solidFill>
                  <a:srgbClr val="231F20"/>
                </a:solidFill>
                <a:latin typeface="Verdana"/>
                <a:cs typeface="Verdana"/>
              </a:rPr>
              <a:t>|KN|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8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4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cm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olan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KMN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üçgenini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çizelim.</a:t>
            </a:r>
            <a:endParaRPr sz="1000">
              <a:latin typeface="Verdana"/>
              <a:cs typeface="Verdana"/>
            </a:endParaRPr>
          </a:p>
          <a:p>
            <a:pPr marL="387985" lvl="1" indent="-152400">
              <a:lnSpc>
                <a:spcPct val="100000"/>
              </a:lnSpc>
              <a:spcBef>
                <a:spcPts val="1610"/>
              </a:spcBef>
              <a:buAutoNum type="arabicPeriod"/>
              <a:tabLst>
                <a:tab pos="388620" algn="l"/>
              </a:tabLst>
            </a:pP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2365" y="2852675"/>
            <a:ext cx="24638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uzunluğunda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[MN]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99353" y="2930755"/>
            <a:ext cx="3048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100" dirty="0">
                <a:solidFill>
                  <a:srgbClr val="231F20"/>
                </a:solidFill>
                <a:latin typeface="Arial"/>
                <a:cs typeface="Arial"/>
              </a:rPr>
              <a:t>8 </a:t>
            </a: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13528" y="2950261"/>
            <a:ext cx="1193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7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47638" y="2950261"/>
            <a:ext cx="1054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45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773401" y="2916345"/>
            <a:ext cx="1346200" cy="43815"/>
            <a:chOff x="3773401" y="2916345"/>
            <a:chExt cx="1346200" cy="43815"/>
          </a:xfrm>
        </p:grpSpPr>
        <p:sp>
          <p:nvSpPr>
            <p:cNvPr id="17" name="object 17"/>
            <p:cNvSpPr/>
            <p:nvPr/>
          </p:nvSpPr>
          <p:spPr>
            <a:xfrm>
              <a:off x="3792950" y="2938125"/>
              <a:ext cx="1303655" cy="0"/>
            </a:xfrm>
            <a:custGeom>
              <a:avLst/>
              <a:gdLst/>
              <a:ahLst/>
              <a:cxnLst/>
              <a:rect l="l" t="t" r="r" b="b"/>
              <a:pathLst>
                <a:path w="1303654">
                  <a:moveTo>
                    <a:pt x="0" y="0"/>
                  </a:moveTo>
                  <a:lnTo>
                    <a:pt x="1303172" y="0"/>
                  </a:lnTo>
                </a:path>
              </a:pathLst>
            </a:custGeom>
            <a:ln w="635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79751" y="292269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964" y="0"/>
                  </a:moveTo>
                  <a:lnTo>
                    <a:pt x="6896" y="0"/>
                  </a:lnTo>
                  <a:lnTo>
                    <a:pt x="0" y="6896"/>
                  </a:lnTo>
                  <a:lnTo>
                    <a:pt x="0" y="23964"/>
                  </a:lnTo>
                  <a:lnTo>
                    <a:pt x="6896" y="30861"/>
                  </a:lnTo>
                  <a:lnTo>
                    <a:pt x="23964" y="30861"/>
                  </a:lnTo>
                  <a:lnTo>
                    <a:pt x="30873" y="23964"/>
                  </a:lnTo>
                  <a:lnTo>
                    <a:pt x="30873" y="15430"/>
                  </a:lnTo>
                  <a:lnTo>
                    <a:pt x="30873" y="6896"/>
                  </a:lnTo>
                  <a:lnTo>
                    <a:pt x="23964" y="0"/>
                  </a:lnTo>
                  <a:close/>
                </a:path>
              </a:pathLst>
            </a:custGeom>
            <a:solidFill>
              <a:srgbClr val="004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79751" y="292269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30873" y="15430"/>
                  </a:moveTo>
                  <a:lnTo>
                    <a:pt x="30873" y="23964"/>
                  </a:lnTo>
                  <a:lnTo>
                    <a:pt x="23964" y="30861"/>
                  </a:lnTo>
                  <a:lnTo>
                    <a:pt x="15430" y="30861"/>
                  </a:lnTo>
                  <a:lnTo>
                    <a:pt x="6896" y="30861"/>
                  </a:lnTo>
                  <a:lnTo>
                    <a:pt x="0" y="23964"/>
                  </a:lnTo>
                  <a:lnTo>
                    <a:pt x="0" y="15430"/>
                  </a:lnTo>
                  <a:lnTo>
                    <a:pt x="0" y="6896"/>
                  </a:lnTo>
                  <a:lnTo>
                    <a:pt x="6896" y="0"/>
                  </a:lnTo>
                  <a:lnTo>
                    <a:pt x="15430" y="0"/>
                  </a:lnTo>
                  <a:lnTo>
                    <a:pt x="23964" y="0"/>
                  </a:lnTo>
                  <a:lnTo>
                    <a:pt x="30873" y="6896"/>
                  </a:lnTo>
                  <a:lnTo>
                    <a:pt x="30873" y="15430"/>
                  </a:lnTo>
                  <a:close/>
                </a:path>
              </a:pathLst>
            </a:custGeom>
            <a:ln w="1270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82236" y="292269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964" y="0"/>
                  </a:moveTo>
                  <a:lnTo>
                    <a:pt x="6896" y="0"/>
                  </a:lnTo>
                  <a:lnTo>
                    <a:pt x="0" y="6896"/>
                  </a:lnTo>
                  <a:lnTo>
                    <a:pt x="0" y="23964"/>
                  </a:lnTo>
                  <a:lnTo>
                    <a:pt x="6896" y="30861"/>
                  </a:lnTo>
                  <a:lnTo>
                    <a:pt x="23964" y="30861"/>
                  </a:lnTo>
                  <a:lnTo>
                    <a:pt x="30873" y="23964"/>
                  </a:lnTo>
                  <a:lnTo>
                    <a:pt x="30873" y="15430"/>
                  </a:lnTo>
                  <a:lnTo>
                    <a:pt x="30873" y="6896"/>
                  </a:lnTo>
                  <a:lnTo>
                    <a:pt x="23964" y="0"/>
                  </a:lnTo>
                  <a:close/>
                </a:path>
              </a:pathLst>
            </a:custGeom>
            <a:solidFill>
              <a:srgbClr val="004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82236" y="292269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30873" y="15430"/>
                  </a:moveTo>
                  <a:lnTo>
                    <a:pt x="30873" y="23964"/>
                  </a:lnTo>
                  <a:lnTo>
                    <a:pt x="23964" y="30861"/>
                  </a:lnTo>
                  <a:lnTo>
                    <a:pt x="15430" y="30861"/>
                  </a:lnTo>
                  <a:lnTo>
                    <a:pt x="6896" y="30861"/>
                  </a:lnTo>
                  <a:lnTo>
                    <a:pt x="0" y="23964"/>
                  </a:lnTo>
                  <a:lnTo>
                    <a:pt x="0" y="15430"/>
                  </a:lnTo>
                  <a:lnTo>
                    <a:pt x="0" y="6896"/>
                  </a:lnTo>
                  <a:lnTo>
                    <a:pt x="6896" y="0"/>
                  </a:lnTo>
                  <a:lnTo>
                    <a:pt x="15430" y="0"/>
                  </a:lnTo>
                  <a:lnTo>
                    <a:pt x="23964" y="0"/>
                  </a:lnTo>
                  <a:lnTo>
                    <a:pt x="30873" y="6896"/>
                  </a:lnTo>
                  <a:lnTo>
                    <a:pt x="30873" y="15430"/>
                  </a:lnTo>
                  <a:close/>
                </a:path>
              </a:pathLst>
            </a:custGeom>
            <a:ln w="1270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32402" y="3276047"/>
            <a:ext cx="2150110" cy="46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2.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Merkezi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M,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yarıçapı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olan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43411" y="4156159"/>
            <a:ext cx="3067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114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8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77448" y="4175667"/>
            <a:ext cx="1193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7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36349" y="4156159"/>
            <a:ext cx="5060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800" i="1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800" i="1" spc="3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i="1" spc="67" baseline="-10416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1200" baseline="-10416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33290" y="3342882"/>
            <a:ext cx="2150110" cy="1641475"/>
            <a:chOff x="3133290" y="3342882"/>
            <a:chExt cx="2150110" cy="1641475"/>
          </a:xfrm>
        </p:grpSpPr>
        <p:sp>
          <p:nvSpPr>
            <p:cNvPr id="27" name="object 27"/>
            <p:cNvSpPr/>
            <p:nvPr/>
          </p:nvSpPr>
          <p:spPr>
            <a:xfrm>
              <a:off x="3956897" y="4163533"/>
              <a:ext cx="1303655" cy="0"/>
            </a:xfrm>
            <a:custGeom>
              <a:avLst/>
              <a:gdLst/>
              <a:ahLst/>
              <a:cxnLst/>
              <a:rect l="l" t="t" r="r" b="b"/>
              <a:pathLst>
                <a:path w="1303654">
                  <a:moveTo>
                    <a:pt x="0" y="0"/>
                  </a:moveTo>
                  <a:lnTo>
                    <a:pt x="1303172" y="0"/>
                  </a:lnTo>
                </a:path>
              </a:pathLst>
            </a:custGeom>
            <a:ln w="635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43696" y="414810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964" y="0"/>
                  </a:moveTo>
                  <a:lnTo>
                    <a:pt x="6896" y="0"/>
                  </a:lnTo>
                  <a:lnTo>
                    <a:pt x="0" y="6896"/>
                  </a:lnTo>
                  <a:lnTo>
                    <a:pt x="0" y="23964"/>
                  </a:lnTo>
                  <a:lnTo>
                    <a:pt x="6896" y="30860"/>
                  </a:lnTo>
                  <a:lnTo>
                    <a:pt x="23964" y="30860"/>
                  </a:lnTo>
                  <a:lnTo>
                    <a:pt x="30873" y="23964"/>
                  </a:lnTo>
                  <a:lnTo>
                    <a:pt x="30873" y="15430"/>
                  </a:lnTo>
                  <a:lnTo>
                    <a:pt x="30873" y="6896"/>
                  </a:lnTo>
                  <a:lnTo>
                    <a:pt x="23964" y="0"/>
                  </a:lnTo>
                  <a:close/>
                </a:path>
              </a:pathLst>
            </a:custGeom>
            <a:solidFill>
              <a:srgbClr val="004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43696" y="414810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30873" y="15430"/>
                  </a:moveTo>
                  <a:lnTo>
                    <a:pt x="30873" y="23964"/>
                  </a:lnTo>
                  <a:lnTo>
                    <a:pt x="23964" y="30860"/>
                  </a:lnTo>
                  <a:lnTo>
                    <a:pt x="15430" y="30860"/>
                  </a:lnTo>
                  <a:lnTo>
                    <a:pt x="6896" y="30860"/>
                  </a:lnTo>
                  <a:lnTo>
                    <a:pt x="0" y="23964"/>
                  </a:lnTo>
                  <a:lnTo>
                    <a:pt x="0" y="15430"/>
                  </a:lnTo>
                  <a:lnTo>
                    <a:pt x="0" y="6896"/>
                  </a:lnTo>
                  <a:lnTo>
                    <a:pt x="6896" y="0"/>
                  </a:lnTo>
                  <a:lnTo>
                    <a:pt x="15430" y="0"/>
                  </a:lnTo>
                  <a:lnTo>
                    <a:pt x="23964" y="0"/>
                  </a:lnTo>
                  <a:lnTo>
                    <a:pt x="30873" y="6896"/>
                  </a:lnTo>
                  <a:lnTo>
                    <a:pt x="30873" y="15430"/>
                  </a:lnTo>
                  <a:close/>
                </a:path>
              </a:pathLst>
            </a:custGeom>
            <a:ln w="1270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46182" y="414810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964" y="0"/>
                  </a:moveTo>
                  <a:lnTo>
                    <a:pt x="6896" y="0"/>
                  </a:lnTo>
                  <a:lnTo>
                    <a:pt x="0" y="6896"/>
                  </a:lnTo>
                  <a:lnTo>
                    <a:pt x="0" y="23964"/>
                  </a:lnTo>
                  <a:lnTo>
                    <a:pt x="6896" y="30860"/>
                  </a:lnTo>
                  <a:lnTo>
                    <a:pt x="23964" y="30860"/>
                  </a:lnTo>
                  <a:lnTo>
                    <a:pt x="30873" y="23964"/>
                  </a:lnTo>
                  <a:lnTo>
                    <a:pt x="30873" y="15430"/>
                  </a:lnTo>
                  <a:lnTo>
                    <a:pt x="30873" y="6896"/>
                  </a:lnTo>
                  <a:lnTo>
                    <a:pt x="23964" y="0"/>
                  </a:lnTo>
                  <a:close/>
                </a:path>
              </a:pathLst>
            </a:custGeom>
            <a:solidFill>
              <a:srgbClr val="004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46182" y="414810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30873" y="15430"/>
                  </a:moveTo>
                  <a:lnTo>
                    <a:pt x="30873" y="23964"/>
                  </a:lnTo>
                  <a:lnTo>
                    <a:pt x="23964" y="30860"/>
                  </a:lnTo>
                  <a:lnTo>
                    <a:pt x="15430" y="30860"/>
                  </a:lnTo>
                  <a:lnTo>
                    <a:pt x="6896" y="30860"/>
                  </a:lnTo>
                  <a:lnTo>
                    <a:pt x="0" y="23964"/>
                  </a:lnTo>
                  <a:lnTo>
                    <a:pt x="0" y="15430"/>
                  </a:lnTo>
                  <a:lnTo>
                    <a:pt x="0" y="6896"/>
                  </a:lnTo>
                  <a:lnTo>
                    <a:pt x="6896" y="0"/>
                  </a:lnTo>
                  <a:lnTo>
                    <a:pt x="15430" y="0"/>
                  </a:lnTo>
                  <a:lnTo>
                    <a:pt x="23964" y="0"/>
                  </a:lnTo>
                  <a:lnTo>
                    <a:pt x="30873" y="6896"/>
                  </a:lnTo>
                  <a:lnTo>
                    <a:pt x="30873" y="15430"/>
                  </a:lnTo>
                  <a:close/>
                </a:path>
              </a:pathLst>
            </a:custGeom>
            <a:ln w="1270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36465" y="3346057"/>
              <a:ext cx="1635125" cy="1635125"/>
            </a:xfrm>
            <a:custGeom>
              <a:avLst/>
              <a:gdLst/>
              <a:ahLst/>
              <a:cxnLst/>
              <a:rect l="l" t="t" r="r" b="b"/>
              <a:pathLst>
                <a:path w="1635125" h="1635125">
                  <a:moveTo>
                    <a:pt x="817499" y="1634998"/>
                  </a:moveTo>
                  <a:lnTo>
                    <a:pt x="865533" y="1633610"/>
                  </a:lnTo>
                  <a:lnTo>
                    <a:pt x="912837" y="1629497"/>
                  </a:lnTo>
                  <a:lnTo>
                    <a:pt x="959333" y="1622737"/>
                  </a:lnTo>
                  <a:lnTo>
                    <a:pt x="1004945" y="1613406"/>
                  </a:lnTo>
                  <a:lnTo>
                    <a:pt x="1049596" y="1601581"/>
                  </a:lnTo>
                  <a:lnTo>
                    <a:pt x="1093209" y="1587338"/>
                  </a:lnTo>
                  <a:lnTo>
                    <a:pt x="1135708" y="1570753"/>
                  </a:lnTo>
                  <a:lnTo>
                    <a:pt x="1177016" y="1551904"/>
                  </a:lnTo>
                  <a:lnTo>
                    <a:pt x="1217057" y="1530868"/>
                  </a:lnTo>
                  <a:lnTo>
                    <a:pt x="1255752" y="1507720"/>
                  </a:lnTo>
                  <a:lnTo>
                    <a:pt x="1293027" y="1482538"/>
                  </a:lnTo>
                  <a:lnTo>
                    <a:pt x="1328805" y="1455399"/>
                  </a:lnTo>
                  <a:lnTo>
                    <a:pt x="1363008" y="1426378"/>
                  </a:lnTo>
                  <a:lnTo>
                    <a:pt x="1395560" y="1395553"/>
                  </a:lnTo>
                  <a:lnTo>
                    <a:pt x="1426384" y="1363001"/>
                  </a:lnTo>
                  <a:lnTo>
                    <a:pt x="1455404" y="1328797"/>
                  </a:lnTo>
                  <a:lnTo>
                    <a:pt x="1482543" y="1293019"/>
                  </a:lnTo>
                  <a:lnTo>
                    <a:pt x="1507724" y="1255743"/>
                  </a:lnTo>
                  <a:lnTo>
                    <a:pt x="1530871" y="1217047"/>
                  </a:lnTo>
                  <a:lnTo>
                    <a:pt x="1551907" y="1177006"/>
                  </a:lnTo>
                  <a:lnTo>
                    <a:pt x="1570755" y="1135698"/>
                  </a:lnTo>
                  <a:lnTo>
                    <a:pt x="1587339" y="1093198"/>
                  </a:lnTo>
                  <a:lnTo>
                    <a:pt x="1601582" y="1049585"/>
                  </a:lnTo>
                  <a:lnTo>
                    <a:pt x="1613407" y="1004933"/>
                  </a:lnTo>
                  <a:lnTo>
                    <a:pt x="1622738" y="959321"/>
                  </a:lnTo>
                  <a:lnTo>
                    <a:pt x="1629498" y="912825"/>
                  </a:lnTo>
                  <a:lnTo>
                    <a:pt x="1633610" y="865521"/>
                  </a:lnTo>
                  <a:lnTo>
                    <a:pt x="1634998" y="817486"/>
                  </a:lnTo>
                  <a:lnTo>
                    <a:pt x="1633610" y="769451"/>
                  </a:lnTo>
                  <a:lnTo>
                    <a:pt x="1629498" y="722147"/>
                  </a:lnTo>
                  <a:lnTo>
                    <a:pt x="1622738" y="675651"/>
                  </a:lnTo>
                  <a:lnTo>
                    <a:pt x="1613407" y="630040"/>
                  </a:lnTo>
                  <a:lnTo>
                    <a:pt x="1601582" y="585389"/>
                  </a:lnTo>
                  <a:lnTo>
                    <a:pt x="1587339" y="541776"/>
                  </a:lnTo>
                  <a:lnTo>
                    <a:pt x="1570755" y="499278"/>
                  </a:lnTo>
                  <a:lnTo>
                    <a:pt x="1551907" y="457971"/>
                  </a:lnTo>
                  <a:lnTo>
                    <a:pt x="1530871" y="417931"/>
                  </a:lnTo>
                  <a:lnTo>
                    <a:pt x="1507724" y="379236"/>
                  </a:lnTo>
                  <a:lnTo>
                    <a:pt x="1482543" y="341961"/>
                  </a:lnTo>
                  <a:lnTo>
                    <a:pt x="1455404" y="306185"/>
                  </a:lnTo>
                  <a:lnTo>
                    <a:pt x="1426384" y="271982"/>
                  </a:lnTo>
                  <a:lnTo>
                    <a:pt x="1395560" y="239431"/>
                  </a:lnTo>
                  <a:lnTo>
                    <a:pt x="1363008" y="208607"/>
                  </a:lnTo>
                  <a:lnTo>
                    <a:pt x="1328805" y="179588"/>
                  </a:lnTo>
                  <a:lnTo>
                    <a:pt x="1293027" y="152450"/>
                  </a:lnTo>
                  <a:lnTo>
                    <a:pt x="1255752" y="127269"/>
                  </a:lnTo>
                  <a:lnTo>
                    <a:pt x="1217057" y="104123"/>
                  </a:lnTo>
                  <a:lnTo>
                    <a:pt x="1177016" y="83088"/>
                  </a:lnTo>
                  <a:lnTo>
                    <a:pt x="1135708" y="64240"/>
                  </a:lnTo>
                  <a:lnTo>
                    <a:pt x="1093209" y="47656"/>
                  </a:lnTo>
                  <a:lnTo>
                    <a:pt x="1049596" y="33414"/>
                  </a:lnTo>
                  <a:lnTo>
                    <a:pt x="1004945" y="21589"/>
                  </a:lnTo>
                  <a:lnTo>
                    <a:pt x="959333" y="12259"/>
                  </a:lnTo>
                  <a:lnTo>
                    <a:pt x="912837" y="5499"/>
                  </a:lnTo>
                  <a:lnTo>
                    <a:pt x="865533" y="1387"/>
                  </a:lnTo>
                  <a:lnTo>
                    <a:pt x="817499" y="0"/>
                  </a:lnTo>
                  <a:lnTo>
                    <a:pt x="769464" y="1387"/>
                  </a:lnTo>
                  <a:lnTo>
                    <a:pt x="722160" y="5499"/>
                  </a:lnTo>
                  <a:lnTo>
                    <a:pt x="675664" y="12259"/>
                  </a:lnTo>
                  <a:lnTo>
                    <a:pt x="630052" y="21589"/>
                  </a:lnTo>
                  <a:lnTo>
                    <a:pt x="585401" y="33414"/>
                  </a:lnTo>
                  <a:lnTo>
                    <a:pt x="541788" y="47656"/>
                  </a:lnTo>
                  <a:lnTo>
                    <a:pt x="499289" y="64240"/>
                  </a:lnTo>
                  <a:lnTo>
                    <a:pt x="457981" y="83088"/>
                  </a:lnTo>
                  <a:lnTo>
                    <a:pt x="417940" y="104123"/>
                  </a:lnTo>
                  <a:lnTo>
                    <a:pt x="379245" y="127269"/>
                  </a:lnTo>
                  <a:lnTo>
                    <a:pt x="341970" y="152450"/>
                  </a:lnTo>
                  <a:lnTo>
                    <a:pt x="306192" y="179588"/>
                  </a:lnTo>
                  <a:lnTo>
                    <a:pt x="271989" y="208607"/>
                  </a:lnTo>
                  <a:lnTo>
                    <a:pt x="239437" y="239431"/>
                  </a:lnTo>
                  <a:lnTo>
                    <a:pt x="208613" y="271982"/>
                  </a:lnTo>
                  <a:lnTo>
                    <a:pt x="179593" y="306185"/>
                  </a:lnTo>
                  <a:lnTo>
                    <a:pt x="152454" y="341961"/>
                  </a:lnTo>
                  <a:lnTo>
                    <a:pt x="127273" y="379236"/>
                  </a:lnTo>
                  <a:lnTo>
                    <a:pt x="104126" y="417931"/>
                  </a:lnTo>
                  <a:lnTo>
                    <a:pt x="83090" y="457971"/>
                  </a:lnTo>
                  <a:lnTo>
                    <a:pt x="64242" y="499278"/>
                  </a:lnTo>
                  <a:lnTo>
                    <a:pt x="47658" y="541776"/>
                  </a:lnTo>
                  <a:lnTo>
                    <a:pt x="33415" y="585389"/>
                  </a:lnTo>
                  <a:lnTo>
                    <a:pt x="21590" y="630040"/>
                  </a:lnTo>
                  <a:lnTo>
                    <a:pt x="12259" y="675651"/>
                  </a:lnTo>
                  <a:lnTo>
                    <a:pt x="5499" y="722147"/>
                  </a:lnTo>
                  <a:lnTo>
                    <a:pt x="1387" y="769451"/>
                  </a:lnTo>
                  <a:lnTo>
                    <a:pt x="0" y="817486"/>
                  </a:lnTo>
                  <a:lnTo>
                    <a:pt x="1387" y="865521"/>
                  </a:lnTo>
                  <a:lnTo>
                    <a:pt x="5499" y="912825"/>
                  </a:lnTo>
                  <a:lnTo>
                    <a:pt x="12259" y="959321"/>
                  </a:lnTo>
                  <a:lnTo>
                    <a:pt x="21590" y="1004933"/>
                  </a:lnTo>
                  <a:lnTo>
                    <a:pt x="33415" y="1049585"/>
                  </a:lnTo>
                  <a:lnTo>
                    <a:pt x="47658" y="1093198"/>
                  </a:lnTo>
                  <a:lnTo>
                    <a:pt x="64242" y="1135698"/>
                  </a:lnTo>
                  <a:lnTo>
                    <a:pt x="83090" y="1177006"/>
                  </a:lnTo>
                  <a:lnTo>
                    <a:pt x="104126" y="1217047"/>
                  </a:lnTo>
                  <a:lnTo>
                    <a:pt x="127273" y="1255743"/>
                  </a:lnTo>
                  <a:lnTo>
                    <a:pt x="152454" y="1293019"/>
                  </a:lnTo>
                  <a:lnTo>
                    <a:pt x="179593" y="1328797"/>
                  </a:lnTo>
                  <a:lnTo>
                    <a:pt x="208613" y="1363001"/>
                  </a:lnTo>
                  <a:lnTo>
                    <a:pt x="239437" y="1395553"/>
                  </a:lnTo>
                  <a:lnTo>
                    <a:pt x="271989" y="1426378"/>
                  </a:lnTo>
                  <a:lnTo>
                    <a:pt x="306192" y="1455399"/>
                  </a:lnTo>
                  <a:lnTo>
                    <a:pt x="341970" y="1482538"/>
                  </a:lnTo>
                  <a:lnTo>
                    <a:pt x="379245" y="1507720"/>
                  </a:lnTo>
                  <a:lnTo>
                    <a:pt x="417940" y="1530868"/>
                  </a:lnTo>
                  <a:lnTo>
                    <a:pt x="457981" y="1551904"/>
                  </a:lnTo>
                  <a:lnTo>
                    <a:pt x="499289" y="1570753"/>
                  </a:lnTo>
                  <a:lnTo>
                    <a:pt x="541788" y="1587338"/>
                  </a:lnTo>
                  <a:lnTo>
                    <a:pt x="585401" y="1601581"/>
                  </a:lnTo>
                  <a:lnTo>
                    <a:pt x="630052" y="1613406"/>
                  </a:lnTo>
                  <a:lnTo>
                    <a:pt x="675664" y="1622737"/>
                  </a:lnTo>
                  <a:lnTo>
                    <a:pt x="722160" y="1629497"/>
                  </a:lnTo>
                  <a:lnTo>
                    <a:pt x="769464" y="1633610"/>
                  </a:lnTo>
                  <a:lnTo>
                    <a:pt x="817499" y="1634998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310904" y="3563949"/>
            <a:ext cx="11893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daire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2453" y="4863793"/>
            <a:ext cx="3355975" cy="46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95" dirty="0">
                <a:solidFill>
                  <a:srgbClr val="EC008C"/>
                </a:solidFill>
                <a:latin typeface="Verdana"/>
                <a:cs typeface="Verdana"/>
              </a:rPr>
              <a:t>3.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Merkezi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Arial"/>
                <a:cs typeface="Arial"/>
              </a:rPr>
              <a:t>N,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yarıçapı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olan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daire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775347" y="5891951"/>
            <a:ext cx="1303020" cy="325755"/>
          </a:xfrm>
          <a:custGeom>
            <a:avLst/>
            <a:gdLst/>
            <a:ahLst/>
            <a:cxnLst/>
            <a:rect l="l" t="t" r="r" b="b"/>
            <a:pathLst>
              <a:path w="1303020" h="325754">
                <a:moveTo>
                  <a:pt x="0" y="325170"/>
                </a:moveTo>
                <a:lnTo>
                  <a:pt x="739406" y="0"/>
                </a:lnTo>
                <a:lnTo>
                  <a:pt x="1302905" y="325170"/>
                </a:lnTo>
              </a:path>
            </a:pathLst>
          </a:custGeom>
          <a:ln w="6350">
            <a:solidFill>
              <a:srgbClr val="E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885196" y="5926589"/>
            <a:ext cx="3067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114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8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11460" y="6229560"/>
            <a:ext cx="1193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7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48111" y="5936343"/>
            <a:ext cx="5060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4295" algn="r">
              <a:lnSpc>
                <a:spcPct val="100000"/>
              </a:lnSpc>
              <a:spcBef>
                <a:spcPts val="100"/>
              </a:spcBef>
            </a:pPr>
            <a:r>
              <a:rPr sz="800" i="1" spc="9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8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Arial"/>
              <a:cs typeface="Arial"/>
            </a:endParaRPr>
          </a:p>
          <a:p>
            <a:pPr marR="30480" algn="r">
              <a:lnSpc>
                <a:spcPct val="100000"/>
              </a:lnSpc>
            </a:pP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800" i="1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800" i="1" spc="3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i="1" spc="67" baseline="-10416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67974" y="5693620"/>
            <a:ext cx="1054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6621" y="6210053"/>
            <a:ext cx="30416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9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8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18509" y="6206142"/>
            <a:ext cx="186690" cy="282575"/>
          </a:xfrm>
          <a:prstGeom prst="rect">
            <a:avLst/>
          </a:prstGeom>
        </p:spPr>
        <p:txBody>
          <a:bodyPr vert="vert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800" i="1" spc="-7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800" i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45104" y="5396735"/>
            <a:ext cx="2782570" cy="1641475"/>
            <a:chOff x="945104" y="5396735"/>
            <a:chExt cx="2782570" cy="1641475"/>
          </a:xfrm>
        </p:grpSpPr>
        <p:sp>
          <p:nvSpPr>
            <p:cNvPr id="43" name="object 43"/>
            <p:cNvSpPr/>
            <p:nvPr/>
          </p:nvSpPr>
          <p:spPr>
            <a:xfrm>
              <a:off x="1768711" y="6217401"/>
              <a:ext cx="1303655" cy="0"/>
            </a:xfrm>
            <a:custGeom>
              <a:avLst/>
              <a:gdLst/>
              <a:ahLst/>
              <a:cxnLst/>
              <a:rect l="l" t="t" r="r" b="b"/>
              <a:pathLst>
                <a:path w="1303655">
                  <a:moveTo>
                    <a:pt x="0" y="0"/>
                  </a:moveTo>
                  <a:lnTo>
                    <a:pt x="1303172" y="0"/>
                  </a:lnTo>
                </a:path>
              </a:pathLst>
            </a:custGeom>
            <a:ln w="635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55512" y="620197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964" y="0"/>
                  </a:moveTo>
                  <a:lnTo>
                    <a:pt x="6896" y="0"/>
                  </a:lnTo>
                  <a:lnTo>
                    <a:pt x="0" y="6896"/>
                  </a:lnTo>
                  <a:lnTo>
                    <a:pt x="0" y="23964"/>
                  </a:lnTo>
                  <a:lnTo>
                    <a:pt x="6896" y="30860"/>
                  </a:lnTo>
                  <a:lnTo>
                    <a:pt x="23964" y="30860"/>
                  </a:lnTo>
                  <a:lnTo>
                    <a:pt x="30873" y="23964"/>
                  </a:lnTo>
                  <a:lnTo>
                    <a:pt x="30873" y="15430"/>
                  </a:lnTo>
                  <a:lnTo>
                    <a:pt x="30873" y="6896"/>
                  </a:lnTo>
                  <a:lnTo>
                    <a:pt x="23964" y="0"/>
                  </a:lnTo>
                  <a:close/>
                </a:path>
              </a:pathLst>
            </a:custGeom>
            <a:solidFill>
              <a:srgbClr val="004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755512" y="620197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30873" y="15430"/>
                  </a:moveTo>
                  <a:lnTo>
                    <a:pt x="30873" y="23964"/>
                  </a:lnTo>
                  <a:lnTo>
                    <a:pt x="23964" y="30860"/>
                  </a:lnTo>
                  <a:lnTo>
                    <a:pt x="15430" y="30860"/>
                  </a:lnTo>
                  <a:lnTo>
                    <a:pt x="6896" y="30860"/>
                  </a:lnTo>
                  <a:lnTo>
                    <a:pt x="0" y="23964"/>
                  </a:lnTo>
                  <a:lnTo>
                    <a:pt x="0" y="15430"/>
                  </a:lnTo>
                  <a:lnTo>
                    <a:pt x="0" y="6896"/>
                  </a:lnTo>
                  <a:lnTo>
                    <a:pt x="6896" y="0"/>
                  </a:lnTo>
                  <a:lnTo>
                    <a:pt x="15430" y="0"/>
                  </a:lnTo>
                  <a:lnTo>
                    <a:pt x="23964" y="0"/>
                  </a:lnTo>
                  <a:lnTo>
                    <a:pt x="30873" y="6896"/>
                  </a:lnTo>
                  <a:lnTo>
                    <a:pt x="30873" y="15430"/>
                  </a:lnTo>
                  <a:close/>
                </a:path>
              </a:pathLst>
            </a:custGeom>
            <a:ln w="1270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57997" y="620197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964" y="0"/>
                  </a:moveTo>
                  <a:lnTo>
                    <a:pt x="6896" y="0"/>
                  </a:lnTo>
                  <a:lnTo>
                    <a:pt x="0" y="6896"/>
                  </a:lnTo>
                  <a:lnTo>
                    <a:pt x="0" y="23964"/>
                  </a:lnTo>
                  <a:lnTo>
                    <a:pt x="6896" y="30860"/>
                  </a:lnTo>
                  <a:lnTo>
                    <a:pt x="23964" y="30860"/>
                  </a:lnTo>
                  <a:lnTo>
                    <a:pt x="30873" y="23964"/>
                  </a:lnTo>
                  <a:lnTo>
                    <a:pt x="30873" y="15430"/>
                  </a:lnTo>
                  <a:lnTo>
                    <a:pt x="30873" y="6896"/>
                  </a:lnTo>
                  <a:lnTo>
                    <a:pt x="23964" y="0"/>
                  </a:lnTo>
                  <a:close/>
                </a:path>
              </a:pathLst>
            </a:custGeom>
            <a:solidFill>
              <a:srgbClr val="004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57997" y="620197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30873" y="15430"/>
                  </a:moveTo>
                  <a:lnTo>
                    <a:pt x="30873" y="23964"/>
                  </a:lnTo>
                  <a:lnTo>
                    <a:pt x="23964" y="30860"/>
                  </a:lnTo>
                  <a:lnTo>
                    <a:pt x="15430" y="30860"/>
                  </a:lnTo>
                  <a:lnTo>
                    <a:pt x="6896" y="30860"/>
                  </a:lnTo>
                  <a:lnTo>
                    <a:pt x="0" y="23964"/>
                  </a:lnTo>
                  <a:lnTo>
                    <a:pt x="0" y="15430"/>
                  </a:lnTo>
                  <a:lnTo>
                    <a:pt x="0" y="6896"/>
                  </a:lnTo>
                  <a:lnTo>
                    <a:pt x="6896" y="0"/>
                  </a:lnTo>
                  <a:lnTo>
                    <a:pt x="15430" y="0"/>
                  </a:lnTo>
                  <a:lnTo>
                    <a:pt x="23964" y="0"/>
                  </a:lnTo>
                  <a:lnTo>
                    <a:pt x="30873" y="6896"/>
                  </a:lnTo>
                  <a:lnTo>
                    <a:pt x="30873" y="15430"/>
                  </a:lnTo>
                  <a:close/>
                </a:path>
              </a:pathLst>
            </a:custGeom>
            <a:ln w="1270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426406" y="5568655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39" h="1297940">
                  <a:moveTo>
                    <a:pt x="648741" y="1297482"/>
                  </a:moveTo>
                  <a:lnTo>
                    <a:pt x="697158" y="1295703"/>
                  </a:lnTo>
                  <a:lnTo>
                    <a:pt x="744608" y="1290449"/>
                  </a:lnTo>
                  <a:lnTo>
                    <a:pt x="790966" y="1281845"/>
                  </a:lnTo>
                  <a:lnTo>
                    <a:pt x="836107" y="1270016"/>
                  </a:lnTo>
                  <a:lnTo>
                    <a:pt x="879905" y="1255089"/>
                  </a:lnTo>
                  <a:lnTo>
                    <a:pt x="922235" y="1237189"/>
                  </a:lnTo>
                  <a:lnTo>
                    <a:pt x="962971" y="1216441"/>
                  </a:lnTo>
                  <a:lnTo>
                    <a:pt x="1001988" y="1192970"/>
                  </a:lnTo>
                  <a:lnTo>
                    <a:pt x="1039161" y="1166902"/>
                  </a:lnTo>
                  <a:lnTo>
                    <a:pt x="1074364" y="1138362"/>
                  </a:lnTo>
                  <a:lnTo>
                    <a:pt x="1107471" y="1107476"/>
                  </a:lnTo>
                  <a:lnTo>
                    <a:pt x="1138358" y="1074369"/>
                  </a:lnTo>
                  <a:lnTo>
                    <a:pt x="1166898" y="1039167"/>
                  </a:lnTo>
                  <a:lnTo>
                    <a:pt x="1192967" y="1001994"/>
                  </a:lnTo>
                  <a:lnTo>
                    <a:pt x="1216438" y="962977"/>
                  </a:lnTo>
                  <a:lnTo>
                    <a:pt x="1237187" y="922240"/>
                  </a:lnTo>
                  <a:lnTo>
                    <a:pt x="1255088" y="879910"/>
                  </a:lnTo>
                  <a:lnTo>
                    <a:pt x="1270015" y="836112"/>
                  </a:lnTo>
                  <a:lnTo>
                    <a:pt x="1281844" y="790970"/>
                  </a:lnTo>
                  <a:lnTo>
                    <a:pt x="1290448" y="744611"/>
                  </a:lnTo>
                  <a:lnTo>
                    <a:pt x="1295703" y="697159"/>
                  </a:lnTo>
                  <a:lnTo>
                    <a:pt x="1297482" y="648741"/>
                  </a:lnTo>
                  <a:lnTo>
                    <a:pt x="1295703" y="600326"/>
                  </a:lnTo>
                  <a:lnTo>
                    <a:pt x="1290448" y="552877"/>
                  </a:lnTo>
                  <a:lnTo>
                    <a:pt x="1281844" y="506520"/>
                  </a:lnTo>
                  <a:lnTo>
                    <a:pt x="1270015" y="461380"/>
                  </a:lnTo>
                  <a:lnTo>
                    <a:pt x="1255088" y="417582"/>
                  </a:lnTo>
                  <a:lnTo>
                    <a:pt x="1237187" y="375252"/>
                  </a:lnTo>
                  <a:lnTo>
                    <a:pt x="1216438" y="334516"/>
                  </a:lnTo>
                  <a:lnTo>
                    <a:pt x="1192967" y="295499"/>
                  </a:lnTo>
                  <a:lnTo>
                    <a:pt x="1166898" y="258326"/>
                  </a:lnTo>
                  <a:lnTo>
                    <a:pt x="1138358" y="223123"/>
                  </a:lnTo>
                  <a:lnTo>
                    <a:pt x="1107471" y="190015"/>
                  </a:lnTo>
                  <a:lnTo>
                    <a:pt x="1074364" y="159128"/>
                  </a:lnTo>
                  <a:lnTo>
                    <a:pt x="1039161" y="130587"/>
                  </a:lnTo>
                  <a:lnTo>
                    <a:pt x="1001988" y="104518"/>
                  </a:lnTo>
                  <a:lnTo>
                    <a:pt x="962971" y="81046"/>
                  </a:lnTo>
                  <a:lnTo>
                    <a:pt x="922235" y="60297"/>
                  </a:lnTo>
                  <a:lnTo>
                    <a:pt x="879905" y="42395"/>
                  </a:lnTo>
                  <a:lnTo>
                    <a:pt x="836107" y="27467"/>
                  </a:lnTo>
                  <a:lnTo>
                    <a:pt x="790966" y="15638"/>
                  </a:lnTo>
                  <a:lnTo>
                    <a:pt x="744608" y="7034"/>
                  </a:lnTo>
                  <a:lnTo>
                    <a:pt x="697158" y="1779"/>
                  </a:lnTo>
                  <a:lnTo>
                    <a:pt x="648741" y="0"/>
                  </a:lnTo>
                  <a:lnTo>
                    <a:pt x="600324" y="1779"/>
                  </a:lnTo>
                  <a:lnTo>
                    <a:pt x="552874" y="7034"/>
                  </a:lnTo>
                  <a:lnTo>
                    <a:pt x="506516" y="15638"/>
                  </a:lnTo>
                  <a:lnTo>
                    <a:pt x="461375" y="27467"/>
                  </a:lnTo>
                  <a:lnTo>
                    <a:pt x="417577" y="42395"/>
                  </a:lnTo>
                  <a:lnTo>
                    <a:pt x="375247" y="60297"/>
                  </a:lnTo>
                  <a:lnTo>
                    <a:pt x="334511" y="81046"/>
                  </a:lnTo>
                  <a:lnTo>
                    <a:pt x="295493" y="104518"/>
                  </a:lnTo>
                  <a:lnTo>
                    <a:pt x="258321" y="130587"/>
                  </a:lnTo>
                  <a:lnTo>
                    <a:pt x="223118" y="159128"/>
                  </a:lnTo>
                  <a:lnTo>
                    <a:pt x="190011" y="190015"/>
                  </a:lnTo>
                  <a:lnTo>
                    <a:pt x="159124" y="223123"/>
                  </a:lnTo>
                  <a:lnTo>
                    <a:pt x="130584" y="258326"/>
                  </a:lnTo>
                  <a:lnTo>
                    <a:pt x="104515" y="295499"/>
                  </a:lnTo>
                  <a:lnTo>
                    <a:pt x="81044" y="334516"/>
                  </a:lnTo>
                  <a:lnTo>
                    <a:pt x="60295" y="375252"/>
                  </a:lnTo>
                  <a:lnTo>
                    <a:pt x="42394" y="417582"/>
                  </a:lnTo>
                  <a:lnTo>
                    <a:pt x="27466" y="461380"/>
                  </a:lnTo>
                  <a:lnTo>
                    <a:pt x="15638" y="506520"/>
                  </a:lnTo>
                  <a:lnTo>
                    <a:pt x="7033" y="552877"/>
                  </a:lnTo>
                  <a:lnTo>
                    <a:pt x="1779" y="600326"/>
                  </a:lnTo>
                  <a:lnTo>
                    <a:pt x="0" y="648741"/>
                  </a:lnTo>
                  <a:lnTo>
                    <a:pt x="1779" y="697159"/>
                  </a:lnTo>
                  <a:lnTo>
                    <a:pt x="7033" y="744611"/>
                  </a:lnTo>
                  <a:lnTo>
                    <a:pt x="15638" y="790970"/>
                  </a:lnTo>
                  <a:lnTo>
                    <a:pt x="27466" y="836112"/>
                  </a:lnTo>
                  <a:lnTo>
                    <a:pt x="42394" y="879910"/>
                  </a:lnTo>
                  <a:lnTo>
                    <a:pt x="60295" y="922240"/>
                  </a:lnTo>
                  <a:lnTo>
                    <a:pt x="81044" y="962977"/>
                  </a:lnTo>
                  <a:lnTo>
                    <a:pt x="104515" y="1001994"/>
                  </a:lnTo>
                  <a:lnTo>
                    <a:pt x="130584" y="1039167"/>
                  </a:lnTo>
                  <a:lnTo>
                    <a:pt x="159124" y="1074369"/>
                  </a:lnTo>
                  <a:lnTo>
                    <a:pt x="190011" y="1107476"/>
                  </a:lnTo>
                  <a:lnTo>
                    <a:pt x="223118" y="1138362"/>
                  </a:lnTo>
                  <a:lnTo>
                    <a:pt x="258321" y="1166902"/>
                  </a:lnTo>
                  <a:lnTo>
                    <a:pt x="295493" y="1192970"/>
                  </a:lnTo>
                  <a:lnTo>
                    <a:pt x="334511" y="1216441"/>
                  </a:lnTo>
                  <a:lnTo>
                    <a:pt x="375247" y="1237189"/>
                  </a:lnTo>
                  <a:lnTo>
                    <a:pt x="417577" y="1255089"/>
                  </a:lnTo>
                  <a:lnTo>
                    <a:pt x="461375" y="1270016"/>
                  </a:lnTo>
                  <a:lnTo>
                    <a:pt x="506516" y="1281845"/>
                  </a:lnTo>
                  <a:lnTo>
                    <a:pt x="552874" y="1290449"/>
                  </a:lnTo>
                  <a:lnTo>
                    <a:pt x="600324" y="1295703"/>
                  </a:lnTo>
                  <a:lnTo>
                    <a:pt x="648741" y="1297482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48279" y="5399910"/>
              <a:ext cx="1635125" cy="1635125"/>
            </a:xfrm>
            <a:custGeom>
              <a:avLst/>
              <a:gdLst/>
              <a:ahLst/>
              <a:cxnLst/>
              <a:rect l="l" t="t" r="r" b="b"/>
              <a:pathLst>
                <a:path w="1635125" h="1635125">
                  <a:moveTo>
                    <a:pt x="817499" y="1634998"/>
                  </a:moveTo>
                  <a:lnTo>
                    <a:pt x="865533" y="1633610"/>
                  </a:lnTo>
                  <a:lnTo>
                    <a:pt x="912837" y="1629497"/>
                  </a:lnTo>
                  <a:lnTo>
                    <a:pt x="959333" y="1622737"/>
                  </a:lnTo>
                  <a:lnTo>
                    <a:pt x="1004945" y="1613406"/>
                  </a:lnTo>
                  <a:lnTo>
                    <a:pt x="1049596" y="1601581"/>
                  </a:lnTo>
                  <a:lnTo>
                    <a:pt x="1093209" y="1587338"/>
                  </a:lnTo>
                  <a:lnTo>
                    <a:pt x="1135708" y="1570753"/>
                  </a:lnTo>
                  <a:lnTo>
                    <a:pt x="1177016" y="1551904"/>
                  </a:lnTo>
                  <a:lnTo>
                    <a:pt x="1217057" y="1530868"/>
                  </a:lnTo>
                  <a:lnTo>
                    <a:pt x="1255752" y="1507720"/>
                  </a:lnTo>
                  <a:lnTo>
                    <a:pt x="1293027" y="1482538"/>
                  </a:lnTo>
                  <a:lnTo>
                    <a:pt x="1328805" y="1455399"/>
                  </a:lnTo>
                  <a:lnTo>
                    <a:pt x="1363008" y="1426378"/>
                  </a:lnTo>
                  <a:lnTo>
                    <a:pt x="1395560" y="1395553"/>
                  </a:lnTo>
                  <a:lnTo>
                    <a:pt x="1426384" y="1363001"/>
                  </a:lnTo>
                  <a:lnTo>
                    <a:pt x="1455404" y="1328797"/>
                  </a:lnTo>
                  <a:lnTo>
                    <a:pt x="1482543" y="1293019"/>
                  </a:lnTo>
                  <a:lnTo>
                    <a:pt x="1507724" y="1255743"/>
                  </a:lnTo>
                  <a:lnTo>
                    <a:pt x="1530871" y="1217047"/>
                  </a:lnTo>
                  <a:lnTo>
                    <a:pt x="1551907" y="1177006"/>
                  </a:lnTo>
                  <a:lnTo>
                    <a:pt x="1570755" y="1135698"/>
                  </a:lnTo>
                  <a:lnTo>
                    <a:pt x="1587339" y="1093198"/>
                  </a:lnTo>
                  <a:lnTo>
                    <a:pt x="1601582" y="1049585"/>
                  </a:lnTo>
                  <a:lnTo>
                    <a:pt x="1613407" y="1004933"/>
                  </a:lnTo>
                  <a:lnTo>
                    <a:pt x="1622738" y="959321"/>
                  </a:lnTo>
                  <a:lnTo>
                    <a:pt x="1629498" y="912825"/>
                  </a:lnTo>
                  <a:lnTo>
                    <a:pt x="1633610" y="865521"/>
                  </a:lnTo>
                  <a:lnTo>
                    <a:pt x="1634998" y="817486"/>
                  </a:lnTo>
                  <a:lnTo>
                    <a:pt x="1633610" y="769451"/>
                  </a:lnTo>
                  <a:lnTo>
                    <a:pt x="1629498" y="722147"/>
                  </a:lnTo>
                  <a:lnTo>
                    <a:pt x="1622738" y="675651"/>
                  </a:lnTo>
                  <a:lnTo>
                    <a:pt x="1613407" y="630040"/>
                  </a:lnTo>
                  <a:lnTo>
                    <a:pt x="1601582" y="585389"/>
                  </a:lnTo>
                  <a:lnTo>
                    <a:pt x="1587339" y="541776"/>
                  </a:lnTo>
                  <a:lnTo>
                    <a:pt x="1570755" y="499278"/>
                  </a:lnTo>
                  <a:lnTo>
                    <a:pt x="1551907" y="457971"/>
                  </a:lnTo>
                  <a:lnTo>
                    <a:pt x="1530871" y="417931"/>
                  </a:lnTo>
                  <a:lnTo>
                    <a:pt x="1507724" y="379236"/>
                  </a:lnTo>
                  <a:lnTo>
                    <a:pt x="1482543" y="341961"/>
                  </a:lnTo>
                  <a:lnTo>
                    <a:pt x="1455404" y="306185"/>
                  </a:lnTo>
                  <a:lnTo>
                    <a:pt x="1426384" y="271982"/>
                  </a:lnTo>
                  <a:lnTo>
                    <a:pt x="1395560" y="239431"/>
                  </a:lnTo>
                  <a:lnTo>
                    <a:pt x="1363008" y="208607"/>
                  </a:lnTo>
                  <a:lnTo>
                    <a:pt x="1328805" y="179588"/>
                  </a:lnTo>
                  <a:lnTo>
                    <a:pt x="1293027" y="152450"/>
                  </a:lnTo>
                  <a:lnTo>
                    <a:pt x="1255752" y="127269"/>
                  </a:lnTo>
                  <a:lnTo>
                    <a:pt x="1217057" y="104123"/>
                  </a:lnTo>
                  <a:lnTo>
                    <a:pt x="1177016" y="83088"/>
                  </a:lnTo>
                  <a:lnTo>
                    <a:pt x="1135708" y="64240"/>
                  </a:lnTo>
                  <a:lnTo>
                    <a:pt x="1093209" y="47656"/>
                  </a:lnTo>
                  <a:lnTo>
                    <a:pt x="1049596" y="33414"/>
                  </a:lnTo>
                  <a:lnTo>
                    <a:pt x="1004945" y="21589"/>
                  </a:lnTo>
                  <a:lnTo>
                    <a:pt x="959333" y="12259"/>
                  </a:lnTo>
                  <a:lnTo>
                    <a:pt x="912837" y="5499"/>
                  </a:lnTo>
                  <a:lnTo>
                    <a:pt x="865533" y="1387"/>
                  </a:lnTo>
                  <a:lnTo>
                    <a:pt x="817499" y="0"/>
                  </a:lnTo>
                  <a:lnTo>
                    <a:pt x="769464" y="1387"/>
                  </a:lnTo>
                  <a:lnTo>
                    <a:pt x="722160" y="5499"/>
                  </a:lnTo>
                  <a:lnTo>
                    <a:pt x="675664" y="12259"/>
                  </a:lnTo>
                  <a:lnTo>
                    <a:pt x="630052" y="21589"/>
                  </a:lnTo>
                  <a:lnTo>
                    <a:pt x="585401" y="33414"/>
                  </a:lnTo>
                  <a:lnTo>
                    <a:pt x="541788" y="47656"/>
                  </a:lnTo>
                  <a:lnTo>
                    <a:pt x="499289" y="64240"/>
                  </a:lnTo>
                  <a:lnTo>
                    <a:pt x="457981" y="83088"/>
                  </a:lnTo>
                  <a:lnTo>
                    <a:pt x="417940" y="104123"/>
                  </a:lnTo>
                  <a:lnTo>
                    <a:pt x="379245" y="127269"/>
                  </a:lnTo>
                  <a:lnTo>
                    <a:pt x="341970" y="152450"/>
                  </a:lnTo>
                  <a:lnTo>
                    <a:pt x="306192" y="179588"/>
                  </a:lnTo>
                  <a:lnTo>
                    <a:pt x="271989" y="208607"/>
                  </a:lnTo>
                  <a:lnTo>
                    <a:pt x="239437" y="239431"/>
                  </a:lnTo>
                  <a:lnTo>
                    <a:pt x="208613" y="271982"/>
                  </a:lnTo>
                  <a:lnTo>
                    <a:pt x="179593" y="306185"/>
                  </a:lnTo>
                  <a:lnTo>
                    <a:pt x="152454" y="341961"/>
                  </a:lnTo>
                  <a:lnTo>
                    <a:pt x="127273" y="379236"/>
                  </a:lnTo>
                  <a:lnTo>
                    <a:pt x="104126" y="417931"/>
                  </a:lnTo>
                  <a:lnTo>
                    <a:pt x="83090" y="457971"/>
                  </a:lnTo>
                  <a:lnTo>
                    <a:pt x="64242" y="499278"/>
                  </a:lnTo>
                  <a:lnTo>
                    <a:pt x="47658" y="541776"/>
                  </a:lnTo>
                  <a:lnTo>
                    <a:pt x="33415" y="585389"/>
                  </a:lnTo>
                  <a:lnTo>
                    <a:pt x="21590" y="630040"/>
                  </a:lnTo>
                  <a:lnTo>
                    <a:pt x="12259" y="675651"/>
                  </a:lnTo>
                  <a:lnTo>
                    <a:pt x="5499" y="722147"/>
                  </a:lnTo>
                  <a:lnTo>
                    <a:pt x="1387" y="769451"/>
                  </a:lnTo>
                  <a:lnTo>
                    <a:pt x="0" y="817486"/>
                  </a:lnTo>
                  <a:lnTo>
                    <a:pt x="1387" y="865521"/>
                  </a:lnTo>
                  <a:lnTo>
                    <a:pt x="5499" y="912825"/>
                  </a:lnTo>
                  <a:lnTo>
                    <a:pt x="12259" y="959321"/>
                  </a:lnTo>
                  <a:lnTo>
                    <a:pt x="21590" y="1004933"/>
                  </a:lnTo>
                  <a:lnTo>
                    <a:pt x="33415" y="1049585"/>
                  </a:lnTo>
                  <a:lnTo>
                    <a:pt x="47658" y="1093198"/>
                  </a:lnTo>
                  <a:lnTo>
                    <a:pt x="64242" y="1135698"/>
                  </a:lnTo>
                  <a:lnTo>
                    <a:pt x="83090" y="1177006"/>
                  </a:lnTo>
                  <a:lnTo>
                    <a:pt x="104126" y="1217047"/>
                  </a:lnTo>
                  <a:lnTo>
                    <a:pt x="127273" y="1255743"/>
                  </a:lnTo>
                  <a:lnTo>
                    <a:pt x="152454" y="1293019"/>
                  </a:lnTo>
                  <a:lnTo>
                    <a:pt x="179593" y="1328797"/>
                  </a:lnTo>
                  <a:lnTo>
                    <a:pt x="208613" y="1363001"/>
                  </a:lnTo>
                  <a:lnTo>
                    <a:pt x="239437" y="1395553"/>
                  </a:lnTo>
                  <a:lnTo>
                    <a:pt x="271989" y="1426378"/>
                  </a:lnTo>
                  <a:lnTo>
                    <a:pt x="306192" y="1455399"/>
                  </a:lnTo>
                  <a:lnTo>
                    <a:pt x="341970" y="1482538"/>
                  </a:lnTo>
                  <a:lnTo>
                    <a:pt x="379245" y="1507720"/>
                  </a:lnTo>
                  <a:lnTo>
                    <a:pt x="417940" y="1530868"/>
                  </a:lnTo>
                  <a:lnTo>
                    <a:pt x="457981" y="1551904"/>
                  </a:lnTo>
                  <a:lnTo>
                    <a:pt x="499289" y="1570753"/>
                  </a:lnTo>
                  <a:lnTo>
                    <a:pt x="541788" y="1587338"/>
                  </a:lnTo>
                  <a:lnTo>
                    <a:pt x="585401" y="1601581"/>
                  </a:lnTo>
                  <a:lnTo>
                    <a:pt x="630052" y="1613406"/>
                  </a:lnTo>
                  <a:lnTo>
                    <a:pt x="675664" y="1622737"/>
                  </a:lnTo>
                  <a:lnTo>
                    <a:pt x="722160" y="1629497"/>
                  </a:lnTo>
                  <a:lnTo>
                    <a:pt x="769464" y="1633610"/>
                  </a:lnTo>
                  <a:lnTo>
                    <a:pt x="817499" y="1634998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500720" y="587918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964" y="0"/>
                  </a:moveTo>
                  <a:lnTo>
                    <a:pt x="6896" y="0"/>
                  </a:lnTo>
                  <a:lnTo>
                    <a:pt x="0" y="6896"/>
                  </a:lnTo>
                  <a:lnTo>
                    <a:pt x="0" y="23964"/>
                  </a:lnTo>
                  <a:lnTo>
                    <a:pt x="6896" y="30860"/>
                  </a:lnTo>
                  <a:lnTo>
                    <a:pt x="23964" y="30860"/>
                  </a:lnTo>
                  <a:lnTo>
                    <a:pt x="30873" y="23964"/>
                  </a:lnTo>
                  <a:lnTo>
                    <a:pt x="30873" y="15430"/>
                  </a:lnTo>
                  <a:lnTo>
                    <a:pt x="30873" y="6896"/>
                  </a:lnTo>
                  <a:lnTo>
                    <a:pt x="23964" y="0"/>
                  </a:lnTo>
                  <a:close/>
                </a:path>
              </a:pathLst>
            </a:custGeom>
            <a:solidFill>
              <a:srgbClr val="004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500720" y="587918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30873" y="15430"/>
                  </a:moveTo>
                  <a:lnTo>
                    <a:pt x="30873" y="23964"/>
                  </a:lnTo>
                  <a:lnTo>
                    <a:pt x="23964" y="30860"/>
                  </a:lnTo>
                  <a:lnTo>
                    <a:pt x="15430" y="30860"/>
                  </a:lnTo>
                  <a:lnTo>
                    <a:pt x="6896" y="30860"/>
                  </a:lnTo>
                  <a:lnTo>
                    <a:pt x="0" y="23964"/>
                  </a:lnTo>
                  <a:lnTo>
                    <a:pt x="0" y="15430"/>
                  </a:lnTo>
                  <a:lnTo>
                    <a:pt x="0" y="6896"/>
                  </a:lnTo>
                  <a:lnTo>
                    <a:pt x="6896" y="0"/>
                  </a:lnTo>
                  <a:lnTo>
                    <a:pt x="15430" y="0"/>
                  </a:lnTo>
                  <a:lnTo>
                    <a:pt x="23964" y="0"/>
                  </a:lnTo>
                  <a:lnTo>
                    <a:pt x="30873" y="6896"/>
                  </a:lnTo>
                  <a:lnTo>
                    <a:pt x="30873" y="15430"/>
                  </a:lnTo>
                  <a:close/>
                </a:path>
              </a:pathLst>
            </a:custGeom>
            <a:ln w="1270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98617" y="7910064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994" dirty="0">
                <a:solidFill>
                  <a:srgbClr val="231F20"/>
                </a:solidFill>
                <a:latin typeface="Tahoma"/>
                <a:cs typeface="Tahoma"/>
              </a:rPr>
              <a:t>&amp;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32338" y="7251648"/>
            <a:ext cx="6460490" cy="1221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4.</a:t>
            </a:r>
            <a:r>
              <a:rPr sz="1000" b="1" i="1" spc="10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41700"/>
              </a:lnSpc>
              <a:spcBef>
                <a:spcPts val="565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Yarıçapları</a:t>
            </a:r>
            <a:r>
              <a:rPr sz="1000" i="1" spc="2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00" i="1" spc="2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00" i="1" spc="2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olan</a:t>
            </a:r>
            <a:r>
              <a:rPr sz="1000" i="1" spc="2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M,</a:t>
            </a:r>
            <a:r>
              <a:rPr sz="1000" i="1" spc="2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1000" i="1" spc="2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merkezli</a:t>
            </a:r>
            <a:r>
              <a:rPr sz="1000" i="1" spc="2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çemberlerin</a:t>
            </a:r>
            <a:r>
              <a:rPr sz="1000" i="1" spc="2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kesim</a:t>
            </a:r>
            <a:r>
              <a:rPr sz="1000" i="1" spc="2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noktalarından</a:t>
            </a:r>
            <a:r>
              <a:rPr sz="1000" i="1" spc="2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biri</a:t>
            </a:r>
            <a:r>
              <a:rPr sz="1000" i="1" spc="2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2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nok- </a:t>
            </a:r>
            <a:r>
              <a:rPr sz="1000" i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tasıdır.</a:t>
            </a:r>
            <a:endParaRPr sz="10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785"/>
              </a:spcBef>
            </a:pP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KMN</a:t>
            </a:r>
            <a:r>
              <a:rPr sz="1000" i="1" spc="3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için, 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|KM|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cm, </a:t>
            </a:r>
            <a:r>
              <a:rPr sz="1000" i="1" spc="3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|KN|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cm, </a:t>
            </a:r>
            <a:r>
              <a:rPr sz="1000" i="1" spc="3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|MN|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Oluşan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KMN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eşitsizliğini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sağlar.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32338" y="8583166"/>
            <a:ext cx="1345565" cy="753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325199" y="8658030"/>
            <a:ext cx="148590" cy="65405"/>
            <a:chOff x="2325199" y="8658030"/>
            <a:chExt cx="148590" cy="65405"/>
          </a:xfrm>
        </p:grpSpPr>
        <p:sp>
          <p:nvSpPr>
            <p:cNvPr id="56" name="object 56"/>
            <p:cNvSpPr/>
            <p:nvPr/>
          </p:nvSpPr>
          <p:spPr>
            <a:xfrm>
              <a:off x="2325199" y="8690440"/>
              <a:ext cx="79375" cy="0"/>
            </a:xfrm>
            <a:custGeom>
              <a:avLst/>
              <a:gdLst/>
              <a:ahLst/>
              <a:cxnLst/>
              <a:rect l="l" t="t" r="r" b="b"/>
              <a:pathLst>
                <a:path w="79375">
                  <a:moveTo>
                    <a:pt x="0" y="0"/>
                  </a:moveTo>
                  <a:lnTo>
                    <a:pt x="79133" y="0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384647" y="8658030"/>
              <a:ext cx="89535" cy="65405"/>
            </a:xfrm>
            <a:custGeom>
              <a:avLst/>
              <a:gdLst/>
              <a:ahLst/>
              <a:cxnLst/>
              <a:rect l="l" t="t" r="r" b="b"/>
              <a:pathLst>
                <a:path w="89535" h="65404">
                  <a:moveTo>
                    <a:pt x="0" y="0"/>
                  </a:moveTo>
                  <a:lnTo>
                    <a:pt x="19685" y="32410"/>
                  </a:lnTo>
                  <a:lnTo>
                    <a:pt x="0" y="64820"/>
                  </a:lnTo>
                  <a:lnTo>
                    <a:pt x="89052" y="324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2524499" y="8583147"/>
            <a:ext cx="809625" cy="753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12</a:t>
            </a:r>
            <a:endParaRPr sz="10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065"/>
              </a:spcBef>
            </a:pP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13</a:t>
            </a:r>
            <a:endParaRPr sz="10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065"/>
              </a:spcBef>
            </a:pPr>
            <a:r>
              <a:rPr sz="1000" i="1" spc="-90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&lt;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9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2328501" y="8945933"/>
            <a:ext cx="148590" cy="65405"/>
            <a:chOff x="2328501" y="8945933"/>
            <a:chExt cx="148590" cy="65405"/>
          </a:xfrm>
        </p:grpSpPr>
        <p:sp>
          <p:nvSpPr>
            <p:cNvPr id="60" name="object 60"/>
            <p:cNvSpPr/>
            <p:nvPr/>
          </p:nvSpPr>
          <p:spPr>
            <a:xfrm>
              <a:off x="2328501" y="8978343"/>
              <a:ext cx="79375" cy="0"/>
            </a:xfrm>
            <a:custGeom>
              <a:avLst/>
              <a:gdLst/>
              <a:ahLst/>
              <a:cxnLst/>
              <a:rect l="l" t="t" r="r" b="b"/>
              <a:pathLst>
                <a:path w="79375">
                  <a:moveTo>
                    <a:pt x="0" y="0"/>
                  </a:moveTo>
                  <a:lnTo>
                    <a:pt x="79133" y="0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387949" y="8945933"/>
              <a:ext cx="89535" cy="65405"/>
            </a:xfrm>
            <a:custGeom>
              <a:avLst/>
              <a:gdLst/>
              <a:ahLst/>
              <a:cxnLst/>
              <a:rect l="l" t="t" r="r" b="b"/>
              <a:pathLst>
                <a:path w="89535" h="65404">
                  <a:moveTo>
                    <a:pt x="0" y="0"/>
                  </a:moveTo>
                  <a:lnTo>
                    <a:pt x="19685" y="32410"/>
                  </a:lnTo>
                  <a:lnTo>
                    <a:pt x="0" y="64820"/>
                  </a:lnTo>
                  <a:lnTo>
                    <a:pt x="89052" y="324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2327104" y="9233828"/>
            <a:ext cx="148590" cy="65405"/>
            <a:chOff x="2327104" y="9233828"/>
            <a:chExt cx="148590" cy="65405"/>
          </a:xfrm>
        </p:grpSpPr>
        <p:sp>
          <p:nvSpPr>
            <p:cNvPr id="63" name="object 63"/>
            <p:cNvSpPr/>
            <p:nvPr/>
          </p:nvSpPr>
          <p:spPr>
            <a:xfrm>
              <a:off x="2327104" y="9266239"/>
              <a:ext cx="79375" cy="0"/>
            </a:xfrm>
            <a:custGeom>
              <a:avLst/>
              <a:gdLst/>
              <a:ahLst/>
              <a:cxnLst/>
              <a:rect l="l" t="t" r="r" b="b"/>
              <a:pathLst>
                <a:path w="79375">
                  <a:moveTo>
                    <a:pt x="0" y="0"/>
                  </a:moveTo>
                  <a:lnTo>
                    <a:pt x="79133" y="0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386552" y="9233828"/>
              <a:ext cx="89535" cy="65405"/>
            </a:xfrm>
            <a:custGeom>
              <a:avLst/>
              <a:gdLst/>
              <a:ahLst/>
              <a:cxnLst/>
              <a:rect l="l" t="t" r="r" b="b"/>
              <a:pathLst>
                <a:path w="89535" h="65404">
                  <a:moveTo>
                    <a:pt x="0" y="0"/>
                  </a:moveTo>
                  <a:lnTo>
                    <a:pt x="19685" y="32410"/>
                  </a:lnTo>
                  <a:lnTo>
                    <a:pt x="0" y="64820"/>
                  </a:lnTo>
                  <a:lnTo>
                    <a:pt x="89052" y="324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624174" y="1719995"/>
            <a:ext cx="6756400" cy="347980"/>
            <a:chOff x="624174" y="1719995"/>
            <a:chExt cx="6756400" cy="347980"/>
          </a:xfrm>
        </p:grpSpPr>
        <p:sp>
          <p:nvSpPr>
            <p:cNvPr id="66" name="object 66"/>
            <p:cNvSpPr/>
            <p:nvPr/>
          </p:nvSpPr>
          <p:spPr>
            <a:xfrm>
              <a:off x="744822" y="1893756"/>
              <a:ext cx="6635750" cy="0"/>
            </a:xfrm>
            <a:custGeom>
              <a:avLst/>
              <a:gdLst/>
              <a:ahLst/>
              <a:cxnLst/>
              <a:rect l="l" t="t" r="r" b="b"/>
              <a:pathLst>
                <a:path w="6635750">
                  <a:moveTo>
                    <a:pt x="663517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24174" y="1719995"/>
              <a:ext cx="1445895" cy="347980"/>
            </a:xfrm>
            <a:custGeom>
              <a:avLst/>
              <a:gdLst/>
              <a:ahLst/>
              <a:cxnLst/>
              <a:rect l="l" t="t" r="r" b="b"/>
              <a:pathLst>
                <a:path w="1445895" h="347980">
                  <a:moveTo>
                    <a:pt x="14229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422971" y="347522"/>
                  </a:lnTo>
                  <a:lnTo>
                    <a:pt x="1432476" y="305340"/>
                  </a:lnTo>
                  <a:lnTo>
                    <a:pt x="1439556" y="262304"/>
                  </a:lnTo>
                  <a:lnTo>
                    <a:pt x="1443975" y="218437"/>
                  </a:lnTo>
                  <a:lnTo>
                    <a:pt x="1445501" y="173761"/>
                  </a:lnTo>
                  <a:lnTo>
                    <a:pt x="1443975" y="129091"/>
                  </a:lnTo>
                  <a:lnTo>
                    <a:pt x="1439556" y="85223"/>
                  </a:lnTo>
                  <a:lnTo>
                    <a:pt x="1432476" y="42184"/>
                  </a:lnTo>
                  <a:lnTo>
                    <a:pt x="1422971" y="0"/>
                  </a:lnTo>
                  <a:close/>
                </a:path>
              </a:pathLst>
            </a:custGeom>
            <a:solidFill>
              <a:srgbClr val="006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1073796" y="1769843"/>
            <a:ext cx="535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165" dirty="0">
                <a:solidFill>
                  <a:srgbClr val="FFFFFF"/>
                </a:solidFill>
                <a:latin typeface="Times New Roman"/>
                <a:cs typeface="Times New Roman"/>
              </a:rPr>
              <a:t>ÖRNEK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744653" y="9374982"/>
            <a:ext cx="4438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7170">
              <a:lnSpc>
                <a:spcPts val="1420"/>
              </a:lnSpc>
            </a:pPr>
            <a:fld id="{81D60167-4931-47E6-BA6A-407CBD079E47}" type="slidenum">
              <a:rPr sz="1200" b="1" spc="20" dirty="0">
                <a:solidFill>
                  <a:srgbClr val="FFFFFF"/>
                </a:solidFill>
                <a:latin typeface="Arial"/>
                <a:cs typeface="Arial"/>
              </a:rPr>
              <a:t>25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885" y="688246"/>
            <a:ext cx="5093335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890" indent="-250825">
              <a:lnSpc>
                <a:spcPct val="100000"/>
              </a:lnSpc>
              <a:spcBef>
                <a:spcPts val="100"/>
              </a:spcBef>
              <a:buClr>
                <a:srgbClr val="EF5BA1"/>
              </a:buClr>
              <a:buSzPct val="110000"/>
              <a:buAutoNum type="arabicPeriod" startAt="2"/>
              <a:tabLst>
                <a:tab pos="263525" algn="l"/>
              </a:tabLst>
            </a:pPr>
            <a:r>
              <a:rPr sz="1000" b="1" i="1" spc="-170" dirty="0">
                <a:solidFill>
                  <a:srgbClr val="231F20"/>
                </a:solidFill>
                <a:latin typeface="Verdana"/>
                <a:cs typeface="Verdana"/>
              </a:rPr>
              <a:t>|AB|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8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2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0" dirty="0">
                <a:solidFill>
                  <a:srgbClr val="231F20"/>
                </a:solidFill>
                <a:latin typeface="Verdana"/>
                <a:cs typeface="Verdana"/>
              </a:rPr>
              <a:t>cm,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30" dirty="0">
                <a:solidFill>
                  <a:srgbClr val="231F20"/>
                </a:solidFill>
                <a:latin typeface="Verdana"/>
                <a:cs typeface="Verdana"/>
              </a:rPr>
              <a:t>|BC|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8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70" dirty="0">
                <a:solidFill>
                  <a:srgbClr val="231F20"/>
                </a:solidFill>
                <a:latin typeface="Verdana"/>
                <a:cs typeface="Verdana"/>
              </a:rPr>
              <a:t>10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cm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45" dirty="0">
                <a:solidFill>
                  <a:srgbClr val="231F20"/>
                </a:solidFill>
                <a:latin typeface="Verdana"/>
                <a:cs typeface="Verdana"/>
              </a:rPr>
              <a:t>|AC|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80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5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cm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olan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üçgenini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çizelim.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EF5BA1"/>
              </a:buClr>
              <a:buFont typeface="Verdana"/>
              <a:buAutoNum type="arabicPeriod" startAt="2"/>
            </a:pPr>
            <a:endParaRPr sz="2250">
              <a:latin typeface="Verdana"/>
              <a:cs typeface="Verdana"/>
            </a:endParaRPr>
          </a:p>
          <a:p>
            <a:pPr marL="414655" lvl="1" indent="-152400">
              <a:lnSpc>
                <a:spcPct val="100000"/>
              </a:lnSpc>
              <a:buAutoNum type="arabicPeriod"/>
              <a:tabLst>
                <a:tab pos="415290" algn="l"/>
              </a:tabLst>
            </a:pP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262890">
              <a:lnSpc>
                <a:spcPct val="100000"/>
              </a:lnSpc>
              <a:spcBef>
                <a:spcPts val="500"/>
              </a:spcBef>
            </a:pP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10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uzunluğunda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4866" y="1692441"/>
            <a:ext cx="996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4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92163" y="1692340"/>
            <a:ext cx="1066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5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67146" y="1771587"/>
            <a:ext cx="3625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55" dirty="0">
                <a:solidFill>
                  <a:srgbClr val="00AEEF"/>
                </a:solidFill>
                <a:latin typeface="Arial"/>
                <a:cs typeface="Arial"/>
              </a:rPr>
              <a:t>10</a:t>
            </a:r>
            <a:r>
              <a:rPr sz="800" i="1" spc="10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800" i="1" spc="90" dirty="0">
                <a:solidFill>
                  <a:srgbClr val="00AEEF"/>
                </a:solidFill>
                <a:latin typeface="Arial"/>
                <a:cs typeface="Arial"/>
              </a:rPr>
              <a:t>cm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23798" y="1734374"/>
            <a:ext cx="1850389" cy="48260"/>
            <a:chOff x="3123798" y="1734374"/>
            <a:chExt cx="1850389" cy="48260"/>
          </a:xfrm>
        </p:grpSpPr>
        <p:sp>
          <p:nvSpPr>
            <p:cNvPr id="16" name="object 16"/>
            <p:cNvSpPr/>
            <p:nvPr/>
          </p:nvSpPr>
          <p:spPr>
            <a:xfrm>
              <a:off x="3149756" y="1758304"/>
              <a:ext cx="1800225" cy="0"/>
            </a:xfrm>
            <a:custGeom>
              <a:avLst/>
              <a:gdLst/>
              <a:ahLst/>
              <a:cxnLst/>
              <a:rect l="l" t="t" r="r" b="b"/>
              <a:pathLst>
                <a:path w="1800225">
                  <a:moveTo>
                    <a:pt x="0" y="0"/>
                  </a:moveTo>
                  <a:lnTo>
                    <a:pt x="1799996" y="0"/>
                  </a:lnTo>
                </a:path>
              </a:pathLst>
            </a:custGeom>
            <a:ln w="635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30148" y="1740724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27508" y="0"/>
                  </a:moveTo>
                  <a:lnTo>
                    <a:pt x="7912" y="0"/>
                  </a:lnTo>
                  <a:lnTo>
                    <a:pt x="0" y="7937"/>
                  </a:lnTo>
                  <a:lnTo>
                    <a:pt x="0" y="27520"/>
                  </a:lnTo>
                  <a:lnTo>
                    <a:pt x="7912" y="35458"/>
                  </a:lnTo>
                  <a:lnTo>
                    <a:pt x="27508" y="35458"/>
                  </a:lnTo>
                  <a:lnTo>
                    <a:pt x="35445" y="27520"/>
                  </a:lnTo>
                  <a:lnTo>
                    <a:pt x="35445" y="17729"/>
                  </a:lnTo>
                  <a:lnTo>
                    <a:pt x="35445" y="7937"/>
                  </a:lnTo>
                  <a:lnTo>
                    <a:pt x="27508" y="0"/>
                  </a:lnTo>
                  <a:close/>
                </a:path>
              </a:pathLst>
            </a:custGeom>
            <a:solidFill>
              <a:srgbClr val="004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30148" y="1740724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35445" y="17729"/>
                  </a:moveTo>
                  <a:lnTo>
                    <a:pt x="35445" y="27520"/>
                  </a:lnTo>
                  <a:lnTo>
                    <a:pt x="27508" y="35458"/>
                  </a:lnTo>
                  <a:lnTo>
                    <a:pt x="17703" y="35458"/>
                  </a:lnTo>
                  <a:lnTo>
                    <a:pt x="7912" y="35458"/>
                  </a:lnTo>
                  <a:lnTo>
                    <a:pt x="0" y="27520"/>
                  </a:lnTo>
                  <a:lnTo>
                    <a:pt x="0" y="17729"/>
                  </a:lnTo>
                  <a:lnTo>
                    <a:pt x="0" y="7937"/>
                  </a:lnTo>
                  <a:lnTo>
                    <a:pt x="7912" y="0"/>
                  </a:lnTo>
                  <a:lnTo>
                    <a:pt x="17703" y="0"/>
                  </a:lnTo>
                  <a:lnTo>
                    <a:pt x="27508" y="0"/>
                  </a:lnTo>
                  <a:lnTo>
                    <a:pt x="35445" y="7937"/>
                  </a:lnTo>
                  <a:lnTo>
                    <a:pt x="35445" y="17729"/>
                  </a:lnTo>
                  <a:close/>
                </a:path>
              </a:pathLst>
            </a:custGeom>
            <a:ln w="1270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32306" y="1740724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27508" y="0"/>
                  </a:moveTo>
                  <a:lnTo>
                    <a:pt x="7912" y="0"/>
                  </a:lnTo>
                  <a:lnTo>
                    <a:pt x="0" y="7937"/>
                  </a:lnTo>
                  <a:lnTo>
                    <a:pt x="0" y="27520"/>
                  </a:lnTo>
                  <a:lnTo>
                    <a:pt x="7912" y="35458"/>
                  </a:lnTo>
                  <a:lnTo>
                    <a:pt x="27508" y="35458"/>
                  </a:lnTo>
                  <a:lnTo>
                    <a:pt x="35445" y="27520"/>
                  </a:lnTo>
                  <a:lnTo>
                    <a:pt x="35445" y="17729"/>
                  </a:lnTo>
                  <a:lnTo>
                    <a:pt x="35445" y="7937"/>
                  </a:lnTo>
                  <a:lnTo>
                    <a:pt x="27508" y="0"/>
                  </a:lnTo>
                  <a:close/>
                </a:path>
              </a:pathLst>
            </a:custGeom>
            <a:solidFill>
              <a:srgbClr val="004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32306" y="1740724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35445" y="17729"/>
                  </a:moveTo>
                  <a:lnTo>
                    <a:pt x="35445" y="27520"/>
                  </a:lnTo>
                  <a:lnTo>
                    <a:pt x="27508" y="35458"/>
                  </a:lnTo>
                  <a:lnTo>
                    <a:pt x="17716" y="35458"/>
                  </a:lnTo>
                  <a:lnTo>
                    <a:pt x="7912" y="35458"/>
                  </a:lnTo>
                  <a:lnTo>
                    <a:pt x="0" y="27520"/>
                  </a:lnTo>
                  <a:lnTo>
                    <a:pt x="0" y="17729"/>
                  </a:lnTo>
                  <a:lnTo>
                    <a:pt x="0" y="7937"/>
                  </a:lnTo>
                  <a:lnTo>
                    <a:pt x="7912" y="0"/>
                  </a:lnTo>
                  <a:lnTo>
                    <a:pt x="17716" y="0"/>
                  </a:lnTo>
                  <a:lnTo>
                    <a:pt x="27508" y="0"/>
                  </a:lnTo>
                  <a:lnTo>
                    <a:pt x="35445" y="7937"/>
                  </a:lnTo>
                  <a:lnTo>
                    <a:pt x="35445" y="17729"/>
                  </a:lnTo>
                  <a:close/>
                </a:path>
              </a:pathLst>
            </a:custGeom>
            <a:ln w="1270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15299" y="2652545"/>
            <a:ext cx="3353435" cy="4572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2.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Merkezi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B,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yarıçapı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olan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daire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87899" y="3404620"/>
            <a:ext cx="3060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110" dirty="0">
                <a:solidFill>
                  <a:srgbClr val="00AEEF"/>
                </a:solidFill>
                <a:latin typeface="Arial"/>
                <a:cs typeface="Arial"/>
              </a:rPr>
              <a:t>2</a:t>
            </a:r>
            <a:r>
              <a:rPr sz="800" i="1" spc="10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800" i="1" spc="90" dirty="0">
                <a:solidFill>
                  <a:srgbClr val="00AEEF"/>
                </a:solidFill>
                <a:latin typeface="Arial"/>
                <a:cs typeface="Arial"/>
              </a:rPr>
              <a:t>cm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06746" y="3474420"/>
            <a:ext cx="996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4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94042" y="3474318"/>
            <a:ext cx="1066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5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8021" y="3539139"/>
            <a:ext cx="3048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100" dirty="0">
                <a:solidFill>
                  <a:srgbClr val="00AEEF"/>
                </a:solidFill>
                <a:latin typeface="Arial"/>
                <a:cs typeface="Arial"/>
              </a:rPr>
              <a:t>8 </a:t>
            </a:r>
            <a:r>
              <a:rPr sz="800" i="1" spc="90" dirty="0">
                <a:solidFill>
                  <a:srgbClr val="00AEEF"/>
                </a:solidFill>
                <a:latin typeface="Arial"/>
                <a:cs typeface="Arial"/>
              </a:rPr>
              <a:t>cm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891435" y="3178618"/>
            <a:ext cx="2185035" cy="723900"/>
            <a:chOff x="2891435" y="3178618"/>
            <a:chExt cx="2185035" cy="723900"/>
          </a:xfrm>
        </p:grpSpPr>
        <p:sp>
          <p:nvSpPr>
            <p:cNvPr id="27" name="object 27"/>
            <p:cNvSpPr/>
            <p:nvPr/>
          </p:nvSpPr>
          <p:spPr>
            <a:xfrm>
              <a:off x="3251667" y="3540259"/>
              <a:ext cx="1800225" cy="0"/>
            </a:xfrm>
            <a:custGeom>
              <a:avLst/>
              <a:gdLst/>
              <a:ahLst/>
              <a:cxnLst/>
              <a:rect l="l" t="t" r="r" b="b"/>
              <a:pathLst>
                <a:path w="1800225">
                  <a:moveTo>
                    <a:pt x="0" y="0"/>
                  </a:moveTo>
                  <a:lnTo>
                    <a:pt x="1799996" y="0"/>
                  </a:lnTo>
                </a:path>
              </a:pathLst>
            </a:custGeom>
            <a:ln w="635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32059" y="3522677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27508" y="0"/>
                  </a:moveTo>
                  <a:lnTo>
                    <a:pt x="7912" y="0"/>
                  </a:lnTo>
                  <a:lnTo>
                    <a:pt x="0" y="7937"/>
                  </a:lnTo>
                  <a:lnTo>
                    <a:pt x="0" y="27533"/>
                  </a:lnTo>
                  <a:lnTo>
                    <a:pt x="7912" y="35458"/>
                  </a:lnTo>
                  <a:lnTo>
                    <a:pt x="27508" y="35458"/>
                  </a:lnTo>
                  <a:lnTo>
                    <a:pt x="35445" y="27533"/>
                  </a:lnTo>
                  <a:lnTo>
                    <a:pt x="35445" y="17729"/>
                  </a:lnTo>
                  <a:lnTo>
                    <a:pt x="35445" y="7937"/>
                  </a:lnTo>
                  <a:lnTo>
                    <a:pt x="27508" y="0"/>
                  </a:lnTo>
                  <a:close/>
                </a:path>
              </a:pathLst>
            </a:custGeom>
            <a:solidFill>
              <a:srgbClr val="004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32059" y="3522677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35445" y="17729"/>
                  </a:moveTo>
                  <a:lnTo>
                    <a:pt x="35445" y="27533"/>
                  </a:lnTo>
                  <a:lnTo>
                    <a:pt x="27508" y="35458"/>
                  </a:lnTo>
                  <a:lnTo>
                    <a:pt x="17703" y="35458"/>
                  </a:lnTo>
                  <a:lnTo>
                    <a:pt x="7912" y="35458"/>
                  </a:lnTo>
                  <a:lnTo>
                    <a:pt x="0" y="27533"/>
                  </a:lnTo>
                  <a:lnTo>
                    <a:pt x="0" y="17729"/>
                  </a:lnTo>
                  <a:lnTo>
                    <a:pt x="0" y="7937"/>
                  </a:lnTo>
                  <a:lnTo>
                    <a:pt x="7912" y="0"/>
                  </a:lnTo>
                  <a:lnTo>
                    <a:pt x="17703" y="0"/>
                  </a:lnTo>
                  <a:lnTo>
                    <a:pt x="27508" y="0"/>
                  </a:lnTo>
                  <a:lnTo>
                    <a:pt x="35445" y="7937"/>
                  </a:lnTo>
                  <a:lnTo>
                    <a:pt x="35445" y="17729"/>
                  </a:lnTo>
                  <a:close/>
                </a:path>
              </a:pathLst>
            </a:custGeom>
            <a:ln w="1270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34219" y="3522677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27508" y="0"/>
                  </a:moveTo>
                  <a:lnTo>
                    <a:pt x="7912" y="0"/>
                  </a:lnTo>
                  <a:lnTo>
                    <a:pt x="0" y="7937"/>
                  </a:lnTo>
                  <a:lnTo>
                    <a:pt x="0" y="27533"/>
                  </a:lnTo>
                  <a:lnTo>
                    <a:pt x="7912" y="35458"/>
                  </a:lnTo>
                  <a:lnTo>
                    <a:pt x="27508" y="35458"/>
                  </a:lnTo>
                  <a:lnTo>
                    <a:pt x="35445" y="27533"/>
                  </a:lnTo>
                  <a:lnTo>
                    <a:pt x="35445" y="17729"/>
                  </a:lnTo>
                  <a:lnTo>
                    <a:pt x="35445" y="7937"/>
                  </a:lnTo>
                  <a:lnTo>
                    <a:pt x="27508" y="0"/>
                  </a:lnTo>
                  <a:close/>
                </a:path>
              </a:pathLst>
            </a:custGeom>
            <a:solidFill>
              <a:srgbClr val="004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34219" y="3522677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35445" y="17729"/>
                  </a:moveTo>
                  <a:lnTo>
                    <a:pt x="35445" y="27533"/>
                  </a:lnTo>
                  <a:lnTo>
                    <a:pt x="27508" y="35458"/>
                  </a:lnTo>
                  <a:lnTo>
                    <a:pt x="17716" y="35458"/>
                  </a:lnTo>
                  <a:lnTo>
                    <a:pt x="7912" y="35458"/>
                  </a:lnTo>
                  <a:lnTo>
                    <a:pt x="0" y="27533"/>
                  </a:lnTo>
                  <a:lnTo>
                    <a:pt x="0" y="17729"/>
                  </a:lnTo>
                  <a:lnTo>
                    <a:pt x="0" y="7937"/>
                  </a:lnTo>
                  <a:lnTo>
                    <a:pt x="7912" y="0"/>
                  </a:lnTo>
                  <a:lnTo>
                    <a:pt x="17716" y="0"/>
                  </a:lnTo>
                  <a:lnTo>
                    <a:pt x="27508" y="0"/>
                  </a:lnTo>
                  <a:lnTo>
                    <a:pt x="35445" y="7937"/>
                  </a:lnTo>
                  <a:lnTo>
                    <a:pt x="35445" y="17729"/>
                  </a:lnTo>
                  <a:close/>
                </a:path>
              </a:pathLst>
            </a:custGeom>
            <a:ln w="1270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94610" y="3181793"/>
              <a:ext cx="717550" cy="717550"/>
            </a:xfrm>
            <a:custGeom>
              <a:avLst/>
              <a:gdLst/>
              <a:ahLst/>
              <a:cxnLst/>
              <a:rect l="l" t="t" r="r" b="b"/>
              <a:pathLst>
                <a:path w="717550" h="717550">
                  <a:moveTo>
                    <a:pt x="358622" y="717232"/>
                  </a:moveTo>
                  <a:lnTo>
                    <a:pt x="407287" y="713958"/>
                  </a:lnTo>
                  <a:lnTo>
                    <a:pt x="453961" y="704421"/>
                  </a:lnTo>
                  <a:lnTo>
                    <a:pt x="498217" y="689049"/>
                  </a:lnTo>
                  <a:lnTo>
                    <a:pt x="539629" y="668269"/>
                  </a:lnTo>
                  <a:lnTo>
                    <a:pt x="577769" y="642509"/>
                  </a:lnTo>
                  <a:lnTo>
                    <a:pt x="612209" y="612195"/>
                  </a:lnTo>
                  <a:lnTo>
                    <a:pt x="642523" y="577756"/>
                  </a:lnTo>
                  <a:lnTo>
                    <a:pt x="668284" y="539618"/>
                  </a:lnTo>
                  <a:lnTo>
                    <a:pt x="689063" y="498210"/>
                  </a:lnTo>
                  <a:lnTo>
                    <a:pt x="704435" y="453958"/>
                  </a:lnTo>
                  <a:lnTo>
                    <a:pt x="713971" y="407291"/>
                  </a:lnTo>
                  <a:lnTo>
                    <a:pt x="717245" y="358635"/>
                  </a:lnTo>
                  <a:lnTo>
                    <a:pt x="713971" y="309970"/>
                  </a:lnTo>
                  <a:lnTo>
                    <a:pt x="704435" y="263295"/>
                  </a:lnTo>
                  <a:lnTo>
                    <a:pt x="689063" y="219038"/>
                  </a:lnTo>
                  <a:lnTo>
                    <a:pt x="668284" y="177625"/>
                  </a:lnTo>
                  <a:lnTo>
                    <a:pt x="642523" y="139483"/>
                  </a:lnTo>
                  <a:lnTo>
                    <a:pt x="612209" y="105041"/>
                  </a:lnTo>
                  <a:lnTo>
                    <a:pt x="577769" y="74726"/>
                  </a:lnTo>
                  <a:lnTo>
                    <a:pt x="539629" y="48964"/>
                  </a:lnTo>
                  <a:lnTo>
                    <a:pt x="498217" y="28183"/>
                  </a:lnTo>
                  <a:lnTo>
                    <a:pt x="453961" y="12810"/>
                  </a:lnTo>
                  <a:lnTo>
                    <a:pt x="407287" y="3273"/>
                  </a:lnTo>
                  <a:lnTo>
                    <a:pt x="358622" y="0"/>
                  </a:lnTo>
                  <a:lnTo>
                    <a:pt x="309958" y="3273"/>
                  </a:lnTo>
                  <a:lnTo>
                    <a:pt x="263283" y="12810"/>
                  </a:lnTo>
                  <a:lnTo>
                    <a:pt x="219027" y="28183"/>
                  </a:lnTo>
                  <a:lnTo>
                    <a:pt x="177615" y="48964"/>
                  </a:lnTo>
                  <a:lnTo>
                    <a:pt x="139475" y="74726"/>
                  </a:lnTo>
                  <a:lnTo>
                    <a:pt x="105035" y="105041"/>
                  </a:lnTo>
                  <a:lnTo>
                    <a:pt x="74721" y="139483"/>
                  </a:lnTo>
                  <a:lnTo>
                    <a:pt x="48960" y="177625"/>
                  </a:lnTo>
                  <a:lnTo>
                    <a:pt x="28181" y="219038"/>
                  </a:lnTo>
                  <a:lnTo>
                    <a:pt x="12809" y="263295"/>
                  </a:lnTo>
                  <a:lnTo>
                    <a:pt x="3273" y="309970"/>
                  </a:lnTo>
                  <a:lnTo>
                    <a:pt x="0" y="358635"/>
                  </a:lnTo>
                  <a:lnTo>
                    <a:pt x="3273" y="407291"/>
                  </a:lnTo>
                  <a:lnTo>
                    <a:pt x="12809" y="453958"/>
                  </a:lnTo>
                  <a:lnTo>
                    <a:pt x="28181" y="498210"/>
                  </a:lnTo>
                  <a:lnTo>
                    <a:pt x="48960" y="539618"/>
                  </a:lnTo>
                  <a:lnTo>
                    <a:pt x="74721" y="577756"/>
                  </a:lnTo>
                  <a:lnTo>
                    <a:pt x="105035" y="612195"/>
                  </a:lnTo>
                  <a:lnTo>
                    <a:pt x="139475" y="642509"/>
                  </a:lnTo>
                  <a:lnTo>
                    <a:pt x="177615" y="668269"/>
                  </a:lnTo>
                  <a:lnTo>
                    <a:pt x="219027" y="689049"/>
                  </a:lnTo>
                  <a:lnTo>
                    <a:pt x="263283" y="704421"/>
                  </a:lnTo>
                  <a:lnTo>
                    <a:pt x="309958" y="713958"/>
                  </a:lnTo>
                  <a:lnTo>
                    <a:pt x="358622" y="717232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15299" y="4595646"/>
            <a:ext cx="3361054" cy="4572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b="1" i="1" spc="-95" dirty="0">
                <a:solidFill>
                  <a:srgbClr val="EC008C"/>
                </a:solidFill>
                <a:latin typeface="Verdana"/>
                <a:cs typeface="Verdana"/>
              </a:rPr>
              <a:t>3.</a:t>
            </a:r>
            <a:r>
              <a:rPr sz="1000" b="1" i="1" spc="11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Merkezi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C,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yarıçapı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olan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daire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çizelim.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952747" y="5400132"/>
            <a:ext cx="1816100" cy="645795"/>
            <a:chOff x="2952747" y="5400132"/>
            <a:chExt cx="1816100" cy="645795"/>
          </a:xfrm>
        </p:grpSpPr>
        <p:sp>
          <p:nvSpPr>
            <p:cNvPr id="35" name="object 35"/>
            <p:cNvSpPr/>
            <p:nvPr/>
          </p:nvSpPr>
          <p:spPr>
            <a:xfrm>
              <a:off x="4124495" y="5403307"/>
              <a:ext cx="639445" cy="639445"/>
            </a:xfrm>
            <a:custGeom>
              <a:avLst/>
              <a:gdLst/>
              <a:ahLst/>
              <a:cxnLst/>
              <a:rect l="l" t="t" r="r" b="b"/>
              <a:pathLst>
                <a:path w="639445" h="639445">
                  <a:moveTo>
                    <a:pt x="0" y="0"/>
                  </a:moveTo>
                  <a:lnTo>
                    <a:pt x="639229" y="639229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981490" y="5590028"/>
              <a:ext cx="782955" cy="452120"/>
            </a:xfrm>
            <a:custGeom>
              <a:avLst/>
              <a:gdLst/>
              <a:ahLst/>
              <a:cxnLst/>
              <a:rect l="l" t="t" r="r" b="b"/>
              <a:pathLst>
                <a:path w="782954" h="452120">
                  <a:moveTo>
                    <a:pt x="0" y="0"/>
                  </a:moveTo>
                  <a:lnTo>
                    <a:pt x="782891" y="452005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91946" y="5807737"/>
              <a:ext cx="873760" cy="234315"/>
            </a:xfrm>
            <a:custGeom>
              <a:avLst/>
              <a:gdLst/>
              <a:ahLst/>
              <a:cxnLst/>
              <a:rect l="l" t="t" r="r" b="b"/>
              <a:pathLst>
                <a:path w="873760" h="234314">
                  <a:moveTo>
                    <a:pt x="0" y="0"/>
                  </a:moveTo>
                  <a:lnTo>
                    <a:pt x="873201" y="233972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57369" y="5782132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260400" y="0"/>
                  </a:moveTo>
                  <a:lnTo>
                    <a:pt x="0" y="260400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56699" y="5859273"/>
              <a:ext cx="320675" cy="182880"/>
            </a:xfrm>
            <a:custGeom>
              <a:avLst/>
              <a:gdLst/>
              <a:ahLst/>
              <a:cxnLst/>
              <a:rect l="l" t="t" r="r" b="b"/>
              <a:pathLst>
                <a:path w="320675" h="182879">
                  <a:moveTo>
                    <a:pt x="320319" y="0"/>
                  </a:moveTo>
                  <a:lnTo>
                    <a:pt x="0" y="182753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55922" y="5949047"/>
              <a:ext cx="358775" cy="92710"/>
            </a:xfrm>
            <a:custGeom>
              <a:avLst/>
              <a:gdLst/>
              <a:ahLst/>
              <a:cxnLst/>
              <a:rect l="l" t="t" r="r" b="b"/>
              <a:pathLst>
                <a:path w="358775" h="92710">
                  <a:moveTo>
                    <a:pt x="358406" y="0"/>
                  </a:moveTo>
                  <a:lnTo>
                    <a:pt x="0" y="92659"/>
                  </a:lnTo>
                </a:path>
              </a:pathLst>
            </a:custGeom>
            <a:ln w="6350">
              <a:solidFill>
                <a:srgbClr val="38B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239424" y="5944351"/>
            <a:ext cx="787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i="1" spc="8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84051" y="5731982"/>
            <a:ext cx="793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i="1" spc="8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074043" y="5398988"/>
            <a:ext cx="215900" cy="26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600" i="1" spc="8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600" i="1" spc="8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20527" y="5857102"/>
            <a:ext cx="787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i="1" spc="8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73740" y="5781512"/>
            <a:ext cx="787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i="1" spc="8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819044" y="5974050"/>
            <a:ext cx="996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4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806340" y="5973949"/>
            <a:ext cx="1066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5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89365" y="6038851"/>
            <a:ext cx="7473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6565" algn="l"/>
              </a:tabLst>
            </a:pPr>
            <a:r>
              <a:rPr sz="800" i="1" spc="110" dirty="0">
                <a:solidFill>
                  <a:srgbClr val="00AEEF"/>
                </a:solidFill>
                <a:latin typeface="Arial"/>
                <a:cs typeface="Arial"/>
              </a:rPr>
              <a:t>2</a:t>
            </a:r>
            <a:r>
              <a:rPr sz="800" i="1" spc="18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800" i="1" spc="90" dirty="0">
                <a:solidFill>
                  <a:srgbClr val="00AEEF"/>
                </a:solidFill>
                <a:latin typeface="Arial"/>
                <a:cs typeface="Arial"/>
              </a:rPr>
              <a:t>cm	3</a:t>
            </a:r>
            <a:r>
              <a:rPr sz="800" i="1" spc="10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800" i="1" spc="90" dirty="0">
                <a:solidFill>
                  <a:srgbClr val="00AEEF"/>
                </a:solidFill>
                <a:latin typeface="Arial"/>
                <a:cs typeface="Arial"/>
              </a:rPr>
              <a:t>cm</a:t>
            </a:r>
            <a:endParaRPr sz="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153763" y="6038769"/>
            <a:ext cx="3067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114" dirty="0">
                <a:solidFill>
                  <a:srgbClr val="00AEEF"/>
                </a:solidFill>
                <a:latin typeface="Arial"/>
                <a:cs typeface="Arial"/>
              </a:rPr>
              <a:t>5</a:t>
            </a:r>
            <a:r>
              <a:rPr sz="800" i="1" spc="10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800" i="1" spc="90" dirty="0">
                <a:solidFill>
                  <a:srgbClr val="00AEEF"/>
                </a:solidFill>
                <a:latin typeface="Arial"/>
                <a:cs typeface="Arial"/>
              </a:rPr>
              <a:t>cm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603701" y="5136884"/>
            <a:ext cx="3061970" cy="1806575"/>
            <a:chOff x="2603701" y="5136884"/>
            <a:chExt cx="3061970" cy="1806575"/>
          </a:xfrm>
        </p:grpSpPr>
        <p:sp>
          <p:nvSpPr>
            <p:cNvPr id="51" name="object 51"/>
            <p:cNvSpPr/>
            <p:nvPr/>
          </p:nvSpPr>
          <p:spPr>
            <a:xfrm>
              <a:off x="2963933" y="6039914"/>
              <a:ext cx="1800225" cy="0"/>
            </a:xfrm>
            <a:custGeom>
              <a:avLst/>
              <a:gdLst/>
              <a:ahLst/>
              <a:cxnLst/>
              <a:rect l="l" t="t" r="r" b="b"/>
              <a:pathLst>
                <a:path w="1800225">
                  <a:moveTo>
                    <a:pt x="0" y="0"/>
                  </a:moveTo>
                  <a:lnTo>
                    <a:pt x="1799996" y="0"/>
                  </a:lnTo>
                </a:path>
              </a:pathLst>
            </a:custGeom>
            <a:ln w="635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944326" y="6022333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27508" y="0"/>
                  </a:moveTo>
                  <a:lnTo>
                    <a:pt x="7912" y="0"/>
                  </a:lnTo>
                  <a:lnTo>
                    <a:pt x="0" y="7937"/>
                  </a:lnTo>
                  <a:lnTo>
                    <a:pt x="0" y="27533"/>
                  </a:lnTo>
                  <a:lnTo>
                    <a:pt x="7912" y="35458"/>
                  </a:lnTo>
                  <a:lnTo>
                    <a:pt x="27508" y="35458"/>
                  </a:lnTo>
                  <a:lnTo>
                    <a:pt x="35445" y="27533"/>
                  </a:lnTo>
                  <a:lnTo>
                    <a:pt x="35445" y="17729"/>
                  </a:lnTo>
                  <a:lnTo>
                    <a:pt x="35445" y="7937"/>
                  </a:lnTo>
                  <a:lnTo>
                    <a:pt x="27508" y="0"/>
                  </a:lnTo>
                  <a:close/>
                </a:path>
              </a:pathLst>
            </a:custGeom>
            <a:solidFill>
              <a:srgbClr val="004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944326" y="6022333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35445" y="17729"/>
                  </a:moveTo>
                  <a:lnTo>
                    <a:pt x="35445" y="27533"/>
                  </a:lnTo>
                  <a:lnTo>
                    <a:pt x="27508" y="35458"/>
                  </a:lnTo>
                  <a:lnTo>
                    <a:pt x="17703" y="35458"/>
                  </a:lnTo>
                  <a:lnTo>
                    <a:pt x="7912" y="35458"/>
                  </a:lnTo>
                  <a:lnTo>
                    <a:pt x="0" y="27533"/>
                  </a:lnTo>
                  <a:lnTo>
                    <a:pt x="0" y="17729"/>
                  </a:lnTo>
                  <a:lnTo>
                    <a:pt x="0" y="7937"/>
                  </a:lnTo>
                  <a:lnTo>
                    <a:pt x="7912" y="0"/>
                  </a:lnTo>
                  <a:lnTo>
                    <a:pt x="17703" y="0"/>
                  </a:lnTo>
                  <a:lnTo>
                    <a:pt x="27508" y="0"/>
                  </a:lnTo>
                  <a:lnTo>
                    <a:pt x="35445" y="7937"/>
                  </a:lnTo>
                  <a:lnTo>
                    <a:pt x="35445" y="17729"/>
                  </a:lnTo>
                  <a:close/>
                </a:path>
              </a:pathLst>
            </a:custGeom>
            <a:ln w="1270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746484" y="6022333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27508" y="0"/>
                  </a:moveTo>
                  <a:lnTo>
                    <a:pt x="7912" y="0"/>
                  </a:lnTo>
                  <a:lnTo>
                    <a:pt x="0" y="7937"/>
                  </a:lnTo>
                  <a:lnTo>
                    <a:pt x="0" y="27533"/>
                  </a:lnTo>
                  <a:lnTo>
                    <a:pt x="7912" y="35458"/>
                  </a:lnTo>
                  <a:lnTo>
                    <a:pt x="27508" y="35458"/>
                  </a:lnTo>
                  <a:lnTo>
                    <a:pt x="35445" y="27533"/>
                  </a:lnTo>
                  <a:lnTo>
                    <a:pt x="35445" y="17729"/>
                  </a:lnTo>
                  <a:lnTo>
                    <a:pt x="35445" y="7937"/>
                  </a:lnTo>
                  <a:lnTo>
                    <a:pt x="27508" y="0"/>
                  </a:lnTo>
                  <a:close/>
                </a:path>
              </a:pathLst>
            </a:custGeom>
            <a:solidFill>
              <a:srgbClr val="004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746484" y="6022333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35445" y="17729"/>
                  </a:moveTo>
                  <a:lnTo>
                    <a:pt x="35445" y="27533"/>
                  </a:lnTo>
                  <a:lnTo>
                    <a:pt x="27508" y="35458"/>
                  </a:lnTo>
                  <a:lnTo>
                    <a:pt x="17716" y="35458"/>
                  </a:lnTo>
                  <a:lnTo>
                    <a:pt x="7912" y="35458"/>
                  </a:lnTo>
                  <a:lnTo>
                    <a:pt x="0" y="27533"/>
                  </a:lnTo>
                  <a:lnTo>
                    <a:pt x="0" y="17729"/>
                  </a:lnTo>
                  <a:lnTo>
                    <a:pt x="0" y="7937"/>
                  </a:lnTo>
                  <a:lnTo>
                    <a:pt x="7912" y="0"/>
                  </a:lnTo>
                  <a:lnTo>
                    <a:pt x="17716" y="0"/>
                  </a:lnTo>
                  <a:lnTo>
                    <a:pt x="27508" y="0"/>
                  </a:lnTo>
                  <a:lnTo>
                    <a:pt x="35445" y="7937"/>
                  </a:lnTo>
                  <a:lnTo>
                    <a:pt x="35445" y="17729"/>
                  </a:lnTo>
                  <a:close/>
                </a:path>
              </a:pathLst>
            </a:custGeom>
            <a:ln w="12700">
              <a:solidFill>
                <a:srgbClr val="004B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862326" y="5140059"/>
              <a:ext cx="1800225" cy="1800225"/>
            </a:xfrm>
            <a:custGeom>
              <a:avLst/>
              <a:gdLst/>
              <a:ahLst/>
              <a:cxnLst/>
              <a:rect l="l" t="t" r="r" b="b"/>
              <a:pathLst>
                <a:path w="1800225" h="1800225">
                  <a:moveTo>
                    <a:pt x="899998" y="1799996"/>
                  </a:moveTo>
                  <a:lnTo>
                    <a:pt x="947795" y="1798748"/>
                  </a:lnTo>
                  <a:lnTo>
                    <a:pt x="994943" y="1795047"/>
                  </a:lnTo>
                  <a:lnTo>
                    <a:pt x="1041379" y="1788954"/>
                  </a:lnTo>
                  <a:lnTo>
                    <a:pt x="1087041" y="1780533"/>
                  </a:lnTo>
                  <a:lnTo>
                    <a:pt x="1131867" y="1769844"/>
                  </a:lnTo>
                  <a:lnTo>
                    <a:pt x="1175794" y="1756950"/>
                  </a:lnTo>
                  <a:lnTo>
                    <a:pt x="1218760" y="1741914"/>
                  </a:lnTo>
                  <a:lnTo>
                    <a:pt x="1260703" y="1724797"/>
                  </a:lnTo>
                  <a:lnTo>
                    <a:pt x="1301561" y="1705662"/>
                  </a:lnTo>
                  <a:lnTo>
                    <a:pt x="1341272" y="1684571"/>
                  </a:lnTo>
                  <a:lnTo>
                    <a:pt x="1379773" y="1661586"/>
                  </a:lnTo>
                  <a:lnTo>
                    <a:pt x="1417002" y="1636770"/>
                  </a:lnTo>
                  <a:lnTo>
                    <a:pt x="1452897" y="1610185"/>
                  </a:lnTo>
                  <a:lnTo>
                    <a:pt x="1487397" y="1581892"/>
                  </a:lnTo>
                  <a:lnTo>
                    <a:pt x="1520437" y="1551955"/>
                  </a:lnTo>
                  <a:lnTo>
                    <a:pt x="1551958" y="1520434"/>
                  </a:lnTo>
                  <a:lnTo>
                    <a:pt x="1581895" y="1487394"/>
                  </a:lnTo>
                  <a:lnTo>
                    <a:pt x="1610188" y="1452895"/>
                  </a:lnTo>
                  <a:lnTo>
                    <a:pt x="1636773" y="1416999"/>
                  </a:lnTo>
                  <a:lnTo>
                    <a:pt x="1661589" y="1379771"/>
                  </a:lnTo>
                  <a:lnTo>
                    <a:pt x="1684573" y="1341270"/>
                  </a:lnTo>
                  <a:lnTo>
                    <a:pt x="1705664" y="1301560"/>
                  </a:lnTo>
                  <a:lnTo>
                    <a:pt x="1724798" y="1260703"/>
                  </a:lnTo>
                  <a:lnTo>
                    <a:pt x="1741915" y="1218761"/>
                  </a:lnTo>
                  <a:lnTo>
                    <a:pt x="1756951" y="1175795"/>
                  </a:lnTo>
                  <a:lnTo>
                    <a:pt x="1769844" y="1131870"/>
                  </a:lnTo>
                  <a:lnTo>
                    <a:pt x="1780533" y="1087046"/>
                  </a:lnTo>
                  <a:lnTo>
                    <a:pt x="1788955" y="1041386"/>
                  </a:lnTo>
                  <a:lnTo>
                    <a:pt x="1795047" y="994952"/>
                  </a:lnTo>
                  <a:lnTo>
                    <a:pt x="1798748" y="947806"/>
                  </a:lnTo>
                  <a:lnTo>
                    <a:pt x="1799996" y="900010"/>
                  </a:lnTo>
                  <a:lnTo>
                    <a:pt x="1798748" y="852211"/>
                  </a:lnTo>
                  <a:lnTo>
                    <a:pt x="1795047" y="805062"/>
                  </a:lnTo>
                  <a:lnTo>
                    <a:pt x="1788955" y="758625"/>
                  </a:lnTo>
                  <a:lnTo>
                    <a:pt x="1780533" y="712963"/>
                  </a:lnTo>
                  <a:lnTo>
                    <a:pt x="1769844" y="668136"/>
                  </a:lnTo>
                  <a:lnTo>
                    <a:pt x="1756951" y="624208"/>
                  </a:lnTo>
                  <a:lnTo>
                    <a:pt x="1741915" y="581242"/>
                  </a:lnTo>
                  <a:lnTo>
                    <a:pt x="1724798" y="539298"/>
                  </a:lnTo>
                  <a:lnTo>
                    <a:pt x="1705664" y="498439"/>
                  </a:lnTo>
                  <a:lnTo>
                    <a:pt x="1684573" y="458728"/>
                  </a:lnTo>
                  <a:lnTo>
                    <a:pt x="1661589" y="420226"/>
                  </a:lnTo>
                  <a:lnTo>
                    <a:pt x="1636773" y="382996"/>
                  </a:lnTo>
                  <a:lnTo>
                    <a:pt x="1610188" y="347100"/>
                  </a:lnTo>
                  <a:lnTo>
                    <a:pt x="1581895" y="312601"/>
                  </a:lnTo>
                  <a:lnTo>
                    <a:pt x="1551958" y="279560"/>
                  </a:lnTo>
                  <a:lnTo>
                    <a:pt x="1520437" y="248039"/>
                  </a:lnTo>
                  <a:lnTo>
                    <a:pt x="1487397" y="218101"/>
                  </a:lnTo>
                  <a:lnTo>
                    <a:pt x="1452897" y="189809"/>
                  </a:lnTo>
                  <a:lnTo>
                    <a:pt x="1417002" y="163223"/>
                  </a:lnTo>
                  <a:lnTo>
                    <a:pt x="1379773" y="138407"/>
                  </a:lnTo>
                  <a:lnTo>
                    <a:pt x="1341272" y="115423"/>
                  </a:lnTo>
                  <a:lnTo>
                    <a:pt x="1301561" y="94332"/>
                  </a:lnTo>
                  <a:lnTo>
                    <a:pt x="1260703" y="75197"/>
                  </a:lnTo>
                  <a:lnTo>
                    <a:pt x="1218760" y="58081"/>
                  </a:lnTo>
                  <a:lnTo>
                    <a:pt x="1175794" y="43045"/>
                  </a:lnTo>
                  <a:lnTo>
                    <a:pt x="1131867" y="30151"/>
                  </a:lnTo>
                  <a:lnTo>
                    <a:pt x="1087041" y="19462"/>
                  </a:lnTo>
                  <a:lnTo>
                    <a:pt x="1041379" y="11041"/>
                  </a:lnTo>
                  <a:lnTo>
                    <a:pt x="994943" y="4948"/>
                  </a:lnTo>
                  <a:lnTo>
                    <a:pt x="947795" y="1247"/>
                  </a:lnTo>
                  <a:lnTo>
                    <a:pt x="899998" y="0"/>
                  </a:lnTo>
                  <a:lnTo>
                    <a:pt x="852200" y="1247"/>
                  </a:lnTo>
                  <a:lnTo>
                    <a:pt x="805052" y="4948"/>
                  </a:lnTo>
                  <a:lnTo>
                    <a:pt x="758616" y="11041"/>
                  </a:lnTo>
                  <a:lnTo>
                    <a:pt x="712954" y="19462"/>
                  </a:lnTo>
                  <a:lnTo>
                    <a:pt x="668129" y="30151"/>
                  </a:lnTo>
                  <a:lnTo>
                    <a:pt x="624202" y="43045"/>
                  </a:lnTo>
                  <a:lnTo>
                    <a:pt x="581236" y="58081"/>
                  </a:lnTo>
                  <a:lnTo>
                    <a:pt x="539292" y="75197"/>
                  </a:lnTo>
                  <a:lnTo>
                    <a:pt x="498434" y="94332"/>
                  </a:lnTo>
                  <a:lnTo>
                    <a:pt x="458724" y="115423"/>
                  </a:lnTo>
                  <a:lnTo>
                    <a:pt x="420223" y="138407"/>
                  </a:lnTo>
                  <a:lnTo>
                    <a:pt x="382993" y="163223"/>
                  </a:lnTo>
                  <a:lnTo>
                    <a:pt x="347098" y="189809"/>
                  </a:lnTo>
                  <a:lnTo>
                    <a:pt x="312599" y="218101"/>
                  </a:lnTo>
                  <a:lnTo>
                    <a:pt x="279558" y="248039"/>
                  </a:lnTo>
                  <a:lnTo>
                    <a:pt x="248038" y="279560"/>
                  </a:lnTo>
                  <a:lnTo>
                    <a:pt x="218100" y="312601"/>
                  </a:lnTo>
                  <a:lnTo>
                    <a:pt x="189808" y="347100"/>
                  </a:lnTo>
                  <a:lnTo>
                    <a:pt x="163222" y="382996"/>
                  </a:lnTo>
                  <a:lnTo>
                    <a:pt x="138406" y="420226"/>
                  </a:lnTo>
                  <a:lnTo>
                    <a:pt x="115422" y="458728"/>
                  </a:lnTo>
                  <a:lnTo>
                    <a:pt x="94332" y="498439"/>
                  </a:lnTo>
                  <a:lnTo>
                    <a:pt x="75197" y="539298"/>
                  </a:lnTo>
                  <a:lnTo>
                    <a:pt x="58081" y="581242"/>
                  </a:lnTo>
                  <a:lnTo>
                    <a:pt x="43044" y="624208"/>
                  </a:lnTo>
                  <a:lnTo>
                    <a:pt x="30151" y="668136"/>
                  </a:lnTo>
                  <a:lnTo>
                    <a:pt x="19462" y="712963"/>
                  </a:lnTo>
                  <a:lnTo>
                    <a:pt x="11041" y="758625"/>
                  </a:lnTo>
                  <a:lnTo>
                    <a:pt x="4948" y="805062"/>
                  </a:lnTo>
                  <a:lnTo>
                    <a:pt x="1247" y="852211"/>
                  </a:lnTo>
                  <a:lnTo>
                    <a:pt x="0" y="900010"/>
                  </a:lnTo>
                  <a:lnTo>
                    <a:pt x="1247" y="947806"/>
                  </a:lnTo>
                  <a:lnTo>
                    <a:pt x="4948" y="994952"/>
                  </a:lnTo>
                  <a:lnTo>
                    <a:pt x="11041" y="1041386"/>
                  </a:lnTo>
                  <a:lnTo>
                    <a:pt x="19462" y="1087046"/>
                  </a:lnTo>
                  <a:lnTo>
                    <a:pt x="30151" y="1131870"/>
                  </a:lnTo>
                  <a:lnTo>
                    <a:pt x="43044" y="1175795"/>
                  </a:lnTo>
                  <a:lnTo>
                    <a:pt x="58081" y="1218761"/>
                  </a:lnTo>
                  <a:lnTo>
                    <a:pt x="75197" y="1260703"/>
                  </a:lnTo>
                  <a:lnTo>
                    <a:pt x="94332" y="1301560"/>
                  </a:lnTo>
                  <a:lnTo>
                    <a:pt x="115422" y="1341270"/>
                  </a:lnTo>
                  <a:lnTo>
                    <a:pt x="138406" y="1379771"/>
                  </a:lnTo>
                  <a:lnTo>
                    <a:pt x="163222" y="1416999"/>
                  </a:lnTo>
                  <a:lnTo>
                    <a:pt x="189808" y="1452895"/>
                  </a:lnTo>
                  <a:lnTo>
                    <a:pt x="218100" y="1487394"/>
                  </a:lnTo>
                  <a:lnTo>
                    <a:pt x="248038" y="1520434"/>
                  </a:lnTo>
                  <a:lnTo>
                    <a:pt x="279558" y="1551955"/>
                  </a:lnTo>
                  <a:lnTo>
                    <a:pt x="312599" y="1581892"/>
                  </a:lnTo>
                  <a:lnTo>
                    <a:pt x="347098" y="1610185"/>
                  </a:lnTo>
                  <a:lnTo>
                    <a:pt x="382993" y="1636770"/>
                  </a:lnTo>
                  <a:lnTo>
                    <a:pt x="420223" y="1661586"/>
                  </a:lnTo>
                  <a:lnTo>
                    <a:pt x="458724" y="1684571"/>
                  </a:lnTo>
                  <a:lnTo>
                    <a:pt x="498434" y="1705662"/>
                  </a:lnTo>
                  <a:lnTo>
                    <a:pt x="539292" y="1724797"/>
                  </a:lnTo>
                  <a:lnTo>
                    <a:pt x="581236" y="1741914"/>
                  </a:lnTo>
                  <a:lnTo>
                    <a:pt x="624202" y="1756950"/>
                  </a:lnTo>
                  <a:lnTo>
                    <a:pt x="668129" y="1769844"/>
                  </a:lnTo>
                  <a:lnTo>
                    <a:pt x="712954" y="1780533"/>
                  </a:lnTo>
                  <a:lnTo>
                    <a:pt x="758616" y="1788954"/>
                  </a:lnTo>
                  <a:lnTo>
                    <a:pt x="805052" y="1795047"/>
                  </a:lnTo>
                  <a:lnTo>
                    <a:pt x="852200" y="1798748"/>
                  </a:lnTo>
                  <a:lnTo>
                    <a:pt x="899998" y="1799996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606876" y="5681436"/>
              <a:ext cx="717550" cy="717550"/>
            </a:xfrm>
            <a:custGeom>
              <a:avLst/>
              <a:gdLst/>
              <a:ahLst/>
              <a:cxnLst/>
              <a:rect l="l" t="t" r="r" b="b"/>
              <a:pathLst>
                <a:path w="717550" h="717550">
                  <a:moveTo>
                    <a:pt x="358622" y="717232"/>
                  </a:moveTo>
                  <a:lnTo>
                    <a:pt x="407287" y="713958"/>
                  </a:lnTo>
                  <a:lnTo>
                    <a:pt x="453961" y="704421"/>
                  </a:lnTo>
                  <a:lnTo>
                    <a:pt x="498217" y="689049"/>
                  </a:lnTo>
                  <a:lnTo>
                    <a:pt x="539629" y="668269"/>
                  </a:lnTo>
                  <a:lnTo>
                    <a:pt x="577769" y="642509"/>
                  </a:lnTo>
                  <a:lnTo>
                    <a:pt x="612209" y="612195"/>
                  </a:lnTo>
                  <a:lnTo>
                    <a:pt x="642523" y="577756"/>
                  </a:lnTo>
                  <a:lnTo>
                    <a:pt x="668284" y="539618"/>
                  </a:lnTo>
                  <a:lnTo>
                    <a:pt x="689063" y="498210"/>
                  </a:lnTo>
                  <a:lnTo>
                    <a:pt x="704435" y="453958"/>
                  </a:lnTo>
                  <a:lnTo>
                    <a:pt x="713971" y="407291"/>
                  </a:lnTo>
                  <a:lnTo>
                    <a:pt x="717245" y="358635"/>
                  </a:lnTo>
                  <a:lnTo>
                    <a:pt x="713971" y="309970"/>
                  </a:lnTo>
                  <a:lnTo>
                    <a:pt x="704435" y="263295"/>
                  </a:lnTo>
                  <a:lnTo>
                    <a:pt x="689063" y="219038"/>
                  </a:lnTo>
                  <a:lnTo>
                    <a:pt x="668284" y="177625"/>
                  </a:lnTo>
                  <a:lnTo>
                    <a:pt x="642523" y="139483"/>
                  </a:lnTo>
                  <a:lnTo>
                    <a:pt x="612209" y="105041"/>
                  </a:lnTo>
                  <a:lnTo>
                    <a:pt x="577769" y="74726"/>
                  </a:lnTo>
                  <a:lnTo>
                    <a:pt x="539629" y="48964"/>
                  </a:lnTo>
                  <a:lnTo>
                    <a:pt x="498217" y="28183"/>
                  </a:lnTo>
                  <a:lnTo>
                    <a:pt x="453961" y="12810"/>
                  </a:lnTo>
                  <a:lnTo>
                    <a:pt x="407287" y="3273"/>
                  </a:lnTo>
                  <a:lnTo>
                    <a:pt x="358622" y="0"/>
                  </a:lnTo>
                  <a:lnTo>
                    <a:pt x="309958" y="3273"/>
                  </a:lnTo>
                  <a:lnTo>
                    <a:pt x="263283" y="12810"/>
                  </a:lnTo>
                  <a:lnTo>
                    <a:pt x="219027" y="28183"/>
                  </a:lnTo>
                  <a:lnTo>
                    <a:pt x="177615" y="48964"/>
                  </a:lnTo>
                  <a:lnTo>
                    <a:pt x="139475" y="74726"/>
                  </a:lnTo>
                  <a:lnTo>
                    <a:pt x="105035" y="105041"/>
                  </a:lnTo>
                  <a:lnTo>
                    <a:pt x="74721" y="139483"/>
                  </a:lnTo>
                  <a:lnTo>
                    <a:pt x="48960" y="177625"/>
                  </a:lnTo>
                  <a:lnTo>
                    <a:pt x="28181" y="219038"/>
                  </a:lnTo>
                  <a:lnTo>
                    <a:pt x="12809" y="263295"/>
                  </a:lnTo>
                  <a:lnTo>
                    <a:pt x="3273" y="309970"/>
                  </a:lnTo>
                  <a:lnTo>
                    <a:pt x="0" y="358635"/>
                  </a:lnTo>
                  <a:lnTo>
                    <a:pt x="3273" y="407291"/>
                  </a:lnTo>
                  <a:lnTo>
                    <a:pt x="12809" y="453958"/>
                  </a:lnTo>
                  <a:lnTo>
                    <a:pt x="28181" y="498210"/>
                  </a:lnTo>
                  <a:lnTo>
                    <a:pt x="48960" y="539618"/>
                  </a:lnTo>
                  <a:lnTo>
                    <a:pt x="74721" y="577756"/>
                  </a:lnTo>
                  <a:lnTo>
                    <a:pt x="105035" y="612195"/>
                  </a:lnTo>
                  <a:lnTo>
                    <a:pt x="139475" y="642509"/>
                  </a:lnTo>
                  <a:lnTo>
                    <a:pt x="177615" y="668269"/>
                  </a:lnTo>
                  <a:lnTo>
                    <a:pt x="219027" y="689049"/>
                  </a:lnTo>
                  <a:lnTo>
                    <a:pt x="263283" y="704421"/>
                  </a:lnTo>
                  <a:lnTo>
                    <a:pt x="309958" y="713958"/>
                  </a:lnTo>
                  <a:lnTo>
                    <a:pt x="358622" y="717232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815298" y="7402345"/>
            <a:ext cx="6470015" cy="6731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b="1" i="1" spc="-80" dirty="0">
                <a:solidFill>
                  <a:srgbClr val="EC008C"/>
                </a:solidFill>
                <a:latin typeface="Verdana"/>
                <a:cs typeface="Verdana"/>
              </a:rPr>
              <a:t>4.</a:t>
            </a:r>
            <a:r>
              <a:rPr sz="1000" b="1" i="1" spc="10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b="1" i="1" spc="-75" dirty="0">
                <a:solidFill>
                  <a:srgbClr val="EC008C"/>
                </a:solidFill>
                <a:latin typeface="Verdana"/>
                <a:cs typeface="Verdana"/>
              </a:rPr>
              <a:t>Adım: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41700"/>
              </a:lnSpc>
            </a:pP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Merkezleri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arası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uzaklık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 10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cm,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yarıçapları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2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olan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çemberler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kesişmez.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nedenle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yukarıda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kenar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bilgileri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verilmiş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çizilemez.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745720" y="9374982"/>
            <a:ext cx="24892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10" dirty="0">
                <a:solidFill>
                  <a:srgbClr val="FFFFFF"/>
                </a:solidFill>
                <a:latin typeface="Arial"/>
                <a:cs typeface="Arial"/>
              </a:rPr>
              <a:t>26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9060" y="637446"/>
            <a:ext cx="6718300" cy="45720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56540" marR="5080" indent="-244475">
              <a:lnSpc>
                <a:spcPct val="136400"/>
              </a:lnSpc>
              <a:spcBef>
                <a:spcPts val="20"/>
              </a:spcBef>
            </a:pPr>
            <a:r>
              <a:rPr sz="1100" b="1" i="1" spc="-114" dirty="0">
                <a:solidFill>
                  <a:srgbClr val="EF5BA1"/>
                </a:solidFill>
                <a:latin typeface="Verdana"/>
                <a:cs typeface="Verdana"/>
              </a:rPr>
              <a:t>3.</a:t>
            </a:r>
            <a:r>
              <a:rPr sz="1100" b="1" i="1" spc="-110" dirty="0">
                <a:solidFill>
                  <a:srgbClr val="EF5BA1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Aşağıda</a:t>
            </a:r>
            <a:r>
              <a:rPr sz="1000" b="1" i="1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verilmiş</a:t>
            </a:r>
            <a:r>
              <a:rPr sz="1000" b="1" i="1" spc="-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olan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bilgilerle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 ABC  </a:t>
            </a:r>
            <a:r>
              <a:rPr sz="1000" b="1" i="1" spc="-30" dirty="0">
                <a:solidFill>
                  <a:srgbClr val="231F20"/>
                </a:solidFill>
                <a:latin typeface="Verdana"/>
                <a:cs typeface="Verdana"/>
              </a:rPr>
              <a:t>üçgeni</a:t>
            </a:r>
            <a:r>
              <a:rPr sz="1000" b="1" i="1" spc="2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0" dirty="0">
                <a:solidFill>
                  <a:srgbClr val="231F20"/>
                </a:solidFill>
                <a:latin typeface="Verdana"/>
                <a:cs typeface="Verdana"/>
              </a:rPr>
              <a:t>çizmek</a:t>
            </a:r>
            <a:r>
              <a:rPr sz="1000" b="1" i="1" spc="2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istteyen</a:t>
            </a:r>
            <a:r>
              <a:rPr sz="1000" b="1" i="1" spc="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Uras, 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hangisiyle</a:t>
            </a:r>
            <a:r>
              <a:rPr sz="1000" b="1" i="1" spc="2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0" dirty="0">
                <a:solidFill>
                  <a:srgbClr val="231F20"/>
                </a:solidFill>
                <a:latin typeface="Verdana"/>
                <a:cs typeface="Verdana"/>
              </a:rPr>
              <a:t>ttek</a:t>
            </a:r>
            <a:r>
              <a:rPr sz="10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bir </a:t>
            </a:r>
            <a:r>
              <a:rPr sz="1000" b="1" i="1" spc="-3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üçgen</a:t>
            </a:r>
            <a:r>
              <a:rPr sz="1000" b="1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u="sng" spc="-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Verdana"/>
                <a:cs typeface="Verdana"/>
              </a:rPr>
              <a:t>çizemez</a:t>
            </a:r>
            <a:r>
              <a:rPr sz="1000" b="1" i="1" spc="-5" dirty="0">
                <a:solidFill>
                  <a:srgbClr val="231F20"/>
                </a:solidFill>
                <a:latin typeface="Verdana"/>
                <a:cs typeface="Verdana"/>
              </a:rPr>
              <a:t>?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962" y="1200183"/>
            <a:ext cx="200850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195705" algn="l"/>
              </a:tabLst>
            </a:pPr>
            <a:r>
              <a:rPr sz="1000" i="1" spc="60" dirty="0">
                <a:solidFill>
                  <a:srgbClr val="00AEEF"/>
                </a:solidFill>
                <a:latin typeface="Arial"/>
                <a:cs typeface="Arial"/>
              </a:rPr>
              <a:t>A) </a:t>
            </a:r>
            <a:r>
              <a:rPr sz="1000" i="1" spc="-6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500" spc="-937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0°,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0°,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24733" y="1204745"/>
            <a:ext cx="924560" cy="10426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|BC|</a:t>
            </a:r>
            <a:r>
              <a:rPr sz="10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r>
              <a:rPr sz="10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1065"/>
              </a:spcBef>
            </a:pPr>
            <a:r>
              <a:rPr sz="1000" i="1" spc="5" dirty="0">
                <a:solidFill>
                  <a:srgbClr val="231F20"/>
                </a:solidFill>
                <a:latin typeface="Arial"/>
                <a:cs typeface="Arial"/>
              </a:rPr>
              <a:t>|AC|</a:t>
            </a:r>
            <a:r>
              <a:rPr sz="10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  <a:p>
            <a:pPr marL="48260" marR="30480" indent="23495">
              <a:lnSpc>
                <a:spcPct val="188900"/>
              </a:lnSpc>
            </a:pP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|BC|</a:t>
            </a:r>
            <a:r>
              <a:rPr sz="10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13</a:t>
            </a:r>
            <a:r>
              <a:rPr sz="10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1000" i="1" spc="17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0°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1948" y="1488083"/>
            <a:ext cx="1071245" cy="7594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000" i="1" spc="75" dirty="0">
                <a:solidFill>
                  <a:srgbClr val="00AEEF"/>
                </a:solidFill>
                <a:latin typeface="Arial"/>
                <a:cs typeface="Arial"/>
              </a:rPr>
              <a:t>B) </a:t>
            </a:r>
            <a:r>
              <a:rPr sz="1000" i="1" spc="-6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80°,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65"/>
              </a:spcBef>
            </a:pPr>
            <a:r>
              <a:rPr sz="1000" i="1" spc="80" dirty="0">
                <a:solidFill>
                  <a:srgbClr val="00AEEF"/>
                </a:solidFill>
                <a:latin typeface="Arial"/>
                <a:cs typeface="Arial"/>
              </a:rPr>
              <a:t>C)</a:t>
            </a:r>
            <a:r>
              <a:rPr sz="1000" i="1" spc="20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|AB|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br,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70"/>
              </a:spcBef>
            </a:pPr>
            <a:r>
              <a:rPr sz="1000" i="1" spc="105" dirty="0">
                <a:solidFill>
                  <a:srgbClr val="00AEEF"/>
                </a:solidFill>
                <a:latin typeface="Arial"/>
                <a:cs typeface="Arial"/>
              </a:rPr>
              <a:t>D) </a:t>
            </a:r>
            <a:r>
              <a:rPr sz="1000" i="1" spc="-6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70°,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7046" y="1492646"/>
            <a:ext cx="878205" cy="755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|AB|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br,</a:t>
            </a:r>
            <a:endParaRPr sz="1000">
              <a:latin typeface="Arial"/>
              <a:cs typeface="Arial"/>
            </a:endParaRPr>
          </a:p>
          <a:p>
            <a:pPr marL="51435" marR="30480" indent="5715">
              <a:lnSpc>
                <a:spcPct val="188900"/>
              </a:lnSpc>
            </a:pPr>
            <a:r>
              <a:rPr sz="1000" i="1" spc="5" dirty="0">
                <a:solidFill>
                  <a:srgbClr val="231F20"/>
                </a:solidFill>
                <a:latin typeface="Arial"/>
                <a:cs typeface="Arial"/>
              </a:rPr>
              <a:t>|AC|</a:t>
            </a:r>
            <a:r>
              <a:rPr sz="10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9</a:t>
            </a:r>
            <a:r>
              <a:rPr sz="1000" i="1" spc="1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br, </a:t>
            </a:r>
            <a:r>
              <a:rPr sz="1000" i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000" i="1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500" spc="-937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60°,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7398" y="2644264"/>
            <a:ext cx="21088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Seçenekleri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gözden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geçirelim.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60647" y="3100917"/>
            <a:ext cx="718820" cy="601345"/>
            <a:chOff x="1160647" y="3100917"/>
            <a:chExt cx="718820" cy="601345"/>
          </a:xfrm>
        </p:grpSpPr>
        <p:sp>
          <p:nvSpPr>
            <p:cNvPr id="17" name="object 17"/>
            <p:cNvSpPr/>
            <p:nvPr/>
          </p:nvSpPr>
          <p:spPr>
            <a:xfrm>
              <a:off x="1225139" y="3586124"/>
              <a:ext cx="596265" cy="99695"/>
            </a:xfrm>
            <a:custGeom>
              <a:avLst/>
              <a:gdLst/>
              <a:ahLst/>
              <a:cxnLst/>
              <a:rect l="l" t="t" r="r" b="b"/>
              <a:pathLst>
                <a:path w="596264" h="99695">
                  <a:moveTo>
                    <a:pt x="0" y="0"/>
                  </a:moveTo>
                  <a:lnTo>
                    <a:pt x="30749" y="20485"/>
                  </a:lnTo>
                  <a:lnTo>
                    <a:pt x="46539" y="37680"/>
                  </a:lnTo>
                  <a:lnTo>
                    <a:pt x="52356" y="60914"/>
                  </a:lnTo>
                  <a:lnTo>
                    <a:pt x="53187" y="99517"/>
                  </a:lnTo>
                </a:path>
                <a:path w="596264" h="99695">
                  <a:moveTo>
                    <a:pt x="595884" y="0"/>
                  </a:moveTo>
                  <a:lnTo>
                    <a:pt x="565142" y="20485"/>
                  </a:lnTo>
                  <a:lnTo>
                    <a:pt x="549355" y="37680"/>
                  </a:lnTo>
                  <a:lnTo>
                    <a:pt x="543539" y="60914"/>
                  </a:lnTo>
                  <a:lnTo>
                    <a:pt x="542709" y="99517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63822" y="3104092"/>
              <a:ext cx="712470" cy="594995"/>
            </a:xfrm>
            <a:custGeom>
              <a:avLst/>
              <a:gdLst/>
              <a:ahLst/>
              <a:cxnLst/>
              <a:rect l="l" t="t" r="r" b="b"/>
              <a:pathLst>
                <a:path w="712469" h="594995">
                  <a:moveTo>
                    <a:pt x="0" y="594372"/>
                  </a:moveTo>
                  <a:lnTo>
                    <a:pt x="712241" y="594372"/>
                  </a:lnTo>
                  <a:lnTo>
                    <a:pt x="378218" y="0"/>
                  </a:lnTo>
                  <a:lnTo>
                    <a:pt x="0" y="594372"/>
                  </a:lnTo>
                  <a:close/>
                </a:path>
              </a:pathLst>
            </a:custGeom>
            <a:ln w="635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492168" y="2934336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52524" y="3494441"/>
            <a:ext cx="688340" cy="36449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850" spc="55" dirty="0">
                <a:solidFill>
                  <a:srgbClr val="231F20"/>
                </a:solidFill>
                <a:latin typeface="Georgia"/>
                <a:cs typeface="Georgia"/>
              </a:rPr>
              <a:t>40°  </a:t>
            </a:r>
            <a:r>
              <a:rPr sz="850" spc="90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70" dirty="0">
                <a:solidFill>
                  <a:srgbClr val="231F20"/>
                </a:solidFill>
                <a:latin typeface="Georgia"/>
                <a:cs typeface="Georgia"/>
              </a:rPr>
              <a:t>50°</a:t>
            </a:r>
            <a:endParaRPr sz="850">
              <a:latin typeface="Georgia"/>
              <a:cs typeface="Georgia"/>
            </a:endParaRPr>
          </a:p>
          <a:p>
            <a:pPr marL="155575">
              <a:lnSpc>
                <a:spcPct val="100000"/>
              </a:lnSpc>
              <a:spcBef>
                <a:spcPts val="315"/>
              </a:spcBef>
              <a:tabLst>
                <a:tab pos="588645" algn="l"/>
              </a:tabLst>
            </a:pPr>
            <a:r>
              <a:rPr sz="850" spc="145" dirty="0">
                <a:solidFill>
                  <a:srgbClr val="ED1C24"/>
                </a:solidFill>
                <a:latin typeface="Georgia"/>
                <a:cs typeface="Georgia"/>
              </a:rPr>
              <a:t>7 </a:t>
            </a:r>
            <a:r>
              <a:rPr sz="850" spc="10" dirty="0">
                <a:solidFill>
                  <a:srgbClr val="ED1C24"/>
                </a:solidFill>
                <a:latin typeface="Georgia"/>
                <a:cs typeface="Georgia"/>
              </a:rPr>
              <a:t> </a:t>
            </a:r>
            <a:r>
              <a:rPr sz="850" spc="105" dirty="0">
                <a:solidFill>
                  <a:srgbClr val="ED1C24"/>
                </a:solidFill>
                <a:latin typeface="Georgia"/>
                <a:cs typeface="Georgia"/>
              </a:rPr>
              <a:t>br</a:t>
            </a:r>
            <a:r>
              <a:rPr sz="850" dirty="0">
                <a:solidFill>
                  <a:srgbClr val="ED1C24"/>
                </a:solidFill>
                <a:latin typeface="Georgia"/>
                <a:cs typeface="Georgia"/>
              </a:rPr>
              <a:t>	</a:t>
            </a:r>
            <a:r>
              <a:rPr sz="850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334" y="2942714"/>
            <a:ext cx="57835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3005" algn="l"/>
              </a:tabLst>
            </a:pPr>
            <a:r>
              <a:rPr sz="1000" i="1" spc="55" dirty="0">
                <a:solidFill>
                  <a:srgbClr val="00AEEF"/>
                </a:solidFill>
                <a:latin typeface="Arial"/>
                <a:cs typeface="Arial"/>
              </a:rPr>
              <a:t>A)	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Ťki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açı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arasındaki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kenar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(AKA)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verilmiş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tek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tiçgen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çizilebilir.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03299" y="3703958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375" y="3992782"/>
            <a:ext cx="1708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70" dirty="0">
                <a:solidFill>
                  <a:srgbClr val="00AEEF"/>
                </a:solidFill>
                <a:latin typeface="Arial"/>
                <a:cs typeface="Arial"/>
              </a:rPr>
              <a:t>B)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93016" y="4138639"/>
            <a:ext cx="1088390" cy="791845"/>
            <a:chOff x="1193016" y="4138639"/>
            <a:chExt cx="1088390" cy="791845"/>
          </a:xfrm>
        </p:grpSpPr>
        <p:sp>
          <p:nvSpPr>
            <p:cNvPr id="25" name="object 25"/>
            <p:cNvSpPr/>
            <p:nvPr/>
          </p:nvSpPr>
          <p:spPr>
            <a:xfrm>
              <a:off x="1590004" y="4249162"/>
              <a:ext cx="148590" cy="37465"/>
            </a:xfrm>
            <a:custGeom>
              <a:avLst/>
              <a:gdLst/>
              <a:ahLst/>
              <a:cxnLst/>
              <a:rect l="l" t="t" r="r" b="b"/>
              <a:pathLst>
                <a:path w="148589" h="37464">
                  <a:moveTo>
                    <a:pt x="0" y="2374"/>
                  </a:moveTo>
                  <a:lnTo>
                    <a:pt x="47441" y="28641"/>
                  </a:lnTo>
                  <a:lnTo>
                    <a:pt x="78733" y="37149"/>
                  </a:lnTo>
                  <a:lnTo>
                    <a:pt x="107806" y="27676"/>
                  </a:lnTo>
                  <a:lnTo>
                    <a:pt x="148590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96191" y="4141814"/>
              <a:ext cx="1082040" cy="785495"/>
            </a:xfrm>
            <a:custGeom>
              <a:avLst/>
              <a:gdLst/>
              <a:ahLst/>
              <a:cxnLst/>
              <a:rect l="l" t="t" r="r" b="b"/>
              <a:pathLst>
                <a:path w="1082039" h="785495">
                  <a:moveTo>
                    <a:pt x="456234" y="0"/>
                  </a:moveTo>
                  <a:lnTo>
                    <a:pt x="0" y="785444"/>
                  </a:lnTo>
                  <a:lnTo>
                    <a:pt x="1081773" y="785444"/>
                  </a:lnTo>
                  <a:lnTo>
                    <a:pt x="456234" y="0"/>
                  </a:lnTo>
                  <a:close/>
                </a:path>
              </a:pathLst>
            </a:custGeom>
            <a:ln w="635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548302" y="4271752"/>
            <a:ext cx="22097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50" dirty="0">
                <a:solidFill>
                  <a:srgbClr val="231F20"/>
                </a:solidFill>
                <a:latin typeface="Georgia"/>
                <a:cs typeface="Georgia"/>
              </a:rPr>
              <a:t>80°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59367" y="4932730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06003" y="3992948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27781" y="4932761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03292" y="4490058"/>
            <a:ext cx="28384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90" dirty="0">
                <a:solidFill>
                  <a:srgbClr val="ED1C24"/>
                </a:solidFill>
                <a:latin typeface="Georgia"/>
                <a:cs typeface="Georgia"/>
              </a:rPr>
              <a:t>6</a:t>
            </a:r>
            <a:r>
              <a:rPr sz="850" spc="135" dirty="0">
                <a:solidFill>
                  <a:srgbClr val="ED1C24"/>
                </a:solidFill>
                <a:latin typeface="Georgia"/>
                <a:cs typeface="Georgia"/>
              </a:rPr>
              <a:t> </a:t>
            </a:r>
            <a:r>
              <a:rPr sz="850" spc="105" dirty="0">
                <a:solidFill>
                  <a:srgbClr val="ED1C24"/>
                </a:solidFill>
                <a:latin typeface="Georgia"/>
                <a:cs typeface="Georgia"/>
              </a:rPr>
              <a:t>br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40985" y="4490083"/>
            <a:ext cx="2870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45" dirty="0">
                <a:solidFill>
                  <a:srgbClr val="ED1C24"/>
                </a:solidFill>
                <a:latin typeface="Georgia"/>
                <a:cs typeface="Georgia"/>
              </a:rPr>
              <a:t>5</a:t>
            </a:r>
            <a:r>
              <a:rPr sz="850" spc="135" dirty="0">
                <a:solidFill>
                  <a:srgbClr val="ED1C24"/>
                </a:solidFill>
                <a:latin typeface="Georgia"/>
                <a:cs typeface="Georgia"/>
              </a:rPr>
              <a:t> </a:t>
            </a:r>
            <a:r>
              <a:rPr sz="850" spc="105" dirty="0">
                <a:solidFill>
                  <a:srgbClr val="ED1C24"/>
                </a:solidFill>
                <a:latin typeface="Georgia"/>
                <a:cs typeface="Georgia"/>
              </a:rPr>
              <a:t>br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93177" y="3992745"/>
            <a:ext cx="47567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Ťki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kenarı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arasındaki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açısı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(KAK)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verilmiş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tek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tiçgen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çizilebilir.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3330" y="5197213"/>
            <a:ext cx="1797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75" dirty="0">
                <a:solidFill>
                  <a:srgbClr val="00AEEF"/>
                </a:solidFill>
                <a:latin typeface="Arial"/>
                <a:cs typeface="Arial"/>
              </a:rPr>
              <a:t>C)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61378" y="5342893"/>
            <a:ext cx="1082040" cy="785495"/>
          </a:xfrm>
          <a:custGeom>
            <a:avLst/>
            <a:gdLst/>
            <a:ahLst/>
            <a:cxnLst/>
            <a:rect l="l" t="t" r="r" b="b"/>
            <a:pathLst>
              <a:path w="1082039" h="785495">
                <a:moveTo>
                  <a:pt x="456222" y="0"/>
                </a:moveTo>
                <a:lnTo>
                  <a:pt x="0" y="785456"/>
                </a:lnTo>
                <a:lnTo>
                  <a:pt x="1081760" y="785456"/>
                </a:lnTo>
                <a:lnTo>
                  <a:pt x="456222" y="0"/>
                </a:lnTo>
                <a:close/>
              </a:path>
            </a:pathLst>
          </a:custGeom>
          <a:ln w="6350">
            <a:solidFill>
              <a:srgbClr val="006A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571078" y="5194040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03299" y="6133840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99182" y="6133840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03299" y="5614925"/>
            <a:ext cx="2870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50" dirty="0">
                <a:solidFill>
                  <a:srgbClr val="ED1C24"/>
                </a:solidFill>
                <a:latin typeface="Trebuchet MS"/>
                <a:cs typeface="Trebuchet MS"/>
              </a:rPr>
              <a:t>5</a:t>
            </a:r>
            <a:r>
              <a:rPr sz="850" i="1" spc="90" dirty="0">
                <a:solidFill>
                  <a:srgbClr val="ED1C24"/>
                </a:solidFill>
                <a:latin typeface="Trebuchet MS"/>
                <a:cs typeface="Trebuchet MS"/>
              </a:rPr>
              <a:t> </a:t>
            </a:r>
            <a:r>
              <a:rPr sz="850" i="1" spc="100" dirty="0">
                <a:solidFill>
                  <a:srgbClr val="ED1C24"/>
                </a:solidFill>
                <a:latin typeface="Trebuchet MS"/>
                <a:cs typeface="Trebuchet MS"/>
              </a:rPr>
              <a:t>br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8435" y="5614964"/>
            <a:ext cx="28448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25" dirty="0">
                <a:solidFill>
                  <a:srgbClr val="ED1C24"/>
                </a:solidFill>
                <a:latin typeface="Trebuchet MS"/>
                <a:cs typeface="Trebuchet MS"/>
              </a:rPr>
              <a:t>9</a:t>
            </a:r>
            <a:r>
              <a:rPr sz="850" i="1" spc="95" dirty="0">
                <a:solidFill>
                  <a:srgbClr val="ED1C24"/>
                </a:solidFill>
                <a:latin typeface="Trebuchet MS"/>
                <a:cs typeface="Trebuchet MS"/>
              </a:rPr>
              <a:t> </a:t>
            </a:r>
            <a:r>
              <a:rPr sz="850" i="1" spc="100" dirty="0">
                <a:solidFill>
                  <a:srgbClr val="ED1C24"/>
                </a:solidFill>
                <a:latin typeface="Trebuchet MS"/>
                <a:cs typeface="Trebuchet MS"/>
              </a:rPr>
              <a:t>br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35065" y="6161083"/>
            <a:ext cx="33401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35" dirty="0">
                <a:solidFill>
                  <a:srgbClr val="ED1C24"/>
                </a:solidFill>
                <a:latin typeface="Trebuchet MS"/>
                <a:cs typeface="Trebuchet MS"/>
              </a:rPr>
              <a:t>13</a:t>
            </a:r>
            <a:r>
              <a:rPr sz="850" i="1" spc="95" dirty="0">
                <a:solidFill>
                  <a:srgbClr val="ED1C24"/>
                </a:solidFill>
                <a:latin typeface="Trebuchet MS"/>
                <a:cs typeface="Trebuchet MS"/>
              </a:rPr>
              <a:t> </a:t>
            </a:r>
            <a:r>
              <a:rPr sz="850" i="1" spc="100" dirty="0">
                <a:solidFill>
                  <a:srgbClr val="ED1C24"/>
                </a:solidFill>
                <a:latin typeface="Trebuchet MS"/>
                <a:cs typeface="Trebuchet MS"/>
              </a:rPr>
              <a:t>br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64609" y="5159146"/>
            <a:ext cx="49320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080" indent="-635">
              <a:lnSpc>
                <a:spcPct val="125000"/>
              </a:lnSpc>
              <a:spcBef>
                <a:spcPts val="100"/>
              </a:spcBef>
            </a:pP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Üç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kenarı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(KKK)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verilmiş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tiçgen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eşitsizliğini</a:t>
            </a:r>
            <a:r>
              <a:rPr sz="1000" i="1" spc="2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sağlayan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tek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tiçgen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çizilebilir.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23336" y="6617741"/>
            <a:ext cx="186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00" dirty="0">
                <a:solidFill>
                  <a:srgbClr val="00AEEF"/>
                </a:solidFill>
                <a:latin typeface="Arial"/>
                <a:cs typeface="Arial"/>
              </a:rPr>
              <a:t>D)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134940" y="7302947"/>
            <a:ext cx="705485" cy="371475"/>
            <a:chOff x="1134940" y="7302947"/>
            <a:chExt cx="705485" cy="371475"/>
          </a:xfrm>
        </p:grpSpPr>
        <p:sp>
          <p:nvSpPr>
            <p:cNvPr id="45" name="object 45"/>
            <p:cNvSpPr/>
            <p:nvPr/>
          </p:nvSpPr>
          <p:spPr>
            <a:xfrm>
              <a:off x="1194897" y="7350286"/>
              <a:ext cx="557530" cy="321310"/>
            </a:xfrm>
            <a:custGeom>
              <a:avLst/>
              <a:gdLst/>
              <a:ahLst/>
              <a:cxnLst/>
              <a:rect l="l" t="t" r="r" b="b"/>
              <a:pathLst>
                <a:path w="557530" h="321309">
                  <a:moveTo>
                    <a:pt x="0" y="247129"/>
                  </a:moveTo>
                  <a:lnTo>
                    <a:pt x="20572" y="263853"/>
                  </a:lnTo>
                  <a:lnTo>
                    <a:pt x="30708" y="277101"/>
                  </a:lnTo>
                  <a:lnTo>
                    <a:pt x="33357" y="293777"/>
                  </a:lnTo>
                  <a:lnTo>
                    <a:pt x="31470" y="320789"/>
                  </a:lnTo>
                </a:path>
                <a:path w="557530" h="321309">
                  <a:moveTo>
                    <a:pt x="556933" y="247129"/>
                  </a:moveTo>
                  <a:lnTo>
                    <a:pt x="536367" y="263853"/>
                  </a:lnTo>
                  <a:lnTo>
                    <a:pt x="526234" y="277101"/>
                  </a:lnTo>
                  <a:lnTo>
                    <a:pt x="523582" y="293777"/>
                  </a:lnTo>
                  <a:lnTo>
                    <a:pt x="525462" y="320789"/>
                  </a:lnTo>
                </a:path>
                <a:path w="557530" h="321309">
                  <a:moveTo>
                    <a:pt x="182067" y="2832"/>
                  </a:moveTo>
                  <a:lnTo>
                    <a:pt x="205382" y="23797"/>
                  </a:lnTo>
                  <a:lnTo>
                    <a:pt x="222711" y="30491"/>
                  </a:lnTo>
                  <a:lnTo>
                    <a:pt x="242658" y="22647"/>
                  </a:lnTo>
                  <a:lnTo>
                    <a:pt x="273824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138115" y="7306122"/>
              <a:ext cx="699135" cy="365125"/>
            </a:xfrm>
            <a:custGeom>
              <a:avLst/>
              <a:gdLst/>
              <a:ahLst/>
              <a:cxnLst/>
              <a:rect l="l" t="t" r="r" b="b"/>
              <a:pathLst>
                <a:path w="699135" h="365125">
                  <a:moveTo>
                    <a:pt x="275844" y="0"/>
                  </a:moveTo>
                  <a:lnTo>
                    <a:pt x="698652" y="364947"/>
                  </a:lnTo>
                  <a:lnTo>
                    <a:pt x="0" y="364947"/>
                  </a:lnTo>
                  <a:lnTo>
                    <a:pt x="275844" y="0"/>
                  </a:lnTo>
                  <a:close/>
                </a:path>
              </a:pathLst>
            </a:custGeom>
            <a:ln w="6349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2006460" y="7044345"/>
            <a:ext cx="1200150" cy="629920"/>
            <a:chOff x="2006460" y="7044345"/>
            <a:chExt cx="1200150" cy="629920"/>
          </a:xfrm>
        </p:grpSpPr>
        <p:sp>
          <p:nvSpPr>
            <p:cNvPr id="48" name="object 48"/>
            <p:cNvSpPr/>
            <p:nvPr/>
          </p:nvSpPr>
          <p:spPr>
            <a:xfrm>
              <a:off x="2097490" y="7136059"/>
              <a:ext cx="969010" cy="535305"/>
            </a:xfrm>
            <a:custGeom>
              <a:avLst/>
              <a:gdLst/>
              <a:ahLst/>
              <a:cxnLst/>
              <a:rect l="l" t="t" r="r" b="b"/>
              <a:pathLst>
                <a:path w="969010" h="535304">
                  <a:moveTo>
                    <a:pt x="0" y="417029"/>
                  </a:moveTo>
                  <a:lnTo>
                    <a:pt x="32941" y="443812"/>
                  </a:lnTo>
                  <a:lnTo>
                    <a:pt x="49169" y="465029"/>
                  </a:lnTo>
                  <a:lnTo>
                    <a:pt x="53408" y="491742"/>
                  </a:lnTo>
                  <a:lnTo>
                    <a:pt x="50380" y="535012"/>
                  </a:lnTo>
                </a:path>
                <a:path w="969010" h="535304">
                  <a:moveTo>
                    <a:pt x="968971" y="417029"/>
                  </a:moveTo>
                  <a:lnTo>
                    <a:pt x="936045" y="443812"/>
                  </a:lnTo>
                  <a:lnTo>
                    <a:pt x="919822" y="465029"/>
                  </a:lnTo>
                  <a:lnTo>
                    <a:pt x="915583" y="491742"/>
                  </a:lnTo>
                  <a:lnTo>
                    <a:pt x="918603" y="535012"/>
                  </a:lnTo>
                </a:path>
                <a:path w="969010" h="535304">
                  <a:moveTo>
                    <a:pt x="308292" y="5613"/>
                  </a:moveTo>
                  <a:lnTo>
                    <a:pt x="354352" y="47066"/>
                  </a:lnTo>
                  <a:lnTo>
                    <a:pt x="388589" y="60299"/>
                  </a:lnTo>
                  <a:lnTo>
                    <a:pt x="428002" y="44786"/>
                  </a:lnTo>
                  <a:lnTo>
                    <a:pt x="489584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009635" y="7047520"/>
              <a:ext cx="1193800" cy="623570"/>
            </a:xfrm>
            <a:custGeom>
              <a:avLst/>
              <a:gdLst/>
              <a:ahLst/>
              <a:cxnLst/>
              <a:rect l="l" t="t" r="r" b="b"/>
              <a:pathLst>
                <a:path w="1193800" h="623570">
                  <a:moveTo>
                    <a:pt x="471347" y="0"/>
                  </a:moveTo>
                  <a:lnTo>
                    <a:pt x="1193774" y="623557"/>
                  </a:lnTo>
                  <a:lnTo>
                    <a:pt x="0" y="623557"/>
                  </a:lnTo>
                  <a:lnTo>
                    <a:pt x="471347" y="0"/>
                  </a:lnTo>
                  <a:close/>
                </a:path>
              </a:pathLst>
            </a:custGeom>
            <a:ln w="635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3355644" y="6768491"/>
            <a:ext cx="1718310" cy="908050"/>
            <a:chOff x="3355644" y="6768491"/>
            <a:chExt cx="1718310" cy="908050"/>
          </a:xfrm>
        </p:grpSpPr>
        <p:sp>
          <p:nvSpPr>
            <p:cNvPr id="51" name="object 51"/>
            <p:cNvSpPr/>
            <p:nvPr/>
          </p:nvSpPr>
          <p:spPr>
            <a:xfrm>
              <a:off x="3430244" y="6851266"/>
              <a:ext cx="1532890" cy="822325"/>
            </a:xfrm>
            <a:custGeom>
              <a:avLst/>
              <a:gdLst/>
              <a:ahLst/>
              <a:cxnLst/>
              <a:rect l="l" t="t" r="r" b="b"/>
              <a:pathLst>
                <a:path w="1532889" h="822325">
                  <a:moveTo>
                    <a:pt x="0" y="727024"/>
                  </a:moveTo>
                  <a:lnTo>
                    <a:pt x="21963" y="748575"/>
                  </a:lnTo>
                  <a:lnTo>
                    <a:pt x="32783" y="765657"/>
                  </a:lnTo>
                  <a:lnTo>
                    <a:pt x="35609" y="787178"/>
                  </a:lnTo>
                  <a:lnTo>
                    <a:pt x="33591" y="822045"/>
                  </a:lnTo>
                </a:path>
                <a:path w="1532889" h="822325">
                  <a:moveTo>
                    <a:pt x="1532496" y="727024"/>
                  </a:moveTo>
                  <a:lnTo>
                    <a:pt x="1510532" y="748575"/>
                  </a:lnTo>
                  <a:lnTo>
                    <a:pt x="1499711" y="765657"/>
                  </a:lnTo>
                  <a:lnTo>
                    <a:pt x="1496881" y="787178"/>
                  </a:lnTo>
                  <a:lnTo>
                    <a:pt x="1498892" y="822045"/>
                  </a:lnTo>
                </a:path>
                <a:path w="1532889" h="822325">
                  <a:moveTo>
                    <a:pt x="539750" y="1777"/>
                  </a:moveTo>
                  <a:lnTo>
                    <a:pt x="578030" y="23567"/>
                  </a:lnTo>
                  <a:lnTo>
                    <a:pt x="606251" y="30645"/>
                  </a:lnTo>
                  <a:lnTo>
                    <a:pt x="638328" y="22844"/>
                  </a:lnTo>
                  <a:lnTo>
                    <a:pt x="688174" y="0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58819" y="6771666"/>
              <a:ext cx="1711960" cy="899794"/>
            </a:xfrm>
            <a:custGeom>
              <a:avLst/>
              <a:gdLst/>
              <a:ahLst/>
              <a:cxnLst/>
              <a:rect l="l" t="t" r="r" b="b"/>
              <a:pathLst>
                <a:path w="1711960" h="899795">
                  <a:moveTo>
                    <a:pt x="669531" y="0"/>
                  </a:moveTo>
                  <a:lnTo>
                    <a:pt x="1711553" y="899401"/>
                  </a:lnTo>
                  <a:lnTo>
                    <a:pt x="0" y="899401"/>
                  </a:lnTo>
                  <a:lnTo>
                    <a:pt x="669531" y="0"/>
                  </a:lnTo>
                  <a:close/>
                </a:path>
              </a:pathLst>
            </a:custGeom>
            <a:ln w="635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835634" y="7519989"/>
            <a:ext cx="2108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70" dirty="0">
                <a:solidFill>
                  <a:srgbClr val="ED1C24"/>
                </a:solidFill>
                <a:latin typeface="Georgia"/>
                <a:cs typeface="Georgia"/>
              </a:rPr>
              <a:t>50°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745720" y="9374982"/>
            <a:ext cx="24892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10" dirty="0">
                <a:solidFill>
                  <a:srgbClr val="FFFFFF"/>
                </a:solidFill>
                <a:latin typeface="Arial"/>
                <a:cs typeface="Arial"/>
              </a:rPr>
              <a:t>27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149851" y="7519989"/>
            <a:ext cx="20827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50" dirty="0">
                <a:solidFill>
                  <a:srgbClr val="ED1C24"/>
                </a:solidFill>
                <a:latin typeface="Georgia"/>
                <a:cs typeface="Georgia"/>
              </a:rPr>
              <a:t>60°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406994" y="7180238"/>
            <a:ext cx="20827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70" dirty="0">
                <a:solidFill>
                  <a:srgbClr val="ED1C24"/>
                </a:solidFill>
                <a:latin typeface="Georgia"/>
                <a:cs typeface="Georgia"/>
              </a:rPr>
              <a:t>70°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719962" y="7529538"/>
            <a:ext cx="2108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70" dirty="0">
                <a:solidFill>
                  <a:srgbClr val="ED1C24"/>
                </a:solidFill>
                <a:latin typeface="Georgia"/>
                <a:cs typeface="Georgia"/>
              </a:rPr>
              <a:t>50°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65843" y="7519989"/>
            <a:ext cx="20827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50" dirty="0">
                <a:solidFill>
                  <a:srgbClr val="ED1C24"/>
                </a:solidFill>
                <a:latin typeface="Georgia"/>
                <a:cs typeface="Georgia"/>
              </a:rPr>
              <a:t>60°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955339" y="6888138"/>
            <a:ext cx="20827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70" dirty="0">
                <a:solidFill>
                  <a:srgbClr val="ED1C24"/>
                </a:solidFill>
                <a:latin typeface="Georgia"/>
                <a:cs typeface="Georgia"/>
              </a:rPr>
              <a:t>70°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427998" y="6898394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364284" y="7159849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978071" y="6651553"/>
            <a:ext cx="93345" cy="142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50" spc="3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03299" y="7348284"/>
            <a:ext cx="973455" cy="47498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390"/>
              </a:spcBef>
            </a:pPr>
            <a:r>
              <a:rPr sz="800" spc="70" dirty="0">
                <a:solidFill>
                  <a:srgbClr val="ED1C24"/>
                </a:solidFill>
                <a:latin typeface="Georgia"/>
                <a:cs typeface="Georgia"/>
              </a:rPr>
              <a:t>70°</a:t>
            </a:r>
            <a:endParaRPr sz="800">
              <a:latin typeface="Georgia"/>
              <a:cs typeface="Georgia"/>
            </a:endParaRPr>
          </a:p>
          <a:p>
            <a:pPr marL="151130">
              <a:lnSpc>
                <a:spcPct val="100000"/>
              </a:lnSpc>
              <a:spcBef>
                <a:spcPts val="290"/>
              </a:spcBef>
            </a:pPr>
            <a:r>
              <a:rPr sz="800" spc="50" dirty="0">
                <a:solidFill>
                  <a:srgbClr val="ED1C24"/>
                </a:solidFill>
                <a:latin typeface="Georgia"/>
                <a:cs typeface="Georgia"/>
              </a:rPr>
              <a:t>60° </a:t>
            </a:r>
            <a:r>
              <a:rPr sz="800" spc="80" dirty="0">
                <a:solidFill>
                  <a:srgbClr val="ED1C24"/>
                </a:solidFill>
                <a:latin typeface="Georgia"/>
                <a:cs typeface="Georgia"/>
              </a:rPr>
              <a:t> </a:t>
            </a:r>
            <a:r>
              <a:rPr sz="800" spc="70" dirty="0">
                <a:solidFill>
                  <a:srgbClr val="ED1C24"/>
                </a:solidFill>
                <a:latin typeface="Georgia"/>
                <a:cs typeface="Georgia"/>
              </a:rPr>
              <a:t>50°</a:t>
            </a:r>
            <a:endParaRPr sz="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  <a:tabLst>
                <a:tab pos="684530" algn="l"/>
              </a:tabLst>
            </a:pP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B	</a:t>
            </a:r>
            <a:r>
              <a:rPr sz="850" spc="130" dirty="0">
                <a:solidFill>
                  <a:srgbClr val="231F20"/>
                </a:solidFill>
                <a:latin typeface="Georgia"/>
                <a:cs typeface="Georgia"/>
              </a:rPr>
              <a:t>C </a:t>
            </a:r>
            <a:r>
              <a:rPr sz="850" spc="245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135095" y="7672536"/>
            <a:ext cx="19786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87220" algn="l"/>
              </a:tabLst>
            </a:pPr>
            <a:r>
              <a:rPr sz="1275" spc="195" baseline="3267" dirty="0">
                <a:solidFill>
                  <a:srgbClr val="231F20"/>
                </a:solidFill>
                <a:latin typeface="Georgia"/>
                <a:cs typeface="Georgia"/>
              </a:rPr>
              <a:t>C   </a:t>
            </a:r>
            <a:r>
              <a:rPr sz="1275" spc="30" baseline="3267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750" spc="65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r>
              <a:rPr sz="750" dirty="0">
                <a:solidFill>
                  <a:srgbClr val="231F20"/>
                </a:solidFill>
                <a:latin typeface="Georgia"/>
                <a:cs typeface="Georgia"/>
              </a:rPr>
              <a:t>	</a:t>
            </a:r>
            <a:r>
              <a:rPr sz="750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103259" y="7856146"/>
            <a:ext cx="629348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Bir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tiçgenin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tiç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açısını 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biliyor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olmamız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tek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bir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tiçgen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çizmek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için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yeterli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değildir.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Sonsuz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sayıda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tiçgen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çizilebilir.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Bir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tiçgenin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çizilebilmesi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için </a:t>
            </a:r>
            <a:r>
              <a:rPr sz="1000" i="1" spc="95" dirty="0">
                <a:solidFill>
                  <a:srgbClr val="00AEEF"/>
                </a:solidFill>
                <a:latin typeface="Arial"/>
                <a:cs typeface="Arial"/>
              </a:rPr>
              <a:t>en </a:t>
            </a:r>
            <a:r>
              <a:rPr sz="1000" i="1" spc="105" dirty="0">
                <a:solidFill>
                  <a:srgbClr val="00AEEF"/>
                </a:solidFill>
                <a:latin typeface="Arial"/>
                <a:cs typeface="Arial"/>
              </a:rPr>
              <a:t>az </a:t>
            </a:r>
            <a:r>
              <a:rPr sz="1000" i="1" spc="114" dirty="0">
                <a:solidFill>
                  <a:srgbClr val="00AEEF"/>
                </a:solidFill>
                <a:latin typeface="Arial"/>
                <a:cs typeface="Arial"/>
              </a:rPr>
              <a:t>bir </a:t>
            </a:r>
            <a:r>
              <a:rPr sz="1000" i="1" spc="120" dirty="0">
                <a:solidFill>
                  <a:srgbClr val="00AEEF"/>
                </a:solidFill>
                <a:latin typeface="Arial"/>
                <a:cs typeface="Arial"/>
              </a:rPr>
              <a:t>kenar </a:t>
            </a:r>
            <a:r>
              <a:rPr sz="1000" i="1" spc="60" dirty="0">
                <a:solidFill>
                  <a:srgbClr val="00AEEF"/>
                </a:solidFill>
                <a:latin typeface="Arial"/>
                <a:cs typeface="Arial"/>
              </a:rPr>
              <a:t>uzunluğu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nun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bilinmesi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gerekir.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7316" y="1088495"/>
            <a:ext cx="1123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endParaRPr sz="1000">
              <a:latin typeface="MS UI Gothic"/>
              <a:cs typeface="MS UI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6099" y="1026007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0152" y="2124290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9332" y="2124290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7311" y="1590802"/>
            <a:ext cx="5803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00AEEF"/>
                </a:solidFill>
                <a:latin typeface="Arial"/>
                <a:cs typeface="Arial"/>
              </a:rPr>
              <a:t>dik</a:t>
            </a:r>
            <a:r>
              <a:rPr sz="850" i="1" spc="114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850" i="1" spc="100" dirty="0">
                <a:solidFill>
                  <a:srgbClr val="00AEEF"/>
                </a:solidFill>
                <a:latin typeface="Arial"/>
                <a:cs typeface="Arial"/>
              </a:rPr>
              <a:t>kenar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65761" y="2157863"/>
            <a:ext cx="5803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00AEEF"/>
                </a:solidFill>
                <a:latin typeface="Arial"/>
                <a:cs typeface="Arial"/>
              </a:rPr>
              <a:t>dik</a:t>
            </a:r>
            <a:r>
              <a:rPr sz="850" i="1" spc="114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850" i="1" spc="100" dirty="0">
                <a:solidFill>
                  <a:srgbClr val="00AEEF"/>
                </a:solidFill>
                <a:latin typeface="Arial"/>
                <a:cs typeface="Arial"/>
              </a:rPr>
              <a:t>kenar</a:t>
            </a:r>
            <a:endParaRPr sz="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33438" y="1578279"/>
            <a:ext cx="58547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40" dirty="0">
                <a:solidFill>
                  <a:srgbClr val="EC008C"/>
                </a:solidFill>
                <a:latin typeface="Arial"/>
                <a:cs typeface="Arial"/>
              </a:rPr>
              <a:t>hi</a:t>
            </a:r>
            <a:r>
              <a:rPr sz="850" i="1" spc="45" dirty="0">
                <a:solidFill>
                  <a:srgbClr val="EC008C"/>
                </a:solidFill>
                <a:latin typeface="Arial"/>
                <a:cs typeface="Arial"/>
              </a:rPr>
              <a:t>p</a:t>
            </a:r>
            <a:r>
              <a:rPr sz="850" i="1" spc="85" dirty="0">
                <a:solidFill>
                  <a:srgbClr val="EC008C"/>
                </a:solidFill>
                <a:latin typeface="Arial"/>
                <a:cs typeface="Arial"/>
              </a:rPr>
              <a:t>otentis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32000" y="1201159"/>
            <a:ext cx="1454785" cy="944880"/>
            <a:chOff x="1332000" y="1201159"/>
            <a:chExt cx="1454785" cy="944880"/>
          </a:xfrm>
        </p:grpSpPr>
        <p:sp>
          <p:nvSpPr>
            <p:cNvPr id="19" name="object 19"/>
            <p:cNvSpPr/>
            <p:nvPr/>
          </p:nvSpPr>
          <p:spPr>
            <a:xfrm>
              <a:off x="1335175" y="1204334"/>
              <a:ext cx="1448435" cy="938530"/>
            </a:xfrm>
            <a:custGeom>
              <a:avLst/>
              <a:gdLst/>
              <a:ahLst/>
              <a:cxnLst/>
              <a:rect l="l" t="t" r="r" b="b"/>
              <a:pathLst>
                <a:path w="1448435" h="938530">
                  <a:moveTo>
                    <a:pt x="0" y="0"/>
                  </a:moveTo>
                  <a:lnTo>
                    <a:pt x="0" y="938415"/>
                  </a:lnTo>
                  <a:lnTo>
                    <a:pt x="1448066" y="938415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35180" y="2068715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74015" y="0"/>
                  </a:moveTo>
                  <a:lnTo>
                    <a:pt x="0" y="0"/>
                  </a:lnTo>
                  <a:lnTo>
                    <a:pt x="0" y="74028"/>
                  </a:lnTo>
                  <a:lnTo>
                    <a:pt x="74015" y="74028"/>
                  </a:lnTo>
                  <a:lnTo>
                    <a:pt x="74015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5231" y="2098927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569" y="0"/>
                  </a:moveTo>
                  <a:lnTo>
                    <a:pt x="3340" y="0"/>
                  </a:lnTo>
                  <a:lnTo>
                    <a:pt x="0" y="3327"/>
                  </a:lnTo>
                  <a:lnTo>
                    <a:pt x="0" y="11582"/>
                  </a:lnTo>
                  <a:lnTo>
                    <a:pt x="3340" y="14909"/>
                  </a:lnTo>
                  <a:lnTo>
                    <a:pt x="11569" y="14909"/>
                  </a:lnTo>
                  <a:lnTo>
                    <a:pt x="14909" y="11582"/>
                  </a:lnTo>
                  <a:lnTo>
                    <a:pt x="14909" y="7454"/>
                  </a:lnTo>
                  <a:lnTo>
                    <a:pt x="14909" y="3327"/>
                  </a:lnTo>
                  <a:lnTo>
                    <a:pt x="115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135909" y="1088010"/>
            <a:ext cx="1677035" cy="466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10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dik</a:t>
            </a:r>
            <a:r>
              <a:rPr sz="10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tiçgeninde</a:t>
            </a:r>
            <a:endParaRPr sz="10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070"/>
              </a:spcBef>
            </a:pP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|AB|</a:t>
            </a:r>
            <a:r>
              <a:rPr sz="975" i="1" spc="30" baseline="4273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75" i="1" spc="172" baseline="427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|BC|</a:t>
            </a:r>
            <a:r>
              <a:rPr sz="975" i="1" spc="37" baseline="42735" dirty="0">
                <a:solidFill>
                  <a:srgbClr val="231F20"/>
                </a:solidFill>
                <a:latin typeface="Arial"/>
                <a:cs typeface="Arial"/>
              </a:rPr>
              <a:t>2 </a:t>
            </a:r>
            <a:r>
              <a:rPr sz="975" i="1" spc="150" baseline="427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|AC|</a:t>
            </a:r>
            <a:r>
              <a:rPr sz="975" i="1" spc="30" baseline="42735" dirty="0">
                <a:solidFill>
                  <a:srgbClr val="231F20"/>
                </a:solidFill>
                <a:latin typeface="Arial"/>
                <a:cs typeface="Arial"/>
              </a:rPr>
              <a:t>2 </a:t>
            </a:r>
            <a:r>
              <a:rPr sz="975" i="1" spc="157" baseline="427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7329" y="2484724"/>
            <a:ext cx="1123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endParaRPr sz="1000">
              <a:latin typeface="MS UI Gothic"/>
              <a:cs typeface="MS UI Gothic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42147" y="2466536"/>
            <a:ext cx="1268730" cy="1268730"/>
            <a:chOff x="742147" y="2466536"/>
            <a:chExt cx="1268730" cy="1268730"/>
          </a:xfrm>
        </p:grpSpPr>
        <p:sp>
          <p:nvSpPr>
            <p:cNvPr id="25" name="object 25"/>
            <p:cNvSpPr/>
            <p:nvPr/>
          </p:nvSpPr>
          <p:spPr>
            <a:xfrm>
              <a:off x="742147" y="246907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44687" y="2471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85087" y="2469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85087" y="2471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25486" y="2469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25486" y="2471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65886" y="2469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65886" y="2471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06287" y="2469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06287" y="2471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46687" y="2469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46687" y="2471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587087" y="2469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587087" y="2471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27487" y="2469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27487" y="2471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867886" y="246907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867886" y="2471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008286" y="2471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42147" y="260947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44687" y="2612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85087" y="2609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85087" y="2612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25486" y="2609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25486" y="2612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65886" y="2609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165886" y="2612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06287" y="2609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306287" y="2612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446687" y="2609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446687" y="2612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587087" y="2609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587087" y="2612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727487" y="2609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727487" y="2612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867886" y="260947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67886" y="2612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008286" y="2612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42147" y="2749877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44687" y="27524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85087" y="27498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85087" y="27524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25486" y="27498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25486" y="27524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165886" y="27498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65886" y="27524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306287" y="27498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306287" y="27524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446687" y="27498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446687" y="27524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587087" y="27498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587087" y="27524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727487" y="27498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727487" y="27524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867886" y="2749877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867886" y="27524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008286" y="27524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42147" y="2890277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44687" y="2892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885087" y="28902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85087" y="2892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025486" y="28902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025486" y="2892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165886" y="28902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165886" y="2892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306287" y="28902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306287" y="2892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446687" y="28902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446687" y="2892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587087" y="28902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587087" y="2892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727487" y="28902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727487" y="2892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867886" y="2890277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867886" y="2892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008286" y="2892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42147" y="3030677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44687" y="30332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85087" y="3030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885087" y="30332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025486" y="3030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025486" y="30332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165886" y="3030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165886" y="30332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306287" y="3030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306287" y="30332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446687" y="3030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446687" y="30332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587087" y="3030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587087" y="30332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727487" y="3030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727487" y="30332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867886" y="3030677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867886" y="30332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008286" y="30332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42147" y="317107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44687" y="3173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85087" y="3171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85087" y="3173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025486" y="3171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025486" y="3173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165886" y="3171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165886" y="3173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306287" y="3171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306287" y="3173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446687" y="3171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446687" y="3173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587087" y="3171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587087" y="3173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727487" y="31710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1727487" y="3173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1867886" y="317107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867886" y="3173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2008286" y="31736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42147" y="331147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44687" y="3314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885087" y="3311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885087" y="3314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025486" y="3311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025486" y="3314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165886" y="3311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165886" y="3314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306287" y="3311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306287" y="3314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446687" y="3311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446687" y="3314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587087" y="3311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587087" y="3314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727487" y="33114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727487" y="3314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867886" y="331147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867886" y="3314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2008286" y="3314017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42147" y="345187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44687" y="3454419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885087" y="34518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885087" y="3454419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025486" y="34518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025486" y="3454419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165886" y="34518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165886" y="3454419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1306287" y="34518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1306287" y="3454419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446687" y="34518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1446687" y="3454419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587087" y="34518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587087" y="3454419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727487" y="34518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1727487" y="3454419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867886" y="345187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867886" y="3454419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2008286" y="3454419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42147" y="359227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44687" y="3594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885087" y="35922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885087" y="3594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1025486" y="35922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1025486" y="3594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1165886" y="35922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165886" y="3594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306287" y="35922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306287" y="3594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446687" y="35922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446687" y="3594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1587087" y="35922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587087" y="3594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727487" y="3592276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1727487" y="3594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867886" y="3592276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867886" y="3594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2008286" y="3594818"/>
              <a:ext cx="0" cy="135890"/>
            </a:xfrm>
            <a:custGeom>
              <a:avLst/>
              <a:gdLst/>
              <a:ahLst/>
              <a:cxnLst/>
              <a:rect l="l" t="t" r="r" b="b"/>
              <a:pathLst>
                <a:path h="135889">
                  <a:moveTo>
                    <a:pt x="0" y="135318"/>
                  </a:moveTo>
                  <a:lnTo>
                    <a:pt x="0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742147" y="3732677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885087" y="3732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025486" y="3732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165886" y="3732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1306287" y="3732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1446687" y="3732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1587087" y="3732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1727487" y="3732677"/>
              <a:ext cx="140970" cy="0"/>
            </a:xfrm>
            <a:custGeom>
              <a:avLst/>
              <a:gdLst/>
              <a:ahLst/>
              <a:cxnLst/>
              <a:rect l="l" t="t" r="r" b="b"/>
              <a:pathLst>
                <a:path w="140969">
                  <a:moveTo>
                    <a:pt x="0" y="0"/>
                  </a:moveTo>
                  <a:lnTo>
                    <a:pt x="14039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1867886" y="3732677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10">
                  <a:moveTo>
                    <a:pt x="0" y="0"/>
                  </a:moveTo>
                  <a:lnTo>
                    <a:pt x="142938" y="0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887902" y="3172465"/>
              <a:ext cx="560705" cy="421640"/>
            </a:xfrm>
            <a:custGeom>
              <a:avLst/>
              <a:gdLst/>
              <a:ahLst/>
              <a:cxnLst/>
              <a:rect l="l" t="t" r="r" b="b"/>
              <a:pathLst>
                <a:path w="560705" h="421639">
                  <a:moveTo>
                    <a:pt x="0" y="0"/>
                  </a:moveTo>
                  <a:lnTo>
                    <a:pt x="0" y="421487"/>
                  </a:lnTo>
                  <a:lnTo>
                    <a:pt x="560197" y="4214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C63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887086" y="2611462"/>
              <a:ext cx="979169" cy="980440"/>
            </a:xfrm>
            <a:custGeom>
              <a:avLst/>
              <a:gdLst/>
              <a:ahLst/>
              <a:cxnLst/>
              <a:rect l="l" t="t" r="r" b="b"/>
              <a:pathLst>
                <a:path w="979169" h="980439">
                  <a:moveTo>
                    <a:pt x="0" y="980160"/>
                  </a:moveTo>
                  <a:lnTo>
                    <a:pt x="979106" y="980160"/>
                  </a:lnTo>
                  <a:lnTo>
                    <a:pt x="979106" y="0"/>
                  </a:lnTo>
                  <a:lnTo>
                    <a:pt x="0" y="0"/>
                  </a:lnTo>
                  <a:lnTo>
                    <a:pt x="0" y="980160"/>
                  </a:lnTo>
                  <a:close/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7" name="object 20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8782" y="2605872"/>
              <a:ext cx="80505" cy="80505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8199" y="2985409"/>
              <a:ext cx="63639" cy="111175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9222" y="2656977"/>
              <a:ext cx="110972" cy="64427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1155" y="3108707"/>
              <a:ext cx="63614" cy="111175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2575" y="3482560"/>
              <a:ext cx="110972" cy="64452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3613" y="3513184"/>
              <a:ext cx="80505" cy="80505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3613" y="2605872"/>
              <a:ext cx="80505" cy="80505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8782" y="3513184"/>
              <a:ext cx="80505" cy="80505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886914" y="2613776"/>
              <a:ext cx="977900" cy="977265"/>
            </a:xfrm>
            <a:custGeom>
              <a:avLst/>
              <a:gdLst/>
              <a:ahLst/>
              <a:cxnLst/>
              <a:rect l="l" t="t" r="r" b="b"/>
              <a:pathLst>
                <a:path w="977900" h="977264">
                  <a:moveTo>
                    <a:pt x="0" y="556958"/>
                  </a:moveTo>
                  <a:lnTo>
                    <a:pt x="557555" y="977125"/>
                  </a:lnTo>
                  <a:lnTo>
                    <a:pt x="977277" y="420166"/>
                  </a:lnTo>
                  <a:lnTo>
                    <a:pt x="419722" y="0"/>
                  </a:lnTo>
                  <a:lnTo>
                    <a:pt x="0" y="556958"/>
                  </a:lnTo>
                  <a:close/>
                </a:path>
              </a:pathLst>
            </a:custGeom>
            <a:ln w="889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1564394" y="2798829"/>
              <a:ext cx="61594" cy="63500"/>
            </a:xfrm>
            <a:custGeom>
              <a:avLst/>
              <a:gdLst/>
              <a:ahLst/>
              <a:cxnLst/>
              <a:rect l="l" t="t" r="r" b="b"/>
              <a:pathLst>
                <a:path w="61594" h="63500">
                  <a:moveTo>
                    <a:pt x="46888" y="0"/>
                  </a:moveTo>
                  <a:lnTo>
                    <a:pt x="0" y="51142"/>
                  </a:lnTo>
                </a:path>
                <a:path w="61594" h="63500">
                  <a:moveTo>
                    <a:pt x="61010" y="11938"/>
                  </a:moveTo>
                  <a:lnTo>
                    <a:pt x="14122" y="6308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1099221" y="2825170"/>
              <a:ext cx="61594" cy="63500"/>
            </a:xfrm>
            <a:custGeom>
              <a:avLst/>
              <a:gdLst/>
              <a:ahLst/>
              <a:cxnLst/>
              <a:rect l="l" t="t" r="r" b="b"/>
              <a:pathLst>
                <a:path w="61594" h="63500">
                  <a:moveTo>
                    <a:pt x="14122" y="0"/>
                  </a:moveTo>
                  <a:lnTo>
                    <a:pt x="61010" y="51142"/>
                  </a:lnTo>
                </a:path>
                <a:path w="61594" h="63500">
                  <a:moveTo>
                    <a:pt x="0" y="11938"/>
                  </a:moveTo>
                  <a:lnTo>
                    <a:pt x="46888" y="6308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1127319" y="3335558"/>
              <a:ext cx="61594" cy="63500"/>
            </a:xfrm>
            <a:custGeom>
              <a:avLst/>
              <a:gdLst/>
              <a:ahLst/>
              <a:cxnLst/>
              <a:rect l="l" t="t" r="r" b="b"/>
              <a:pathLst>
                <a:path w="61594" h="63500">
                  <a:moveTo>
                    <a:pt x="46888" y="0"/>
                  </a:moveTo>
                  <a:lnTo>
                    <a:pt x="0" y="51142"/>
                  </a:lnTo>
                </a:path>
                <a:path w="61594" h="63500">
                  <a:moveTo>
                    <a:pt x="61010" y="11938"/>
                  </a:moveTo>
                  <a:lnTo>
                    <a:pt x="14122" y="6308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1606541" y="3318634"/>
              <a:ext cx="61594" cy="63500"/>
            </a:xfrm>
            <a:custGeom>
              <a:avLst/>
              <a:gdLst/>
              <a:ahLst/>
              <a:cxnLst/>
              <a:rect l="l" t="t" r="r" b="b"/>
              <a:pathLst>
                <a:path w="61594" h="63500">
                  <a:moveTo>
                    <a:pt x="14122" y="0"/>
                  </a:moveTo>
                  <a:lnTo>
                    <a:pt x="61010" y="51142"/>
                  </a:lnTo>
                </a:path>
                <a:path w="61594" h="63500">
                  <a:moveTo>
                    <a:pt x="0" y="11938"/>
                  </a:moveTo>
                  <a:lnTo>
                    <a:pt x="46888" y="6308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0" name="object 220"/>
          <p:cNvSpPr txBox="1"/>
          <p:nvPr/>
        </p:nvSpPr>
        <p:spPr>
          <a:xfrm>
            <a:off x="764569" y="3301903"/>
            <a:ext cx="9461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850">
              <a:latin typeface="Arial"/>
              <a:cs typeface="Arial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1063158" y="3575880"/>
            <a:ext cx="990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200147" y="3266819"/>
            <a:ext cx="9398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1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2189394" y="2484230"/>
            <a:ext cx="5048885" cy="89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dik</a:t>
            </a:r>
            <a:r>
              <a:rPr sz="1000" i="1" spc="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tiçgende,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dik</a:t>
            </a:r>
            <a:r>
              <a:rPr sz="1000" i="1" spc="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kenarların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uzunluklarının</a:t>
            </a:r>
            <a:r>
              <a:rPr sz="1000" i="1" spc="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kareleri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toplamı</a:t>
            </a:r>
            <a:r>
              <a:rPr sz="1000" i="1" spc="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hipotenti-</a:t>
            </a:r>
            <a:endParaRPr sz="10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010"/>
              </a:spcBef>
            </a:pP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stin</a:t>
            </a:r>
            <a:r>
              <a:rPr sz="1000" i="1" spc="12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karesine</a:t>
            </a:r>
            <a:r>
              <a:rPr sz="1000" i="1" spc="13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eşittir.</a:t>
            </a:r>
            <a:endParaRPr sz="1000">
              <a:latin typeface="Verdana"/>
              <a:cs typeface="Verdana"/>
            </a:endParaRPr>
          </a:p>
          <a:p>
            <a:pPr marL="101600" marR="2974340" indent="-63500">
              <a:lnSpc>
                <a:spcPct val="141700"/>
              </a:lnSpc>
            </a:pP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Buna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Pisagor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Bağıntısı</a:t>
            </a:r>
            <a:r>
              <a:rPr sz="10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denir. </a:t>
            </a:r>
            <a:r>
              <a:rPr sz="1000" i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975" i="1" spc="157" baseline="4273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75" i="1" spc="480" baseline="427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975" i="1" spc="127" baseline="4273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75" i="1" spc="480" baseline="427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975" i="1" spc="165" baseline="42735" dirty="0">
                <a:solidFill>
                  <a:srgbClr val="231F20"/>
                </a:solidFill>
                <a:latin typeface="Arial"/>
                <a:cs typeface="Arial"/>
              </a:rPr>
              <a:t>2  </a:t>
            </a:r>
            <a:r>
              <a:rPr sz="975" i="1" spc="352" baseline="427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527357" y="3909656"/>
            <a:ext cx="1123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endParaRPr sz="1000">
              <a:latin typeface="MS UI Gothic"/>
              <a:cs typeface="MS UI Gothic"/>
            </a:endParaRPr>
          </a:p>
        </p:txBody>
      </p:sp>
      <p:grpSp>
        <p:nvGrpSpPr>
          <p:cNvPr id="225" name="object 225"/>
          <p:cNvGrpSpPr/>
          <p:nvPr/>
        </p:nvGrpSpPr>
        <p:grpSpPr>
          <a:xfrm>
            <a:off x="721020" y="3895587"/>
            <a:ext cx="1799589" cy="1673225"/>
            <a:chOff x="721020" y="3895587"/>
            <a:chExt cx="1799589" cy="1673225"/>
          </a:xfrm>
        </p:grpSpPr>
        <p:sp>
          <p:nvSpPr>
            <p:cNvPr id="226" name="object 226"/>
            <p:cNvSpPr/>
            <p:nvPr/>
          </p:nvSpPr>
          <p:spPr>
            <a:xfrm>
              <a:off x="1356831" y="4424989"/>
              <a:ext cx="503555" cy="632460"/>
            </a:xfrm>
            <a:custGeom>
              <a:avLst/>
              <a:gdLst/>
              <a:ahLst/>
              <a:cxnLst/>
              <a:rect l="l" t="t" r="r" b="b"/>
              <a:pathLst>
                <a:path w="503555" h="632460">
                  <a:moveTo>
                    <a:pt x="503110" y="0"/>
                  </a:moveTo>
                  <a:lnTo>
                    <a:pt x="0" y="1358"/>
                  </a:lnTo>
                  <a:lnTo>
                    <a:pt x="503110" y="632358"/>
                  </a:lnTo>
                  <a:lnTo>
                    <a:pt x="503110" y="0"/>
                  </a:lnTo>
                  <a:close/>
                </a:path>
              </a:pathLst>
            </a:custGeom>
            <a:solidFill>
              <a:srgbClr val="FDC5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1355754" y="3920794"/>
              <a:ext cx="504190" cy="504825"/>
            </a:xfrm>
            <a:custGeom>
              <a:avLst/>
              <a:gdLst/>
              <a:ahLst/>
              <a:cxnLst/>
              <a:rect l="l" t="t" r="r" b="b"/>
              <a:pathLst>
                <a:path w="504189" h="504825">
                  <a:moveTo>
                    <a:pt x="504190" y="0"/>
                  </a:moveTo>
                  <a:lnTo>
                    <a:pt x="0" y="0"/>
                  </a:lnTo>
                  <a:lnTo>
                    <a:pt x="0" y="504202"/>
                  </a:lnTo>
                  <a:lnTo>
                    <a:pt x="504190" y="504202"/>
                  </a:lnTo>
                  <a:lnTo>
                    <a:pt x="504190" y="0"/>
                  </a:lnTo>
                  <a:close/>
                </a:path>
              </a:pathLst>
            </a:custGeom>
            <a:solidFill>
              <a:srgbClr val="B9E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1859944" y="4424997"/>
              <a:ext cx="632460" cy="632460"/>
            </a:xfrm>
            <a:custGeom>
              <a:avLst/>
              <a:gdLst/>
              <a:ahLst/>
              <a:cxnLst/>
              <a:rect l="l" t="t" r="r" b="b"/>
              <a:pathLst>
                <a:path w="632460" h="632460">
                  <a:moveTo>
                    <a:pt x="632371" y="0"/>
                  </a:moveTo>
                  <a:lnTo>
                    <a:pt x="0" y="0"/>
                  </a:lnTo>
                  <a:lnTo>
                    <a:pt x="0" y="632358"/>
                  </a:lnTo>
                  <a:lnTo>
                    <a:pt x="632371" y="632358"/>
                  </a:lnTo>
                  <a:lnTo>
                    <a:pt x="632371" y="0"/>
                  </a:lnTo>
                  <a:close/>
                </a:path>
              </a:pathLst>
            </a:custGeom>
            <a:solidFill>
              <a:srgbClr val="F9C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723574" y="4426348"/>
              <a:ext cx="1137285" cy="1139825"/>
            </a:xfrm>
            <a:custGeom>
              <a:avLst/>
              <a:gdLst/>
              <a:ahLst/>
              <a:cxnLst/>
              <a:rect l="l" t="t" r="r" b="b"/>
              <a:pathLst>
                <a:path w="1137285" h="1139825">
                  <a:moveTo>
                    <a:pt x="633260" y="0"/>
                  </a:moveTo>
                  <a:lnTo>
                    <a:pt x="0" y="511200"/>
                  </a:lnTo>
                  <a:lnTo>
                    <a:pt x="501865" y="1139761"/>
                  </a:lnTo>
                  <a:lnTo>
                    <a:pt x="1136726" y="632866"/>
                  </a:lnTo>
                  <a:lnTo>
                    <a:pt x="633260" y="0"/>
                  </a:lnTo>
                  <a:close/>
                </a:path>
              </a:pathLst>
            </a:custGeom>
            <a:solidFill>
              <a:srgbClr val="E7EF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0" name="object 2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2120" y="4879230"/>
              <a:ext cx="82308" cy="133565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31135" y="4984932"/>
              <a:ext cx="82194" cy="133254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55176" y="4969292"/>
              <a:ext cx="91676" cy="91721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00901" y="4423587"/>
              <a:ext cx="91669" cy="91720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72707" y="3918546"/>
              <a:ext cx="91669" cy="91732"/>
            </a:xfrm>
            <a:prstGeom prst="rect">
              <a:avLst/>
            </a:prstGeom>
          </p:spPr>
        </p:pic>
        <p:pic>
          <p:nvPicPr>
            <p:cNvPr id="235" name="object 2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72707" y="4422343"/>
              <a:ext cx="91668" cy="91724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53722" y="4337531"/>
              <a:ext cx="91683" cy="91720"/>
            </a:xfrm>
            <a:prstGeom prst="rect">
              <a:avLst/>
            </a:prstGeom>
          </p:spPr>
        </p:pic>
        <p:sp>
          <p:nvSpPr>
            <p:cNvPr id="237" name="object 237"/>
            <p:cNvSpPr/>
            <p:nvPr/>
          </p:nvSpPr>
          <p:spPr>
            <a:xfrm>
              <a:off x="1833962" y="4167799"/>
              <a:ext cx="55244" cy="27940"/>
            </a:xfrm>
            <a:custGeom>
              <a:avLst/>
              <a:gdLst/>
              <a:ahLst/>
              <a:cxnLst/>
              <a:rect l="l" t="t" r="r" b="b"/>
              <a:pathLst>
                <a:path w="55244" h="27939">
                  <a:moveTo>
                    <a:pt x="55168" y="20929"/>
                  </a:moveTo>
                  <a:lnTo>
                    <a:pt x="25" y="20980"/>
                  </a:lnTo>
                  <a:lnTo>
                    <a:pt x="50" y="27393"/>
                  </a:lnTo>
                  <a:lnTo>
                    <a:pt x="55156" y="27330"/>
                  </a:lnTo>
                  <a:lnTo>
                    <a:pt x="55168" y="20929"/>
                  </a:lnTo>
                  <a:close/>
                </a:path>
                <a:path w="55244" h="27939">
                  <a:moveTo>
                    <a:pt x="55117" y="0"/>
                  </a:moveTo>
                  <a:lnTo>
                    <a:pt x="0" y="63"/>
                  </a:lnTo>
                  <a:lnTo>
                    <a:pt x="12" y="6464"/>
                  </a:lnTo>
                  <a:lnTo>
                    <a:pt x="55117" y="6400"/>
                  </a:lnTo>
                  <a:lnTo>
                    <a:pt x="551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1833426" y="4167809"/>
              <a:ext cx="687070" cy="924560"/>
            </a:xfrm>
            <a:custGeom>
              <a:avLst/>
              <a:gdLst/>
              <a:ahLst/>
              <a:cxnLst/>
              <a:rect l="l" t="t" r="r" b="b"/>
              <a:pathLst>
                <a:path w="687069" h="924560">
                  <a:moveTo>
                    <a:pt x="55130" y="584390"/>
                  </a:moveTo>
                  <a:lnTo>
                    <a:pt x="55118" y="578002"/>
                  </a:lnTo>
                  <a:lnTo>
                    <a:pt x="0" y="578065"/>
                  </a:lnTo>
                  <a:lnTo>
                    <a:pt x="12" y="584454"/>
                  </a:lnTo>
                  <a:lnTo>
                    <a:pt x="55130" y="584390"/>
                  </a:lnTo>
                  <a:close/>
                </a:path>
                <a:path w="687069" h="924560">
                  <a:moveTo>
                    <a:pt x="55651" y="0"/>
                  </a:moveTo>
                  <a:lnTo>
                    <a:pt x="533" y="63"/>
                  </a:lnTo>
                  <a:lnTo>
                    <a:pt x="546" y="6464"/>
                  </a:lnTo>
                  <a:lnTo>
                    <a:pt x="55651" y="6400"/>
                  </a:lnTo>
                  <a:lnTo>
                    <a:pt x="55651" y="0"/>
                  </a:lnTo>
                  <a:close/>
                </a:path>
                <a:path w="687069" h="924560">
                  <a:moveTo>
                    <a:pt x="55702" y="20929"/>
                  </a:moveTo>
                  <a:lnTo>
                    <a:pt x="558" y="20980"/>
                  </a:lnTo>
                  <a:lnTo>
                    <a:pt x="584" y="27393"/>
                  </a:lnTo>
                  <a:lnTo>
                    <a:pt x="55689" y="27330"/>
                  </a:lnTo>
                  <a:lnTo>
                    <a:pt x="55702" y="20929"/>
                  </a:lnTo>
                  <a:close/>
                </a:path>
                <a:path w="687069" h="924560">
                  <a:moveTo>
                    <a:pt x="346506" y="924496"/>
                  </a:moveTo>
                  <a:lnTo>
                    <a:pt x="346443" y="869378"/>
                  </a:lnTo>
                  <a:lnTo>
                    <a:pt x="340055" y="869391"/>
                  </a:lnTo>
                  <a:lnTo>
                    <a:pt x="340118" y="924509"/>
                  </a:lnTo>
                  <a:lnTo>
                    <a:pt x="346506" y="924496"/>
                  </a:lnTo>
                  <a:close/>
                </a:path>
                <a:path w="687069" h="924560">
                  <a:moveTo>
                    <a:pt x="346506" y="293039"/>
                  </a:moveTo>
                  <a:lnTo>
                    <a:pt x="346443" y="237934"/>
                  </a:lnTo>
                  <a:lnTo>
                    <a:pt x="340055" y="237947"/>
                  </a:lnTo>
                  <a:lnTo>
                    <a:pt x="340118" y="293052"/>
                  </a:lnTo>
                  <a:lnTo>
                    <a:pt x="346506" y="293039"/>
                  </a:lnTo>
                  <a:close/>
                </a:path>
                <a:path w="687069" h="924560">
                  <a:moveTo>
                    <a:pt x="686574" y="584390"/>
                  </a:moveTo>
                  <a:lnTo>
                    <a:pt x="686562" y="578002"/>
                  </a:lnTo>
                  <a:lnTo>
                    <a:pt x="631444" y="578065"/>
                  </a:lnTo>
                  <a:lnTo>
                    <a:pt x="631456" y="584454"/>
                  </a:lnTo>
                  <a:lnTo>
                    <a:pt x="686574" y="58439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1329143" y="4167799"/>
              <a:ext cx="55244" cy="27940"/>
            </a:xfrm>
            <a:custGeom>
              <a:avLst/>
              <a:gdLst/>
              <a:ahLst/>
              <a:cxnLst/>
              <a:rect l="l" t="t" r="r" b="b"/>
              <a:pathLst>
                <a:path w="55244" h="27939">
                  <a:moveTo>
                    <a:pt x="55156" y="20929"/>
                  </a:moveTo>
                  <a:lnTo>
                    <a:pt x="38" y="20980"/>
                  </a:lnTo>
                  <a:lnTo>
                    <a:pt x="50" y="27393"/>
                  </a:lnTo>
                  <a:lnTo>
                    <a:pt x="55156" y="27330"/>
                  </a:lnTo>
                  <a:lnTo>
                    <a:pt x="55156" y="20929"/>
                  </a:lnTo>
                  <a:close/>
                </a:path>
                <a:path w="55244" h="27939">
                  <a:moveTo>
                    <a:pt x="55105" y="0"/>
                  </a:moveTo>
                  <a:lnTo>
                    <a:pt x="0" y="63"/>
                  </a:lnTo>
                  <a:lnTo>
                    <a:pt x="12" y="6464"/>
                  </a:lnTo>
                  <a:lnTo>
                    <a:pt x="55117" y="6400"/>
                  </a:lnTo>
                  <a:lnTo>
                    <a:pt x="551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1329135" y="3895597"/>
              <a:ext cx="294005" cy="560070"/>
            </a:xfrm>
            <a:custGeom>
              <a:avLst/>
              <a:gdLst/>
              <a:ahLst/>
              <a:cxnLst/>
              <a:rect l="l" t="t" r="r" b="b"/>
              <a:pathLst>
                <a:path w="294005" h="560070">
                  <a:moveTo>
                    <a:pt x="55118" y="278612"/>
                  </a:moveTo>
                  <a:lnTo>
                    <a:pt x="55105" y="272211"/>
                  </a:lnTo>
                  <a:lnTo>
                    <a:pt x="0" y="272275"/>
                  </a:lnTo>
                  <a:lnTo>
                    <a:pt x="12" y="278676"/>
                  </a:lnTo>
                  <a:lnTo>
                    <a:pt x="55118" y="278612"/>
                  </a:lnTo>
                  <a:close/>
                </a:path>
                <a:path w="294005" h="560070">
                  <a:moveTo>
                    <a:pt x="55156" y="293141"/>
                  </a:moveTo>
                  <a:lnTo>
                    <a:pt x="38" y="293192"/>
                  </a:lnTo>
                  <a:lnTo>
                    <a:pt x="50" y="299605"/>
                  </a:lnTo>
                  <a:lnTo>
                    <a:pt x="55156" y="299542"/>
                  </a:lnTo>
                  <a:lnTo>
                    <a:pt x="55156" y="293141"/>
                  </a:lnTo>
                  <a:close/>
                </a:path>
                <a:path w="294005" h="560070">
                  <a:moveTo>
                    <a:pt x="272757" y="559955"/>
                  </a:moveTo>
                  <a:lnTo>
                    <a:pt x="272694" y="504850"/>
                  </a:lnTo>
                  <a:lnTo>
                    <a:pt x="266293" y="504863"/>
                  </a:lnTo>
                  <a:lnTo>
                    <a:pt x="266357" y="559968"/>
                  </a:lnTo>
                  <a:lnTo>
                    <a:pt x="272757" y="559955"/>
                  </a:lnTo>
                  <a:close/>
                </a:path>
                <a:path w="294005" h="560070">
                  <a:moveTo>
                    <a:pt x="272757" y="55143"/>
                  </a:moveTo>
                  <a:lnTo>
                    <a:pt x="272694" y="38"/>
                  </a:lnTo>
                  <a:lnTo>
                    <a:pt x="266293" y="50"/>
                  </a:lnTo>
                  <a:lnTo>
                    <a:pt x="266357" y="55156"/>
                  </a:lnTo>
                  <a:lnTo>
                    <a:pt x="272757" y="55143"/>
                  </a:lnTo>
                  <a:close/>
                </a:path>
                <a:path w="294005" h="560070">
                  <a:moveTo>
                    <a:pt x="293687" y="559917"/>
                  </a:moveTo>
                  <a:lnTo>
                    <a:pt x="293624" y="504812"/>
                  </a:lnTo>
                  <a:lnTo>
                    <a:pt x="287223" y="504812"/>
                  </a:lnTo>
                  <a:lnTo>
                    <a:pt x="287274" y="559943"/>
                  </a:lnTo>
                  <a:lnTo>
                    <a:pt x="293687" y="559917"/>
                  </a:lnTo>
                  <a:close/>
                </a:path>
                <a:path w="294005" h="560070">
                  <a:moveTo>
                    <a:pt x="293687" y="55105"/>
                  </a:moveTo>
                  <a:lnTo>
                    <a:pt x="293624" y="0"/>
                  </a:lnTo>
                  <a:lnTo>
                    <a:pt x="287223" y="0"/>
                  </a:lnTo>
                  <a:lnTo>
                    <a:pt x="287274" y="55130"/>
                  </a:lnTo>
                  <a:lnTo>
                    <a:pt x="293687" y="5510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723573" y="4424997"/>
              <a:ext cx="1137285" cy="1141730"/>
            </a:xfrm>
            <a:custGeom>
              <a:avLst/>
              <a:gdLst/>
              <a:ahLst/>
              <a:cxnLst/>
              <a:rect l="l" t="t" r="r" b="b"/>
              <a:pathLst>
                <a:path w="1137285" h="1141729">
                  <a:moveTo>
                    <a:pt x="0" y="512559"/>
                  </a:moveTo>
                  <a:lnTo>
                    <a:pt x="632180" y="0"/>
                  </a:lnTo>
                  <a:lnTo>
                    <a:pt x="1136726" y="634212"/>
                  </a:lnTo>
                  <a:lnTo>
                    <a:pt x="501878" y="1141107"/>
                  </a:lnTo>
                  <a:lnTo>
                    <a:pt x="0" y="512559"/>
                  </a:lnTo>
                  <a:close/>
                </a:path>
              </a:pathLst>
            </a:custGeom>
            <a:ln w="510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1517947" y="5282056"/>
              <a:ext cx="62865" cy="50800"/>
            </a:xfrm>
            <a:custGeom>
              <a:avLst/>
              <a:gdLst/>
              <a:ahLst/>
              <a:cxnLst/>
              <a:rect l="l" t="t" r="r" b="b"/>
              <a:pathLst>
                <a:path w="62865" h="50800">
                  <a:moveTo>
                    <a:pt x="44940" y="0"/>
                  </a:moveTo>
                  <a:lnTo>
                    <a:pt x="38407" y="692"/>
                  </a:lnTo>
                  <a:lnTo>
                    <a:pt x="32385" y="3962"/>
                  </a:lnTo>
                  <a:lnTo>
                    <a:pt x="26860" y="8407"/>
                  </a:lnTo>
                  <a:lnTo>
                    <a:pt x="25057" y="15532"/>
                  </a:lnTo>
                  <a:lnTo>
                    <a:pt x="30099" y="32512"/>
                  </a:lnTo>
                  <a:lnTo>
                    <a:pt x="29603" y="36385"/>
                  </a:lnTo>
                  <a:lnTo>
                    <a:pt x="21793" y="42672"/>
                  </a:lnTo>
                  <a:lnTo>
                    <a:pt x="16713" y="42608"/>
                  </a:lnTo>
                  <a:lnTo>
                    <a:pt x="9410" y="33540"/>
                  </a:lnTo>
                  <a:lnTo>
                    <a:pt x="8013" y="28308"/>
                  </a:lnTo>
                  <a:lnTo>
                    <a:pt x="7874" y="24815"/>
                  </a:lnTo>
                  <a:lnTo>
                    <a:pt x="0" y="28105"/>
                  </a:lnTo>
                  <a:lnTo>
                    <a:pt x="18924" y="50190"/>
                  </a:lnTo>
                  <a:lnTo>
                    <a:pt x="25708" y="49607"/>
                  </a:lnTo>
                  <a:lnTo>
                    <a:pt x="32118" y="46126"/>
                  </a:lnTo>
                  <a:lnTo>
                    <a:pt x="38963" y="40601"/>
                  </a:lnTo>
                  <a:lnTo>
                    <a:pt x="40068" y="33769"/>
                  </a:lnTo>
                  <a:lnTo>
                    <a:pt x="35445" y="17132"/>
                  </a:lnTo>
                  <a:lnTo>
                    <a:pt x="35217" y="13309"/>
                  </a:lnTo>
                  <a:lnTo>
                    <a:pt x="42443" y="7493"/>
                  </a:lnTo>
                  <a:lnTo>
                    <a:pt x="47269" y="7607"/>
                  </a:lnTo>
                  <a:lnTo>
                    <a:pt x="53835" y="15748"/>
                  </a:lnTo>
                  <a:lnTo>
                    <a:pt x="54673" y="19913"/>
                  </a:lnTo>
                  <a:lnTo>
                    <a:pt x="54813" y="22428"/>
                  </a:lnTo>
                  <a:lnTo>
                    <a:pt x="62407" y="19367"/>
                  </a:lnTo>
                  <a:lnTo>
                    <a:pt x="62090" y="15887"/>
                  </a:lnTo>
                  <a:lnTo>
                    <a:pt x="60515" y="11188"/>
                  </a:lnTo>
                  <a:lnTo>
                    <a:pt x="57200" y="7086"/>
                  </a:lnTo>
                  <a:lnTo>
                    <a:pt x="51399" y="2069"/>
                  </a:lnTo>
                  <a:lnTo>
                    <a:pt x="449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1517947" y="5282056"/>
              <a:ext cx="62865" cy="50800"/>
            </a:xfrm>
            <a:custGeom>
              <a:avLst/>
              <a:gdLst/>
              <a:ahLst/>
              <a:cxnLst/>
              <a:rect l="l" t="t" r="r" b="b"/>
              <a:pathLst>
                <a:path w="62865" h="50800">
                  <a:moveTo>
                    <a:pt x="44940" y="0"/>
                  </a:moveTo>
                  <a:lnTo>
                    <a:pt x="38407" y="692"/>
                  </a:lnTo>
                  <a:lnTo>
                    <a:pt x="32385" y="3962"/>
                  </a:lnTo>
                  <a:lnTo>
                    <a:pt x="26860" y="8407"/>
                  </a:lnTo>
                  <a:lnTo>
                    <a:pt x="25057" y="15532"/>
                  </a:lnTo>
                  <a:lnTo>
                    <a:pt x="30099" y="32512"/>
                  </a:lnTo>
                  <a:lnTo>
                    <a:pt x="29603" y="36385"/>
                  </a:lnTo>
                  <a:lnTo>
                    <a:pt x="21793" y="42672"/>
                  </a:lnTo>
                  <a:lnTo>
                    <a:pt x="16713" y="42608"/>
                  </a:lnTo>
                  <a:lnTo>
                    <a:pt x="9410" y="33540"/>
                  </a:lnTo>
                  <a:lnTo>
                    <a:pt x="8013" y="28308"/>
                  </a:lnTo>
                  <a:lnTo>
                    <a:pt x="7874" y="24815"/>
                  </a:lnTo>
                  <a:lnTo>
                    <a:pt x="0" y="28105"/>
                  </a:lnTo>
                  <a:lnTo>
                    <a:pt x="18924" y="50190"/>
                  </a:lnTo>
                  <a:lnTo>
                    <a:pt x="25708" y="49607"/>
                  </a:lnTo>
                  <a:lnTo>
                    <a:pt x="32118" y="46126"/>
                  </a:lnTo>
                  <a:lnTo>
                    <a:pt x="38963" y="40601"/>
                  </a:lnTo>
                  <a:lnTo>
                    <a:pt x="40068" y="33769"/>
                  </a:lnTo>
                  <a:lnTo>
                    <a:pt x="35445" y="17132"/>
                  </a:lnTo>
                  <a:lnTo>
                    <a:pt x="35217" y="13309"/>
                  </a:lnTo>
                  <a:lnTo>
                    <a:pt x="42443" y="7493"/>
                  </a:lnTo>
                  <a:lnTo>
                    <a:pt x="47269" y="7607"/>
                  </a:lnTo>
                  <a:lnTo>
                    <a:pt x="53835" y="15748"/>
                  </a:lnTo>
                  <a:lnTo>
                    <a:pt x="54673" y="19913"/>
                  </a:lnTo>
                  <a:lnTo>
                    <a:pt x="54813" y="22428"/>
                  </a:lnTo>
                  <a:lnTo>
                    <a:pt x="62407" y="19367"/>
                  </a:lnTo>
                  <a:lnTo>
                    <a:pt x="62090" y="15887"/>
                  </a:lnTo>
                  <a:lnTo>
                    <a:pt x="60515" y="11188"/>
                  </a:lnTo>
                  <a:lnTo>
                    <a:pt x="57200" y="7086"/>
                  </a:lnTo>
                  <a:lnTo>
                    <a:pt x="51399" y="2069"/>
                  </a:lnTo>
                  <a:lnTo>
                    <a:pt x="4494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1012563" y="4646607"/>
              <a:ext cx="62865" cy="50800"/>
            </a:xfrm>
            <a:custGeom>
              <a:avLst/>
              <a:gdLst/>
              <a:ahLst/>
              <a:cxnLst/>
              <a:rect l="l" t="t" r="r" b="b"/>
              <a:pathLst>
                <a:path w="62865" h="50800">
                  <a:moveTo>
                    <a:pt x="44934" y="0"/>
                  </a:moveTo>
                  <a:lnTo>
                    <a:pt x="38396" y="693"/>
                  </a:lnTo>
                  <a:lnTo>
                    <a:pt x="32372" y="3957"/>
                  </a:lnTo>
                  <a:lnTo>
                    <a:pt x="26860" y="8402"/>
                  </a:lnTo>
                  <a:lnTo>
                    <a:pt x="25057" y="15527"/>
                  </a:lnTo>
                  <a:lnTo>
                    <a:pt x="30099" y="32507"/>
                  </a:lnTo>
                  <a:lnTo>
                    <a:pt x="29603" y="36368"/>
                  </a:lnTo>
                  <a:lnTo>
                    <a:pt x="21780" y="42667"/>
                  </a:lnTo>
                  <a:lnTo>
                    <a:pt x="16713" y="42603"/>
                  </a:lnTo>
                  <a:lnTo>
                    <a:pt x="9410" y="33535"/>
                  </a:lnTo>
                  <a:lnTo>
                    <a:pt x="8013" y="28290"/>
                  </a:lnTo>
                  <a:lnTo>
                    <a:pt x="7874" y="24811"/>
                  </a:lnTo>
                  <a:lnTo>
                    <a:pt x="0" y="28113"/>
                  </a:lnTo>
                  <a:lnTo>
                    <a:pt x="18924" y="50193"/>
                  </a:lnTo>
                  <a:lnTo>
                    <a:pt x="25708" y="49604"/>
                  </a:lnTo>
                  <a:lnTo>
                    <a:pt x="32118" y="46108"/>
                  </a:lnTo>
                  <a:lnTo>
                    <a:pt x="38963" y="40597"/>
                  </a:lnTo>
                  <a:lnTo>
                    <a:pt x="40055" y="33764"/>
                  </a:lnTo>
                  <a:lnTo>
                    <a:pt x="35445" y="17127"/>
                  </a:lnTo>
                  <a:lnTo>
                    <a:pt x="35217" y="13304"/>
                  </a:lnTo>
                  <a:lnTo>
                    <a:pt x="42443" y="7475"/>
                  </a:lnTo>
                  <a:lnTo>
                    <a:pt x="47269" y="7602"/>
                  </a:lnTo>
                  <a:lnTo>
                    <a:pt x="53835" y="15743"/>
                  </a:lnTo>
                  <a:lnTo>
                    <a:pt x="54673" y="19908"/>
                  </a:lnTo>
                  <a:lnTo>
                    <a:pt x="54813" y="22436"/>
                  </a:lnTo>
                  <a:lnTo>
                    <a:pt x="62407" y="19362"/>
                  </a:lnTo>
                  <a:lnTo>
                    <a:pt x="62090" y="15882"/>
                  </a:lnTo>
                  <a:lnTo>
                    <a:pt x="60515" y="11183"/>
                  </a:lnTo>
                  <a:lnTo>
                    <a:pt x="57200" y="7081"/>
                  </a:lnTo>
                  <a:lnTo>
                    <a:pt x="51397" y="2066"/>
                  </a:lnTo>
                  <a:lnTo>
                    <a:pt x="449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1012563" y="4646607"/>
              <a:ext cx="62865" cy="50800"/>
            </a:xfrm>
            <a:custGeom>
              <a:avLst/>
              <a:gdLst/>
              <a:ahLst/>
              <a:cxnLst/>
              <a:rect l="l" t="t" r="r" b="b"/>
              <a:pathLst>
                <a:path w="62865" h="50800">
                  <a:moveTo>
                    <a:pt x="44934" y="0"/>
                  </a:moveTo>
                  <a:lnTo>
                    <a:pt x="38396" y="693"/>
                  </a:lnTo>
                  <a:lnTo>
                    <a:pt x="32372" y="3957"/>
                  </a:lnTo>
                  <a:lnTo>
                    <a:pt x="26860" y="8402"/>
                  </a:lnTo>
                  <a:lnTo>
                    <a:pt x="25057" y="15527"/>
                  </a:lnTo>
                  <a:lnTo>
                    <a:pt x="30099" y="32507"/>
                  </a:lnTo>
                  <a:lnTo>
                    <a:pt x="29603" y="36368"/>
                  </a:lnTo>
                  <a:lnTo>
                    <a:pt x="21780" y="42667"/>
                  </a:lnTo>
                  <a:lnTo>
                    <a:pt x="16713" y="42603"/>
                  </a:lnTo>
                  <a:lnTo>
                    <a:pt x="9410" y="33535"/>
                  </a:lnTo>
                  <a:lnTo>
                    <a:pt x="8013" y="28290"/>
                  </a:lnTo>
                  <a:lnTo>
                    <a:pt x="7874" y="24811"/>
                  </a:lnTo>
                  <a:lnTo>
                    <a:pt x="0" y="28113"/>
                  </a:lnTo>
                  <a:lnTo>
                    <a:pt x="18924" y="50193"/>
                  </a:lnTo>
                  <a:lnTo>
                    <a:pt x="25708" y="49604"/>
                  </a:lnTo>
                  <a:lnTo>
                    <a:pt x="32118" y="46108"/>
                  </a:lnTo>
                  <a:lnTo>
                    <a:pt x="38963" y="40597"/>
                  </a:lnTo>
                  <a:lnTo>
                    <a:pt x="40055" y="33764"/>
                  </a:lnTo>
                  <a:lnTo>
                    <a:pt x="35445" y="17127"/>
                  </a:lnTo>
                  <a:lnTo>
                    <a:pt x="35217" y="13304"/>
                  </a:lnTo>
                  <a:lnTo>
                    <a:pt x="42443" y="7475"/>
                  </a:lnTo>
                  <a:lnTo>
                    <a:pt x="47269" y="7602"/>
                  </a:lnTo>
                  <a:lnTo>
                    <a:pt x="53835" y="15743"/>
                  </a:lnTo>
                  <a:lnTo>
                    <a:pt x="54673" y="19908"/>
                  </a:lnTo>
                  <a:lnTo>
                    <a:pt x="54813" y="22436"/>
                  </a:lnTo>
                  <a:lnTo>
                    <a:pt x="62407" y="19362"/>
                  </a:lnTo>
                  <a:lnTo>
                    <a:pt x="62090" y="15882"/>
                  </a:lnTo>
                  <a:lnTo>
                    <a:pt x="60515" y="11183"/>
                  </a:lnTo>
                  <a:lnTo>
                    <a:pt x="57200" y="7081"/>
                  </a:lnTo>
                  <a:lnTo>
                    <a:pt x="51397" y="2066"/>
                  </a:lnTo>
                  <a:lnTo>
                    <a:pt x="4493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1582805" y="4710292"/>
              <a:ext cx="50800" cy="62865"/>
            </a:xfrm>
            <a:custGeom>
              <a:avLst/>
              <a:gdLst/>
              <a:ahLst/>
              <a:cxnLst/>
              <a:rect l="l" t="t" r="r" b="b"/>
              <a:pathLst>
                <a:path w="50800" h="62864">
                  <a:moveTo>
                    <a:pt x="19362" y="0"/>
                  </a:moveTo>
                  <a:lnTo>
                    <a:pt x="0" y="17473"/>
                  </a:lnTo>
                  <a:lnTo>
                    <a:pt x="693" y="24011"/>
                  </a:lnTo>
                  <a:lnTo>
                    <a:pt x="3957" y="30035"/>
                  </a:lnTo>
                  <a:lnTo>
                    <a:pt x="8402" y="35547"/>
                  </a:lnTo>
                  <a:lnTo>
                    <a:pt x="15527" y="37350"/>
                  </a:lnTo>
                  <a:lnTo>
                    <a:pt x="32507" y="32308"/>
                  </a:lnTo>
                  <a:lnTo>
                    <a:pt x="36368" y="32804"/>
                  </a:lnTo>
                  <a:lnTo>
                    <a:pt x="42667" y="40614"/>
                  </a:lnTo>
                  <a:lnTo>
                    <a:pt x="42603" y="45694"/>
                  </a:lnTo>
                  <a:lnTo>
                    <a:pt x="33535" y="52997"/>
                  </a:lnTo>
                  <a:lnTo>
                    <a:pt x="28290" y="54394"/>
                  </a:lnTo>
                  <a:lnTo>
                    <a:pt x="24811" y="54533"/>
                  </a:lnTo>
                  <a:lnTo>
                    <a:pt x="28113" y="62407"/>
                  </a:lnTo>
                  <a:lnTo>
                    <a:pt x="50193" y="43489"/>
                  </a:lnTo>
                  <a:lnTo>
                    <a:pt x="49604" y="36704"/>
                  </a:lnTo>
                  <a:lnTo>
                    <a:pt x="46108" y="30289"/>
                  </a:lnTo>
                  <a:lnTo>
                    <a:pt x="40597" y="23444"/>
                  </a:lnTo>
                  <a:lnTo>
                    <a:pt x="33764" y="22339"/>
                  </a:lnTo>
                  <a:lnTo>
                    <a:pt x="17127" y="26962"/>
                  </a:lnTo>
                  <a:lnTo>
                    <a:pt x="13304" y="27190"/>
                  </a:lnTo>
                  <a:lnTo>
                    <a:pt x="7488" y="19964"/>
                  </a:lnTo>
                  <a:lnTo>
                    <a:pt x="7602" y="15138"/>
                  </a:lnTo>
                  <a:lnTo>
                    <a:pt x="15743" y="8585"/>
                  </a:lnTo>
                  <a:lnTo>
                    <a:pt x="19908" y="7746"/>
                  </a:lnTo>
                  <a:lnTo>
                    <a:pt x="22436" y="7594"/>
                  </a:lnTo>
                  <a:lnTo>
                    <a:pt x="193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1582805" y="4710292"/>
              <a:ext cx="50800" cy="62865"/>
            </a:xfrm>
            <a:custGeom>
              <a:avLst/>
              <a:gdLst/>
              <a:ahLst/>
              <a:cxnLst/>
              <a:rect l="l" t="t" r="r" b="b"/>
              <a:pathLst>
                <a:path w="50800" h="62864">
                  <a:moveTo>
                    <a:pt x="19362" y="0"/>
                  </a:moveTo>
                  <a:lnTo>
                    <a:pt x="0" y="17473"/>
                  </a:lnTo>
                  <a:lnTo>
                    <a:pt x="693" y="24011"/>
                  </a:lnTo>
                  <a:lnTo>
                    <a:pt x="3957" y="30035"/>
                  </a:lnTo>
                  <a:lnTo>
                    <a:pt x="8402" y="35547"/>
                  </a:lnTo>
                  <a:lnTo>
                    <a:pt x="15527" y="37350"/>
                  </a:lnTo>
                  <a:lnTo>
                    <a:pt x="32507" y="32308"/>
                  </a:lnTo>
                  <a:lnTo>
                    <a:pt x="36368" y="32804"/>
                  </a:lnTo>
                  <a:lnTo>
                    <a:pt x="42667" y="40614"/>
                  </a:lnTo>
                  <a:lnTo>
                    <a:pt x="42603" y="45694"/>
                  </a:lnTo>
                  <a:lnTo>
                    <a:pt x="33535" y="52997"/>
                  </a:lnTo>
                  <a:lnTo>
                    <a:pt x="28290" y="54394"/>
                  </a:lnTo>
                  <a:lnTo>
                    <a:pt x="24811" y="54533"/>
                  </a:lnTo>
                  <a:lnTo>
                    <a:pt x="28113" y="62407"/>
                  </a:lnTo>
                  <a:lnTo>
                    <a:pt x="50193" y="43489"/>
                  </a:lnTo>
                  <a:lnTo>
                    <a:pt x="49604" y="36704"/>
                  </a:lnTo>
                  <a:lnTo>
                    <a:pt x="46108" y="30289"/>
                  </a:lnTo>
                  <a:lnTo>
                    <a:pt x="40597" y="23444"/>
                  </a:lnTo>
                  <a:lnTo>
                    <a:pt x="33764" y="22339"/>
                  </a:lnTo>
                  <a:lnTo>
                    <a:pt x="17127" y="26962"/>
                  </a:lnTo>
                  <a:lnTo>
                    <a:pt x="13304" y="27190"/>
                  </a:lnTo>
                  <a:lnTo>
                    <a:pt x="7488" y="19964"/>
                  </a:lnTo>
                  <a:lnTo>
                    <a:pt x="7602" y="15138"/>
                  </a:lnTo>
                  <a:lnTo>
                    <a:pt x="15743" y="8585"/>
                  </a:lnTo>
                  <a:lnTo>
                    <a:pt x="19908" y="7746"/>
                  </a:lnTo>
                  <a:lnTo>
                    <a:pt x="22436" y="7594"/>
                  </a:lnTo>
                  <a:lnTo>
                    <a:pt x="1936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947352" y="5215676"/>
              <a:ext cx="50800" cy="62865"/>
            </a:xfrm>
            <a:custGeom>
              <a:avLst/>
              <a:gdLst/>
              <a:ahLst/>
              <a:cxnLst/>
              <a:rect l="l" t="t" r="r" b="b"/>
              <a:pathLst>
                <a:path w="50800" h="62864">
                  <a:moveTo>
                    <a:pt x="19362" y="0"/>
                  </a:moveTo>
                  <a:lnTo>
                    <a:pt x="0" y="17478"/>
                  </a:lnTo>
                  <a:lnTo>
                    <a:pt x="693" y="24012"/>
                  </a:lnTo>
                  <a:lnTo>
                    <a:pt x="3957" y="30035"/>
                  </a:lnTo>
                  <a:lnTo>
                    <a:pt x="8402" y="35559"/>
                  </a:lnTo>
                  <a:lnTo>
                    <a:pt x="15527" y="37350"/>
                  </a:lnTo>
                  <a:lnTo>
                    <a:pt x="32507" y="32296"/>
                  </a:lnTo>
                  <a:lnTo>
                    <a:pt x="36368" y="32804"/>
                  </a:lnTo>
                  <a:lnTo>
                    <a:pt x="42667" y="40627"/>
                  </a:lnTo>
                  <a:lnTo>
                    <a:pt x="42603" y="45694"/>
                  </a:lnTo>
                  <a:lnTo>
                    <a:pt x="33535" y="53009"/>
                  </a:lnTo>
                  <a:lnTo>
                    <a:pt x="28303" y="54394"/>
                  </a:lnTo>
                  <a:lnTo>
                    <a:pt x="24811" y="54533"/>
                  </a:lnTo>
                  <a:lnTo>
                    <a:pt x="28113" y="62420"/>
                  </a:lnTo>
                  <a:lnTo>
                    <a:pt x="50193" y="43489"/>
                  </a:lnTo>
                  <a:lnTo>
                    <a:pt x="49604" y="36704"/>
                  </a:lnTo>
                  <a:lnTo>
                    <a:pt x="46108" y="30289"/>
                  </a:lnTo>
                  <a:lnTo>
                    <a:pt x="40597" y="23444"/>
                  </a:lnTo>
                  <a:lnTo>
                    <a:pt x="33764" y="22351"/>
                  </a:lnTo>
                  <a:lnTo>
                    <a:pt x="17127" y="26962"/>
                  </a:lnTo>
                  <a:lnTo>
                    <a:pt x="13304" y="27190"/>
                  </a:lnTo>
                  <a:lnTo>
                    <a:pt x="7488" y="19964"/>
                  </a:lnTo>
                  <a:lnTo>
                    <a:pt x="7602" y="15151"/>
                  </a:lnTo>
                  <a:lnTo>
                    <a:pt x="15743" y="8585"/>
                  </a:lnTo>
                  <a:lnTo>
                    <a:pt x="19908" y="7746"/>
                  </a:lnTo>
                  <a:lnTo>
                    <a:pt x="22436" y="7607"/>
                  </a:lnTo>
                  <a:lnTo>
                    <a:pt x="193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947352" y="5215676"/>
              <a:ext cx="50800" cy="62865"/>
            </a:xfrm>
            <a:custGeom>
              <a:avLst/>
              <a:gdLst/>
              <a:ahLst/>
              <a:cxnLst/>
              <a:rect l="l" t="t" r="r" b="b"/>
              <a:pathLst>
                <a:path w="50800" h="62864">
                  <a:moveTo>
                    <a:pt x="19362" y="0"/>
                  </a:moveTo>
                  <a:lnTo>
                    <a:pt x="0" y="17478"/>
                  </a:lnTo>
                  <a:lnTo>
                    <a:pt x="693" y="24012"/>
                  </a:lnTo>
                  <a:lnTo>
                    <a:pt x="3957" y="30035"/>
                  </a:lnTo>
                  <a:lnTo>
                    <a:pt x="8402" y="35559"/>
                  </a:lnTo>
                  <a:lnTo>
                    <a:pt x="15527" y="37350"/>
                  </a:lnTo>
                  <a:lnTo>
                    <a:pt x="32507" y="32296"/>
                  </a:lnTo>
                  <a:lnTo>
                    <a:pt x="36368" y="32804"/>
                  </a:lnTo>
                  <a:lnTo>
                    <a:pt x="42667" y="40627"/>
                  </a:lnTo>
                  <a:lnTo>
                    <a:pt x="42603" y="45694"/>
                  </a:lnTo>
                  <a:lnTo>
                    <a:pt x="33535" y="53009"/>
                  </a:lnTo>
                  <a:lnTo>
                    <a:pt x="28303" y="54394"/>
                  </a:lnTo>
                  <a:lnTo>
                    <a:pt x="24811" y="54533"/>
                  </a:lnTo>
                  <a:lnTo>
                    <a:pt x="28113" y="62420"/>
                  </a:lnTo>
                  <a:lnTo>
                    <a:pt x="50193" y="43489"/>
                  </a:lnTo>
                  <a:lnTo>
                    <a:pt x="49604" y="36704"/>
                  </a:lnTo>
                  <a:lnTo>
                    <a:pt x="46108" y="30289"/>
                  </a:lnTo>
                  <a:lnTo>
                    <a:pt x="40597" y="23444"/>
                  </a:lnTo>
                  <a:lnTo>
                    <a:pt x="33764" y="22351"/>
                  </a:lnTo>
                  <a:lnTo>
                    <a:pt x="17127" y="26962"/>
                  </a:lnTo>
                  <a:lnTo>
                    <a:pt x="13304" y="27190"/>
                  </a:lnTo>
                  <a:lnTo>
                    <a:pt x="7488" y="19964"/>
                  </a:lnTo>
                  <a:lnTo>
                    <a:pt x="7602" y="15151"/>
                  </a:lnTo>
                  <a:lnTo>
                    <a:pt x="15743" y="8585"/>
                  </a:lnTo>
                  <a:lnTo>
                    <a:pt x="19908" y="7746"/>
                  </a:lnTo>
                  <a:lnTo>
                    <a:pt x="22436" y="7607"/>
                  </a:lnTo>
                  <a:lnTo>
                    <a:pt x="1936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0" name="object 250"/>
          <p:cNvSpPr txBox="1"/>
          <p:nvPr/>
        </p:nvSpPr>
        <p:spPr>
          <a:xfrm>
            <a:off x="1253827" y="4885170"/>
            <a:ext cx="18161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975" spc="157" baseline="-21367" dirty="0">
                <a:solidFill>
                  <a:srgbClr val="00AEEF"/>
                </a:solidFill>
                <a:latin typeface="Trebuchet MS"/>
                <a:cs typeface="Trebuchet MS"/>
              </a:rPr>
              <a:t>c</a:t>
            </a:r>
            <a:r>
              <a:rPr sz="550" spc="105" dirty="0">
                <a:solidFill>
                  <a:srgbClr val="00AEEF"/>
                </a:solidFill>
                <a:latin typeface="Trebuchet MS"/>
                <a:cs typeface="Trebuchet MS"/>
              </a:rPr>
              <a:t>2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51" name="object 251"/>
          <p:cNvSpPr txBox="1"/>
          <p:nvPr/>
        </p:nvSpPr>
        <p:spPr>
          <a:xfrm>
            <a:off x="1355754" y="3920794"/>
            <a:ext cx="504190" cy="504825"/>
          </a:xfrm>
          <a:prstGeom prst="rect">
            <a:avLst/>
          </a:prstGeom>
          <a:ln w="5105">
            <a:solidFill>
              <a:srgbClr val="231F2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 marL="13335" algn="ctr">
              <a:lnSpc>
                <a:spcPct val="100000"/>
              </a:lnSpc>
              <a:spcBef>
                <a:spcPts val="489"/>
              </a:spcBef>
            </a:pPr>
            <a:r>
              <a:rPr sz="975" spc="165" baseline="-21367" dirty="0">
                <a:solidFill>
                  <a:srgbClr val="00AEEF"/>
                </a:solidFill>
                <a:latin typeface="Trebuchet MS"/>
                <a:cs typeface="Trebuchet MS"/>
              </a:rPr>
              <a:t>a</a:t>
            </a:r>
            <a:r>
              <a:rPr sz="550" spc="110" dirty="0">
                <a:solidFill>
                  <a:srgbClr val="00AEEF"/>
                </a:solidFill>
                <a:latin typeface="Trebuchet MS"/>
                <a:cs typeface="Trebuchet MS"/>
              </a:rPr>
              <a:t>2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52" name="object 252"/>
          <p:cNvSpPr txBox="1"/>
          <p:nvPr/>
        </p:nvSpPr>
        <p:spPr>
          <a:xfrm>
            <a:off x="1859944" y="4424997"/>
            <a:ext cx="632460" cy="632460"/>
          </a:xfrm>
          <a:prstGeom prst="rect">
            <a:avLst/>
          </a:prstGeom>
          <a:ln w="5105">
            <a:solidFill>
              <a:srgbClr val="231F2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34290" algn="ctr">
              <a:lnSpc>
                <a:spcPct val="100000"/>
              </a:lnSpc>
            </a:pPr>
            <a:r>
              <a:rPr sz="975" spc="127" baseline="-21367" dirty="0">
                <a:solidFill>
                  <a:srgbClr val="00AEEF"/>
                </a:solidFill>
                <a:latin typeface="Trebuchet MS"/>
                <a:cs typeface="Trebuchet MS"/>
              </a:rPr>
              <a:t>b</a:t>
            </a:r>
            <a:r>
              <a:rPr sz="550" spc="85" dirty="0">
                <a:solidFill>
                  <a:srgbClr val="00AEEF"/>
                </a:solidFill>
                <a:latin typeface="Trebuchet MS"/>
                <a:cs typeface="Trebuchet MS"/>
              </a:rPr>
              <a:t>2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1779031" y="4610914"/>
            <a:ext cx="8128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75" dirty="0">
                <a:solidFill>
                  <a:srgbClr val="ED1C24"/>
                </a:solidFill>
                <a:latin typeface="Trebuchet MS"/>
                <a:cs typeface="Trebuchet MS"/>
              </a:rPr>
              <a:t>b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254" name="object 254"/>
          <p:cNvSpPr txBox="1"/>
          <p:nvPr/>
        </p:nvSpPr>
        <p:spPr>
          <a:xfrm>
            <a:off x="1620399" y="4413358"/>
            <a:ext cx="8445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120" dirty="0">
                <a:solidFill>
                  <a:srgbClr val="ED1C24"/>
                </a:solidFill>
                <a:latin typeface="Trebuchet MS"/>
                <a:cs typeface="Trebuchet MS"/>
              </a:rPr>
              <a:t>a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255" name="object 255"/>
          <p:cNvSpPr txBox="1"/>
          <p:nvPr/>
        </p:nvSpPr>
        <p:spPr>
          <a:xfrm>
            <a:off x="1498002" y="4694131"/>
            <a:ext cx="8064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110" dirty="0">
                <a:solidFill>
                  <a:srgbClr val="ED1C24"/>
                </a:solidFill>
                <a:latin typeface="Trebuchet MS"/>
                <a:cs typeface="Trebuchet MS"/>
              </a:rPr>
              <a:t>c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256" name="object 256"/>
          <p:cNvSpPr txBox="1"/>
          <p:nvPr/>
        </p:nvSpPr>
        <p:spPr>
          <a:xfrm>
            <a:off x="2661899" y="3909170"/>
            <a:ext cx="4577080" cy="1028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Dtizlemde</a:t>
            </a:r>
            <a:r>
              <a:rPr sz="1000" i="1" spc="2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2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dik</a:t>
            </a:r>
            <a:r>
              <a:rPr sz="1000" i="1" spc="2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tiçgende</a:t>
            </a:r>
            <a:r>
              <a:rPr sz="1000" i="1" spc="2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dik</a:t>
            </a:r>
            <a:r>
              <a:rPr sz="1000" i="1" spc="20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kenarlar</a:t>
            </a:r>
            <a:r>
              <a:rPr sz="1000" i="1" spc="2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tizerine</a:t>
            </a:r>
            <a:r>
              <a:rPr sz="1000" i="1" spc="2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kurulan</a:t>
            </a:r>
            <a:r>
              <a:rPr sz="1000" i="1" spc="2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karele-</a:t>
            </a:r>
            <a:endParaRPr sz="1000">
              <a:latin typeface="Verdana"/>
              <a:cs typeface="Verdana"/>
            </a:endParaRPr>
          </a:p>
          <a:p>
            <a:pPr marL="38100" marR="30480" indent="-635">
              <a:lnSpc>
                <a:spcPct val="184200"/>
              </a:lnSpc>
            </a:pP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rin</a:t>
            </a:r>
            <a:r>
              <a:rPr sz="1000" i="1" spc="2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alanları</a:t>
            </a:r>
            <a:r>
              <a:rPr sz="1000" i="1" spc="2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toplamı,</a:t>
            </a:r>
            <a:r>
              <a:rPr sz="1000" i="1" spc="2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hipotentis</a:t>
            </a:r>
            <a:r>
              <a:rPr sz="1000" i="1" spc="2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tizerine</a:t>
            </a:r>
            <a:r>
              <a:rPr sz="1000" i="1" spc="2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kurulan</a:t>
            </a:r>
            <a:r>
              <a:rPr sz="1000" i="1" spc="2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karenin</a:t>
            </a:r>
            <a:r>
              <a:rPr sz="1000" i="1" spc="29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alanına </a:t>
            </a:r>
            <a:r>
              <a:rPr sz="1000" i="1" spc="-3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eşittir.</a:t>
            </a:r>
            <a:endParaRPr sz="1000">
              <a:latin typeface="Verdana"/>
              <a:cs typeface="Verdana"/>
            </a:endParaRPr>
          </a:p>
          <a:p>
            <a:pPr marL="100965">
              <a:lnSpc>
                <a:spcPct val="100000"/>
              </a:lnSpc>
              <a:spcBef>
                <a:spcPts val="1070"/>
              </a:spcBef>
            </a:pP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975" i="1" spc="157" baseline="4273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75" i="1" spc="442" baseline="427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975" i="1" spc="127" baseline="4273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75" i="1" spc="450" baseline="427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975" i="1" spc="165" baseline="4273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975" baseline="42735">
              <a:latin typeface="Arial"/>
              <a:cs typeface="Arial"/>
            </a:endParaRPr>
          </a:p>
        </p:txBody>
      </p:sp>
      <p:sp>
        <p:nvSpPr>
          <p:cNvPr id="257" name="object 257"/>
          <p:cNvSpPr txBox="1"/>
          <p:nvPr/>
        </p:nvSpPr>
        <p:spPr>
          <a:xfrm>
            <a:off x="563299" y="7731199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58" name="object 258"/>
          <p:cNvGrpSpPr/>
          <p:nvPr/>
        </p:nvGrpSpPr>
        <p:grpSpPr>
          <a:xfrm>
            <a:off x="619199" y="7883676"/>
            <a:ext cx="1454785" cy="471170"/>
            <a:chOff x="619199" y="7883676"/>
            <a:chExt cx="1454785" cy="471170"/>
          </a:xfrm>
        </p:grpSpPr>
        <p:sp>
          <p:nvSpPr>
            <p:cNvPr id="259" name="object 259"/>
            <p:cNvSpPr/>
            <p:nvPr/>
          </p:nvSpPr>
          <p:spPr>
            <a:xfrm>
              <a:off x="622374" y="7886851"/>
              <a:ext cx="1448435" cy="464820"/>
            </a:xfrm>
            <a:custGeom>
              <a:avLst/>
              <a:gdLst/>
              <a:ahLst/>
              <a:cxnLst/>
              <a:rect l="l" t="t" r="r" b="b"/>
              <a:pathLst>
                <a:path w="1448435" h="464820">
                  <a:moveTo>
                    <a:pt x="0" y="0"/>
                  </a:moveTo>
                  <a:lnTo>
                    <a:pt x="0" y="464794"/>
                  </a:lnTo>
                  <a:lnTo>
                    <a:pt x="1448231" y="46479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622380" y="8277618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5">
                  <a:moveTo>
                    <a:pt x="74015" y="0"/>
                  </a:moveTo>
                  <a:lnTo>
                    <a:pt x="0" y="0"/>
                  </a:lnTo>
                  <a:lnTo>
                    <a:pt x="0" y="74028"/>
                  </a:lnTo>
                  <a:lnTo>
                    <a:pt x="74015" y="74028"/>
                  </a:lnTo>
                  <a:lnTo>
                    <a:pt x="74015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652430" y="8307821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40">
                  <a:moveTo>
                    <a:pt x="11569" y="0"/>
                  </a:moveTo>
                  <a:lnTo>
                    <a:pt x="3340" y="0"/>
                  </a:lnTo>
                  <a:lnTo>
                    <a:pt x="0" y="3327"/>
                  </a:lnTo>
                  <a:lnTo>
                    <a:pt x="0" y="11582"/>
                  </a:lnTo>
                  <a:lnTo>
                    <a:pt x="3340" y="14909"/>
                  </a:lnTo>
                  <a:lnTo>
                    <a:pt x="11569" y="14909"/>
                  </a:lnTo>
                  <a:lnTo>
                    <a:pt x="14909" y="11582"/>
                  </a:lnTo>
                  <a:lnTo>
                    <a:pt x="14909" y="7454"/>
                  </a:lnTo>
                  <a:lnTo>
                    <a:pt x="14909" y="3327"/>
                  </a:lnTo>
                  <a:lnTo>
                    <a:pt x="115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2" name="object 262"/>
          <p:cNvSpPr txBox="1"/>
          <p:nvPr/>
        </p:nvSpPr>
        <p:spPr>
          <a:xfrm>
            <a:off x="2340509" y="7784782"/>
            <a:ext cx="3683635" cy="47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tiçgen,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[AB]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i="1" spc="170" dirty="0">
                <a:solidFill>
                  <a:srgbClr val="231F20"/>
                </a:solidFill>
                <a:latin typeface="Arial"/>
                <a:cs typeface="Arial"/>
              </a:rPr>
              <a:t>^</a:t>
            </a:r>
            <a:r>
              <a:rPr sz="11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[BC],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|AB|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br, </a:t>
            </a:r>
            <a:r>
              <a:rPr sz="1000" i="1" spc="3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|BC|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45" dirty="0">
                <a:solidFill>
                  <a:srgbClr val="231F20"/>
                </a:solidFill>
                <a:latin typeface="Verdana"/>
                <a:cs typeface="Verdana"/>
              </a:rPr>
              <a:t>|AC|</a:t>
            </a: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yi</a:t>
            </a:r>
            <a:r>
              <a:rPr sz="1000" b="1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bulalım.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263" name="object 26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11822" y="9000735"/>
            <a:ext cx="284656" cy="179378"/>
          </a:xfrm>
          <a:prstGeom prst="rect">
            <a:avLst/>
          </a:prstGeom>
        </p:spPr>
      </p:pic>
      <p:sp>
        <p:nvSpPr>
          <p:cNvPr id="264" name="object 264"/>
          <p:cNvSpPr txBox="1"/>
          <p:nvPr/>
        </p:nvSpPr>
        <p:spPr>
          <a:xfrm>
            <a:off x="489281" y="8333237"/>
            <a:ext cx="6135370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569720" algn="l"/>
              </a:tabLst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B	</a:t>
            </a:r>
            <a:r>
              <a:rPr sz="850" i="1" spc="6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850">
              <a:latin typeface="Arial"/>
              <a:cs typeface="Arial"/>
            </a:endParaRPr>
          </a:p>
          <a:p>
            <a:pPr marL="50800" marR="43180">
              <a:lnSpc>
                <a:spcPct val="141700"/>
              </a:lnSpc>
              <a:spcBef>
                <a:spcPts val="495"/>
              </a:spcBef>
            </a:pP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Pisagor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bağıntısına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göre,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dik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kenarların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kareleri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toplamı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hipotentistin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karesine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eşittir. </a:t>
            </a:r>
            <a:r>
              <a:rPr sz="1000" i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75" i="1" spc="165" baseline="4273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75" i="1" spc="487" baseline="427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975" i="1" spc="172" baseline="4273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975" i="1" spc="487" baseline="427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|AC|</a:t>
            </a:r>
            <a:r>
              <a:rPr sz="975" i="1" spc="30" baseline="42735" dirty="0">
                <a:solidFill>
                  <a:srgbClr val="231F20"/>
                </a:solidFill>
                <a:latin typeface="Arial"/>
                <a:cs typeface="Arial"/>
              </a:rPr>
              <a:t>2   </a:t>
            </a:r>
            <a:r>
              <a:rPr sz="975" i="1" spc="322" baseline="427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Symbol"/>
                <a:cs typeface="Symbol"/>
              </a:rPr>
              <a:t></a:t>
            </a:r>
            <a:r>
              <a:rPr sz="10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5" dirty="0">
                <a:solidFill>
                  <a:srgbClr val="231F20"/>
                </a:solidFill>
                <a:latin typeface="Arial"/>
                <a:cs typeface="Arial"/>
              </a:rPr>
              <a:t>25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|AC|</a:t>
            </a:r>
            <a:r>
              <a:rPr sz="975" i="1" spc="30" baseline="4273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975" baseline="42735">
              <a:latin typeface="Arial"/>
              <a:cs typeface="Arial"/>
            </a:endParaRPr>
          </a:p>
          <a:p>
            <a:pPr marL="1749425">
              <a:lnSpc>
                <a:spcPct val="100000"/>
              </a:lnSpc>
              <a:spcBef>
                <a:spcPts val="500"/>
              </a:spcBef>
              <a:tabLst>
                <a:tab pos="2919730" algn="l"/>
              </a:tabLst>
            </a:pP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29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|AC|</a:t>
            </a:r>
            <a:r>
              <a:rPr sz="975" i="1" spc="30" baseline="42735" dirty="0">
                <a:solidFill>
                  <a:srgbClr val="231F20"/>
                </a:solidFill>
                <a:latin typeface="Arial"/>
                <a:cs typeface="Arial"/>
              </a:rPr>
              <a:t>2   </a:t>
            </a:r>
            <a:r>
              <a:rPr sz="975" i="1" spc="322" baseline="427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Symbol"/>
                <a:cs typeface="Symbol"/>
              </a:rPr>
              <a:t></a:t>
            </a:r>
            <a:r>
              <a:rPr sz="1000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29</a:t>
            </a:r>
            <a:r>
              <a:rPr sz="1000" i="1" spc="4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Arial"/>
                <a:cs typeface="Arial"/>
              </a:rPr>
              <a:t>|AC|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bulunur.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701399" y="659480"/>
            <a:ext cx="13042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spc="-50" dirty="0">
                <a:solidFill>
                  <a:srgbClr val="358CCB"/>
                </a:solidFill>
                <a:latin typeface="Times New Roman"/>
                <a:cs typeface="Times New Roman"/>
              </a:rPr>
              <a:t>Pisago</a:t>
            </a:r>
            <a:r>
              <a:rPr sz="1500" b="1" i="1" spc="-30" dirty="0">
                <a:solidFill>
                  <a:srgbClr val="358CCB"/>
                </a:solidFill>
                <a:latin typeface="Times New Roman"/>
                <a:cs typeface="Times New Roman"/>
              </a:rPr>
              <a:t>r</a:t>
            </a:r>
            <a:r>
              <a:rPr sz="1500" b="1" i="1" spc="-130" dirty="0">
                <a:solidFill>
                  <a:srgbClr val="358CCB"/>
                </a:solidFill>
                <a:latin typeface="Times New Roman"/>
                <a:cs typeface="Times New Roman"/>
              </a:rPr>
              <a:t> </a:t>
            </a:r>
            <a:r>
              <a:rPr sz="1500" b="1" i="1" spc="-65" dirty="0">
                <a:solidFill>
                  <a:srgbClr val="358CCB"/>
                </a:solidFill>
                <a:latin typeface="Times New Roman"/>
                <a:cs typeface="Times New Roman"/>
              </a:rPr>
              <a:t>Bağı</a:t>
            </a:r>
            <a:r>
              <a:rPr sz="1500" b="1" i="1" spc="-95" dirty="0">
                <a:solidFill>
                  <a:srgbClr val="358CCB"/>
                </a:solidFill>
                <a:latin typeface="Times New Roman"/>
                <a:cs typeface="Times New Roman"/>
              </a:rPr>
              <a:t>n</a:t>
            </a:r>
            <a:r>
              <a:rPr sz="1500" b="1" i="1" spc="35" dirty="0">
                <a:solidFill>
                  <a:srgbClr val="358CCB"/>
                </a:solidFill>
                <a:latin typeface="Times New Roman"/>
                <a:cs typeface="Times New Roman"/>
              </a:rPr>
              <a:t>tısı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66" name="object 266"/>
          <p:cNvSpPr/>
          <p:nvPr/>
        </p:nvSpPr>
        <p:spPr>
          <a:xfrm>
            <a:off x="554396" y="5835179"/>
            <a:ext cx="6645909" cy="1382395"/>
          </a:xfrm>
          <a:custGeom>
            <a:avLst/>
            <a:gdLst/>
            <a:ahLst/>
            <a:cxnLst/>
            <a:rect l="l" t="t" r="r" b="b"/>
            <a:pathLst>
              <a:path w="6645909" h="1382395">
                <a:moveTo>
                  <a:pt x="6645605" y="0"/>
                </a:moveTo>
                <a:lnTo>
                  <a:pt x="0" y="0"/>
                </a:lnTo>
                <a:lnTo>
                  <a:pt x="0" y="1382331"/>
                </a:lnTo>
                <a:lnTo>
                  <a:pt x="6645605" y="1382331"/>
                </a:lnTo>
                <a:lnTo>
                  <a:pt x="6645605" y="0"/>
                </a:lnTo>
                <a:close/>
              </a:path>
            </a:pathLst>
          </a:custGeom>
          <a:solidFill>
            <a:srgbClr val="FEE9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 txBox="1"/>
          <p:nvPr/>
        </p:nvSpPr>
        <p:spPr>
          <a:xfrm>
            <a:off x="613699" y="6032338"/>
            <a:ext cx="146875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15" dirty="0">
                <a:solidFill>
                  <a:srgbClr val="EC008C"/>
                </a:solidFill>
                <a:latin typeface="Verdana"/>
                <a:cs typeface="Verdana"/>
              </a:rPr>
              <a:t>30°</a:t>
            </a:r>
            <a:r>
              <a:rPr sz="900" i="1" spc="114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EC008C"/>
                </a:solidFill>
                <a:latin typeface="Verdana"/>
                <a:cs typeface="Verdana"/>
              </a:rPr>
              <a:t>–</a:t>
            </a:r>
            <a:r>
              <a:rPr sz="900" i="1" spc="12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900" i="1" spc="-10" dirty="0">
                <a:solidFill>
                  <a:srgbClr val="EC008C"/>
                </a:solidFill>
                <a:latin typeface="Verdana"/>
                <a:cs typeface="Verdana"/>
              </a:rPr>
              <a:t>60°</a:t>
            </a:r>
            <a:r>
              <a:rPr sz="900" i="1" spc="12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EC008C"/>
                </a:solidFill>
                <a:latin typeface="Verdana"/>
                <a:cs typeface="Verdana"/>
              </a:rPr>
              <a:t>–</a:t>
            </a:r>
            <a:r>
              <a:rPr sz="900" i="1" spc="114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900" i="1" spc="-5" dirty="0">
                <a:solidFill>
                  <a:srgbClr val="EC008C"/>
                </a:solidFill>
                <a:latin typeface="Verdana"/>
                <a:cs typeface="Verdana"/>
              </a:rPr>
              <a:t>90°</a:t>
            </a:r>
            <a:r>
              <a:rPr sz="900" i="1" spc="12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EC008C"/>
                </a:solidFill>
                <a:latin typeface="Verdana"/>
                <a:cs typeface="Verdana"/>
              </a:rPr>
              <a:t>tiçgeni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68" name="object 268"/>
          <p:cNvSpPr txBox="1"/>
          <p:nvPr/>
        </p:nvSpPr>
        <p:spPr>
          <a:xfrm>
            <a:off x="613699" y="6381185"/>
            <a:ext cx="349250" cy="33337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310"/>
              </a:spcBef>
            </a:pPr>
            <a:r>
              <a:rPr sz="800" i="1" spc="70" dirty="0">
                <a:solidFill>
                  <a:srgbClr val="231F20"/>
                </a:solidFill>
                <a:latin typeface="Arial"/>
                <a:cs typeface="Arial"/>
              </a:rPr>
              <a:t>60°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x</a:t>
            </a:r>
            <a:endParaRPr sz="850">
              <a:latin typeface="Arial"/>
              <a:cs typeface="Arial"/>
            </a:endParaRPr>
          </a:p>
        </p:txBody>
      </p:sp>
      <p:sp>
        <p:nvSpPr>
          <p:cNvPr id="269" name="object 269"/>
          <p:cNvSpPr txBox="1"/>
          <p:nvPr/>
        </p:nvSpPr>
        <p:spPr>
          <a:xfrm>
            <a:off x="1130413" y="6490641"/>
            <a:ext cx="503555" cy="63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 algn="ctr">
              <a:lnSpc>
                <a:spcPct val="100000"/>
              </a:lnSpc>
              <a:spcBef>
                <a:spcPts val="100"/>
              </a:spcBef>
            </a:pPr>
            <a:r>
              <a:rPr sz="850" i="1" spc="80" dirty="0">
                <a:solidFill>
                  <a:srgbClr val="231F20"/>
                </a:solidFill>
                <a:latin typeface="Arial"/>
                <a:cs typeface="Arial"/>
              </a:rPr>
              <a:t>2x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"/>
              <a:cs typeface="Arial"/>
            </a:endParaRPr>
          </a:p>
          <a:p>
            <a:pPr marL="311150">
              <a:lnSpc>
                <a:spcPct val="100000"/>
              </a:lnSpc>
            </a:pPr>
            <a:r>
              <a:rPr sz="800" i="1" spc="114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800" i="1" spc="130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r>
              <a:rPr sz="800" i="1" spc="-5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850" i="1" spc="45" dirty="0">
                <a:solidFill>
                  <a:srgbClr val="231F20"/>
                </a:solidFill>
                <a:latin typeface="Arial"/>
                <a:cs typeface="Arial"/>
              </a:rPr>
              <a:t>x</a:t>
            </a:r>
            <a:r>
              <a:rPr sz="950" spc="45" dirty="0">
                <a:solidFill>
                  <a:srgbClr val="231F20"/>
                </a:solidFill>
                <a:latin typeface="Lucida Sans Unicode"/>
                <a:cs typeface="Lucida Sans Unicode"/>
              </a:rPr>
              <a:t≯</a:t>
            </a:r>
            <a:r>
              <a:rPr sz="850" i="1" spc="4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70" name="object 270"/>
          <p:cNvGrpSpPr/>
          <p:nvPr/>
        </p:nvGrpSpPr>
        <p:grpSpPr>
          <a:xfrm>
            <a:off x="736724" y="6287882"/>
            <a:ext cx="1136015" cy="664210"/>
            <a:chOff x="736724" y="6287882"/>
            <a:chExt cx="1136015" cy="664210"/>
          </a:xfrm>
        </p:grpSpPr>
        <p:sp>
          <p:nvSpPr>
            <p:cNvPr id="271" name="object 271"/>
            <p:cNvSpPr/>
            <p:nvPr/>
          </p:nvSpPr>
          <p:spPr>
            <a:xfrm>
              <a:off x="739914" y="6291057"/>
              <a:ext cx="1129665" cy="657225"/>
            </a:xfrm>
            <a:custGeom>
              <a:avLst/>
              <a:gdLst/>
              <a:ahLst/>
              <a:cxnLst/>
              <a:rect l="l" t="t" r="r" b="b"/>
              <a:pathLst>
                <a:path w="1129664" h="657225">
                  <a:moveTo>
                    <a:pt x="0" y="0"/>
                  </a:moveTo>
                  <a:lnTo>
                    <a:pt x="0" y="656628"/>
                  </a:lnTo>
                  <a:lnTo>
                    <a:pt x="1129411" y="656628"/>
                  </a:lnTo>
                  <a:lnTo>
                    <a:pt x="0" y="0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739918" y="6873671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5">
                  <a:moveTo>
                    <a:pt x="74015" y="0"/>
                  </a:moveTo>
                  <a:lnTo>
                    <a:pt x="0" y="0"/>
                  </a:lnTo>
                  <a:lnTo>
                    <a:pt x="0" y="74028"/>
                  </a:lnTo>
                  <a:lnTo>
                    <a:pt x="74015" y="74028"/>
                  </a:lnTo>
                  <a:lnTo>
                    <a:pt x="74015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769971" y="6903872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40">
                  <a:moveTo>
                    <a:pt x="11569" y="0"/>
                  </a:moveTo>
                  <a:lnTo>
                    <a:pt x="3340" y="0"/>
                  </a:lnTo>
                  <a:lnTo>
                    <a:pt x="0" y="3327"/>
                  </a:lnTo>
                  <a:lnTo>
                    <a:pt x="0" y="11582"/>
                  </a:lnTo>
                  <a:lnTo>
                    <a:pt x="3340" y="14909"/>
                  </a:lnTo>
                  <a:lnTo>
                    <a:pt x="11569" y="14909"/>
                  </a:lnTo>
                  <a:lnTo>
                    <a:pt x="14909" y="11582"/>
                  </a:lnTo>
                  <a:lnTo>
                    <a:pt x="14909" y="7454"/>
                  </a:lnTo>
                  <a:lnTo>
                    <a:pt x="14909" y="3327"/>
                  </a:lnTo>
                  <a:lnTo>
                    <a:pt x="115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739899" y="6352130"/>
              <a:ext cx="106680" cy="60960"/>
            </a:xfrm>
            <a:custGeom>
              <a:avLst/>
              <a:gdLst/>
              <a:ahLst/>
              <a:cxnLst/>
              <a:rect l="l" t="t" r="r" b="b"/>
              <a:pathLst>
                <a:path w="106680" h="60960">
                  <a:moveTo>
                    <a:pt x="0" y="59410"/>
                  </a:moveTo>
                  <a:lnTo>
                    <a:pt x="44186" y="60503"/>
                  </a:lnTo>
                  <a:lnTo>
                    <a:pt x="69977" y="54679"/>
                  </a:lnTo>
                  <a:lnTo>
                    <a:pt x="87328" y="36368"/>
                  </a:lnTo>
                  <a:lnTo>
                    <a:pt x="106197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1625977" y="6827442"/>
              <a:ext cx="35560" cy="121285"/>
            </a:xfrm>
            <a:custGeom>
              <a:avLst/>
              <a:gdLst/>
              <a:ahLst/>
              <a:cxnLst/>
              <a:rect l="l" t="t" r="r" b="b"/>
              <a:pathLst>
                <a:path w="35560" h="121284">
                  <a:moveTo>
                    <a:pt x="35215" y="0"/>
                  </a:moveTo>
                  <a:lnTo>
                    <a:pt x="9596" y="36006"/>
                  </a:lnTo>
                  <a:lnTo>
                    <a:pt x="0" y="60639"/>
                  </a:lnTo>
                  <a:lnTo>
                    <a:pt x="5474" y="85267"/>
                  </a:lnTo>
                  <a:lnTo>
                    <a:pt x="25068" y="121259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6" name="object 276"/>
          <p:cNvSpPr txBox="1"/>
          <p:nvPr/>
        </p:nvSpPr>
        <p:spPr>
          <a:xfrm>
            <a:off x="3940699" y="6032338"/>
            <a:ext cx="14503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35" dirty="0">
                <a:solidFill>
                  <a:srgbClr val="EC008C"/>
                </a:solidFill>
                <a:latin typeface="Verdana"/>
                <a:cs typeface="Verdana"/>
              </a:rPr>
              <a:t>45°</a:t>
            </a:r>
            <a:r>
              <a:rPr sz="900" i="1" spc="114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EC008C"/>
                </a:solidFill>
                <a:latin typeface="Verdana"/>
                <a:cs typeface="Verdana"/>
              </a:rPr>
              <a:t>–</a:t>
            </a:r>
            <a:r>
              <a:rPr sz="900" i="1" spc="114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900" i="1" spc="-35" dirty="0">
                <a:solidFill>
                  <a:srgbClr val="EC008C"/>
                </a:solidFill>
                <a:latin typeface="Verdana"/>
                <a:cs typeface="Verdana"/>
              </a:rPr>
              <a:t>45°</a:t>
            </a:r>
            <a:r>
              <a:rPr sz="900" i="1" spc="114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EC008C"/>
                </a:solidFill>
                <a:latin typeface="Verdana"/>
                <a:cs typeface="Verdana"/>
              </a:rPr>
              <a:t>–</a:t>
            </a:r>
            <a:r>
              <a:rPr sz="900" i="1" spc="114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900" i="1" spc="-5" dirty="0">
                <a:solidFill>
                  <a:srgbClr val="EC008C"/>
                </a:solidFill>
                <a:latin typeface="Verdana"/>
                <a:cs typeface="Verdana"/>
              </a:rPr>
              <a:t>90°</a:t>
            </a:r>
            <a:r>
              <a:rPr sz="900" i="1" spc="114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EC008C"/>
                </a:solidFill>
                <a:latin typeface="Verdana"/>
                <a:cs typeface="Verdana"/>
              </a:rPr>
              <a:t>tiçgeni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77" name="object 277"/>
          <p:cNvSpPr txBox="1"/>
          <p:nvPr/>
        </p:nvSpPr>
        <p:spPr>
          <a:xfrm>
            <a:off x="4421616" y="6519588"/>
            <a:ext cx="23177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i="1" spc="55" dirty="0">
                <a:solidFill>
                  <a:srgbClr val="231F20"/>
                </a:solidFill>
                <a:latin typeface="Arial"/>
                <a:cs typeface="Arial"/>
              </a:rPr>
              <a:t>x</a:t>
            </a:r>
            <a:r>
              <a:rPr sz="950" spc="55" dirty="0">
                <a:solidFill>
                  <a:srgbClr val="231F20"/>
                </a:solidFill>
                <a:latin typeface="Lucida Sans Unicode"/>
                <a:cs typeface="Lucida Sans Unicode"/>
              </a:rPr>
              <a:t≯</a:t>
            </a:r>
            <a:r>
              <a:rPr sz="850" i="1" spc="5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850">
              <a:latin typeface="Arial"/>
              <a:cs typeface="Arial"/>
            </a:endParaRPr>
          </a:p>
        </p:txBody>
      </p:sp>
      <p:sp>
        <p:nvSpPr>
          <p:cNvPr id="278" name="object 278"/>
          <p:cNvSpPr txBox="1"/>
          <p:nvPr/>
        </p:nvSpPr>
        <p:spPr>
          <a:xfrm>
            <a:off x="3940669" y="6681837"/>
            <a:ext cx="863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x</a:t>
            </a:r>
            <a:endParaRPr sz="850">
              <a:latin typeface="Arial"/>
              <a:cs typeface="Arial"/>
            </a:endParaRPr>
          </a:p>
        </p:txBody>
      </p:sp>
      <p:sp>
        <p:nvSpPr>
          <p:cNvPr id="279" name="object 279"/>
          <p:cNvSpPr txBox="1"/>
          <p:nvPr/>
        </p:nvSpPr>
        <p:spPr>
          <a:xfrm>
            <a:off x="4495800" y="6946102"/>
            <a:ext cx="1981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800" i="1" spc="10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800" i="1" spc="-5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800">
              <a:latin typeface="Arial"/>
              <a:cs typeface="Arial"/>
            </a:endParaRPr>
          </a:p>
        </p:txBody>
      </p:sp>
      <p:sp>
        <p:nvSpPr>
          <p:cNvPr id="280" name="object 280"/>
          <p:cNvSpPr txBox="1"/>
          <p:nvPr/>
        </p:nvSpPr>
        <p:spPr>
          <a:xfrm rot="2880000">
            <a:off x="4039518" y="6479079"/>
            <a:ext cx="200386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0"/>
              </a:lnSpc>
            </a:pPr>
            <a:r>
              <a:rPr sz="800" i="1" spc="90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800" i="1" spc="10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800" i="1" spc="-50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endParaRPr sz="800">
              <a:latin typeface="Arial"/>
              <a:cs typeface="Arial"/>
            </a:endParaRPr>
          </a:p>
        </p:txBody>
      </p:sp>
      <p:sp>
        <p:nvSpPr>
          <p:cNvPr id="281" name="object 281"/>
          <p:cNvSpPr txBox="1"/>
          <p:nvPr/>
        </p:nvSpPr>
        <p:spPr>
          <a:xfrm>
            <a:off x="4335328" y="7083352"/>
            <a:ext cx="863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50" dirty="0">
                <a:solidFill>
                  <a:srgbClr val="231F20"/>
                </a:solidFill>
                <a:latin typeface="Arial"/>
                <a:cs typeface="Arial"/>
              </a:rPr>
              <a:t>x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82" name="object 282"/>
          <p:cNvGrpSpPr/>
          <p:nvPr/>
        </p:nvGrpSpPr>
        <p:grpSpPr>
          <a:xfrm>
            <a:off x="440997" y="5707509"/>
            <a:ext cx="4398010" cy="1384300"/>
            <a:chOff x="440997" y="5707509"/>
            <a:chExt cx="4398010" cy="1384300"/>
          </a:xfrm>
        </p:grpSpPr>
        <p:sp>
          <p:nvSpPr>
            <p:cNvPr id="283" name="object 283"/>
            <p:cNvSpPr/>
            <p:nvPr/>
          </p:nvSpPr>
          <p:spPr>
            <a:xfrm>
              <a:off x="4041515" y="6284024"/>
              <a:ext cx="794385" cy="803910"/>
            </a:xfrm>
            <a:custGeom>
              <a:avLst/>
              <a:gdLst/>
              <a:ahLst/>
              <a:cxnLst/>
              <a:rect l="l" t="t" r="r" b="b"/>
              <a:pathLst>
                <a:path w="794385" h="803909">
                  <a:moveTo>
                    <a:pt x="0" y="0"/>
                  </a:moveTo>
                  <a:lnTo>
                    <a:pt x="0" y="803808"/>
                  </a:lnTo>
                  <a:lnTo>
                    <a:pt x="794181" y="803808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4041512" y="7013803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5">
                  <a:moveTo>
                    <a:pt x="74015" y="0"/>
                  </a:moveTo>
                  <a:lnTo>
                    <a:pt x="0" y="0"/>
                  </a:lnTo>
                  <a:lnTo>
                    <a:pt x="0" y="74028"/>
                  </a:lnTo>
                  <a:lnTo>
                    <a:pt x="74015" y="74028"/>
                  </a:lnTo>
                  <a:lnTo>
                    <a:pt x="74015" y="0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4071571" y="7044015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11569" y="0"/>
                  </a:moveTo>
                  <a:lnTo>
                    <a:pt x="3340" y="0"/>
                  </a:lnTo>
                  <a:lnTo>
                    <a:pt x="0" y="3327"/>
                  </a:lnTo>
                  <a:lnTo>
                    <a:pt x="0" y="11582"/>
                  </a:lnTo>
                  <a:lnTo>
                    <a:pt x="3340" y="14909"/>
                  </a:lnTo>
                  <a:lnTo>
                    <a:pt x="11569" y="14909"/>
                  </a:lnTo>
                  <a:lnTo>
                    <a:pt x="14909" y="11582"/>
                  </a:lnTo>
                  <a:lnTo>
                    <a:pt x="14909" y="7454"/>
                  </a:lnTo>
                  <a:lnTo>
                    <a:pt x="14909" y="3327"/>
                  </a:lnTo>
                  <a:lnTo>
                    <a:pt x="115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4040649" y="6392861"/>
              <a:ext cx="106680" cy="60960"/>
            </a:xfrm>
            <a:custGeom>
              <a:avLst/>
              <a:gdLst/>
              <a:ahLst/>
              <a:cxnLst/>
              <a:rect l="l" t="t" r="r" b="b"/>
              <a:pathLst>
                <a:path w="106679" h="60960">
                  <a:moveTo>
                    <a:pt x="0" y="59410"/>
                  </a:moveTo>
                  <a:lnTo>
                    <a:pt x="44186" y="60503"/>
                  </a:lnTo>
                  <a:lnTo>
                    <a:pt x="69977" y="54679"/>
                  </a:lnTo>
                  <a:lnTo>
                    <a:pt x="87328" y="36368"/>
                  </a:lnTo>
                  <a:lnTo>
                    <a:pt x="106197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4677343" y="6967762"/>
              <a:ext cx="39370" cy="120650"/>
            </a:xfrm>
            <a:custGeom>
              <a:avLst/>
              <a:gdLst/>
              <a:ahLst/>
              <a:cxnLst/>
              <a:rect l="l" t="t" r="r" b="b"/>
              <a:pathLst>
                <a:path w="39370" h="120650">
                  <a:moveTo>
                    <a:pt x="39365" y="0"/>
                  </a:moveTo>
                  <a:lnTo>
                    <a:pt x="11292" y="34140"/>
                  </a:lnTo>
                  <a:lnTo>
                    <a:pt x="0" y="58050"/>
                  </a:lnTo>
                  <a:lnTo>
                    <a:pt x="3744" y="83005"/>
                  </a:lnTo>
                  <a:lnTo>
                    <a:pt x="20785" y="120281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440997" y="5707509"/>
              <a:ext cx="665480" cy="248285"/>
            </a:xfrm>
            <a:custGeom>
              <a:avLst/>
              <a:gdLst/>
              <a:ahLst/>
              <a:cxnLst/>
              <a:rect l="l" t="t" r="r" b="b"/>
              <a:pathLst>
                <a:path w="665480" h="248285">
                  <a:moveTo>
                    <a:pt x="648906" y="0"/>
                  </a:moveTo>
                  <a:lnTo>
                    <a:pt x="16205" y="0"/>
                  </a:lnTo>
                  <a:lnTo>
                    <a:pt x="9370" y="30074"/>
                  </a:lnTo>
                  <a:lnTo>
                    <a:pt x="4278" y="60756"/>
                  </a:lnTo>
                  <a:lnTo>
                    <a:pt x="1097" y="92029"/>
                  </a:lnTo>
                  <a:lnTo>
                    <a:pt x="0" y="123875"/>
                  </a:lnTo>
                  <a:lnTo>
                    <a:pt x="1097" y="155720"/>
                  </a:lnTo>
                  <a:lnTo>
                    <a:pt x="4278" y="186988"/>
                  </a:lnTo>
                  <a:lnTo>
                    <a:pt x="9370" y="217666"/>
                  </a:lnTo>
                  <a:lnTo>
                    <a:pt x="16205" y="247738"/>
                  </a:lnTo>
                  <a:lnTo>
                    <a:pt x="648906" y="247738"/>
                  </a:lnTo>
                  <a:lnTo>
                    <a:pt x="655738" y="217666"/>
                  </a:lnTo>
                  <a:lnTo>
                    <a:pt x="660827" y="186988"/>
                  </a:lnTo>
                  <a:lnTo>
                    <a:pt x="664003" y="155720"/>
                  </a:lnTo>
                  <a:lnTo>
                    <a:pt x="665099" y="123875"/>
                  </a:lnTo>
                  <a:lnTo>
                    <a:pt x="664003" y="92029"/>
                  </a:lnTo>
                  <a:lnTo>
                    <a:pt x="660827" y="60756"/>
                  </a:lnTo>
                  <a:lnTo>
                    <a:pt x="655738" y="30074"/>
                  </a:lnTo>
                  <a:lnTo>
                    <a:pt x="648906" y="0"/>
                  </a:lnTo>
                  <a:close/>
                </a:path>
              </a:pathLst>
            </a:custGeom>
            <a:solidFill>
              <a:srgbClr val="EF4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9" name="object 289"/>
          <p:cNvSpPr txBox="1"/>
          <p:nvPr/>
        </p:nvSpPr>
        <p:spPr>
          <a:xfrm>
            <a:off x="520181" y="5723354"/>
            <a:ext cx="497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20" dirty="0">
                <a:solidFill>
                  <a:srgbClr val="FFFFFF"/>
                </a:solidFill>
                <a:latin typeface="Times New Roman"/>
                <a:cs typeface="Times New Roman"/>
              </a:rPr>
              <a:t>DİKK</a:t>
            </a:r>
            <a:r>
              <a:rPr sz="1200" b="1" i="1" spc="-1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200" b="1" i="1" spc="-13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90" name="object 290"/>
          <p:cNvGrpSpPr/>
          <p:nvPr/>
        </p:nvGrpSpPr>
        <p:grpSpPr>
          <a:xfrm>
            <a:off x="444173" y="7290595"/>
            <a:ext cx="6756400" cy="347980"/>
            <a:chOff x="444173" y="7290595"/>
            <a:chExt cx="6756400" cy="347980"/>
          </a:xfrm>
        </p:grpSpPr>
        <p:sp>
          <p:nvSpPr>
            <p:cNvPr id="291" name="object 291"/>
            <p:cNvSpPr/>
            <p:nvPr/>
          </p:nvSpPr>
          <p:spPr>
            <a:xfrm>
              <a:off x="564821" y="7464356"/>
              <a:ext cx="6635750" cy="0"/>
            </a:xfrm>
            <a:custGeom>
              <a:avLst/>
              <a:gdLst/>
              <a:ahLst/>
              <a:cxnLst/>
              <a:rect l="l" t="t" r="r" b="b"/>
              <a:pathLst>
                <a:path w="6635750">
                  <a:moveTo>
                    <a:pt x="663517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444173" y="7290595"/>
              <a:ext cx="1445895" cy="347980"/>
            </a:xfrm>
            <a:custGeom>
              <a:avLst/>
              <a:gdLst/>
              <a:ahLst/>
              <a:cxnLst/>
              <a:rect l="l" t="t" r="r" b="b"/>
              <a:pathLst>
                <a:path w="1445895" h="347979">
                  <a:moveTo>
                    <a:pt x="14229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422971" y="347522"/>
                  </a:lnTo>
                  <a:lnTo>
                    <a:pt x="1432476" y="305340"/>
                  </a:lnTo>
                  <a:lnTo>
                    <a:pt x="1439556" y="262304"/>
                  </a:lnTo>
                  <a:lnTo>
                    <a:pt x="1443975" y="218437"/>
                  </a:lnTo>
                  <a:lnTo>
                    <a:pt x="1445501" y="173761"/>
                  </a:lnTo>
                  <a:lnTo>
                    <a:pt x="1443975" y="129091"/>
                  </a:lnTo>
                  <a:lnTo>
                    <a:pt x="1439556" y="85223"/>
                  </a:lnTo>
                  <a:lnTo>
                    <a:pt x="1432476" y="42184"/>
                  </a:lnTo>
                  <a:lnTo>
                    <a:pt x="1422971" y="0"/>
                  </a:lnTo>
                  <a:close/>
                </a:path>
              </a:pathLst>
            </a:custGeom>
            <a:solidFill>
              <a:srgbClr val="006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3" name="object 293"/>
          <p:cNvSpPr txBox="1"/>
          <p:nvPr/>
        </p:nvSpPr>
        <p:spPr>
          <a:xfrm>
            <a:off x="893796" y="7340443"/>
            <a:ext cx="535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165" dirty="0">
                <a:solidFill>
                  <a:srgbClr val="FFFFFF"/>
                </a:solidFill>
                <a:latin typeface="Times New Roman"/>
                <a:cs typeface="Times New Roman"/>
              </a:rPr>
              <a:t>ÖRNEK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94" name="object 294"/>
          <p:cNvSpPr txBox="1"/>
          <p:nvPr/>
        </p:nvSpPr>
        <p:spPr>
          <a:xfrm>
            <a:off x="3741225" y="9374982"/>
            <a:ext cx="43434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30" dirty="0">
                <a:solidFill>
                  <a:srgbClr val="FFFFFF"/>
                </a:solidFill>
                <a:latin typeface="Arial"/>
                <a:cs typeface="Arial"/>
              </a:rPr>
              <a:t>28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3" name="object 3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997499" y="1223996"/>
            <a:ext cx="2105025" cy="127000"/>
          </a:xfrm>
          <a:custGeom>
            <a:avLst/>
            <a:gdLst/>
            <a:ahLst/>
            <a:cxnLst/>
            <a:rect l="l" t="t" r="r" b="b"/>
            <a:pathLst>
              <a:path w="2105025" h="127000">
                <a:moveTo>
                  <a:pt x="0" y="127000"/>
                </a:moveTo>
                <a:lnTo>
                  <a:pt x="2104999" y="127000"/>
                </a:lnTo>
                <a:lnTo>
                  <a:pt x="2104999" y="0"/>
                </a:lnTo>
                <a:lnTo>
                  <a:pt x="0" y="0"/>
                </a:lnTo>
                <a:lnTo>
                  <a:pt x="0" y="12700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127998" y="132805"/>
            <a:ext cx="513080" cy="513080"/>
            <a:chOff x="7127998" y="132805"/>
            <a:chExt cx="513080" cy="513080"/>
          </a:xfrm>
        </p:grpSpPr>
        <p:sp>
          <p:nvSpPr>
            <p:cNvPr id="7" name="object 7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2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79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9999" y="1287496"/>
            <a:ext cx="6660515" cy="0"/>
          </a:xfrm>
          <a:custGeom>
            <a:avLst/>
            <a:gdLst/>
            <a:ahLst/>
            <a:cxnLst/>
            <a:rect l="l" t="t" r="r" b="b"/>
            <a:pathLst>
              <a:path w="6660515">
                <a:moveTo>
                  <a:pt x="0" y="0"/>
                </a:moveTo>
                <a:lnTo>
                  <a:pt x="6659994" y="0"/>
                </a:lnTo>
              </a:path>
            </a:pathLst>
          </a:custGeom>
          <a:ln w="25400">
            <a:solidFill>
              <a:srgbClr val="358CC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59506" y="910697"/>
            <a:ext cx="1976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85" dirty="0">
                <a:solidFill>
                  <a:srgbClr val="358CCB"/>
                </a:solidFill>
                <a:latin typeface="Times New Roman"/>
                <a:cs typeface="Times New Roman"/>
              </a:rPr>
              <a:t>EŞLİK</a:t>
            </a:r>
            <a:r>
              <a:rPr sz="1800" b="1" i="1" spc="-120" dirty="0">
                <a:solidFill>
                  <a:srgbClr val="358CCB"/>
                </a:solidFill>
                <a:latin typeface="Times New Roman"/>
                <a:cs typeface="Times New Roman"/>
              </a:rPr>
              <a:t> </a:t>
            </a:r>
            <a:r>
              <a:rPr sz="1800" b="1" i="1" spc="-204" dirty="0">
                <a:solidFill>
                  <a:srgbClr val="358CCB"/>
                </a:solidFill>
                <a:latin typeface="Times New Roman"/>
                <a:cs typeface="Times New Roman"/>
              </a:rPr>
              <a:t>VE</a:t>
            </a:r>
            <a:r>
              <a:rPr sz="1800" b="1" i="1" spc="-120" dirty="0">
                <a:solidFill>
                  <a:srgbClr val="358CCB"/>
                </a:solidFill>
                <a:latin typeface="Times New Roman"/>
                <a:cs typeface="Times New Roman"/>
              </a:rPr>
              <a:t> </a:t>
            </a:r>
            <a:r>
              <a:rPr sz="1800" b="1" i="1" spc="-200" dirty="0">
                <a:solidFill>
                  <a:srgbClr val="358CCB"/>
                </a:solidFill>
                <a:latin typeface="Times New Roman"/>
                <a:cs typeface="Times New Roman"/>
              </a:rPr>
              <a:t>BENZERLİK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516" y="1900870"/>
            <a:ext cx="57245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40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şeklin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orantılı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şekilde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btiytittilmtiş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veya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ktiçtilttilmtişti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o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şeklin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benzeridir.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04201" y="2420585"/>
            <a:ext cx="1781810" cy="882015"/>
            <a:chOff x="904201" y="2420585"/>
            <a:chExt cx="1781810" cy="882015"/>
          </a:xfrm>
        </p:grpSpPr>
        <p:sp>
          <p:nvSpPr>
            <p:cNvPr id="16" name="object 16"/>
            <p:cNvSpPr/>
            <p:nvPr/>
          </p:nvSpPr>
          <p:spPr>
            <a:xfrm>
              <a:off x="904193" y="3236315"/>
              <a:ext cx="1781810" cy="66040"/>
            </a:xfrm>
            <a:custGeom>
              <a:avLst/>
              <a:gdLst/>
              <a:ahLst/>
              <a:cxnLst/>
              <a:rect l="l" t="t" r="r" b="b"/>
              <a:pathLst>
                <a:path w="1781810" h="66039">
                  <a:moveTo>
                    <a:pt x="1781492" y="12"/>
                  </a:moveTo>
                  <a:lnTo>
                    <a:pt x="1778393" y="12"/>
                  </a:lnTo>
                  <a:lnTo>
                    <a:pt x="1777949" y="1854"/>
                  </a:lnTo>
                  <a:lnTo>
                    <a:pt x="1775307" y="9804"/>
                  </a:lnTo>
                  <a:lnTo>
                    <a:pt x="1744332" y="28346"/>
                  </a:lnTo>
                  <a:lnTo>
                    <a:pt x="976350" y="28346"/>
                  </a:lnTo>
                  <a:lnTo>
                    <a:pt x="940625" y="28346"/>
                  </a:lnTo>
                  <a:lnTo>
                    <a:pt x="937361" y="28625"/>
                  </a:lnTo>
                  <a:lnTo>
                    <a:pt x="907592" y="60540"/>
                  </a:lnTo>
                  <a:lnTo>
                    <a:pt x="903744" y="47777"/>
                  </a:lnTo>
                  <a:lnTo>
                    <a:pt x="874560" y="28346"/>
                  </a:lnTo>
                  <a:lnTo>
                    <a:pt x="839381" y="28346"/>
                  </a:lnTo>
                  <a:lnTo>
                    <a:pt x="37147" y="28346"/>
                  </a:lnTo>
                  <a:lnTo>
                    <a:pt x="3962" y="3771"/>
                  </a:lnTo>
                  <a:lnTo>
                    <a:pt x="3086" y="0"/>
                  </a:lnTo>
                  <a:lnTo>
                    <a:pt x="0" y="0"/>
                  </a:lnTo>
                  <a:lnTo>
                    <a:pt x="18478" y="33515"/>
                  </a:lnTo>
                  <a:lnTo>
                    <a:pt x="37147" y="36969"/>
                  </a:lnTo>
                  <a:lnTo>
                    <a:pt x="42430" y="36969"/>
                  </a:lnTo>
                  <a:lnTo>
                    <a:pt x="839381" y="36969"/>
                  </a:lnTo>
                  <a:lnTo>
                    <a:pt x="874204" y="36969"/>
                  </a:lnTo>
                  <a:lnTo>
                    <a:pt x="879551" y="37731"/>
                  </a:lnTo>
                  <a:lnTo>
                    <a:pt x="905179" y="65773"/>
                  </a:lnTo>
                  <a:lnTo>
                    <a:pt x="910005" y="65773"/>
                  </a:lnTo>
                  <a:lnTo>
                    <a:pt x="939304" y="37122"/>
                  </a:lnTo>
                  <a:lnTo>
                    <a:pt x="942505" y="36969"/>
                  </a:lnTo>
                  <a:lnTo>
                    <a:pt x="976337" y="36969"/>
                  </a:lnTo>
                  <a:lnTo>
                    <a:pt x="1744332" y="36969"/>
                  </a:lnTo>
                  <a:lnTo>
                    <a:pt x="1749310" y="36652"/>
                  </a:lnTo>
                  <a:lnTo>
                    <a:pt x="1776450" y="18872"/>
                  </a:lnTo>
                  <a:lnTo>
                    <a:pt x="1778647" y="14097"/>
                  </a:lnTo>
                  <a:lnTo>
                    <a:pt x="1780324" y="7797"/>
                  </a:lnTo>
                  <a:lnTo>
                    <a:pt x="1781492" y="1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8768" y="2420585"/>
              <a:ext cx="1144410" cy="779179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347711" y="2172878"/>
            <a:ext cx="2044700" cy="1129665"/>
            <a:chOff x="3347711" y="2172878"/>
            <a:chExt cx="2044700" cy="1129665"/>
          </a:xfrm>
        </p:grpSpPr>
        <p:sp>
          <p:nvSpPr>
            <p:cNvPr id="19" name="object 19"/>
            <p:cNvSpPr/>
            <p:nvPr/>
          </p:nvSpPr>
          <p:spPr>
            <a:xfrm>
              <a:off x="4636072" y="3095073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5">
                  <a:moveTo>
                    <a:pt x="84048" y="84035"/>
                  </a:moveTo>
                  <a:lnTo>
                    <a:pt x="84048" y="0"/>
                  </a:lnTo>
                  <a:lnTo>
                    <a:pt x="0" y="0"/>
                  </a:lnTo>
                </a:path>
              </a:pathLst>
            </a:custGeom>
            <a:ln w="511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8479" y="3127421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5" h="19685">
                  <a:moveTo>
                    <a:pt x="14960" y="0"/>
                  </a:moveTo>
                  <a:lnTo>
                    <a:pt x="4317" y="0"/>
                  </a:lnTo>
                  <a:lnTo>
                    <a:pt x="0" y="4318"/>
                  </a:lnTo>
                  <a:lnTo>
                    <a:pt x="0" y="14960"/>
                  </a:lnTo>
                  <a:lnTo>
                    <a:pt x="4317" y="19278"/>
                  </a:lnTo>
                  <a:lnTo>
                    <a:pt x="14960" y="19278"/>
                  </a:lnTo>
                  <a:lnTo>
                    <a:pt x="19278" y="14960"/>
                  </a:lnTo>
                  <a:lnTo>
                    <a:pt x="19278" y="9639"/>
                  </a:lnTo>
                  <a:lnTo>
                    <a:pt x="19278" y="4318"/>
                  </a:lnTo>
                  <a:lnTo>
                    <a:pt x="14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56493" y="2474638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5">
                  <a:moveTo>
                    <a:pt x="0" y="0"/>
                  </a:moveTo>
                  <a:lnTo>
                    <a:pt x="0" y="84035"/>
                  </a:lnTo>
                  <a:lnTo>
                    <a:pt x="84048" y="84035"/>
                  </a:lnTo>
                </a:path>
              </a:pathLst>
            </a:custGeom>
            <a:ln w="511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88856" y="2507046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5" h="19685">
                  <a:moveTo>
                    <a:pt x="14960" y="0"/>
                  </a:moveTo>
                  <a:lnTo>
                    <a:pt x="4318" y="0"/>
                  </a:lnTo>
                  <a:lnTo>
                    <a:pt x="0" y="4318"/>
                  </a:lnTo>
                  <a:lnTo>
                    <a:pt x="0" y="9639"/>
                  </a:lnTo>
                  <a:lnTo>
                    <a:pt x="0" y="14947"/>
                  </a:lnTo>
                  <a:lnTo>
                    <a:pt x="4318" y="19278"/>
                  </a:lnTo>
                  <a:lnTo>
                    <a:pt x="14960" y="19278"/>
                  </a:lnTo>
                  <a:lnTo>
                    <a:pt x="19278" y="14947"/>
                  </a:lnTo>
                  <a:lnTo>
                    <a:pt x="19278" y="4318"/>
                  </a:lnTo>
                  <a:lnTo>
                    <a:pt x="14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56493" y="3095073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5">
                  <a:moveTo>
                    <a:pt x="0" y="84035"/>
                  </a:moveTo>
                  <a:lnTo>
                    <a:pt x="0" y="0"/>
                  </a:lnTo>
                  <a:lnTo>
                    <a:pt x="84048" y="0"/>
                  </a:lnTo>
                </a:path>
              </a:pathLst>
            </a:custGeom>
            <a:ln w="511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88856" y="3127421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5" h="19685">
                  <a:moveTo>
                    <a:pt x="14960" y="0"/>
                  </a:moveTo>
                  <a:lnTo>
                    <a:pt x="4318" y="0"/>
                  </a:lnTo>
                  <a:lnTo>
                    <a:pt x="0" y="4318"/>
                  </a:lnTo>
                  <a:lnTo>
                    <a:pt x="0" y="9639"/>
                  </a:lnTo>
                  <a:lnTo>
                    <a:pt x="0" y="14960"/>
                  </a:lnTo>
                  <a:lnTo>
                    <a:pt x="4318" y="19278"/>
                  </a:lnTo>
                  <a:lnTo>
                    <a:pt x="14960" y="19278"/>
                  </a:lnTo>
                  <a:lnTo>
                    <a:pt x="19278" y="14960"/>
                  </a:lnTo>
                  <a:lnTo>
                    <a:pt x="19278" y="4318"/>
                  </a:lnTo>
                  <a:lnTo>
                    <a:pt x="14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36072" y="2474638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5">
                  <a:moveTo>
                    <a:pt x="84048" y="0"/>
                  </a:moveTo>
                  <a:lnTo>
                    <a:pt x="84048" y="84035"/>
                  </a:lnTo>
                  <a:lnTo>
                    <a:pt x="0" y="84035"/>
                  </a:lnTo>
                </a:path>
              </a:pathLst>
            </a:custGeom>
            <a:ln w="511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68479" y="2507046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5" h="19685">
                  <a:moveTo>
                    <a:pt x="14960" y="0"/>
                  </a:moveTo>
                  <a:lnTo>
                    <a:pt x="4317" y="0"/>
                  </a:lnTo>
                  <a:lnTo>
                    <a:pt x="0" y="4318"/>
                  </a:lnTo>
                  <a:lnTo>
                    <a:pt x="0" y="14947"/>
                  </a:lnTo>
                  <a:lnTo>
                    <a:pt x="4317" y="19278"/>
                  </a:lnTo>
                  <a:lnTo>
                    <a:pt x="14960" y="19278"/>
                  </a:lnTo>
                  <a:lnTo>
                    <a:pt x="19278" y="14947"/>
                  </a:lnTo>
                  <a:lnTo>
                    <a:pt x="19278" y="9639"/>
                  </a:lnTo>
                  <a:lnTo>
                    <a:pt x="19278" y="4318"/>
                  </a:lnTo>
                  <a:lnTo>
                    <a:pt x="14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36138" y="2474709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704341" y="704329"/>
                  </a:moveTo>
                  <a:lnTo>
                    <a:pt x="0" y="704329"/>
                  </a:lnTo>
                  <a:lnTo>
                    <a:pt x="0" y="0"/>
                  </a:lnTo>
                  <a:lnTo>
                    <a:pt x="704341" y="0"/>
                  </a:lnTo>
                  <a:lnTo>
                    <a:pt x="704341" y="704329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13873" y="2456700"/>
              <a:ext cx="749300" cy="743585"/>
            </a:xfrm>
            <a:custGeom>
              <a:avLst/>
              <a:gdLst/>
              <a:ahLst/>
              <a:cxnLst/>
              <a:rect l="l" t="t" r="r" b="b"/>
              <a:pathLst>
                <a:path w="749300" h="743585">
                  <a:moveTo>
                    <a:pt x="359511" y="0"/>
                  </a:moveTo>
                  <a:lnTo>
                    <a:pt x="341299" y="41744"/>
                  </a:lnTo>
                </a:path>
                <a:path w="749300" h="743585">
                  <a:moveTo>
                    <a:pt x="374434" y="0"/>
                  </a:moveTo>
                  <a:lnTo>
                    <a:pt x="356222" y="41744"/>
                  </a:lnTo>
                </a:path>
                <a:path w="749300" h="743585">
                  <a:moveTo>
                    <a:pt x="359511" y="701522"/>
                  </a:moveTo>
                  <a:lnTo>
                    <a:pt x="341299" y="743254"/>
                  </a:lnTo>
                </a:path>
                <a:path w="749300" h="743585">
                  <a:moveTo>
                    <a:pt x="374434" y="701522"/>
                  </a:moveTo>
                  <a:lnTo>
                    <a:pt x="356222" y="743254"/>
                  </a:lnTo>
                </a:path>
                <a:path w="749300" h="743585">
                  <a:moveTo>
                    <a:pt x="747013" y="358038"/>
                  </a:moveTo>
                  <a:lnTo>
                    <a:pt x="704443" y="374243"/>
                  </a:lnTo>
                </a:path>
                <a:path w="749300" h="743585">
                  <a:moveTo>
                    <a:pt x="748868" y="371970"/>
                  </a:moveTo>
                  <a:lnTo>
                    <a:pt x="706310" y="388175"/>
                  </a:lnTo>
                </a:path>
                <a:path w="749300" h="743585">
                  <a:moveTo>
                    <a:pt x="42557" y="358038"/>
                  </a:moveTo>
                  <a:lnTo>
                    <a:pt x="0" y="374243"/>
                  </a:lnTo>
                </a:path>
                <a:path w="749300" h="743585">
                  <a:moveTo>
                    <a:pt x="44424" y="371970"/>
                  </a:moveTo>
                  <a:lnTo>
                    <a:pt x="1854" y="388175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73219" y="3091495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4">
                  <a:moveTo>
                    <a:pt x="86906" y="86893"/>
                  </a:moveTo>
                  <a:lnTo>
                    <a:pt x="86906" y="0"/>
                  </a:lnTo>
                  <a:lnTo>
                    <a:pt x="0" y="0"/>
                  </a:lnTo>
                </a:path>
              </a:pathLst>
            </a:custGeom>
            <a:ln w="511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06696" y="312499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455" y="0"/>
                  </a:moveTo>
                  <a:lnTo>
                    <a:pt x="4470" y="0"/>
                  </a:lnTo>
                  <a:lnTo>
                    <a:pt x="0" y="4470"/>
                  </a:lnTo>
                  <a:lnTo>
                    <a:pt x="0" y="15455"/>
                  </a:lnTo>
                  <a:lnTo>
                    <a:pt x="4470" y="19913"/>
                  </a:lnTo>
                  <a:lnTo>
                    <a:pt x="15455" y="19913"/>
                  </a:lnTo>
                  <a:lnTo>
                    <a:pt x="19913" y="15455"/>
                  </a:lnTo>
                  <a:lnTo>
                    <a:pt x="19913" y="9956"/>
                  </a:lnTo>
                  <a:lnTo>
                    <a:pt x="19913" y="4470"/>
                  </a:lnTo>
                  <a:lnTo>
                    <a:pt x="154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70723" y="2193982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4">
                  <a:moveTo>
                    <a:pt x="0" y="0"/>
                  </a:moveTo>
                  <a:lnTo>
                    <a:pt x="0" y="86893"/>
                  </a:lnTo>
                  <a:lnTo>
                    <a:pt x="86906" y="86893"/>
                  </a:lnTo>
                </a:path>
              </a:pathLst>
            </a:custGeom>
            <a:ln w="511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04237" y="2227458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443" y="0"/>
                  </a:moveTo>
                  <a:lnTo>
                    <a:pt x="4457" y="0"/>
                  </a:lnTo>
                  <a:lnTo>
                    <a:pt x="0" y="4457"/>
                  </a:lnTo>
                  <a:lnTo>
                    <a:pt x="0" y="9956"/>
                  </a:lnTo>
                  <a:lnTo>
                    <a:pt x="0" y="15443"/>
                  </a:lnTo>
                  <a:lnTo>
                    <a:pt x="4457" y="19913"/>
                  </a:lnTo>
                  <a:lnTo>
                    <a:pt x="15443" y="19913"/>
                  </a:lnTo>
                  <a:lnTo>
                    <a:pt x="19913" y="15443"/>
                  </a:lnTo>
                  <a:lnTo>
                    <a:pt x="19913" y="4457"/>
                  </a:lnTo>
                  <a:lnTo>
                    <a:pt x="154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70723" y="3091495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4">
                  <a:moveTo>
                    <a:pt x="0" y="86893"/>
                  </a:moveTo>
                  <a:lnTo>
                    <a:pt x="0" y="0"/>
                  </a:lnTo>
                  <a:lnTo>
                    <a:pt x="86906" y="0"/>
                  </a:lnTo>
                </a:path>
              </a:pathLst>
            </a:custGeom>
            <a:ln w="511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304237" y="312499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443" y="0"/>
                  </a:moveTo>
                  <a:lnTo>
                    <a:pt x="4457" y="0"/>
                  </a:lnTo>
                  <a:lnTo>
                    <a:pt x="0" y="4470"/>
                  </a:lnTo>
                  <a:lnTo>
                    <a:pt x="0" y="9956"/>
                  </a:lnTo>
                  <a:lnTo>
                    <a:pt x="0" y="15455"/>
                  </a:lnTo>
                  <a:lnTo>
                    <a:pt x="4457" y="19913"/>
                  </a:lnTo>
                  <a:lnTo>
                    <a:pt x="15443" y="19913"/>
                  </a:lnTo>
                  <a:lnTo>
                    <a:pt x="19913" y="15455"/>
                  </a:lnTo>
                  <a:lnTo>
                    <a:pt x="19913" y="4470"/>
                  </a:lnTo>
                  <a:lnTo>
                    <a:pt x="154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73219" y="2193982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5" h="86994">
                  <a:moveTo>
                    <a:pt x="86906" y="0"/>
                  </a:moveTo>
                  <a:lnTo>
                    <a:pt x="86906" y="86893"/>
                  </a:lnTo>
                  <a:lnTo>
                    <a:pt x="0" y="86893"/>
                  </a:lnTo>
                </a:path>
              </a:pathLst>
            </a:custGeom>
            <a:ln w="511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06696" y="2227458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455" y="0"/>
                  </a:moveTo>
                  <a:lnTo>
                    <a:pt x="4470" y="0"/>
                  </a:lnTo>
                  <a:lnTo>
                    <a:pt x="0" y="4457"/>
                  </a:lnTo>
                  <a:lnTo>
                    <a:pt x="0" y="15443"/>
                  </a:lnTo>
                  <a:lnTo>
                    <a:pt x="4470" y="19913"/>
                  </a:lnTo>
                  <a:lnTo>
                    <a:pt x="15455" y="19913"/>
                  </a:lnTo>
                  <a:lnTo>
                    <a:pt x="19913" y="15443"/>
                  </a:lnTo>
                  <a:lnTo>
                    <a:pt x="19913" y="9956"/>
                  </a:lnTo>
                  <a:lnTo>
                    <a:pt x="19913" y="4457"/>
                  </a:lnTo>
                  <a:lnTo>
                    <a:pt x="154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73187" y="2193937"/>
              <a:ext cx="984885" cy="984885"/>
            </a:xfrm>
            <a:custGeom>
              <a:avLst/>
              <a:gdLst/>
              <a:ahLst/>
              <a:cxnLst/>
              <a:rect l="l" t="t" r="r" b="b"/>
              <a:pathLst>
                <a:path w="984885" h="984885">
                  <a:moveTo>
                    <a:pt x="984478" y="984478"/>
                  </a:moveTo>
                  <a:lnTo>
                    <a:pt x="0" y="984478"/>
                  </a:lnTo>
                  <a:lnTo>
                    <a:pt x="0" y="0"/>
                  </a:lnTo>
                  <a:lnTo>
                    <a:pt x="984478" y="0"/>
                  </a:lnTo>
                  <a:lnTo>
                    <a:pt x="984478" y="984478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50251" y="2175418"/>
              <a:ext cx="1030605" cy="1024890"/>
            </a:xfrm>
            <a:custGeom>
              <a:avLst/>
              <a:gdLst/>
              <a:ahLst/>
              <a:cxnLst/>
              <a:rect l="l" t="t" r="r" b="b"/>
              <a:pathLst>
                <a:path w="1030604" h="1024889">
                  <a:moveTo>
                    <a:pt x="499757" y="0"/>
                  </a:moveTo>
                  <a:lnTo>
                    <a:pt x="480936" y="43116"/>
                  </a:lnTo>
                </a:path>
                <a:path w="1030604" h="1024889">
                  <a:moveTo>
                    <a:pt x="515175" y="0"/>
                  </a:moveTo>
                  <a:lnTo>
                    <a:pt x="496366" y="43116"/>
                  </a:lnTo>
                </a:path>
                <a:path w="1030604" h="1024889">
                  <a:moveTo>
                    <a:pt x="499757" y="981417"/>
                  </a:moveTo>
                  <a:lnTo>
                    <a:pt x="480936" y="1024534"/>
                  </a:lnTo>
                </a:path>
                <a:path w="1030604" h="1024889">
                  <a:moveTo>
                    <a:pt x="515175" y="981417"/>
                  </a:moveTo>
                  <a:lnTo>
                    <a:pt x="496366" y="1024534"/>
                  </a:lnTo>
                </a:path>
                <a:path w="1030604" h="1024889">
                  <a:moveTo>
                    <a:pt x="1028420" y="498233"/>
                  </a:moveTo>
                  <a:lnTo>
                    <a:pt x="984440" y="514972"/>
                  </a:lnTo>
                </a:path>
                <a:path w="1030604" h="1024889">
                  <a:moveTo>
                    <a:pt x="1030338" y="512622"/>
                  </a:moveTo>
                  <a:lnTo>
                    <a:pt x="986370" y="529361"/>
                  </a:lnTo>
                </a:path>
                <a:path w="1030604" h="1024889">
                  <a:moveTo>
                    <a:pt x="43980" y="498233"/>
                  </a:moveTo>
                  <a:lnTo>
                    <a:pt x="0" y="514972"/>
                  </a:lnTo>
                </a:path>
                <a:path w="1030604" h="1024889">
                  <a:moveTo>
                    <a:pt x="45897" y="512622"/>
                  </a:moveTo>
                  <a:lnTo>
                    <a:pt x="1930" y="529361"/>
                  </a:lnTo>
                </a:path>
              </a:pathLst>
            </a:custGeom>
            <a:ln w="5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48765" y="3236315"/>
              <a:ext cx="2044064" cy="66040"/>
            </a:xfrm>
            <a:custGeom>
              <a:avLst/>
              <a:gdLst/>
              <a:ahLst/>
              <a:cxnLst/>
              <a:rect l="l" t="t" r="r" b="b"/>
              <a:pathLst>
                <a:path w="2044064" h="66039">
                  <a:moveTo>
                    <a:pt x="2043506" y="12"/>
                  </a:moveTo>
                  <a:lnTo>
                    <a:pt x="2039962" y="12"/>
                  </a:lnTo>
                  <a:lnTo>
                    <a:pt x="2039442" y="1854"/>
                  </a:lnTo>
                  <a:lnTo>
                    <a:pt x="2036419" y="9804"/>
                  </a:lnTo>
                  <a:lnTo>
                    <a:pt x="2000885" y="28346"/>
                  </a:lnTo>
                  <a:lnTo>
                    <a:pt x="1119949" y="28346"/>
                  </a:lnTo>
                  <a:lnTo>
                    <a:pt x="1078966" y="28346"/>
                  </a:lnTo>
                  <a:lnTo>
                    <a:pt x="1045489" y="47777"/>
                  </a:lnTo>
                  <a:lnTo>
                    <a:pt x="1041082" y="60540"/>
                  </a:lnTo>
                  <a:lnTo>
                    <a:pt x="1036662" y="47777"/>
                  </a:lnTo>
                  <a:lnTo>
                    <a:pt x="1003185" y="28346"/>
                  </a:lnTo>
                  <a:lnTo>
                    <a:pt x="962850" y="28346"/>
                  </a:lnTo>
                  <a:lnTo>
                    <a:pt x="42621" y="28346"/>
                  </a:lnTo>
                  <a:lnTo>
                    <a:pt x="37058" y="27978"/>
                  </a:lnTo>
                  <a:lnTo>
                    <a:pt x="4546" y="3771"/>
                  </a:lnTo>
                  <a:lnTo>
                    <a:pt x="3543" y="0"/>
                  </a:lnTo>
                  <a:lnTo>
                    <a:pt x="0" y="0"/>
                  </a:lnTo>
                  <a:lnTo>
                    <a:pt x="21209" y="33515"/>
                  </a:lnTo>
                  <a:lnTo>
                    <a:pt x="42621" y="36969"/>
                  </a:lnTo>
                  <a:lnTo>
                    <a:pt x="48679" y="36969"/>
                  </a:lnTo>
                  <a:lnTo>
                    <a:pt x="962837" y="36969"/>
                  </a:lnTo>
                  <a:lnTo>
                    <a:pt x="1002779" y="36969"/>
                  </a:lnTo>
                  <a:lnTo>
                    <a:pt x="1008913" y="37731"/>
                  </a:lnTo>
                  <a:lnTo>
                    <a:pt x="1038301" y="65773"/>
                  </a:lnTo>
                  <a:lnTo>
                    <a:pt x="1043851" y="65773"/>
                  </a:lnTo>
                  <a:lnTo>
                    <a:pt x="1071194" y="38150"/>
                  </a:lnTo>
                  <a:lnTo>
                    <a:pt x="1081125" y="36969"/>
                  </a:lnTo>
                  <a:lnTo>
                    <a:pt x="1119949" y="36969"/>
                  </a:lnTo>
                  <a:lnTo>
                    <a:pt x="2000885" y="36969"/>
                  </a:lnTo>
                  <a:lnTo>
                    <a:pt x="2037727" y="18872"/>
                  </a:lnTo>
                  <a:lnTo>
                    <a:pt x="2040242" y="14097"/>
                  </a:lnTo>
                  <a:lnTo>
                    <a:pt x="2042172" y="7797"/>
                  </a:lnTo>
                  <a:lnTo>
                    <a:pt x="2043506" y="1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864081" y="3326277"/>
            <a:ext cx="9842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Benzer</a:t>
            </a:r>
            <a:r>
              <a:rPr sz="900" i="1" spc="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20" dirty="0">
                <a:solidFill>
                  <a:srgbClr val="231F20"/>
                </a:solidFill>
                <a:latin typeface="Arial"/>
                <a:cs typeface="Arial"/>
              </a:rPr>
              <a:t>kareler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63540" y="3326277"/>
            <a:ext cx="9055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Benzer</a:t>
            </a:r>
            <a:r>
              <a:rPr sz="900" i="1" spc="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90" dirty="0">
                <a:solidFill>
                  <a:srgbClr val="231F20"/>
                </a:solidFill>
                <a:latin typeface="Arial"/>
                <a:cs typeface="Arial"/>
              </a:rPr>
              <a:t>ytizler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824900" y="4301885"/>
            <a:ext cx="1294130" cy="838200"/>
            <a:chOff x="2824900" y="4301885"/>
            <a:chExt cx="1294130" cy="838200"/>
          </a:xfrm>
        </p:grpSpPr>
        <p:sp>
          <p:nvSpPr>
            <p:cNvPr id="43" name="object 43"/>
            <p:cNvSpPr/>
            <p:nvPr/>
          </p:nvSpPr>
          <p:spPr>
            <a:xfrm>
              <a:off x="2828075" y="4305060"/>
              <a:ext cx="1287780" cy="831850"/>
            </a:xfrm>
            <a:custGeom>
              <a:avLst/>
              <a:gdLst/>
              <a:ahLst/>
              <a:cxnLst/>
              <a:rect l="l" t="t" r="r" b="b"/>
              <a:pathLst>
                <a:path w="1287779" h="831850">
                  <a:moveTo>
                    <a:pt x="0" y="831380"/>
                  </a:moveTo>
                  <a:lnTo>
                    <a:pt x="1287665" y="831380"/>
                  </a:lnTo>
                  <a:lnTo>
                    <a:pt x="425361" y="0"/>
                  </a:lnTo>
                  <a:lnTo>
                    <a:pt x="0" y="831380"/>
                  </a:lnTo>
                  <a:close/>
                </a:path>
                <a:path w="1287779" h="831850">
                  <a:moveTo>
                    <a:pt x="478091" y="50457"/>
                  </a:moveTo>
                  <a:lnTo>
                    <a:pt x="455448" y="71603"/>
                  </a:lnTo>
                  <a:lnTo>
                    <a:pt x="439107" y="79944"/>
                  </a:lnTo>
                  <a:lnTo>
                    <a:pt x="421154" y="76644"/>
                  </a:lnTo>
                  <a:lnTo>
                    <a:pt x="393674" y="62864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48477" y="4330889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60" h="22860">
                  <a:moveTo>
                    <a:pt x="11696" y="0"/>
                  </a:moveTo>
                  <a:lnTo>
                    <a:pt x="5600" y="1574"/>
                  </a:lnTo>
                  <a:lnTo>
                    <a:pt x="0" y="11023"/>
                  </a:lnTo>
                  <a:lnTo>
                    <a:pt x="1562" y="17119"/>
                  </a:lnTo>
                  <a:lnTo>
                    <a:pt x="6299" y="19926"/>
                  </a:lnTo>
                  <a:lnTo>
                    <a:pt x="11023" y="22733"/>
                  </a:lnTo>
                  <a:lnTo>
                    <a:pt x="17119" y="21145"/>
                  </a:lnTo>
                  <a:lnTo>
                    <a:pt x="22720" y="11709"/>
                  </a:lnTo>
                  <a:lnTo>
                    <a:pt x="21158" y="5600"/>
                  </a:lnTo>
                  <a:lnTo>
                    <a:pt x="1169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861961" y="5070265"/>
              <a:ext cx="44450" cy="64769"/>
            </a:xfrm>
            <a:custGeom>
              <a:avLst/>
              <a:gdLst/>
              <a:ahLst/>
              <a:cxnLst/>
              <a:rect l="l" t="t" r="r" b="b"/>
              <a:pathLst>
                <a:path w="44450" h="64770">
                  <a:moveTo>
                    <a:pt x="38087" y="64262"/>
                  </a:moveTo>
                  <a:lnTo>
                    <a:pt x="33684" y="40512"/>
                  </a:lnTo>
                  <a:lnTo>
                    <a:pt x="28249" y="25901"/>
                  </a:lnTo>
                  <a:lnTo>
                    <a:pt x="18211" y="14405"/>
                  </a:lnTo>
                  <a:lnTo>
                    <a:pt x="0" y="0"/>
                  </a:lnTo>
                </a:path>
                <a:path w="44450" h="64770">
                  <a:moveTo>
                    <a:pt x="8420" y="41275"/>
                  </a:moveTo>
                  <a:lnTo>
                    <a:pt x="43942" y="15011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703158" y="5084459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31222" y="5084459"/>
            <a:ext cx="1168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6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393374" y="4410548"/>
            <a:ext cx="734695" cy="476884"/>
            <a:chOff x="4393374" y="4410548"/>
            <a:chExt cx="734695" cy="476884"/>
          </a:xfrm>
        </p:grpSpPr>
        <p:sp>
          <p:nvSpPr>
            <p:cNvPr id="49" name="object 49"/>
            <p:cNvSpPr/>
            <p:nvPr/>
          </p:nvSpPr>
          <p:spPr>
            <a:xfrm>
              <a:off x="4396549" y="4413723"/>
              <a:ext cx="728345" cy="470534"/>
            </a:xfrm>
            <a:custGeom>
              <a:avLst/>
              <a:gdLst/>
              <a:ahLst/>
              <a:cxnLst/>
              <a:rect l="l" t="t" r="r" b="b"/>
              <a:pathLst>
                <a:path w="728345" h="470535">
                  <a:moveTo>
                    <a:pt x="728116" y="0"/>
                  </a:moveTo>
                  <a:lnTo>
                    <a:pt x="0" y="0"/>
                  </a:lnTo>
                  <a:lnTo>
                    <a:pt x="487591" y="470154"/>
                  </a:lnTo>
                  <a:lnTo>
                    <a:pt x="728116" y="0"/>
                  </a:lnTo>
                  <a:close/>
                </a:path>
                <a:path w="728345" h="470535">
                  <a:moveTo>
                    <a:pt x="435991" y="420827"/>
                  </a:moveTo>
                  <a:lnTo>
                    <a:pt x="457921" y="400344"/>
                  </a:lnTo>
                  <a:lnTo>
                    <a:pt x="473751" y="392264"/>
                  </a:lnTo>
                  <a:lnTo>
                    <a:pt x="491147" y="395463"/>
                  </a:lnTo>
                  <a:lnTo>
                    <a:pt x="517778" y="408813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66196" y="4836824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11353" y="0"/>
                  </a:moveTo>
                  <a:lnTo>
                    <a:pt x="5435" y="1523"/>
                  </a:lnTo>
                  <a:lnTo>
                    <a:pt x="0" y="10693"/>
                  </a:lnTo>
                  <a:lnTo>
                    <a:pt x="1511" y="16624"/>
                  </a:lnTo>
                  <a:lnTo>
                    <a:pt x="10693" y="22059"/>
                  </a:lnTo>
                  <a:lnTo>
                    <a:pt x="16611" y="20523"/>
                  </a:lnTo>
                  <a:lnTo>
                    <a:pt x="22047" y="11353"/>
                  </a:lnTo>
                  <a:lnTo>
                    <a:pt x="20535" y="5435"/>
                  </a:lnTo>
                  <a:lnTo>
                    <a:pt x="15938" y="2717"/>
                  </a:lnTo>
                  <a:lnTo>
                    <a:pt x="1135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049116" y="4415504"/>
              <a:ext cx="43180" cy="62865"/>
            </a:xfrm>
            <a:custGeom>
              <a:avLst/>
              <a:gdLst/>
              <a:ahLst/>
              <a:cxnLst/>
              <a:rect l="l" t="t" r="r" b="b"/>
              <a:pathLst>
                <a:path w="43179" h="62864">
                  <a:moveTo>
                    <a:pt x="5689" y="0"/>
                  </a:moveTo>
                  <a:lnTo>
                    <a:pt x="9969" y="23078"/>
                  </a:lnTo>
                  <a:lnTo>
                    <a:pt x="15255" y="37277"/>
                  </a:lnTo>
                  <a:lnTo>
                    <a:pt x="25024" y="48452"/>
                  </a:lnTo>
                  <a:lnTo>
                    <a:pt x="42748" y="62458"/>
                  </a:lnTo>
                </a:path>
                <a:path w="43179" h="62864">
                  <a:moveTo>
                    <a:pt x="34556" y="22339"/>
                  </a:moveTo>
                  <a:lnTo>
                    <a:pt x="0" y="47866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11516" y="3880799"/>
            <a:ext cx="5727700" cy="118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34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Ťki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tiçgenin,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en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az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iki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açısının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ölçtileri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eşit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ise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tiçgenler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birbirinin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benzeridir.</a:t>
            </a:r>
            <a:endParaRPr sz="1000">
              <a:latin typeface="Verdana"/>
              <a:cs typeface="Verdana"/>
            </a:endParaRPr>
          </a:p>
          <a:p>
            <a:pPr marR="642620" algn="ctr">
              <a:lnSpc>
                <a:spcPct val="100000"/>
              </a:lnSpc>
              <a:spcBef>
                <a:spcPts val="905"/>
              </a:spcBef>
            </a:pPr>
            <a:r>
              <a:rPr sz="9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  <a:p>
            <a:pPr marL="2395220" algn="ctr">
              <a:lnSpc>
                <a:spcPct val="100000"/>
              </a:lnSpc>
              <a:spcBef>
                <a:spcPts val="370"/>
              </a:spcBef>
              <a:tabLst>
                <a:tab pos="3283585" algn="l"/>
              </a:tabLst>
            </a:pP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K	</a:t>
            </a: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Arial"/>
              <a:cs typeface="Arial"/>
            </a:endParaRPr>
          </a:p>
          <a:p>
            <a:pPr marL="1283970" algn="ctr">
              <a:lnSpc>
                <a:spcPct val="100000"/>
              </a:lnSpc>
            </a:pPr>
            <a:r>
              <a:rPr sz="900" i="1" spc="50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endParaRPr sz="900">
              <a:latin typeface="Arial"/>
              <a:cs typeface="Arial"/>
            </a:endParaRPr>
          </a:p>
          <a:p>
            <a:pPr marR="1498600" algn="r">
              <a:lnSpc>
                <a:spcPct val="100000"/>
              </a:lnSpc>
              <a:spcBef>
                <a:spcPts val="815"/>
              </a:spcBef>
            </a:pPr>
            <a:r>
              <a:rPr sz="900" i="1" spc="95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endParaRPr sz="9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742595" y="9374982"/>
            <a:ext cx="25527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35" dirty="0">
                <a:solidFill>
                  <a:srgbClr val="FFFFFF"/>
                </a:solidFill>
                <a:latin typeface="Arial"/>
                <a:cs typeface="Arial"/>
              </a:rPr>
              <a:t>29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91499" y="5580059"/>
            <a:ext cx="63207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tiçgenlerin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ikişer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açılarının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ölçtileri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eşit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olduğu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için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Verdana"/>
                <a:cs typeface="Verdana"/>
              </a:rPr>
              <a:t>tiçtintin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açılarının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ölçtileri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de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eşittir.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333259" y="5893470"/>
            <a:ext cx="6921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6725" algn="l"/>
              </a:tabLst>
            </a:pPr>
            <a:r>
              <a:rPr sz="1000" spc="994" dirty="0">
                <a:solidFill>
                  <a:srgbClr val="231F20"/>
                </a:solidFill>
                <a:latin typeface="Tahoma"/>
                <a:cs typeface="Tahoma"/>
              </a:rPr>
              <a:t>&amp;	&amp;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91447" y="5888281"/>
            <a:ext cx="65017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durum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sembolle</a:t>
            </a:r>
            <a:r>
              <a:rPr sz="1000" i="1" spc="29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RBC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i="1" spc="100" dirty="0">
                <a:solidFill>
                  <a:srgbClr val="EC008C"/>
                </a:solidFill>
                <a:latin typeface="Arial"/>
                <a:cs typeface="Arial"/>
              </a:rPr>
              <a:t>~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LMK</a:t>
            </a:r>
            <a:r>
              <a:rPr sz="1000" i="1" spc="3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şeklinde</a:t>
            </a:r>
            <a:r>
              <a:rPr sz="1000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gösterilir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"ABC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tiçgeni,</a:t>
            </a:r>
            <a:r>
              <a:rPr sz="1000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Verdana"/>
                <a:cs typeface="Verdana"/>
              </a:rPr>
              <a:t>KLM</a:t>
            </a:r>
            <a:r>
              <a:rPr sz="1000" i="1" spc="1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tiçgenine</a:t>
            </a:r>
            <a:r>
              <a:rPr sz="1000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benzerdir"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66062" y="6167681"/>
            <a:ext cx="6552565" cy="197612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8100" marR="30480" indent="-635">
              <a:lnSpc>
                <a:spcPts val="2200"/>
              </a:lnSpc>
              <a:spcBef>
                <a:spcPts val="145"/>
              </a:spcBef>
            </a:pP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diye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okunur.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Ayrıca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benzerlik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sembolti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60" dirty="0">
                <a:solidFill>
                  <a:srgbClr val="EC008C"/>
                </a:solidFill>
                <a:latin typeface="Verdana"/>
                <a:cs typeface="Verdana"/>
              </a:rPr>
              <a:t>"</a:t>
            </a:r>
            <a:r>
              <a:rPr sz="1800" i="1" spc="-60" dirty="0">
                <a:solidFill>
                  <a:srgbClr val="EC008C"/>
                </a:solidFill>
                <a:latin typeface="Arial"/>
                <a:cs typeface="Arial"/>
              </a:rPr>
              <a:t>~</a:t>
            </a:r>
            <a:r>
              <a:rPr sz="1000" i="1" spc="-60" dirty="0">
                <a:solidFill>
                  <a:srgbClr val="EC008C"/>
                </a:solidFill>
                <a:latin typeface="Verdana"/>
                <a:cs typeface="Verdana"/>
              </a:rPr>
              <a:t>"</a:t>
            </a:r>
            <a:r>
              <a:rPr sz="1000" i="1" spc="14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kullanılırken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eş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açıların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sıralanışına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dikkat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edilme- </a:t>
            </a:r>
            <a:r>
              <a:rPr sz="1000" i="1" spc="-3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lidir.</a:t>
            </a:r>
            <a:r>
              <a:rPr sz="1000" i="1" spc="1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Buna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endParaRPr sz="10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790"/>
              </a:spcBef>
            </a:pP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1275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W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endParaRPr sz="10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030"/>
              </a:spcBef>
            </a:pP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0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Y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endParaRPr sz="10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030"/>
              </a:spcBef>
            </a:pP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0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endParaRPr sz="1000">
              <a:latin typeface="Verdana"/>
              <a:cs typeface="Verdana"/>
            </a:endParaRPr>
          </a:p>
          <a:p>
            <a:pPr marL="38100" marR="30480" indent="-635">
              <a:lnSpc>
                <a:spcPct val="185800"/>
              </a:lnSpc>
            </a:pP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olur</a:t>
            </a:r>
            <a:r>
              <a:rPr sz="1000" i="1" spc="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i="1" spc="2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iki</a:t>
            </a:r>
            <a:r>
              <a:rPr sz="1000" i="1" spc="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tiçgenin</a:t>
            </a:r>
            <a:r>
              <a:rPr sz="1000" i="1" spc="2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eşit</a:t>
            </a:r>
            <a:r>
              <a:rPr sz="1000" i="1" spc="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açılarının</a:t>
            </a:r>
            <a:r>
              <a:rPr sz="1000" i="1" spc="2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karşısındaki</a:t>
            </a:r>
            <a:r>
              <a:rPr sz="1000" i="1" spc="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kenarlar</a:t>
            </a:r>
            <a:r>
              <a:rPr sz="1000" i="1" spc="2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uzunlukları</a:t>
            </a:r>
            <a:r>
              <a:rPr sz="1000" i="1" spc="2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arasında</a:t>
            </a:r>
            <a:r>
              <a:rPr sz="1000" i="1" spc="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belirli</a:t>
            </a:r>
            <a:r>
              <a:rPr sz="1000" i="1" spc="2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bir</a:t>
            </a:r>
            <a:r>
              <a:rPr sz="1000" i="1" spc="2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Verdana"/>
                <a:cs typeface="Verdana"/>
              </a:rPr>
              <a:t>oran </a:t>
            </a:r>
            <a:r>
              <a:rPr sz="1000" i="1" spc="-3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bulunmaktadır.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67293" y="1493500"/>
            <a:ext cx="1376045" cy="812800"/>
            <a:chOff x="2067293" y="1493500"/>
            <a:chExt cx="1376045" cy="812800"/>
          </a:xfrm>
        </p:grpSpPr>
        <p:sp>
          <p:nvSpPr>
            <p:cNvPr id="12" name="object 12"/>
            <p:cNvSpPr/>
            <p:nvPr/>
          </p:nvSpPr>
          <p:spPr>
            <a:xfrm>
              <a:off x="2070468" y="1496675"/>
              <a:ext cx="1369695" cy="806450"/>
            </a:xfrm>
            <a:custGeom>
              <a:avLst/>
              <a:gdLst/>
              <a:ahLst/>
              <a:cxnLst/>
              <a:rect l="l" t="t" r="r" b="b"/>
              <a:pathLst>
                <a:path w="1369695" h="806450">
                  <a:moveTo>
                    <a:pt x="0" y="806043"/>
                  </a:moveTo>
                  <a:lnTo>
                    <a:pt x="1369631" y="806043"/>
                  </a:lnTo>
                  <a:lnTo>
                    <a:pt x="1151140" y="0"/>
                  </a:lnTo>
                  <a:lnTo>
                    <a:pt x="0" y="806043"/>
                  </a:lnTo>
                  <a:close/>
                </a:path>
              </a:pathLst>
            </a:custGeom>
            <a:ln w="6350">
              <a:solidFill>
                <a:srgbClr val="F36F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22393" y="2196585"/>
              <a:ext cx="1196975" cy="106680"/>
            </a:xfrm>
            <a:custGeom>
              <a:avLst/>
              <a:gdLst/>
              <a:ahLst/>
              <a:cxnLst/>
              <a:rect l="l" t="t" r="r" b="b"/>
              <a:pathLst>
                <a:path w="1196975" h="106680">
                  <a:moveTo>
                    <a:pt x="1123746" y="106133"/>
                  </a:moveTo>
                  <a:lnTo>
                    <a:pt x="1125936" y="62965"/>
                  </a:lnTo>
                  <a:lnTo>
                    <a:pt x="1134267" y="40108"/>
                  </a:lnTo>
                  <a:lnTo>
                    <a:pt x="1155577" y="29940"/>
                  </a:lnTo>
                  <a:lnTo>
                    <a:pt x="1196708" y="24841"/>
                  </a:lnTo>
                </a:path>
                <a:path w="1196975" h="106680">
                  <a:moveTo>
                    <a:pt x="0" y="0"/>
                  </a:moveTo>
                  <a:lnTo>
                    <a:pt x="22149" y="20467"/>
                  </a:lnTo>
                  <a:lnTo>
                    <a:pt x="31610" y="38346"/>
                  </a:lnTo>
                  <a:lnTo>
                    <a:pt x="30250" y="63584"/>
                  </a:lnTo>
                  <a:lnTo>
                    <a:pt x="19938" y="106133"/>
                  </a:lnTo>
                </a:path>
              </a:pathLst>
            </a:custGeom>
            <a:ln w="6350">
              <a:solidFill>
                <a:srgbClr val="F36F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4094881" y="1357967"/>
            <a:ext cx="1562100" cy="956944"/>
          </a:xfrm>
          <a:custGeom>
            <a:avLst/>
            <a:gdLst/>
            <a:ahLst/>
            <a:cxnLst/>
            <a:rect l="l" t="t" r="r" b="b"/>
            <a:pathLst>
              <a:path w="1562100" h="956944">
                <a:moveTo>
                  <a:pt x="1561858" y="722490"/>
                </a:moveTo>
                <a:lnTo>
                  <a:pt x="0" y="956487"/>
                </a:lnTo>
                <a:lnTo>
                  <a:pt x="111467" y="0"/>
                </a:lnTo>
                <a:lnTo>
                  <a:pt x="1561858" y="722490"/>
                </a:lnTo>
                <a:close/>
              </a:path>
              <a:path w="1562100" h="956944">
                <a:moveTo>
                  <a:pt x="10858" y="860374"/>
                </a:moveTo>
                <a:lnTo>
                  <a:pt x="46291" y="873118"/>
                </a:lnTo>
                <a:lnTo>
                  <a:pt x="66676" y="886083"/>
                </a:lnTo>
                <a:lnTo>
                  <a:pt x="79729" y="907113"/>
                </a:lnTo>
                <a:lnTo>
                  <a:pt x="93167" y="944054"/>
                </a:lnTo>
              </a:path>
              <a:path w="1562100" h="956944">
                <a:moveTo>
                  <a:pt x="96570" y="136461"/>
                </a:moveTo>
                <a:lnTo>
                  <a:pt x="123210" y="132092"/>
                </a:lnTo>
                <a:lnTo>
                  <a:pt x="144521" y="121654"/>
                </a:lnTo>
                <a:lnTo>
                  <a:pt x="171692" y="97065"/>
                </a:lnTo>
                <a:lnTo>
                  <a:pt x="215912" y="50241"/>
                </a:lnTo>
              </a:path>
            </a:pathLst>
          </a:custGeom>
          <a:ln w="6350">
            <a:solidFill>
              <a:srgbClr val="A323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245575" y="2152353"/>
            <a:ext cx="21018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55" dirty="0">
                <a:solidFill>
                  <a:srgbClr val="231F20"/>
                </a:solidFill>
                <a:latin typeface="Georgia"/>
                <a:cs typeface="Georgia"/>
              </a:rPr>
              <a:t>35°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79105" y="2141451"/>
            <a:ext cx="21145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75" dirty="0">
                <a:solidFill>
                  <a:srgbClr val="231F20"/>
                </a:solidFill>
                <a:latin typeface="Georgia"/>
                <a:cs typeface="Georgia"/>
              </a:rPr>
              <a:t>75°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67339" y="1340570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06388" y="2299210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53493" y="1200387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75" dirty="0">
                <a:solidFill>
                  <a:srgbClr val="231F20"/>
                </a:solidFill>
                <a:latin typeface="Georgia"/>
                <a:cs typeface="Georgia"/>
              </a:rPr>
              <a:t>K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76936" y="2285194"/>
            <a:ext cx="1257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" dirty="0">
                <a:solidFill>
                  <a:srgbClr val="231F20"/>
                </a:solidFill>
                <a:latin typeface="Georgia"/>
                <a:cs typeface="Georgia"/>
              </a:rPr>
              <a:t>M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69986" y="2007693"/>
            <a:ext cx="977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50" dirty="0">
                <a:solidFill>
                  <a:srgbClr val="231F20"/>
                </a:solidFill>
                <a:latin typeface="Georgia"/>
                <a:cs typeface="Georgia"/>
              </a:rPr>
              <a:t>L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79694" y="2299158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03669" y="1469170"/>
            <a:ext cx="21145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75" dirty="0">
                <a:solidFill>
                  <a:srgbClr val="231F20"/>
                </a:solidFill>
                <a:latin typeface="Georgia"/>
                <a:cs typeface="Georgia"/>
              </a:rPr>
              <a:t>75°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53581" y="2123454"/>
            <a:ext cx="21971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70" dirty="0">
                <a:solidFill>
                  <a:srgbClr val="231F20"/>
                </a:solidFill>
                <a:latin typeface="Georgia"/>
                <a:cs typeface="Georgia"/>
              </a:rPr>
              <a:t>70°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4101" y="2677559"/>
            <a:ext cx="6678930" cy="68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Yukarıda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verilen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20" dirty="0">
                <a:solidFill>
                  <a:srgbClr val="231F20"/>
                </a:solidFill>
                <a:latin typeface="Verdana"/>
                <a:cs typeface="Verdana"/>
              </a:rPr>
              <a:t>KLM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üçgenlerinin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benzer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olup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0" dirty="0">
                <a:solidFill>
                  <a:srgbClr val="231F20"/>
                </a:solidFill>
                <a:latin typeface="Verdana"/>
                <a:cs typeface="Verdana"/>
              </a:rPr>
              <a:t>olmadıklarını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inceleyelim.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41700"/>
              </a:lnSpc>
              <a:spcBef>
                <a:spcPts val="565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Benzerlik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şartları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arasında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açıların</a:t>
            </a:r>
            <a:r>
              <a:rPr sz="10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eşitliği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ilkesini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kullanmalıyız.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</a:t>
            </a:r>
            <a:r>
              <a:rPr sz="10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duruma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göre</a:t>
            </a:r>
            <a:r>
              <a:rPr sz="1000" i="1" spc="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bilinmeyen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açısının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ölçtistinti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KLM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açısının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ölçtilerini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bulmalıyız.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8701" y="4002803"/>
            <a:ext cx="2332355" cy="783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için,</a:t>
            </a:r>
            <a:endParaRPr sz="1000">
              <a:latin typeface="Arial"/>
              <a:cs typeface="Arial"/>
            </a:endParaRPr>
          </a:p>
          <a:p>
            <a:pPr marL="215900" marR="30480">
              <a:lnSpc>
                <a:spcPct val="198600"/>
              </a:lnSpc>
            </a:pPr>
            <a:r>
              <a:rPr sz="1000" i="1" spc="-305" dirty="0">
                <a:solidFill>
                  <a:srgbClr val="231F20"/>
                </a:solidFill>
                <a:latin typeface="Arial"/>
                <a:cs typeface="Arial"/>
              </a:rPr>
              <a:t>s(B</a:t>
            </a:r>
            <a:r>
              <a:rPr sz="1500" spc="-45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 </a:t>
            </a:r>
            <a:r>
              <a:rPr sz="1500" spc="-450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20" dirty="0">
                <a:solidFill>
                  <a:srgbClr val="231F20"/>
                </a:solidFill>
                <a:latin typeface="Arial"/>
                <a:cs typeface="Arial"/>
              </a:rPr>
              <a:t>s(C</a:t>
            </a:r>
            <a:r>
              <a:rPr sz="1500" spc="-480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532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35°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75°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110°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05" dirty="0">
                <a:solidFill>
                  <a:srgbClr val="231F20"/>
                </a:solidFill>
                <a:latin typeface="Arial"/>
                <a:cs typeface="Arial"/>
              </a:rPr>
              <a:t>s(A</a:t>
            </a:r>
            <a:r>
              <a:rPr sz="1500" spc="-45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 </a:t>
            </a:r>
            <a:r>
              <a:rPr sz="1500" spc="-450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180°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110°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70°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357599" y="4282911"/>
            <a:ext cx="1376045" cy="812800"/>
            <a:chOff x="3357599" y="4282911"/>
            <a:chExt cx="1376045" cy="812800"/>
          </a:xfrm>
        </p:grpSpPr>
        <p:sp>
          <p:nvSpPr>
            <p:cNvPr id="28" name="object 28"/>
            <p:cNvSpPr/>
            <p:nvPr/>
          </p:nvSpPr>
          <p:spPr>
            <a:xfrm>
              <a:off x="4411333" y="4355830"/>
              <a:ext cx="128270" cy="43180"/>
            </a:xfrm>
            <a:custGeom>
              <a:avLst/>
              <a:gdLst/>
              <a:ahLst/>
              <a:cxnLst/>
              <a:rect l="l" t="t" r="r" b="b"/>
              <a:pathLst>
                <a:path w="128270" h="43179">
                  <a:moveTo>
                    <a:pt x="127838" y="31521"/>
                  </a:moveTo>
                  <a:lnTo>
                    <a:pt x="96158" y="42344"/>
                  </a:lnTo>
                  <a:lnTo>
                    <a:pt x="72282" y="42668"/>
                  </a:lnTo>
                  <a:lnTo>
                    <a:pt x="44224" y="29539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60774" y="4286086"/>
              <a:ext cx="1369695" cy="806450"/>
            </a:xfrm>
            <a:custGeom>
              <a:avLst/>
              <a:gdLst/>
              <a:ahLst/>
              <a:cxnLst/>
              <a:rect l="l" t="t" r="r" b="b"/>
              <a:pathLst>
                <a:path w="1369695" h="806450">
                  <a:moveTo>
                    <a:pt x="0" y="806043"/>
                  </a:moveTo>
                  <a:lnTo>
                    <a:pt x="1369618" y="806043"/>
                  </a:lnTo>
                  <a:lnTo>
                    <a:pt x="1151128" y="0"/>
                  </a:lnTo>
                  <a:lnTo>
                    <a:pt x="0" y="806043"/>
                  </a:lnTo>
                  <a:close/>
                </a:path>
              </a:pathLst>
            </a:custGeom>
            <a:ln w="6350">
              <a:solidFill>
                <a:srgbClr val="F36F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12694" y="4985995"/>
              <a:ext cx="1196975" cy="106680"/>
            </a:xfrm>
            <a:custGeom>
              <a:avLst/>
              <a:gdLst/>
              <a:ahLst/>
              <a:cxnLst/>
              <a:rect l="l" t="t" r="r" b="b"/>
              <a:pathLst>
                <a:path w="1196975" h="106679">
                  <a:moveTo>
                    <a:pt x="1123746" y="106133"/>
                  </a:moveTo>
                  <a:lnTo>
                    <a:pt x="1125944" y="62965"/>
                  </a:lnTo>
                  <a:lnTo>
                    <a:pt x="1134276" y="40108"/>
                  </a:lnTo>
                  <a:lnTo>
                    <a:pt x="1155584" y="29940"/>
                  </a:lnTo>
                  <a:lnTo>
                    <a:pt x="1196708" y="24841"/>
                  </a:lnTo>
                </a:path>
                <a:path w="1196975" h="106679">
                  <a:moveTo>
                    <a:pt x="0" y="0"/>
                  </a:moveTo>
                  <a:lnTo>
                    <a:pt x="22157" y="20467"/>
                  </a:lnTo>
                  <a:lnTo>
                    <a:pt x="31621" y="38346"/>
                  </a:lnTo>
                  <a:lnTo>
                    <a:pt x="30262" y="63584"/>
                  </a:lnTo>
                  <a:lnTo>
                    <a:pt x="19951" y="106133"/>
                  </a:lnTo>
                </a:path>
              </a:pathLst>
            </a:custGeom>
            <a:ln w="6350">
              <a:solidFill>
                <a:srgbClr val="F36F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535883" y="4941764"/>
            <a:ext cx="21018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55" dirty="0">
                <a:solidFill>
                  <a:srgbClr val="231F20"/>
                </a:solidFill>
                <a:latin typeface="Georgia"/>
                <a:cs typeface="Georgia"/>
              </a:rPr>
              <a:t>35°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69412" y="4930861"/>
            <a:ext cx="21145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75" dirty="0">
                <a:solidFill>
                  <a:srgbClr val="231F20"/>
                </a:solidFill>
                <a:latin typeface="Georgia"/>
                <a:cs typeface="Georgia"/>
              </a:rPr>
              <a:t>75°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31348" y="4404065"/>
            <a:ext cx="21971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70" dirty="0">
                <a:solidFill>
                  <a:srgbClr val="00AEEF"/>
                </a:solidFill>
                <a:latin typeface="Georgia"/>
                <a:cs typeface="Georgia"/>
              </a:rPr>
              <a:t>70°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57626" y="4129968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96702" y="5088620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69938" y="5088620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8701" y="5624226"/>
            <a:ext cx="2383155" cy="783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için,</a:t>
            </a:r>
            <a:endParaRPr sz="1000">
              <a:latin typeface="Arial"/>
              <a:cs typeface="Arial"/>
            </a:endParaRPr>
          </a:p>
          <a:p>
            <a:pPr marL="215900" marR="30480">
              <a:lnSpc>
                <a:spcPct val="198600"/>
              </a:lnSpc>
            </a:pPr>
            <a:r>
              <a:rPr sz="1000" i="1" spc="-305" dirty="0">
                <a:solidFill>
                  <a:srgbClr val="231F20"/>
                </a:solidFill>
                <a:latin typeface="Arial"/>
                <a:cs typeface="Arial"/>
              </a:rPr>
              <a:t>s(K</a:t>
            </a:r>
            <a:r>
              <a:rPr sz="1500" spc="-45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-434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45" dirty="0">
                <a:solidFill>
                  <a:srgbClr val="231F20"/>
                </a:solidFill>
                <a:latin typeface="Arial"/>
                <a:cs typeface="Arial"/>
              </a:rPr>
              <a:t>s(M</a:t>
            </a:r>
            <a:r>
              <a:rPr sz="1500" spc="-51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719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75°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70°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145°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275" dirty="0">
                <a:solidFill>
                  <a:srgbClr val="231F20"/>
                </a:solidFill>
                <a:latin typeface="Arial"/>
                <a:cs typeface="Arial"/>
              </a:rPr>
              <a:t>s(L</a:t>
            </a:r>
            <a:r>
              <a:rPr sz="1500" spc="-412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-405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180°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145°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35°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dir.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125369" y="5839345"/>
            <a:ext cx="1568450" cy="963294"/>
            <a:chOff x="3125369" y="5839345"/>
            <a:chExt cx="1568450" cy="963294"/>
          </a:xfrm>
        </p:grpSpPr>
        <p:sp>
          <p:nvSpPr>
            <p:cNvPr id="39" name="object 39"/>
            <p:cNvSpPr/>
            <p:nvPr/>
          </p:nvSpPr>
          <p:spPr>
            <a:xfrm>
              <a:off x="4449763" y="6469621"/>
              <a:ext cx="49530" cy="125730"/>
            </a:xfrm>
            <a:custGeom>
              <a:avLst/>
              <a:gdLst/>
              <a:ahLst/>
              <a:cxnLst/>
              <a:rect l="l" t="t" r="r" b="b"/>
              <a:pathLst>
                <a:path w="49529" h="125729">
                  <a:moveTo>
                    <a:pt x="49085" y="0"/>
                  </a:moveTo>
                  <a:lnTo>
                    <a:pt x="14690" y="24144"/>
                  </a:lnTo>
                  <a:lnTo>
                    <a:pt x="0" y="45229"/>
                  </a:lnTo>
                  <a:lnTo>
                    <a:pt x="2111" y="74989"/>
                  </a:lnTo>
                  <a:lnTo>
                    <a:pt x="18122" y="125158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28544" y="5842520"/>
              <a:ext cx="1562100" cy="956944"/>
            </a:xfrm>
            <a:custGeom>
              <a:avLst/>
              <a:gdLst/>
              <a:ahLst/>
              <a:cxnLst/>
              <a:rect l="l" t="t" r="r" b="b"/>
              <a:pathLst>
                <a:path w="1562100" h="956945">
                  <a:moveTo>
                    <a:pt x="1561858" y="722490"/>
                  </a:moveTo>
                  <a:lnTo>
                    <a:pt x="0" y="956475"/>
                  </a:lnTo>
                  <a:lnTo>
                    <a:pt x="111467" y="0"/>
                  </a:lnTo>
                  <a:lnTo>
                    <a:pt x="1561858" y="722490"/>
                  </a:lnTo>
                  <a:close/>
                </a:path>
                <a:path w="1562100" h="956945">
                  <a:moveTo>
                    <a:pt x="10858" y="860374"/>
                  </a:moveTo>
                  <a:lnTo>
                    <a:pt x="46291" y="873118"/>
                  </a:lnTo>
                  <a:lnTo>
                    <a:pt x="66676" y="886083"/>
                  </a:lnTo>
                  <a:lnTo>
                    <a:pt x="79729" y="907113"/>
                  </a:lnTo>
                  <a:lnTo>
                    <a:pt x="93167" y="944054"/>
                  </a:lnTo>
                </a:path>
                <a:path w="1562100" h="956945">
                  <a:moveTo>
                    <a:pt x="96570" y="136461"/>
                  </a:moveTo>
                  <a:lnTo>
                    <a:pt x="123210" y="132085"/>
                  </a:lnTo>
                  <a:lnTo>
                    <a:pt x="144521" y="121645"/>
                  </a:lnTo>
                  <a:lnTo>
                    <a:pt x="171692" y="97058"/>
                  </a:lnTo>
                  <a:lnTo>
                    <a:pt x="215912" y="50241"/>
                  </a:lnTo>
                </a:path>
              </a:pathLst>
            </a:custGeom>
            <a:ln w="6350">
              <a:solidFill>
                <a:srgbClr val="A323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187190" y="5684964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75" dirty="0">
                <a:solidFill>
                  <a:srgbClr val="231F20"/>
                </a:solidFill>
                <a:latin typeface="Georgia"/>
                <a:cs typeface="Georgia"/>
              </a:rPr>
              <a:t>K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703648" y="6492208"/>
            <a:ext cx="977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50" dirty="0">
                <a:solidFill>
                  <a:srgbClr val="231F20"/>
                </a:solidFill>
                <a:latin typeface="Georgia"/>
                <a:cs typeface="Georgia"/>
              </a:rPr>
              <a:t>L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37326" y="5953721"/>
            <a:ext cx="21145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75" dirty="0">
                <a:solidFill>
                  <a:srgbClr val="231F20"/>
                </a:solidFill>
                <a:latin typeface="Georgia"/>
                <a:cs typeface="Georgia"/>
              </a:rPr>
              <a:t>75°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43828" y="6452882"/>
            <a:ext cx="21018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55" dirty="0">
                <a:solidFill>
                  <a:srgbClr val="00AEEF"/>
                </a:solidFill>
                <a:latin typeface="Georgia"/>
                <a:cs typeface="Georgia"/>
              </a:rPr>
              <a:t>35°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010601" y="6575805"/>
            <a:ext cx="396875" cy="3492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89230">
              <a:lnSpc>
                <a:spcPct val="100000"/>
              </a:lnSpc>
              <a:spcBef>
                <a:spcPts val="350"/>
              </a:spcBef>
            </a:pPr>
            <a:r>
              <a:rPr sz="850" spc="70" dirty="0">
                <a:solidFill>
                  <a:srgbClr val="231F20"/>
                </a:solidFill>
                <a:latin typeface="Georgia"/>
                <a:cs typeface="Georgia"/>
              </a:rPr>
              <a:t>70°</a:t>
            </a:r>
            <a:endParaRPr sz="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850" spc="-5" dirty="0">
                <a:solidFill>
                  <a:srgbClr val="231F20"/>
                </a:solidFill>
                <a:latin typeface="Georgia"/>
                <a:cs typeface="Georgia"/>
              </a:rPr>
              <a:t>M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8701" y="7296398"/>
            <a:ext cx="603758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tiçgenlerin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açı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ölçtilerini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dikkate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aldığımızda,</a:t>
            </a:r>
            <a:endParaRPr sz="10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900"/>
              </a:spcBef>
            </a:pPr>
            <a:r>
              <a:rPr sz="1000" i="1" spc="-305" dirty="0">
                <a:solidFill>
                  <a:srgbClr val="231F20"/>
                </a:solidFill>
                <a:latin typeface="Arial"/>
                <a:cs typeface="Arial"/>
              </a:rPr>
              <a:t>s(A</a:t>
            </a:r>
            <a:r>
              <a:rPr sz="1500" spc="-45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33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30" dirty="0">
                <a:solidFill>
                  <a:srgbClr val="231F20"/>
                </a:solidFill>
                <a:latin typeface="Arial"/>
                <a:cs typeface="Arial"/>
              </a:rPr>
              <a:t>s(M</a:t>
            </a:r>
            <a:r>
              <a:rPr sz="1500" spc="-494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51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), 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05" dirty="0">
                <a:solidFill>
                  <a:srgbClr val="231F20"/>
                </a:solidFill>
                <a:latin typeface="Arial"/>
                <a:cs typeface="Arial"/>
              </a:rPr>
              <a:t>s(B</a:t>
            </a:r>
            <a:r>
              <a:rPr sz="1500" spc="-45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33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275" dirty="0">
                <a:solidFill>
                  <a:srgbClr val="231F20"/>
                </a:solidFill>
                <a:latin typeface="Arial"/>
                <a:cs typeface="Arial"/>
              </a:rPr>
              <a:t>s(L</a:t>
            </a:r>
            <a:r>
              <a:rPr sz="1500" spc="-412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345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1000" i="1" spc="3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 </a:t>
            </a:r>
            <a:r>
              <a:rPr sz="1000" i="1" spc="3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20" dirty="0">
                <a:solidFill>
                  <a:srgbClr val="231F20"/>
                </a:solidFill>
                <a:latin typeface="Arial"/>
                <a:cs typeface="Arial"/>
              </a:rPr>
              <a:t>s(C</a:t>
            </a:r>
            <a:r>
              <a:rPr sz="1500" spc="-480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532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05" dirty="0">
                <a:solidFill>
                  <a:srgbClr val="231F20"/>
                </a:solidFill>
                <a:latin typeface="Arial"/>
                <a:cs typeface="Arial"/>
              </a:rPr>
              <a:t>s(K</a:t>
            </a:r>
            <a:r>
              <a:rPr sz="1500" spc="-45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33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olduğuna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göre,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MLK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tiçgenleri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benzerdir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diğer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bir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ifadeyle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415" dirty="0">
                <a:solidFill>
                  <a:srgbClr val="231F20"/>
                </a:solidFill>
                <a:latin typeface="Arial"/>
                <a:cs typeface="Arial"/>
              </a:rPr>
              <a:t>AB</a:t>
            </a:r>
            <a:r>
              <a:rPr sz="1500" spc="-622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◊</a:t>
            </a:r>
            <a:r>
              <a:rPr sz="1500" spc="412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~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35" dirty="0">
                <a:solidFill>
                  <a:srgbClr val="231F20"/>
                </a:solidFill>
                <a:latin typeface="Arial"/>
                <a:cs typeface="Arial"/>
              </a:rPr>
              <a:t>ML</a:t>
            </a:r>
            <a:r>
              <a:rPr sz="1500" spc="-502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◊</a:t>
            </a:r>
            <a:r>
              <a:rPr sz="1500" spc="165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denir.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44173" y="719995"/>
            <a:ext cx="6756400" cy="347980"/>
            <a:chOff x="444173" y="719995"/>
            <a:chExt cx="6756400" cy="347980"/>
          </a:xfrm>
        </p:grpSpPr>
        <p:sp>
          <p:nvSpPr>
            <p:cNvPr id="48" name="object 48"/>
            <p:cNvSpPr/>
            <p:nvPr/>
          </p:nvSpPr>
          <p:spPr>
            <a:xfrm>
              <a:off x="564821" y="893756"/>
              <a:ext cx="6635750" cy="0"/>
            </a:xfrm>
            <a:custGeom>
              <a:avLst/>
              <a:gdLst/>
              <a:ahLst/>
              <a:cxnLst/>
              <a:rect l="l" t="t" r="r" b="b"/>
              <a:pathLst>
                <a:path w="6635750">
                  <a:moveTo>
                    <a:pt x="663517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4173" y="719995"/>
              <a:ext cx="1445895" cy="347980"/>
            </a:xfrm>
            <a:custGeom>
              <a:avLst/>
              <a:gdLst/>
              <a:ahLst/>
              <a:cxnLst/>
              <a:rect l="l" t="t" r="r" b="b"/>
              <a:pathLst>
                <a:path w="1445895" h="347980">
                  <a:moveTo>
                    <a:pt x="14229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422971" y="347522"/>
                  </a:lnTo>
                  <a:lnTo>
                    <a:pt x="1432476" y="305340"/>
                  </a:lnTo>
                  <a:lnTo>
                    <a:pt x="1439556" y="262304"/>
                  </a:lnTo>
                  <a:lnTo>
                    <a:pt x="1443975" y="218437"/>
                  </a:lnTo>
                  <a:lnTo>
                    <a:pt x="1445501" y="173761"/>
                  </a:lnTo>
                  <a:lnTo>
                    <a:pt x="1443975" y="129091"/>
                  </a:lnTo>
                  <a:lnTo>
                    <a:pt x="1439556" y="85223"/>
                  </a:lnTo>
                  <a:lnTo>
                    <a:pt x="1432476" y="42184"/>
                  </a:lnTo>
                  <a:lnTo>
                    <a:pt x="1422971" y="0"/>
                  </a:lnTo>
                  <a:close/>
                </a:path>
              </a:pathLst>
            </a:custGeom>
            <a:solidFill>
              <a:srgbClr val="006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893796" y="769843"/>
            <a:ext cx="535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165" dirty="0">
                <a:solidFill>
                  <a:srgbClr val="FFFFFF"/>
                </a:solidFill>
                <a:latin typeface="Times New Roman"/>
                <a:cs typeface="Times New Roman"/>
              </a:rPr>
              <a:t>ÖRNEK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740462" y="9374982"/>
            <a:ext cx="25844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55" dirty="0">
                <a:solidFill>
                  <a:srgbClr val="FFFFFF"/>
                </a:solidFill>
                <a:latin typeface="Arial"/>
                <a:cs typeface="Arial"/>
              </a:rPr>
              <a:t>30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0872" y="1361423"/>
            <a:ext cx="1243330" cy="583565"/>
            <a:chOff x="1190872" y="1361423"/>
            <a:chExt cx="1243330" cy="583565"/>
          </a:xfrm>
        </p:grpSpPr>
        <p:sp>
          <p:nvSpPr>
            <p:cNvPr id="11" name="object 11"/>
            <p:cNvSpPr/>
            <p:nvPr/>
          </p:nvSpPr>
          <p:spPr>
            <a:xfrm>
              <a:off x="1713497" y="1394835"/>
              <a:ext cx="67310" cy="19685"/>
            </a:xfrm>
            <a:custGeom>
              <a:avLst/>
              <a:gdLst/>
              <a:ahLst/>
              <a:cxnLst/>
              <a:rect l="l" t="t" r="r" b="b"/>
              <a:pathLst>
                <a:path w="67310" h="19684">
                  <a:moveTo>
                    <a:pt x="67056" y="0"/>
                  </a:moveTo>
                  <a:lnTo>
                    <a:pt x="47477" y="14485"/>
                  </a:lnTo>
                  <a:lnTo>
                    <a:pt x="33966" y="19535"/>
                  </a:lnTo>
                  <a:lnTo>
                    <a:pt x="20235" y="15351"/>
                  </a:lnTo>
                  <a:lnTo>
                    <a:pt x="0" y="2133"/>
                  </a:lnTo>
                </a:path>
              </a:pathLst>
            </a:custGeom>
            <a:ln w="521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37389" y="1380625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7810" y="0"/>
                  </a:moveTo>
                  <a:lnTo>
                    <a:pt x="3733" y="1041"/>
                  </a:lnTo>
                  <a:lnTo>
                    <a:pt x="0" y="7353"/>
                  </a:lnTo>
                  <a:lnTo>
                    <a:pt x="1041" y="11417"/>
                  </a:lnTo>
                  <a:lnTo>
                    <a:pt x="4203" y="13284"/>
                  </a:lnTo>
                  <a:lnTo>
                    <a:pt x="7353" y="15151"/>
                  </a:lnTo>
                  <a:lnTo>
                    <a:pt x="11429" y="14109"/>
                  </a:lnTo>
                  <a:lnTo>
                    <a:pt x="15163" y="7797"/>
                  </a:lnTo>
                  <a:lnTo>
                    <a:pt x="14109" y="3733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34629" y="1862846"/>
              <a:ext cx="33655" cy="57785"/>
            </a:xfrm>
            <a:custGeom>
              <a:avLst/>
              <a:gdLst/>
              <a:ahLst/>
              <a:cxnLst/>
              <a:rect l="l" t="t" r="r" b="b"/>
              <a:pathLst>
                <a:path w="33655" h="57785">
                  <a:moveTo>
                    <a:pt x="33108" y="5930"/>
                  </a:moveTo>
                  <a:lnTo>
                    <a:pt x="20694" y="20824"/>
                  </a:lnTo>
                  <a:lnTo>
                    <a:pt x="14281" y="31161"/>
                  </a:lnTo>
                  <a:lnTo>
                    <a:pt x="11820" y="41776"/>
                  </a:lnTo>
                  <a:lnTo>
                    <a:pt x="11264" y="57505"/>
                  </a:lnTo>
                </a:path>
                <a:path w="33655" h="57785">
                  <a:moveTo>
                    <a:pt x="25488" y="0"/>
                  </a:moveTo>
                  <a:lnTo>
                    <a:pt x="11717" y="13172"/>
                  </a:lnTo>
                  <a:lnTo>
                    <a:pt x="4471" y="23418"/>
                  </a:lnTo>
                  <a:lnTo>
                    <a:pt x="1362" y="36008"/>
                  </a:lnTo>
                  <a:lnTo>
                    <a:pt x="0" y="5621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94047" y="1364598"/>
              <a:ext cx="1236980" cy="555625"/>
            </a:xfrm>
            <a:custGeom>
              <a:avLst/>
              <a:gdLst/>
              <a:ahLst/>
              <a:cxnLst/>
              <a:rect l="l" t="t" r="r" b="b"/>
              <a:pathLst>
                <a:path w="1236980" h="555625">
                  <a:moveTo>
                    <a:pt x="0" y="555104"/>
                  </a:moveTo>
                  <a:lnTo>
                    <a:pt x="1236700" y="555104"/>
                  </a:lnTo>
                  <a:lnTo>
                    <a:pt x="549935" y="0"/>
                  </a:lnTo>
                  <a:lnTo>
                    <a:pt x="0" y="555104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41752" y="1871069"/>
              <a:ext cx="27940" cy="48895"/>
            </a:xfrm>
            <a:custGeom>
              <a:avLst/>
              <a:gdLst/>
              <a:ahLst/>
              <a:cxnLst/>
              <a:rect l="l" t="t" r="r" b="b"/>
              <a:pathLst>
                <a:path w="27940" h="48894">
                  <a:moveTo>
                    <a:pt x="15278" y="48399"/>
                  </a:moveTo>
                  <a:lnTo>
                    <a:pt x="16603" y="32234"/>
                  </a:lnTo>
                  <a:lnTo>
                    <a:pt x="15641" y="21804"/>
                  </a:lnTo>
                  <a:lnTo>
                    <a:pt x="11129" y="12572"/>
                  </a:lnTo>
                  <a:lnTo>
                    <a:pt x="1803" y="0"/>
                  </a:lnTo>
                </a:path>
                <a:path w="27940" h="48894">
                  <a:moveTo>
                    <a:pt x="0" y="28244"/>
                  </a:moveTo>
                  <a:lnTo>
                    <a:pt x="27787" y="17538"/>
                  </a:lnTo>
                </a:path>
              </a:pathLst>
            </a:custGeom>
            <a:ln w="387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47034" y="1613032"/>
              <a:ext cx="357505" cy="328930"/>
            </a:xfrm>
            <a:custGeom>
              <a:avLst/>
              <a:gdLst/>
              <a:ahLst/>
              <a:cxnLst/>
              <a:rect l="l" t="t" r="r" b="b"/>
              <a:pathLst>
                <a:path w="357505" h="328930">
                  <a:moveTo>
                    <a:pt x="26784" y="283464"/>
                  </a:moveTo>
                  <a:lnTo>
                    <a:pt x="0" y="328587"/>
                  </a:lnTo>
                </a:path>
                <a:path w="357505" h="328930">
                  <a:moveTo>
                    <a:pt x="349504" y="0"/>
                  </a:moveTo>
                  <a:lnTo>
                    <a:pt x="322719" y="45123"/>
                  </a:lnTo>
                </a:path>
                <a:path w="357505" h="328930">
                  <a:moveTo>
                    <a:pt x="356946" y="12255"/>
                  </a:moveTo>
                  <a:lnTo>
                    <a:pt x="330161" y="57365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77787" y="1841919"/>
            <a:ext cx="1092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90" dirty="0">
                <a:solidFill>
                  <a:srgbClr val="231F20"/>
                </a:solidFill>
                <a:latin typeface="Trebuchet MS"/>
                <a:cs typeface="Trebuchet MS"/>
              </a:rPr>
              <a:t>P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34147" y="184191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70" dirty="0">
                <a:solidFill>
                  <a:srgbClr val="231F20"/>
                </a:solidFill>
                <a:latin typeface="Trebuchet MS"/>
                <a:cs typeface="Trebuchet MS"/>
              </a:rPr>
              <a:t>S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77032" y="1889540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55" dirty="0">
                <a:solidFill>
                  <a:srgbClr val="231F20"/>
                </a:solidFill>
                <a:latin typeface="Trebuchet MS"/>
                <a:cs typeface="Trebuchet MS"/>
              </a:rPr>
              <a:t>Y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7316" y="700461"/>
            <a:ext cx="6685915" cy="77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40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Benzer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tiçgenlerin,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 eşit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açılarının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karşısındaki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kenar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uzunlukları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eşitse,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tiçgenler</a:t>
            </a:r>
            <a:r>
              <a:rPr sz="1000" i="1" spc="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EC008C"/>
                </a:solidFill>
                <a:latin typeface="Verdana"/>
                <a:cs typeface="Verdana"/>
              </a:rPr>
              <a:t>eş</a:t>
            </a:r>
            <a:r>
              <a:rPr sz="1000" i="1" spc="7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EC008C"/>
                </a:solidFill>
                <a:latin typeface="Verdana"/>
                <a:cs typeface="Verdana"/>
              </a:rPr>
              <a:t>tiçgen-</a:t>
            </a:r>
            <a:endParaRPr sz="1000">
              <a:latin typeface="Verdana"/>
              <a:cs typeface="Verdana"/>
            </a:endParaRPr>
          </a:p>
          <a:p>
            <a:pPr marL="192405">
              <a:lnSpc>
                <a:spcPct val="100000"/>
              </a:lnSpc>
              <a:spcBef>
                <a:spcPts val="1010"/>
              </a:spcBef>
            </a:pPr>
            <a:r>
              <a:rPr sz="1000" i="1" spc="70" dirty="0">
                <a:solidFill>
                  <a:srgbClr val="EC008C"/>
                </a:solidFill>
                <a:latin typeface="Verdana"/>
                <a:cs typeface="Verdana"/>
              </a:rPr>
              <a:t>ler</a:t>
            </a:r>
            <a:r>
              <a:rPr sz="1000" i="1" spc="100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olurlar.</a:t>
            </a:r>
            <a:endParaRPr sz="1000">
              <a:latin typeface="Verdana"/>
              <a:cs typeface="Verdana"/>
            </a:endParaRPr>
          </a:p>
          <a:p>
            <a:pPr marR="3194050" algn="ctr">
              <a:lnSpc>
                <a:spcPts val="880"/>
              </a:lnSpc>
              <a:spcBef>
                <a:spcPts val="750"/>
              </a:spcBef>
              <a:tabLst>
                <a:tab pos="1380490" algn="l"/>
              </a:tabLst>
            </a:pPr>
            <a:r>
              <a:rPr sz="1275" i="1" spc="217" baseline="3267" dirty="0">
                <a:solidFill>
                  <a:srgbClr val="231F20"/>
                </a:solidFill>
                <a:latin typeface="Trebuchet MS"/>
                <a:cs typeface="Trebuchet MS"/>
              </a:rPr>
              <a:t>R	</a:t>
            </a:r>
            <a:r>
              <a:rPr sz="850" i="1" spc="125" dirty="0">
                <a:solidFill>
                  <a:srgbClr val="231F20"/>
                </a:solidFill>
                <a:latin typeface="Trebuchet MS"/>
                <a:cs typeface="Trebuchet MS"/>
              </a:rPr>
              <a:t>V</a:t>
            </a:r>
            <a:endParaRPr sz="850">
              <a:latin typeface="Trebuchet MS"/>
              <a:cs typeface="Trebuchet MS"/>
            </a:endParaRPr>
          </a:p>
          <a:p>
            <a:pPr marL="899794" algn="ctr">
              <a:lnSpc>
                <a:spcPts val="880"/>
              </a:lnSpc>
            </a:pPr>
            <a:r>
              <a:rPr sz="850" i="1" spc="185" dirty="0">
                <a:solidFill>
                  <a:srgbClr val="231F20"/>
                </a:solidFill>
                <a:latin typeface="Trebuchet MS"/>
                <a:cs typeface="Trebuchet MS"/>
              </a:rPr>
              <a:t>Z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195372" y="1291112"/>
            <a:ext cx="1239520" cy="612140"/>
            <a:chOff x="3195372" y="1291112"/>
            <a:chExt cx="1239520" cy="612140"/>
          </a:xfrm>
        </p:grpSpPr>
        <p:sp>
          <p:nvSpPr>
            <p:cNvPr id="22" name="object 22"/>
            <p:cNvSpPr/>
            <p:nvPr/>
          </p:nvSpPr>
          <p:spPr>
            <a:xfrm>
              <a:off x="3807092" y="1849950"/>
              <a:ext cx="67310" cy="20320"/>
            </a:xfrm>
            <a:custGeom>
              <a:avLst/>
              <a:gdLst/>
              <a:ahLst/>
              <a:cxnLst/>
              <a:rect l="l" t="t" r="r" b="b"/>
              <a:pathLst>
                <a:path w="67310" h="20319">
                  <a:moveTo>
                    <a:pt x="0" y="16965"/>
                  </a:moveTo>
                  <a:lnTo>
                    <a:pt x="20628" y="4010"/>
                  </a:lnTo>
                  <a:lnTo>
                    <a:pt x="34485" y="0"/>
                  </a:lnTo>
                  <a:lnTo>
                    <a:pt x="47854" y="5212"/>
                  </a:lnTo>
                  <a:lnTo>
                    <a:pt x="67017" y="19924"/>
                  </a:lnTo>
                </a:path>
              </a:pathLst>
            </a:custGeom>
            <a:ln w="521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34537" y="1868712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8331" y="0"/>
                  </a:moveTo>
                  <a:lnTo>
                    <a:pt x="4190" y="723"/>
                  </a:lnTo>
                  <a:lnTo>
                    <a:pt x="0" y="6730"/>
                  </a:lnTo>
                  <a:lnTo>
                    <a:pt x="723" y="10871"/>
                  </a:lnTo>
                  <a:lnTo>
                    <a:pt x="6730" y="15074"/>
                  </a:lnTo>
                  <a:lnTo>
                    <a:pt x="10871" y="14338"/>
                  </a:lnTo>
                  <a:lnTo>
                    <a:pt x="15074" y="8331"/>
                  </a:lnTo>
                  <a:lnTo>
                    <a:pt x="14338" y="4190"/>
                  </a:lnTo>
                  <a:lnTo>
                    <a:pt x="11328" y="2095"/>
                  </a:lnTo>
                  <a:lnTo>
                    <a:pt x="833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57513" y="1300079"/>
              <a:ext cx="36830" cy="56515"/>
            </a:xfrm>
            <a:custGeom>
              <a:avLst/>
              <a:gdLst/>
              <a:ahLst/>
              <a:cxnLst/>
              <a:rect l="l" t="t" r="r" b="b"/>
              <a:pathLst>
                <a:path w="36829" h="56515">
                  <a:moveTo>
                    <a:pt x="0" y="49771"/>
                  </a:moveTo>
                  <a:lnTo>
                    <a:pt x="13495" y="35856"/>
                  </a:lnTo>
                  <a:lnTo>
                    <a:pt x="20669" y="26033"/>
                  </a:lnTo>
                  <a:lnTo>
                    <a:pt x="23927" y="15636"/>
                  </a:lnTo>
                  <a:lnTo>
                    <a:pt x="25679" y="0"/>
                  </a:lnTo>
                </a:path>
                <a:path w="36829" h="56515">
                  <a:moveTo>
                    <a:pt x="7137" y="56260"/>
                  </a:moveTo>
                  <a:lnTo>
                    <a:pt x="21874" y="44178"/>
                  </a:lnTo>
                  <a:lnTo>
                    <a:pt x="29878" y="34512"/>
                  </a:lnTo>
                  <a:lnTo>
                    <a:pt x="33931" y="22188"/>
                  </a:lnTo>
                  <a:lnTo>
                    <a:pt x="36817" y="2133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98547" y="1294287"/>
              <a:ext cx="1233170" cy="605790"/>
            </a:xfrm>
            <a:custGeom>
              <a:avLst/>
              <a:gdLst/>
              <a:ahLst/>
              <a:cxnLst/>
              <a:rect l="l" t="t" r="r" b="b"/>
              <a:pathLst>
                <a:path w="1233170" h="605789">
                  <a:moveTo>
                    <a:pt x="1233144" y="93713"/>
                  </a:moveTo>
                  <a:lnTo>
                    <a:pt x="0" y="0"/>
                  </a:lnTo>
                  <a:lnTo>
                    <a:pt x="642734" y="605561"/>
                  </a:lnTo>
                  <a:lnTo>
                    <a:pt x="1233144" y="93713"/>
                  </a:lnTo>
                  <a:close/>
                </a:path>
              </a:pathLst>
            </a:custGeom>
            <a:ln w="6349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54056" y="1383447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30">
                  <a:moveTo>
                    <a:pt x="14808" y="0"/>
                  </a:moveTo>
                  <a:lnTo>
                    <a:pt x="12260" y="16022"/>
                  </a:lnTo>
                  <a:lnTo>
                    <a:pt x="12428" y="26496"/>
                  </a:lnTo>
                  <a:lnTo>
                    <a:pt x="16228" y="36045"/>
                  </a:lnTo>
                  <a:lnTo>
                    <a:pt x="24574" y="49288"/>
                  </a:lnTo>
                </a:path>
                <a:path w="28575" h="49530">
                  <a:moveTo>
                    <a:pt x="28511" y="21259"/>
                  </a:moveTo>
                  <a:lnTo>
                    <a:pt x="0" y="29832"/>
                  </a:lnTo>
                </a:path>
              </a:pathLst>
            </a:custGeom>
            <a:ln w="387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23603" y="1318213"/>
              <a:ext cx="620395" cy="370205"/>
            </a:xfrm>
            <a:custGeom>
              <a:avLst/>
              <a:gdLst/>
              <a:ahLst/>
              <a:cxnLst/>
              <a:rect l="l" t="t" r="r" b="b"/>
              <a:pathLst>
                <a:path w="620395" h="370205">
                  <a:moveTo>
                    <a:pt x="313563" y="0"/>
                  </a:moveTo>
                  <a:lnTo>
                    <a:pt x="298018" y="50114"/>
                  </a:lnTo>
                </a:path>
                <a:path w="620395" h="370205">
                  <a:moveTo>
                    <a:pt x="15544" y="261645"/>
                  </a:moveTo>
                  <a:lnTo>
                    <a:pt x="0" y="311772"/>
                  </a:lnTo>
                </a:path>
                <a:path w="620395" h="370205">
                  <a:moveTo>
                    <a:pt x="25641" y="271818"/>
                  </a:moveTo>
                  <a:lnTo>
                    <a:pt x="10096" y="321945"/>
                  </a:lnTo>
                </a:path>
                <a:path w="620395" h="370205">
                  <a:moveTo>
                    <a:pt x="575094" y="324307"/>
                  </a:moveTo>
                  <a:lnTo>
                    <a:pt x="600748" y="370103"/>
                  </a:lnTo>
                </a:path>
                <a:path w="620395" h="370205">
                  <a:moveTo>
                    <a:pt x="584225" y="318389"/>
                  </a:moveTo>
                  <a:lnTo>
                    <a:pt x="609866" y="364185"/>
                  </a:lnTo>
                </a:path>
                <a:path w="620395" h="370205">
                  <a:moveTo>
                    <a:pt x="594321" y="312623"/>
                  </a:moveTo>
                  <a:lnTo>
                    <a:pt x="619963" y="358419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1430999" y="1628474"/>
            <a:ext cx="47625" cy="57150"/>
          </a:xfrm>
          <a:custGeom>
            <a:avLst/>
            <a:gdLst/>
            <a:ahLst/>
            <a:cxnLst/>
            <a:rect l="l" t="t" r="r" b="b"/>
            <a:pathLst>
              <a:path w="47625" h="57150">
                <a:moveTo>
                  <a:pt x="0" y="13246"/>
                </a:moveTo>
                <a:lnTo>
                  <a:pt x="29362" y="56743"/>
                </a:lnTo>
              </a:path>
              <a:path w="47625" h="57150">
                <a:moveTo>
                  <a:pt x="8610" y="6578"/>
                </a:moveTo>
                <a:lnTo>
                  <a:pt x="37960" y="50076"/>
                </a:lnTo>
              </a:path>
              <a:path w="47625" h="57150">
                <a:moveTo>
                  <a:pt x="18186" y="0"/>
                </a:moveTo>
                <a:lnTo>
                  <a:pt x="47548" y="43497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312798" y="2233074"/>
            <a:ext cx="896619" cy="749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Z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endParaRPr sz="10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030"/>
              </a:spcBef>
            </a:pP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Y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endParaRPr sz="10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030"/>
              </a:spcBef>
            </a:pP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13949" y="2237161"/>
            <a:ext cx="726440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30" dirty="0">
                <a:solidFill>
                  <a:srgbClr val="231F20"/>
                </a:solidFill>
                <a:latin typeface="Verdana"/>
                <a:cs typeface="Verdana"/>
              </a:rPr>
              <a:t>|</a:t>
            </a:r>
            <a:r>
              <a:rPr sz="1000" i="1" spc="-90" dirty="0">
                <a:solidFill>
                  <a:srgbClr val="231F20"/>
                </a:solidFill>
                <a:latin typeface="Verdana"/>
                <a:cs typeface="Verdana"/>
              </a:rPr>
              <a:t>P</a:t>
            </a:r>
            <a:r>
              <a:rPr sz="1000" i="1" spc="-60" dirty="0">
                <a:solidFill>
                  <a:srgbClr val="231F20"/>
                </a:solidFill>
                <a:latin typeface="Verdana"/>
                <a:cs typeface="Verdana"/>
              </a:rPr>
              <a:t>S|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75" dirty="0">
                <a:solidFill>
                  <a:srgbClr val="231F20"/>
                </a:solidFill>
                <a:latin typeface="Verdana"/>
                <a:cs typeface="Verdana"/>
              </a:rPr>
              <a:t>|</a:t>
            </a:r>
            <a:r>
              <a:rPr sz="1000" i="1" spc="-160" dirty="0">
                <a:solidFill>
                  <a:srgbClr val="231F20"/>
                </a:solidFill>
                <a:latin typeface="Verdana"/>
                <a:cs typeface="Verdana"/>
              </a:rPr>
              <a:t>V</a:t>
            </a:r>
            <a:r>
              <a:rPr sz="1000" i="1" spc="-75" dirty="0">
                <a:solidFill>
                  <a:srgbClr val="231F20"/>
                </a:solidFill>
                <a:latin typeface="Verdana"/>
                <a:cs typeface="Verdana"/>
              </a:rPr>
              <a:t>Z|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000" i="1" spc="-75" dirty="0">
                <a:solidFill>
                  <a:srgbClr val="231F20"/>
                </a:solidFill>
                <a:latin typeface="Verdana"/>
                <a:cs typeface="Verdana"/>
              </a:rPr>
              <a:t>|RS|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70" dirty="0">
                <a:solidFill>
                  <a:srgbClr val="231F20"/>
                </a:solidFill>
                <a:latin typeface="Verdana"/>
                <a:cs typeface="Verdana"/>
              </a:rPr>
              <a:t>|VY|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000" i="1" spc="-60" dirty="0">
                <a:solidFill>
                  <a:srgbClr val="231F20"/>
                </a:solidFill>
                <a:latin typeface="Verdana"/>
                <a:cs typeface="Verdana"/>
              </a:rPr>
              <a:t>|PR|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Verdana"/>
                <a:cs typeface="Verdana"/>
              </a:rPr>
              <a:t>|YZ|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90158" y="2520371"/>
            <a:ext cx="1771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60" dirty="0">
                <a:solidFill>
                  <a:srgbClr val="231F20"/>
                </a:solidFill>
                <a:latin typeface="Verdana"/>
                <a:cs typeface="Verdana"/>
              </a:rPr>
              <a:t>v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05330" y="2803581"/>
            <a:ext cx="3168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olur.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7301" y="3120050"/>
            <a:ext cx="6506209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3195">
              <a:lnSpc>
                <a:spcPts val="985"/>
              </a:lnSpc>
              <a:spcBef>
                <a:spcPts val="100"/>
              </a:spcBef>
              <a:tabLst>
                <a:tab pos="1936750" algn="l"/>
              </a:tabLst>
            </a:pPr>
            <a:r>
              <a:rPr sz="1000" spc="994" dirty="0">
                <a:solidFill>
                  <a:srgbClr val="231F20"/>
                </a:solidFill>
                <a:latin typeface="Tahoma"/>
                <a:cs typeface="Tahoma"/>
              </a:rPr>
              <a:t>&amp;	</a:t>
            </a:r>
            <a:r>
              <a:rPr sz="1500" spc="1492" baseline="2777" dirty="0">
                <a:solidFill>
                  <a:srgbClr val="231F20"/>
                </a:solidFill>
                <a:latin typeface="Tahoma"/>
                <a:cs typeface="Tahoma"/>
              </a:rPr>
              <a:t>&amp;</a:t>
            </a:r>
            <a:endParaRPr sz="1500" baseline="2777">
              <a:latin typeface="Tahoma"/>
              <a:cs typeface="Tahoma"/>
            </a:endParaRPr>
          </a:p>
          <a:p>
            <a:pPr marL="12700">
              <a:lnSpc>
                <a:spcPts val="985"/>
              </a:lnSpc>
            </a:pP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i="1" spc="1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durum</a:t>
            </a:r>
            <a:r>
              <a:rPr sz="1000" i="1" spc="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sembolle</a:t>
            </a:r>
            <a:r>
              <a:rPr sz="1000" i="1" spc="2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PRS</a:t>
            </a:r>
            <a:r>
              <a:rPr sz="1000" i="1" spc="2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455" dirty="0">
                <a:solidFill>
                  <a:srgbClr val="EC008C"/>
                </a:solidFill>
                <a:latin typeface="Lucida Sans Unicode"/>
                <a:cs typeface="Lucida Sans Unicode"/>
              </a:rPr>
              <a:t>�</a:t>
            </a:r>
            <a:r>
              <a:rPr sz="1000" spc="245" dirty="0">
                <a:solidFill>
                  <a:srgbClr val="EC008C"/>
                </a:solidFill>
                <a:latin typeface="Lucida Sans Unicode"/>
                <a:cs typeface="Lucida Sans Unicode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ZYV</a:t>
            </a:r>
            <a:r>
              <a:rPr sz="1000" i="1" spc="2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şeklinden</a:t>
            </a:r>
            <a:r>
              <a:rPr sz="1000" i="1" spc="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gösterilir</a:t>
            </a:r>
            <a:r>
              <a:rPr sz="1000" i="1" spc="1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i="1" spc="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"PRS</a:t>
            </a:r>
            <a:r>
              <a:rPr sz="1000" i="1" spc="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tiçgeni</a:t>
            </a:r>
            <a:r>
              <a:rPr sz="1000" i="1" spc="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Verdana"/>
                <a:cs typeface="Verdana"/>
              </a:rPr>
              <a:t>ZYV</a:t>
            </a:r>
            <a:r>
              <a:rPr sz="1000" i="1" spc="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tiçgenine</a:t>
            </a:r>
            <a:r>
              <a:rPr sz="1000" i="1" spc="10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eştir"</a:t>
            </a:r>
            <a:r>
              <a:rPr sz="1000" i="1" spc="10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diye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okunur.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Ayrıca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eşlik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sembolti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04" dirty="0">
                <a:solidFill>
                  <a:srgbClr val="EC008C"/>
                </a:solidFill>
                <a:latin typeface="Verdana"/>
                <a:cs typeface="Verdana"/>
              </a:rPr>
              <a:t>"</a:t>
            </a:r>
            <a:r>
              <a:rPr sz="1000" spc="-204" dirty="0">
                <a:solidFill>
                  <a:srgbClr val="EC008C"/>
                </a:solidFill>
                <a:latin typeface="Lucida Sans Unicode"/>
                <a:cs typeface="Lucida Sans Unicode"/>
              </a:rPr>
              <a:t>�</a:t>
            </a:r>
            <a:r>
              <a:rPr sz="1000" i="1" spc="-204" dirty="0">
                <a:solidFill>
                  <a:srgbClr val="EC008C"/>
                </a:solidFill>
                <a:latin typeface="Verdana"/>
                <a:cs typeface="Verdana"/>
              </a:rPr>
              <a:t>"</a:t>
            </a:r>
            <a:r>
              <a:rPr sz="1000" i="1" spc="15" dirty="0">
                <a:solidFill>
                  <a:srgbClr val="EC008C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kullanılırken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eş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açılarının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sıralanışına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dikkat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Verdana"/>
                <a:cs typeface="Verdana"/>
              </a:rPr>
              <a:t>edilebilir.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845368" y="623271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914400"/>
                </a:moveTo>
                <a:lnTo>
                  <a:pt x="0" y="0"/>
                </a:lnTo>
                <a:lnTo>
                  <a:pt x="914400" y="127000"/>
                </a:lnTo>
                <a:lnTo>
                  <a:pt x="914400" y="914400"/>
                </a:lnTo>
                <a:close/>
              </a:path>
            </a:pathLst>
          </a:custGeom>
          <a:ln w="6350">
            <a:solidFill>
              <a:srgbClr val="E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338699" y="6232710"/>
            <a:ext cx="1359535" cy="867410"/>
          </a:xfrm>
          <a:custGeom>
            <a:avLst/>
            <a:gdLst/>
            <a:ahLst/>
            <a:cxnLst/>
            <a:rect l="l" t="t" r="r" b="b"/>
            <a:pathLst>
              <a:path w="1359535" h="867409">
                <a:moveTo>
                  <a:pt x="0" y="0"/>
                </a:moveTo>
                <a:lnTo>
                  <a:pt x="354152" y="867003"/>
                </a:lnTo>
                <a:lnTo>
                  <a:pt x="1358912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6A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658841" y="6824314"/>
            <a:ext cx="2108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5" dirty="0">
                <a:solidFill>
                  <a:srgbClr val="231F20"/>
                </a:solidFill>
                <a:latin typeface="Georgia"/>
                <a:cs typeface="Georgia"/>
              </a:rPr>
              <a:t>72°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39922" y="6280354"/>
            <a:ext cx="21971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55" dirty="0">
                <a:solidFill>
                  <a:srgbClr val="231F20"/>
                </a:solidFill>
                <a:latin typeface="Georgia"/>
                <a:cs typeface="Georgia"/>
              </a:rPr>
              <a:t>40°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01647" y="6670861"/>
            <a:ext cx="32385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45" dirty="0">
                <a:solidFill>
                  <a:srgbClr val="231F20"/>
                </a:solidFill>
                <a:latin typeface="Georgia"/>
                <a:cs typeface="Georgia"/>
              </a:rPr>
              <a:t>5</a:t>
            </a:r>
            <a:r>
              <a:rPr sz="850" spc="135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95" dirty="0">
                <a:solidFill>
                  <a:srgbClr val="231F20"/>
                </a:solidFill>
                <a:latin typeface="Georgia"/>
                <a:cs typeface="Georgia"/>
              </a:rPr>
              <a:t>cm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5405" y="5441410"/>
            <a:ext cx="4561205" cy="870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PRS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0" dirty="0">
                <a:solidFill>
                  <a:srgbClr val="231F20"/>
                </a:solidFill>
                <a:latin typeface="Arial"/>
                <a:cs typeface="Arial"/>
              </a:rPr>
              <a:t>YTZ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tiçgenleri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arasından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5" dirty="0">
                <a:solidFill>
                  <a:srgbClr val="231F20"/>
                </a:solidFill>
                <a:latin typeface="Arial"/>
                <a:cs typeface="Arial"/>
              </a:rPr>
              <a:t>PS</a:t>
            </a:r>
            <a:r>
              <a:rPr sz="1500" spc="-532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◊</a:t>
            </a:r>
            <a:r>
              <a:rPr sz="1500" spc="27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455" dirty="0">
                <a:solidFill>
                  <a:srgbClr val="231F20"/>
                </a:solidFill>
                <a:latin typeface="Lucida Sans Unicode"/>
                <a:cs typeface="Lucida Sans Unicode"/>
              </a:rPr>
              <a:t>�</a:t>
            </a:r>
            <a:r>
              <a:rPr sz="1000" spc="185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-335" dirty="0">
                <a:solidFill>
                  <a:srgbClr val="231F20"/>
                </a:solidFill>
                <a:latin typeface="Arial"/>
                <a:cs typeface="Arial"/>
              </a:rPr>
              <a:t>YT</a:t>
            </a:r>
            <a:r>
              <a:rPr sz="1500" spc="-502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◊</a:t>
            </a:r>
            <a:r>
              <a:rPr sz="1500" spc="412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Z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bağıntısı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veriliyor.</a:t>
            </a:r>
            <a:endParaRPr sz="10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065"/>
              </a:spcBef>
            </a:pP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Buna</a:t>
            </a:r>
            <a:r>
              <a:rPr sz="1000" b="1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95" dirty="0">
                <a:solidFill>
                  <a:srgbClr val="231F20"/>
                </a:solidFill>
                <a:latin typeface="Verdana"/>
                <a:cs typeface="Verdana"/>
              </a:rPr>
              <a:t>YTZ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üçgenine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90" dirty="0">
                <a:solidFill>
                  <a:srgbClr val="231F20"/>
                </a:solidFill>
                <a:latin typeface="Verdana"/>
                <a:cs typeface="Verdana"/>
              </a:rPr>
              <a:t>aitt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elemanların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ölçülerini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bulalım.</a:t>
            </a:r>
            <a:endParaRPr sz="1000">
              <a:latin typeface="Verdana"/>
              <a:cs typeface="Verdana"/>
            </a:endParaRPr>
          </a:p>
          <a:p>
            <a:pPr marL="2113280">
              <a:lnSpc>
                <a:spcPts val="925"/>
              </a:lnSpc>
              <a:spcBef>
                <a:spcPts val="1330"/>
              </a:spcBef>
            </a:pPr>
            <a:r>
              <a:rPr sz="850" spc="65" dirty="0">
                <a:solidFill>
                  <a:srgbClr val="231F20"/>
                </a:solidFill>
                <a:latin typeface="Georgia"/>
                <a:cs typeface="Georgia"/>
              </a:rPr>
              <a:t>13</a:t>
            </a:r>
            <a:r>
              <a:rPr sz="850" spc="155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95" dirty="0">
                <a:solidFill>
                  <a:srgbClr val="231F20"/>
                </a:solidFill>
                <a:latin typeface="Georgia"/>
                <a:cs typeface="Georgia"/>
              </a:rPr>
              <a:t>cm</a:t>
            </a:r>
            <a:endParaRPr sz="850">
              <a:latin typeface="Georgia"/>
              <a:cs typeface="Georgia"/>
            </a:endParaRPr>
          </a:p>
          <a:p>
            <a:pPr marL="1538605">
              <a:lnSpc>
                <a:spcPts val="925"/>
              </a:lnSpc>
              <a:tabLst>
                <a:tab pos="3049905" algn="l"/>
                <a:tab pos="4059554" algn="l"/>
              </a:tabLst>
            </a:pPr>
            <a:r>
              <a:rPr sz="850" spc="135" dirty="0">
                <a:solidFill>
                  <a:srgbClr val="231F20"/>
                </a:solidFill>
                <a:latin typeface="Georgia"/>
                <a:cs typeface="Georgia"/>
              </a:rPr>
              <a:t>P	</a:t>
            </a:r>
            <a:r>
              <a:rPr sz="850" spc="200" dirty="0">
                <a:solidFill>
                  <a:srgbClr val="231F20"/>
                </a:solidFill>
                <a:latin typeface="Georgia"/>
                <a:cs typeface="Georgia"/>
              </a:rPr>
              <a:t>S	</a:t>
            </a:r>
            <a:r>
              <a:rPr sz="850" spc="114" dirty="0">
                <a:solidFill>
                  <a:srgbClr val="231F20"/>
                </a:solidFill>
                <a:latin typeface="Georgia"/>
                <a:cs typeface="Georgia"/>
              </a:rPr>
              <a:t>Y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39806" y="7121660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45" dirty="0">
                <a:solidFill>
                  <a:srgbClr val="231F20"/>
                </a:solidFill>
                <a:latin typeface="Georgia"/>
                <a:cs typeface="Georgia"/>
              </a:rPr>
              <a:t>R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93491" y="6283429"/>
            <a:ext cx="11557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80" dirty="0">
                <a:solidFill>
                  <a:srgbClr val="231F20"/>
                </a:solidFill>
                <a:latin typeface="Georgia"/>
                <a:cs typeface="Georgia"/>
              </a:rPr>
              <a:t>T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93525" y="7083610"/>
            <a:ext cx="10858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40" dirty="0">
                <a:solidFill>
                  <a:srgbClr val="231F20"/>
                </a:solidFill>
                <a:latin typeface="Georgia"/>
                <a:cs typeface="Georgia"/>
              </a:rPr>
              <a:t>Z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01816" y="6655023"/>
            <a:ext cx="32258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75" dirty="0">
                <a:solidFill>
                  <a:srgbClr val="231F20"/>
                </a:solidFill>
                <a:latin typeface="Georgia"/>
                <a:cs typeface="Georgia"/>
              </a:rPr>
              <a:t>8</a:t>
            </a:r>
            <a:r>
              <a:rPr sz="850" spc="135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95" dirty="0">
                <a:solidFill>
                  <a:srgbClr val="231F20"/>
                </a:solidFill>
                <a:latin typeface="Georgia"/>
                <a:cs typeface="Georgia"/>
              </a:rPr>
              <a:t>cm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642884" y="6232710"/>
            <a:ext cx="887730" cy="775335"/>
          </a:xfrm>
          <a:custGeom>
            <a:avLst/>
            <a:gdLst/>
            <a:ahLst/>
            <a:cxnLst/>
            <a:rect l="l" t="t" r="r" b="b"/>
            <a:pathLst>
              <a:path w="887729" h="775334">
                <a:moveTo>
                  <a:pt x="793838" y="0"/>
                </a:moveTo>
                <a:lnTo>
                  <a:pt x="801303" y="71684"/>
                </a:lnTo>
                <a:lnTo>
                  <a:pt x="813552" y="110605"/>
                </a:lnTo>
                <a:lnTo>
                  <a:pt x="839369" y="130289"/>
                </a:lnTo>
                <a:lnTo>
                  <a:pt x="887539" y="144259"/>
                </a:lnTo>
              </a:path>
              <a:path w="887729" h="775334">
                <a:moveTo>
                  <a:pt x="0" y="744677"/>
                </a:moveTo>
                <a:lnTo>
                  <a:pt x="63423" y="728737"/>
                </a:lnTo>
                <a:lnTo>
                  <a:pt x="100907" y="726555"/>
                </a:lnTo>
                <a:lnTo>
                  <a:pt x="127162" y="740949"/>
                </a:lnTo>
                <a:lnTo>
                  <a:pt x="156895" y="774738"/>
                </a:lnTo>
              </a:path>
            </a:pathLst>
          </a:custGeom>
          <a:ln w="6350">
            <a:solidFill>
              <a:srgbClr val="006A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88103" y="7420609"/>
            <a:ext cx="6734809" cy="163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Ťlk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PRS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açısının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ölçtistinti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bulalım.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100"/>
              </a:spcBef>
            </a:pPr>
            <a:r>
              <a:rPr sz="1000" i="1" spc="-320" dirty="0">
                <a:solidFill>
                  <a:srgbClr val="231F20"/>
                </a:solidFill>
                <a:latin typeface="Arial"/>
                <a:cs typeface="Arial"/>
              </a:rPr>
              <a:t>s(R</a:t>
            </a:r>
            <a:r>
              <a:rPr sz="1500" spc="-480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465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20" dirty="0">
                <a:solidFill>
                  <a:srgbClr val="231F20"/>
                </a:solidFill>
                <a:latin typeface="Arial"/>
                <a:cs typeface="Arial"/>
              </a:rPr>
              <a:t>s(S</a:t>
            </a:r>
            <a:r>
              <a:rPr sz="1500" spc="-480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540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40°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72°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Arial"/>
                <a:cs typeface="Arial"/>
              </a:rPr>
              <a:t>112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100"/>
              </a:spcBef>
            </a:pPr>
            <a:r>
              <a:rPr sz="1000" i="1" spc="-305" dirty="0">
                <a:solidFill>
                  <a:srgbClr val="231F20"/>
                </a:solidFill>
                <a:latin typeface="Arial"/>
                <a:cs typeface="Arial"/>
              </a:rPr>
              <a:t>s(P</a:t>
            </a:r>
            <a:r>
              <a:rPr sz="1500" spc="-45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157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180°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–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231F20"/>
                </a:solidFill>
                <a:latin typeface="Arial"/>
                <a:cs typeface="Arial"/>
              </a:rPr>
              <a:t>112°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68°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bulunur.</a:t>
            </a:r>
            <a:endParaRPr sz="1000">
              <a:latin typeface="Arial"/>
              <a:cs typeface="Arial"/>
            </a:endParaRPr>
          </a:p>
          <a:p>
            <a:pPr marL="38100" marR="30480">
              <a:lnSpc>
                <a:spcPct val="191700"/>
              </a:lnSpc>
            </a:pP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iki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arasındaki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bağıntının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sırayla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yazılmasına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dikkat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edelim.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95" dirty="0">
                <a:solidFill>
                  <a:srgbClr val="231F20"/>
                </a:solidFill>
                <a:latin typeface="Arial"/>
                <a:cs typeface="Arial"/>
              </a:rPr>
              <a:t>PR</a:t>
            </a:r>
            <a:r>
              <a:rPr sz="1500" spc="-592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◊</a:t>
            </a:r>
            <a:r>
              <a:rPr sz="1500" spc="419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455" dirty="0">
                <a:solidFill>
                  <a:srgbClr val="231F20"/>
                </a:solidFill>
                <a:latin typeface="Lucida Sans Unicode"/>
                <a:cs typeface="Lucida Sans Unicode"/>
              </a:rPr>
              <a:t>�</a:t>
            </a:r>
            <a:r>
              <a:rPr sz="1000" spc="170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-370" dirty="0">
                <a:solidFill>
                  <a:srgbClr val="231F20"/>
                </a:solidFill>
                <a:latin typeface="Arial"/>
                <a:cs typeface="Arial"/>
              </a:rPr>
              <a:t>YT</a:t>
            </a:r>
            <a:r>
              <a:rPr sz="1500" spc="-555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◊</a:t>
            </a:r>
            <a:r>
              <a:rPr sz="1500" spc="547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155" dirty="0">
                <a:solidFill>
                  <a:srgbClr val="231F20"/>
                </a:solidFill>
                <a:latin typeface="Arial"/>
                <a:cs typeface="Arial"/>
              </a:rPr>
              <a:t>Z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olduğuna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göre,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30" dirty="0">
                <a:solidFill>
                  <a:srgbClr val="231F20"/>
                </a:solidFill>
                <a:latin typeface="Arial"/>
                <a:cs typeface="Arial"/>
              </a:rPr>
              <a:t>s(P</a:t>
            </a:r>
            <a:r>
              <a:rPr sz="1500" spc="-494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525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20" dirty="0">
                <a:solidFill>
                  <a:srgbClr val="231F20"/>
                </a:solidFill>
                <a:latin typeface="Arial"/>
                <a:cs typeface="Arial"/>
              </a:rPr>
              <a:t>s(Y</a:t>
            </a:r>
            <a:r>
              <a:rPr sz="1500" spc="-480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509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Arial"/>
                <a:cs typeface="Arial"/>
              </a:rPr>
              <a:t>68°,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35" dirty="0">
                <a:solidFill>
                  <a:srgbClr val="231F20"/>
                </a:solidFill>
                <a:latin typeface="Arial"/>
                <a:cs typeface="Arial"/>
              </a:rPr>
              <a:t>s(R</a:t>
            </a:r>
            <a:r>
              <a:rPr sz="1500" spc="-502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509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00" dirty="0">
                <a:solidFill>
                  <a:srgbClr val="231F20"/>
                </a:solidFill>
                <a:latin typeface="Arial"/>
                <a:cs typeface="Arial"/>
              </a:rPr>
              <a:t>s(T</a:t>
            </a:r>
            <a:r>
              <a:rPr sz="1500" spc="-450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-427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72°,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20" dirty="0">
                <a:solidFill>
                  <a:srgbClr val="231F20"/>
                </a:solidFill>
                <a:latin typeface="Arial"/>
                <a:cs typeface="Arial"/>
              </a:rPr>
              <a:t>s(S</a:t>
            </a:r>
            <a:r>
              <a:rPr sz="1500" spc="-480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569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05" dirty="0">
                <a:solidFill>
                  <a:srgbClr val="231F20"/>
                </a:solidFill>
                <a:latin typeface="Arial"/>
                <a:cs typeface="Arial"/>
              </a:rPr>
              <a:t>s(Z</a:t>
            </a:r>
            <a:r>
              <a:rPr sz="1500" spc="-457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-442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40°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100"/>
              </a:spcBef>
            </a:pP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|PR|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|YT|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cm, </a:t>
            </a:r>
            <a:r>
              <a:rPr sz="1000" i="1" spc="3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|RS|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|TZ|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cm, </a:t>
            </a:r>
            <a:r>
              <a:rPr sz="1000" i="1" spc="3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|PS|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|YZ|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13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olarak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bulunur.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24174" y="4937996"/>
            <a:ext cx="6756400" cy="347980"/>
            <a:chOff x="624174" y="4937996"/>
            <a:chExt cx="6756400" cy="347980"/>
          </a:xfrm>
        </p:grpSpPr>
        <p:sp>
          <p:nvSpPr>
            <p:cNvPr id="47" name="object 47"/>
            <p:cNvSpPr/>
            <p:nvPr/>
          </p:nvSpPr>
          <p:spPr>
            <a:xfrm>
              <a:off x="744822" y="5111756"/>
              <a:ext cx="6635750" cy="0"/>
            </a:xfrm>
            <a:custGeom>
              <a:avLst/>
              <a:gdLst/>
              <a:ahLst/>
              <a:cxnLst/>
              <a:rect l="l" t="t" r="r" b="b"/>
              <a:pathLst>
                <a:path w="6635750">
                  <a:moveTo>
                    <a:pt x="663517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24174" y="4937996"/>
              <a:ext cx="1445895" cy="347980"/>
            </a:xfrm>
            <a:custGeom>
              <a:avLst/>
              <a:gdLst/>
              <a:ahLst/>
              <a:cxnLst/>
              <a:rect l="l" t="t" r="r" b="b"/>
              <a:pathLst>
                <a:path w="1445895" h="347979">
                  <a:moveTo>
                    <a:pt x="14229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422971" y="347522"/>
                  </a:lnTo>
                  <a:lnTo>
                    <a:pt x="1432476" y="305340"/>
                  </a:lnTo>
                  <a:lnTo>
                    <a:pt x="1439556" y="262304"/>
                  </a:lnTo>
                  <a:lnTo>
                    <a:pt x="1443975" y="218437"/>
                  </a:lnTo>
                  <a:lnTo>
                    <a:pt x="1445501" y="173761"/>
                  </a:lnTo>
                  <a:lnTo>
                    <a:pt x="1443975" y="129091"/>
                  </a:lnTo>
                  <a:lnTo>
                    <a:pt x="1439556" y="85223"/>
                  </a:lnTo>
                  <a:lnTo>
                    <a:pt x="1432476" y="42184"/>
                  </a:lnTo>
                  <a:lnTo>
                    <a:pt x="1422971" y="0"/>
                  </a:lnTo>
                  <a:close/>
                </a:path>
              </a:pathLst>
            </a:custGeom>
            <a:solidFill>
              <a:srgbClr val="006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073796" y="4987843"/>
            <a:ext cx="535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165" dirty="0">
                <a:solidFill>
                  <a:srgbClr val="FFFFFF"/>
                </a:solidFill>
                <a:latin typeface="Times New Roman"/>
                <a:cs typeface="Times New Roman"/>
              </a:rPr>
              <a:t>ÖRNEK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25497" y="4049993"/>
            <a:ext cx="6759575" cy="640715"/>
            <a:chOff x="625497" y="4049993"/>
            <a:chExt cx="6759575" cy="640715"/>
          </a:xfrm>
        </p:grpSpPr>
        <p:sp>
          <p:nvSpPr>
            <p:cNvPr id="51" name="object 51"/>
            <p:cNvSpPr/>
            <p:nvPr/>
          </p:nvSpPr>
          <p:spPr>
            <a:xfrm>
              <a:off x="738902" y="4177664"/>
              <a:ext cx="6645909" cy="513080"/>
            </a:xfrm>
            <a:custGeom>
              <a:avLst/>
              <a:gdLst/>
              <a:ahLst/>
              <a:cxnLst/>
              <a:rect l="l" t="t" r="r" b="b"/>
              <a:pathLst>
                <a:path w="6645909" h="513079">
                  <a:moveTo>
                    <a:pt x="6645605" y="0"/>
                  </a:moveTo>
                  <a:lnTo>
                    <a:pt x="0" y="0"/>
                  </a:lnTo>
                  <a:lnTo>
                    <a:pt x="0" y="513003"/>
                  </a:lnTo>
                  <a:lnTo>
                    <a:pt x="6645605" y="513003"/>
                  </a:lnTo>
                  <a:lnTo>
                    <a:pt x="6645605" y="0"/>
                  </a:lnTo>
                  <a:close/>
                </a:path>
              </a:pathLst>
            </a:custGeom>
            <a:solidFill>
              <a:srgbClr val="FEE9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25497" y="4049993"/>
              <a:ext cx="665480" cy="248285"/>
            </a:xfrm>
            <a:custGeom>
              <a:avLst/>
              <a:gdLst/>
              <a:ahLst/>
              <a:cxnLst/>
              <a:rect l="l" t="t" r="r" b="b"/>
              <a:pathLst>
                <a:path w="665480" h="248285">
                  <a:moveTo>
                    <a:pt x="648906" y="0"/>
                  </a:moveTo>
                  <a:lnTo>
                    <a:pt x="16205" y="0"/>
                  </a:lnTo>
                  <a:lnTo>
                    <a:pt x="9370" y="30074"/>
                  </a:lnTo>
                  <a:lnTo>
                    <a:pt x="4278" y="60756"/>
                  </a:lnTo>
                  <a:lnTo>
                    <a:pt x="1097" y="92029"/>
                  </a:lnTo>
                  <a:lnTo>
                    <a:pt x="0" y="123875"/>
                  </a:lnTo>
                  <a:lnTo>
                    <a:pt x="1097" y="155720"/>
                  </a:lnTo>
                  <a:lnTo>
                    <a:pt x="4278" y="186988"/>
                  </a:lnTo>
                  <a:lnTo>
                    <a:pt x="9370" y="217666"/>
                  </a:lnTo>
                  <a:lnTo>
                    <a:pt x="16205" y="247738"/>
                  </a:lnTo>
                  <a:lnTo>
                    <a:pt x="648906" y="247738"/>
                  </a:lnTo>
                  <a:lnTo>
                    <a:pt x="655738" y="217666"/>
                  </a:lnTo>
                  <a:lnTo>
                    <a:pt x="660827" y="186988"/>
                  </a:lnTo>
                  <a:lnTo>
                    <a:pt x="664003" y="155720"/>
                  </a:lnTo>
                  <a:lnTo>
                    <a:pt x="665099" y="123875"/>
                  </a:lnTo>
                  <a:lnTo>
                    <a:pt x="664003" y="92029"/>
                  </a:lnTo>
                  <a:lnTo>
                    <a:pt x="660827" y="60756"/>
                  </a:lnTo>
                  <a:lnTo>
                    <a:pt x="655738" y="30074"/>
                  </a:lnTo>
                  <a:lnTo>
                    <a:pt x="648906" y="0"/>
                  </a:lnTo>
                  <a:close/>
                </a:path>
              </a:pathLst>
            </a:custGeom>
            <a:solidFill>
              <a:srgbClr val="EF4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04682" y="4065837"/>
            <a:ext cx="4582795" cy="472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25" dirty="0">
                <a:solidFill>
                  <a:srgbClr val="FFFFFF"/>
                </a:solidFill>
                <a:latin typeface="Times New Roman"/>
                <a:cs typeface="Times New Roman"/>
              </a:rPr>
              <a:t>DİKKAT</a:t>
            </a:r>
            <a:endParaRPr sz="1200">
              <a:latin typeface="Times New Roman"/>
              <a:cs typeface="Times New Roman"/>
            </a:endParaRPr>
          </a:p>
          <a:p>
            <a:pPr marL="106045">
              <a:lnSpc>
                <a:spcPct val="100000"/>
              </a:lnSpc>
              <a:spcBef>
                <a:spcPts val="994"/>
              </a:spcBef>
            </a:pPr>
            <a:r>
              <a:rPr sz="900" i="1" spc="80" dirty="0">
                <a:solidFill>
                  <a:srgbClr val="231F20"/>
                </a:solidFill>
                <a:latin typeface="Arial"/>
                <a:cs typeface="Arial"/>
              </a:rPr>
              <a:t>Eş</a:t>
            </a:r>
            <a:r>
              <a:rPr sz="900" i="1" spc="1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şekiller</a:t>
            </a:r>
            <a:r>
              <a:rPr sz="9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14" dirty="0">
                <a:solidFill>
                  <a:srgbClr val="231F20"/>
                </a:solidFill>
                <a:latin typeface="Arial"/>
                <a:cs typeface="Arial"/>
              </a:rPr>
              <a:t>benzerdir</a:t>
            </a:r>
            <a:r>
              <a:rPr sz="9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0" dirty="0">
                <a:solidFill>
                  <a:srgbClr val="231F20"/>
                </a:solidFill>
                <a:latin typeface="Arial"/>
                <a:cs typeface="Arial"/>
              </a:rPr>
              <a:t>ancak</a:t>
            </a:r>
            <a:r>
              <a:rPr sz="9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benzer</a:t>
            </a:r>
            <a:r>
              <a:rPr sz="9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şekiller</a:t>
            </a:r>
            <a:r>
              <a:rPr sz="9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85" dirty="0">
                <a:solidFill>
                  <a:srgbClr val="231F20"/>
                </a:solidFill>
                <a:latin typeface="Arial"/>
                <a:cs typeface="Arial"/>
              </a:rPr>
              <a:t>eş</a:t>
            </a:r>
            <a:r>
              <a:rPr sz="9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olmak</a:t>
            </a:r>
            <a:r>
              <a:rPr sz="9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105" dirty="0">
                <a:solidFill>
                  <a:srgbClr val="231F20"/>
                </a:solidFill>
                <a:latin typeface="Arial"/>
                <a:cs typeface="Arial"/>
              </a:rPr>
              <a:t>zorunda</a:t>
            </a:r>
            <a:r>
              <a:rPr sz="9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i="1" spc="75" dirty="0">
                <a:solidFill>
                  <a:srgbClr val="231F20"/>
                </a:solidFill>
                <a:latin typeface="Arial"/>
                <a:cs typeface="Arial"/>
              </a:rPr>
              <a:t>değildir.</a:t>
            </a:r>
            <a:endParaRPr sz="9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740462" y="9374982"/>
            <a:ext cx="25844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55" dirty="0">
                <a:solidFill>
                  <a:srgbClr val="FFFFFF"/>
                </a:solidFill>
                <a:latin typeface="Arial"/>
                <a:cs typeface="Arial"/>
              </a:rPr>
              <a:t>31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9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32805"/>
            <a:ext cx="2376170" cy="513080"/>
            <a:chOff x="0" y="132805"/>
            <a:chExt cx="2376170" cy="513080"/>
          </a:xfrm>
        </p:grpSpPr>
        <p:sp>
          <p:nvSpPr>
            <p:cNvPr id="4" name="object 4"/>
            <p:cNvSpPr/>
            <p:nvPr/>
          </p:nvSpPr>
          <p:spPr>
            <a:xfrm>
              <a:off x="287989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513003" y="256501"/>
                  </a:moveTo>
                  <a:lnTo>
                    <a:pt x="508876" y="210388"/>
                  </a:lnTo>
                  <a:lnTo>
                    <a:pt x="496963" y="166992"/>
                  </a:lnTo>
                  <a:lnTo>
                    <a:pt x="477989" y="127038"/>
                  </a:lnTo>
                  <a:lnTo>
                    <a:pt x="452678" y="91236"/>
                  </a:lnTo>
                  <a:lnTo>
                    <a:pt x="421767" y="60325"/>
                  </a:lnTo>
                  <a:lnTo>
                    <a:pt x="385965" y="35013"/>
                  </a:lnTo>
                  <a:lnTo>
                    <a:pt x="345998" y="16040"/>
                  </a:lnTo>
                  <a:lnTo>
                    <a:pt x="302615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50" y="35013"/>
                  </a:lnTo>
                  <a:lnTo>
                    <a:pt x="91249" y="60325"/>
                  </a:lnTo>
                  <a:lnTo>
                    <a:pt x="60325" y="91236"/>
                  </a:lnTo>
                  <a:lnTo>
                    <a:pt x="35026" y="127038"/>
                  </a:lnTo>
                  <a:lnTo>
                    <a:pt x="16052" y="166992"/>
                  </a:lnTo>
                  <a:lnTo>
                    <a:pt x="4140" y="210388"/>
                  </a:lnTo>
                  <a:lnTo>
                    <a:pt x="0" y="256501"/>
                  </a:lnTo>
                  <a:lnTo>
                    <a:pt x="4140" y="302602"/>
                  </a:lnTo>
                  <a:lnTo>
                    <a:pt x="16052" y="345998"/>
                  </a:lnTo>
                  <a:lnTo>
                    <a:pt x="35026" y="385965"/>
                  </a:lnTo>
                  <a:lnTo>
                    <a:pt x="60325" y="421754"/>
                  </a:lnTo>
                  <a:lnTo>
                    <a:pt x="91249" y="452678"/>
                  </a:lnTo>
                  <a:lnTo>
                    <a:pt x="127050" y="477977"/>
                  </a:lnTo>
                  <a:lnTo>
                    <a:pt x="167005" y="496951"/>
                  </a:lnTo>
                  <a:lnTo>
                    <a:pt x="210400" y="508863"/>
                  </a:lnTo>
                  <a:lnTo>
                    <a:pt x="256501" y="513003"/>
                  </a:lnTo>
                  <a:lnTo>
                    <a:pt x="302615" y="508863"/>
                  </a:lnTo>
                  <a:lnTo>
                    <a:pt x="346011" y="496951"/>
                  </a:lnTo>
                  <a:lnTo>
                    <a:pt x="385965" y="477977"/>
                  </a:lnTo>
                  <a:lnTo>
                    <a:pt x="421767" y="452678"/>
                  </a:lnTo>
                  <a:lnTo>
                    <a:pt x="452678" y="421754"/>
                  </a:lnTo>
                  <a:lnTo>
                    <a:pt x="477989" y="385965"/>
                  </a:lnTo>
                  <a:lnTo>
                    <a:pt x="496963" y="345998"/>
                  </a:lnTo>
                  <a:lnTo>
                    <a:pt x="508876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5808"/>
              <a:ext cx="2376170" cy="127000"/>
            </a:xfrm>
            <a:custGeom>
              <a:avLst/>
              <a:gdLst/>
              <a:ahLst/>
              <a:cxnLst/>
              <a:rect l="l" t="t" r="r" b="b"/>
              <a:pathLst>
                <a:path w="2376170" h="127000">
                  <a:moveTo>
                    <a:pt x="2375599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2375599" y="127000"/>
                  </a:lnTo>
                  <a:lnTo>
                    <a:pt x="2375599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099" y="30517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Bİ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FEN</a:t>
            </a:r>
            <a:r>
              <a:rPr sz="900" spc="-60" dirty="0">
                <a:solidFill>
                  <a:srgbClr val="FFFFFF"/>
                </a:solidFill>
                <a:latin typeface="Trebuchet MS"/>
                <a:cs typeface="Trebuchet MS"/>
              </a:rPr>
              <a:t> Y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35" dirty="0">
                <a:solidFill>
                  <a:srgbClr val="FFFFFF"/>
                </a:solidFill>
                <a:latin typeface="Trebuchet MS"/>
                <a:cs typeface="Trebuchet MS"/>
              </a:rPr>
              <a:t>YINCILIK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997" y="132805"/>
            <a:ext cx="513080" cy="513080"/>
            <a:chOff x="287997" y="132805"/>
            <a:chExt cx="513080" cy="513080"/>
          </a:xfrm>
        </p:grpSpPr>
        <p:sp>
          <p:nvSpPr>
            <p:cNvPr id="8" name="object 8"/>
            <p:cNvSpPr/>
            <p:nvPr/>
          </p:nvSpPr>
          <p:spPr>
            <a:xfrm>
              <a:off x="287997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8004" y="325808"/>
              <a:ext cx="513080" cy="127000"/>
            </a:xfrm>
            <a:custGeom>
              <a:avLst/>
              <a:gdLst/>
              <a:ahLst/>
              <a:cxnLst/>
              <a:rect l="l" t="t" r="r" b="b"/>
              <a:pathLst>
                <a:path w="513080" h="127000">
                  <a:moveTo>
                    <a:pt x="504748" y="0"/>
                  </a:moveTo>
                  <a:lnTo>
                    <a:pt x="8242" y="0"/>
                  </a:lnTo>
                  <a:lnTo>
                    <a:pt x="4763" y="15417"/>
                  </a:lnTo>
                  <a:lnTo>
                    <a:pt x="2173" y="31145"/>
                  </a:lnTo>
                  <a:lnTo>
                    <a:pt x="557" y="47175"/>
                  </a:lnTo>
                  <a:lnTo>
                    <a:pt x="0" y="63500"/>
                  </a:lnTo>
                  <a:lnTo>
                    <a:pt x="557" y="79824"/>
                  </a:lnTo>
                  <a:lnTo>
                    <a:pt x="2173" y="95854"/>
                  </a:lnTo>
                  <a:lnTo>
                    <a:pt x="4763" y="111582"/>
                  </a:lnTo>
                  <a:lnTo>
                    <a:pt x="8242" y="127000"/>
                  </a:lnTo>
                  <a:lnTo>
                    <a:pt x="504748" y="127000"/>
                  </a:lnTo>
                  <a:lnTo>
                    <a:pt x="508228" y="111582"/>
                  </a:lnTo>
                  <a:lnTo>
                    <a:pt x="510817" y="95854"/>
                  </a:lnTo>
                  <a:lnTo>
                    <a:pt x="512433" y="79824"/>
                  </a:lnTo>
                  <a:lnTo>
                    <a:pt x="512991" y="63500"/>
                  </a:lnTo>
                  <a:lnTo>
                    <a:pt x="512433" y="47175"/>
                  </a:lnTo>
                  <a:lnTo>
                    <a:pt x="510817" y="31145"/>
                  </a:lnTo>
                  <a:lnTo>
                    <a:pt x="508228" y="15417"/>
                  </a:lnTo>
                  <a:lnTo>
                    <a:pt x="504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858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7843" y="700463"/>
            <a:ext cx="6757670" cy="45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20" dirty="0">
                <a:solidFill>
                  <a:srgbClr val="358CCB"/>
                </a:solidFill>
                <a:latin typeface="MS UI Gothic"/>
                <a:cs typeface="MS UI Gothic"/>
              </a:rPr>
              <a:t>✶</a:t>
            </a:r>
            <a:r>
              <a:rPr sz="1000" spc="434" dirty="0">
                <a:solidFill>
                  <a:srgbClr val="358CCB"/>
                </a:solidFill>
                <a:latin typeface="MS UI Gothic"/>
                <a:cs typeface="MS UI Gothic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Üçgenlerin</a:t>
            </a:r>
            <a:r>
              <a:rPr sz="1000" i="1" spc="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benzer</a:t>
            </a:r>
            <a:r>
              <a:rPr sz="1000" i="1" spc="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olabilmesi</a:t>
            </a:r>
            <a:r>
              <a:rPr sz="1000" i="1" spc="229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için</a:t>
            </a:r>
            <a:r>
              <a:rPr sz="1000" i="1" spc="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öncelikle</a:t>
            </a:r>
            <a:r>
              <a:rPr sz="1000" i="1" spc="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açılarının</a:t>
            </a:r>
            <a:r>
              <a:rPr sz="1000" i="1" spc="229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ölçtilerinin</a:t>
            </a:r>
            <a:r>
              <a:rPr sz="1000" i="1" spc="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Verdana"/>
                <a:cs typeface="Verdana"/>
              </a:rPr>
              <a:t>eşit</a:t>
            </a:r>
            <a:r>
              <a:rPr sz="1000" i="1" spc="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olması</a:t>
            </a:r>
            <a:r>
              <a:rPr sz="1000" i="1" spc="229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gerektiğine</a:t>
            </a:r>
            <a:r>
              <a:rPr sz="1000" i="1" spc="23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Verdana"/>
                <a:cs typeface="Verdana"/>
              </a:rPr>
              <a:t>göre</a:t>
            </a:r>
            <a:endParaRPr sz="1000">
              <a:latin typeface="Verdana"/>
              <a:cs typeface="Verdana"/>
            </a:endParaRPr>
          </a:p>
          <a:p>
            <a:pPr marL="192405">
              <a:lnSpc>
                <a:spcPct val="100000"/>
              </a:lnSpc>
              <a:spcBef>
                <a:spcPts val="1010"/>
              </a:spcBef>
            </a:pPr>
            <a:r>
              <a:rPr sz="1000" i="1" spc="60" dirty="0">
                <a:solidFill>
                  <a:srgbClr val="231F20"/>
                </a:solidFill>
                <a:latin typeface="Verdana"/>
                <a:cs typeface="Verdana"/>
              </a:rPr>
              <a:t>benzer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tiçgenlerin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kenar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uzunlukları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arasındaki</a:t>
            </a:r>
            <a:r>
              <a:rPr sz="1000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oranı</a:t>
            </a:r>
            <a:r>
              <a:rPr sz="1000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" dirty="0">
                <a:solidFill>
                  <a:srgbClr val="231F20"/>
                </a:solidFill>
                <a:latin typeface="Verdana"/>
                <a:cs typeface="Verdana"/>
              </a:rPr>
              <a:t>inceleyelim.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53205" y="1417703"/>
            <a:ext cx="1223645" cy="735330"/>
            <a:chOff x="853205" y="1417703"/>
            <a:chExt cx="1223645" cy="735330"/>
          </a:xfrm>
        </p:grpSpPr>
        <p:sp>
          <p:nvSpPr>
            <p:cNvPr id="13" name="object 13"/>
            <p:cNvSpPr/>
            <p:nvPr/>
          </p:nvSpPr>
          <p:spPr>
            <a:xfrm>
              <a:off x="2043541" y="1789026"/>
              <a:ext cx="19685" cy="81280"/>
            </a:xfrm>
            <a:custGeom>
              <a:avLst/>
              <a:gdLst/>
              <a:ahLst/>
              <a:cxnLst/>
              <a:rect l="l" t="t" r="r" b="b"/>
              <a:pathLst>
                <a:path w="19685" h="81280">
                  <a:moveTo>
                    <a:pt x="19211" y="0"/>
                  </a:moveTo>
                  <a:lnTo>
                    <a:pt x="5898" y="23021"/>
                  </a:lnTo>
                  <a:lnTo>
                    <a:pt x="0" y="39150"/>
                  </a:lnTo>
                  <a:lnTo>
                    <a:pt x="202" y="55999"/>
                  </a:lnTo>
                  <a:lnTo>
                    <a:pt x="5191" y="81178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22544" y="1825970"/>
              <a:ext cx="48895" cy="3810"/>
            </a:xfrm>
            <a:custGeom>
              <a:avLst/>
              <a:gdLst/>
              <a:ahLst/>
              <a:cxnLst/>
              <a:rect l="l" t="t" r="r" b="b"/>
              <a:pathLst>
                <a:path w="48894" h="3810">
                  <a:moveTo>
                    <a:pt x="-3175" y="1822"/>
                  </a:moveTo>
                  <a:lnTo>
                    <a:pt x="51866" y="1822"/>
                  </a:lnTo>
                </a:path>
              </a:pathLst>
            </a:custGeom>
            <a:ln w="999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6380" y="1420878"/>
              <a:ext cx="347345" cy="728980"/>
            </a:xfrm>
            <a:custGeom>
              <a:avLst/>
              <a:gdLst/>
              <a:ahLst/>
              <a:cxnLst/>
              <a:rect l="l" t="t" r="r" b="b"/>
              <a:pathLst>
                <a:path w="347344" h="728980">
                  <a:moveTo>
                    <a:pt x="252361" y="31191"/>
                  </a:moveTo>
                  <a:lnTo>
                    <a:pt x="278942" y="30260"/>
                  </a:lnTo>
                  <a:lnTo>
                    <a:pt x="295744" y="26701"/>
                  </a:lnTo>
                  <a:lnTo>
                    <a:pt x="309918" y="17589"/>
                  </a:lnTo>
                  <a:lnTo>
                    <a:pt x="328612" y="0"/>
                  </a:lnTo>
                </a:path>
                <a:path w="347344" h="728980">
                  <a:moveTo>
                    <a:pt x="245135" y="46786"/>
                  </a:moveTo>
                  <a:lnTo>
                    <a:pt x="280750" y="45627"/>
                  </a:lnTo>
                  <a:lnTo>
                    <a:pt x="303264" y="41182"/>
                  </a:lnTo>
                  <a:lnTo>
                    <a:pt x="322257" y="29798"/>
                  </a:lnTo>
                  <a:lnTo>
                    <a:pt x="347306" y="7823"/>
                  </a:lnTo>
                </a:path>
                <a:path w="347344" h="728980">
                  <a:moveTo>
                    <a:pt x="0" y="656285"/>
                  </a:moveTo>
                  <a:lnTo>
                    <a:pt x="32543" y="665828"/>
                  </a:lnTo>
                  <a:lnTo>
                    <a:pt x="49510" y="676573"/>
                  </a:lnTo>
                  <a:lnTo>
                    <a:pt x="56410" y="695329"/>
                  </a:lnTo>
                  <a:lnTo>
                    <a:pt x="58750" y="728903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9179" y="2117023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16878" y="0"/>
                  </a:moveTo>
                  <a:lnTo>
                    <a:pt x="4864" y="0"/>
                  </a:lnTo>
                  <a:lnTo>
                    <a:pt x="0" y="4876"/>
                  </a:lnTo>
                  <a:lnTo>
                    <a:pt x="0" y="16890"/>
                  </a:lnTo>
                  <a:lnTo>
                    <a:pt x="4864" y="21755"/>
                  </a:lnTo>
                  <a:lnTo>
                    <a:pt x="16878" y="21755"/>
                  </a:lnTo>
                  <a:lnTo>
                    <a:pt x="21755" y="16890"/>
                  </a:lnTo>
                  <a:lnTo>
                    <a:pt x="21755" y="10883"/>
                  </a:lnTo>
                  <a:lnTo>
                    <a:pt x="21755" y="4876"/>
                  </a:lnTo>
                  <a:lnTo>
                    <a:pt x="1687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70838" y="1239638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7811" y="2119107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91513" y="2018132"/>
            <a:ext cx="1517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5" dirty="0">
                <a:solidFill>
                  <a:srgbClr val="231F20"/>
                </a:solidFill>
                <a:latin typeface="Georgia"/>
                <a:cs typeface="Georgia"/>
              </a:rPr>
              <a:t>15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15936" y="1465644"/>
            <a:ext cx="1511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Georgia"/>
                <a:cs typeface="Georgia"/>
              </a:rPr>
              <a:t>12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3149" y="1668374"/>
            <a:ext cx="990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90" dirty="0">
                <a:solidFill>
                  <a:srgbClr val="231F20"/>
                </a:solidFill>
                <a:latin typeface="Georgia"/>
                <a:cs typeface="Georgia"/>
              </a:rPr>
              <a:t>9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85257" y="1773039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15263" y="1398164"/>
            <a:ext cx="1365885" cy="776605"/>
          </a:xfrm>
          <a:custGeom>
            <a:avLst/>
            <a:gdLst/>
            <a:ahLst/>
            <a:cxnLst/>
            <a:rect l="l" t="t" r="r" b="b"/>
            <a:pathLst>
              <a:path w="1365885" h="776605">
                <a:moveTo>
                  <a:pt x="0" y="776363"/>
                </a:moveTo>
                <a:lnTo>
                  <a:pt x="1365732" y="438988"/>
                </a:lnTo>
                <a:lnTo>
                  <a:pt x="315379" y="0"/>
                </a:lnTo>
                <a:lnTo>
                  <a:pt x="0" y="776363"/>
                </a:lnTo>
                <a:close/>
              </a:path>
            </a:pathLst>
          </a:custGeom>
          <a:ln w="6350">
            <a:solidFill>
              <a:srgbClr val="E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3486716" y="1403264"/>
            <a:ext cx="593725" cy="429895"/>
            <a:chOff x="3486716" y="1403264"/>
            <a:chExt cx="593725" cy="429895"/>
          </a:xfrm>
        </p:grpSpPr>
        <p:sp>
          <p:nvSpPr>
            <p:cNvPr id="25" name="object 25"/>
            <p:cNvSpPr/>
            <p:nvPr/>
          </p:nvSpPr>
          <p:spPr>
            <a:xfrm>
              <a:off x="3489891" y="1778643"/>
              <a:ext cx="69850" cy="51435"/>
            </a:xfrm>
            <a:custGeom>
              <a:avLst/>
              <a:gdLst/>
              <a:ahLst/>
              <a:cxnLst/>
              <a:rect l="l" t="t" r="r" b="b"/>
              <a:pathLst>
                <a:path w="69850" h="51435">
                  <a:moveTo>
                    <a:pt x="69684" y="51257"/>
                  </a:moveTo>
                  <a:lnTo>
                    <a:pt x="53487" y="30168"/>
                  </a:lnTo>
                  <a:lnTo>
                    <a:pt x="40828" y="18564"/>
                  </a:lnTo>
                  <a:lnTo>
                    <a:pt x="25177" y="12327"/>
                  </a:lnTo>
                  <a:lnTo>
                    <a:pt x="0" y="7340"/>
                  </a:lnTo>
                </a:path>
                <a:path w="69850" h="51435">
                  <a:moveTo>
                    <a:pt x="28930" y="43611"/>
                  </a:moveTo>
                  <a:lnTo>
                    <a:pt x="50863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9168" y="1403264"/>
              <a:ext cx="95110" cy="7297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022294" y="1474212"/>
              <a:ext cx="37465" cy="90805"/>
            </a:xfrm>
            <a:custGeom>
              <a:avLst/>
              <a:gdLst/>
              <a:ahLst/>
              <a:cxnLst/>
              <a:rect l="l" t="t" r="r" b="b"/>
              <a:pathLst>
                <a:path w="37464" h="90805">
                  <a:moveTo>
                    <a:pt x="36877" y="90297"/>
                  </a:moveTo>
                  <a:lnTo>
                    <a:pt x="11086" y="68276"/>
                  </a:lnTo>
                  <a:lnTo>
                    <a:pt x="0" y="51530"/>
                  </a:lnTo>
                  <a:lnTo>
                    <a:pt x="1376" y="31593"/>
                  </a:lnTo>
                  <a:lnTo>
                    <a:pt x="12976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55061" y="150022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1353" y="0"/>
                  </a:moveTo>
                  <a:lnTo>
                    <a:pt x="4927" y="2451"/>
                  </a:lnTo>
                  <a:lnTo>
                    <a:pt x="2463" y="7937"/>
                  </a:lnTo>
                  <a:lnTo>
                    <a:pt x="0" y="13423"/>
                  </a:lnTo>
                  <a:lnTo>
                    <a:pt x="2463" y="19850"/>
                  </a:lnTo>
                  <a:lnTo>
                    <a:pt x="13423" y="24777"/>
                  </a:lnTo>
                  <a:lnTo>
                    <a:pt x="19850" y="22326"/>
                  </a:lnTo>
                  <a:lnTo>
                    <a:pt x="24777" y="11353"/>
                  </a:lnTo>
                  <a:lnTo>
                    <a:pt x="22326" y="4927"/>
                  </a:lnTo>
                  <a:lnTo>
                    <a:pt x="1135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476626" y="1256480"/>
            <a:ext cx="11048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75" dirty="0">
                <a:solidFill>
                  <a:srgbClr val="231F20"/>
                </a:solidFill>
                <a:latin typeface="Trebuchet MS"/>
                <a:cs typeface="Trebuchet MS"/>
              </a:rPr>
              <a:t>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09265" y="1420024"/>
            <a:ext cx="977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Trebuchet MS"/>
                <a:cs typeface="Trebuchet MS"/>
              </a:rPr>
              <a:t>L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94099" y="1692599"/>
            <a:ext cx="10160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50" dirty="0">
                <a:solidFill>
                  <a:srgbClr val="231F20"/>
                </a:solidFill>
                <a:latin typeface="Trebuchet MS"/>
                <a:cs typeface="Trebuchet MS"/>
              </a:rPr>
              <a:t>5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45751" y="2167867"/>
            <a:ext cx="149860" cy="2832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i="1" spc="15" dirty="0">
                <a:solidFill>
                  <a:srgbClr val="231F20"/>
                </a:solidFill>
                <a:latin typeface="Arial"/>
                <a:cs typeface="Arial"/>
              </a:rPr>
              <a:t>~</a:t>
            </a:r>
            <a:endParaRPr sz="16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11068" y="1285676"/>
            <a:ext cx="9779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20" dirty="0">
                <a:solidFill>
                  <a:srgbClr val="231F20"/>
                </a:solidFill>
                <a:latin typeface="Trebuchet MS"/>
                <a:cs typeface="Trebuchet MS"/>
              </a:rPr>
              <a:t>3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408963" y="1527053"/>
            <a:ext cx="984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25" dirty="0">
                <a:solidFill>
                  <a:srgbClr val="231F20"/>
                </a:solidFill>
                <a:latin typeface="Trebuchet MS"/>
                <a:cs typeface="Trebuchet MS"/>
              </a:rPr>
              <a:t>4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51211" y="1813768"/>
            <a:ext cx="1257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80" dirty="0">
                <a:solidFill>
                  <a:srgbClr val="231F20"/>
                </a:solidFill>
                <a:latin typeface="Trebuchet MS"/>
                <a:cs typeface="Trebuchet MS"/>
              </a:rPr>
              <a:t>M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473743" y="1395120"/>
            <a:ext cx="721995" cy="482600"/>
          </a:xfrm>
          <a:custGeom>
            <a:avLst/>
            <a:gdLst/>
            <a:ahLst/>
            <a:cxnLst/>
            <a:rect l="l" t="t" r="r" b="b"/>
            <a:pathLst>
              <a:path w="721995" h="482600">
                <a:moveTo>
                  <a:pt x="0" y="482346"/>
                </a:moveTo>
                <a:lnTo>
                  <a:pt x="721893" y="98348"/>
                </a:lnTo>
                <a:lnTo>
                  <a:pt x="67564" y="0"/>
                </a:lnTo>
                <a:lnTo>
                  <a:pt x="0" y="482346"/>
                </a:lnTo>
                <a:close/>
              </a:path>
            </a:pathLst>
          </a:custGeom>
          <a:ln w="6350">
            <a:solidFill>
              <a:srgbClr val="E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279956" y="2243125"/>
            <a:ext cx="3079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55" dirty="0">
                <a:solidFill>
                  <a:srgbClr val="231F20"/>
                </a:solidFill>
                <a:latin typeface="Trebuchet MS"/>
                <a:cs typeface="Trebuchet MS"/>
              </a:rPr>
              <a:t>ABC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343549" y="2174431"/>
            <a:ext cx="205740" cy="57150"/>
          </a:xfrm>
          <a:custGeom>
            <a:avLst/>
            <a:gdLst/>
            <a:ahLst/>
            <a:cxnLst/>
            <a:rect l="l" t="t" r="r" b="b"/>
            <a:pathLst>
              <a:path w="205739" h="57150">
                <a:moveTo>
                  <a:pt x="102654" y="0"/>
                </a:moveTo>
                <a:lnTo>
                  <a:pt x="4559" y="41414"/>
                </a:lnTo>
                <a:lnTo>
                  <a:pt x="1524" y="42646"/>
                </a:lnTo>
                <a:lnTo>
                  <a:pt x="82" y="45085"/>
                </a:lnTo>
                <a:lnTo>
                  <a:pt x="0" y="54368"/>
                </a:lnTo>
                <a:lnTo>
                  <a:pt x="2895" y="56959"/>
                </a:lnTo>
                <a:lnTo>
                  <a:pt x="202577" y="57111"/>
                </a:lnTo>
                <a:lnTo>
                  <a:pt x="205168" y="54368"/>
                </a:lnTo>
                <a:lnTo>
                  <a:pt x="205168" y="46291"/>
                </a:lnTo>
                <a:lnTo>
                  <a:pt x="18427" y="46291"/>
                </a:lnTo>
                <a:lnTo>
                  <a:pt x="102654" y="12026"/>
                </a:lnTo>
                <a:lnTo>
                  <a:pt x="131229" y="12026"/>
                </a:lnTo>
                <a:lnTo>
                  <a:pt x="102654" y="0"/>
                </a:lnTo>
                <a:close/>
              </a:path>
              <a:path w="205739" h="57150">
                <a:moveTo>
                  <a:pt x="131229" y="12026"/>
                </a:moveTo>
                <a:lnTo>
                  <a:pt x="102654" y="12026"/>
                </a:lnTo>
                <a:lnTo>
                  <a:pt x="187045" y="46291"/>
                </a:lnTo>
                <a:lnTo>
                  <a:pt x="205168" y="46291"/>
                </a:lnTo>
                <a:lnTo>
                  <a:pt x="205168" y="45085"/>
                </a:lnTo>
                <a:lnTo>
                  <a:pt x="203796" y="42646"/>
                </a:lnTo>
                <a:lnTo>
                  <a:pt x="201053" y="41414"/>
                </a:lnTo>
                <a:lnTo>
                  <a:pt x="131229" y="12026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069322" y="2243125"/>
            <a:ext cx="327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90" dirty="0">
                <a:solidFill>
                  <a:srgbClr val="231F20"/>
                </a:solidFill>
                <a:latin typeface="Trebuchet MS"/>
                <a:cs typeface="Trebuchet MS"/>
              </a:rPr>
              <a:t>LMK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132902" y="2174431"/>
            <a:ext cx="205740" cy="57150"/>
          </a:xfrm>
          <a:custGeom>
            <a:avLst/>
            <a:gdLst/>
            <a:ahLst/>
            <a:cxnLst/>
            <a:rect l="l" t="t" r="r" b="b"/>
            <a:pathLst>
              <a:path w="205739" h="57150">
                <a:moveTo>
                  <a:pt x="102666" y="0"/>
                </a:moveTo>
                <a:lnTo>
                  <a:pt x="4572" y="41414"/>
                </a:lnTo>
                <a:lnTo>
                  <a:pt x="1536" y="42646"/>
                </a:lnTo>
                <a:lnTo>
                  <a:pt x="83" y="45085"/>
                </a:lnTo>
                <a:lnTo>
                  <a:pt x="0" y="54368"/>
                </a:lnTo>
                <a:lnTo>
                  <a:pt x="2895" y="56959"/>
                </a:lnTo>
                <a:lnTo>
                  <a:pt x="202590" y="57111"/>
                </a:lnTo>
                <a:lnTo>
                  <a:pt x="205168" y="54368"/>
                </a:lnTo>
                <a:lnTo>
                  <a:pt x="205168" y="46291"/>
                </a:lnTo>
                <a:lnTo>
                  <a:pt x="18440" y="46291"/>
                </a:lnTo>
                <a:lnTo>
                  <a:pt x="102666" y="12026"/>
                </a:lnTo>
                <a:lnTo>
                  <a:pt x="131242" y="12026"/>
                </a:lnTo>
                <a:lnTo>
                  <a:pt x="102666" y="0"/>
                </a:lnTo>
                <a:close/>
              </a:path>
              <a:path w="205739" h="57150">
                <a:moveTo>
                  <a:pt x="131242" y="12026"/>
                </a:moveTo>
                <a:lnTo>
                  <a:pt x="102666" y="12026"/>
                </a:lnTo>
                <a:lnTo>
                  <a:pt x="187045" y="46291"/>
                </a:lnTo>
                <a:lnTo>
                  <a:pt x="205168" y="46291"/>
                </a:lnTo>
                <a:lnTo>
                  <a:pt x="205168" y="45085"/>
                </a:lnTo>
                <a:lnTo>
                  <a:pt x="203809" y="42646"/>
                </a:lnTo>
                <a:lnTo>
                  <a:pt x="201066" y="41414"/>
                </a:lnTo>
                <a:lnTo>
                  <a:pt x="131242" y="12026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3320030" y="2390571"/>
            <a:ext cx="1027430" cy="170180"/>
            <a:chOff x="3320030" y="2390571"/>
            <a:chExt cx="1027430" cy="170180"/>
          </a:xfrm>
        </p:grpSpPr>
        <p:sp>
          <p:nvSpPr>
            <p:cNvPr id="42" name="object 42"/>
            <p:cNvSpPr/>
            <p:nvPr/>
          </p:nvSpPr>
          <p:spPr>
            <a:xfrm>
              <a:off x="3343540" y="2428478"/>
              <a:ext cx="789940" cy="57785"/>
            </a:xfrm>
            <a:custGeom>
              <a:avLst/>
              <a:gdLst/>
              <a:ahLst/>
              <a:cxnLst/>
              <a:rect l="l" t="t" r="r" b="b"/>
              <a:pathLst>
                <a:path w="789939" h="57785">
                  <a:moveTo>
                    <a:pt x="789368" y="0"/>
                  </a:moveTo>
                  <a:lnTo>
                    <a:pt x="789368" y="57353"/>
                  </a:lnTo>
                  <a:lnTo>
                    <a:pt x="0" y="5735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F36F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20025" y="2390571"/>
              <a:ext cx="836930" cy="55880"/>
            </a:xfrm>
            <a:custGeom>
              <a:avLst/>
              <a:gdLst/>
              <a:ahLst/>
              <a:cxnLst/>
              <a:rect l="l" t="t" r="r" b="b"/>
              <a:pathLst>
                <a:path w="836929" h="55880">
                  <a:moveTo>
                    <a:pt x="47028" y="55740"/>
                  </a:moveTo>
                  <a:lnTo>
                    <a:pt x="23507" y="0"/>
                  </a:lnTo>
                  <a:lnTo>
                    <a:pt x="0" y="55740"/>
                  </a:lnTo>
                  <a:lnTo>
                    <a:pt x="23507" y="45758"/>
                  </a:lnTo>
                  <a:lnTo>
                    <a:pt x="47028" y="55740"/>
                  </a:lnTo>
                  <a:close/>
                </a:path>
                <a:path w="836929" h="55880">
                  <a:moveTo>
                    <a:pt x="836396" y="55740"/>
                  </a:moveTo>
                  <a:lnTo>
                    <a:pt x="812888" y="0"/>
                  </a:lnTo>
                  <a:lnTo>
                    <a:pt x="789368" y="55740"/>
                  </a:lnTo>
                  <a:lnTo>
                    <a:pt x="812888" y="45758"/>
                  </a:lnTo>
                  <a:lnTo>
                    <a:pt x="836396" y="55740"/>
                  </a:lnTo>
                  <a:close/>
                </a:path>
              </a:pathLst>
            </a:custGeom>
            <a:solidFill>
              <a:srgbClr val="F36F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21711" y="2428478"/>
              <a:ext cx="800735" cy="93345"/>
            </a:xfrm>
            <a:custGeom>
              <a:avLst/>
              <a:gdLst/>
              <a:ahLst/>
              <a:cxnLst/>
              <a:rect l="l" t="t" r="r" b="b"/>
              <a:pathLst>
                <a:path w="800735" h="93344">
                  <a:moveTo>
                    <a:pt x="800252" y="0"/>
                  </a:moveTo>
                  <a:lnTo>
                    <a:pt x="800252" y="93065"/>
                  </a:lnTo>
                  <a:lnTo>
                    <a:pt x="0" y="93065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CB1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98193" y="2390571"/>
              <a:ext cx="847725" cy="55880"/>
            </a:xfrm>
            <a:custGeom>
              <a:avLst/>
              <a:gdLst/>
              <a:ahLst/>
              <a:cxnLst/>
              <a:rect l="l" t="t" r="r" b="b"/>
              <a:pathLst>
                <a:path w="847725" h="55880">
                  <a:moveTo>
                    <a:pt x="47028" y="55740"/>
                  </a:moveTo>
                  <a:lnTo>
                    <a:pt x="23507" y="0"/>
                  </a:lnTo>
                  <a:lnTo>
                    <a:pt x="0" y="55740"/>
                  </a:lnTo>
                  <a:lnTo>
                    <a:pt x="23507" y="45758"/>
                  </a:lnTo>
                  <a:lnTo>
                    <a:pt x="47028" y="55740"/>
                  </a:lnTo>
                  <a:close/>
                </a:path>
                <a:path w="847725" h="55880">
                  <a:moveTo>
                    <a:pt x="847280" y="55740"/>
                  </a:moveTo>
                  <a:lnTo>
                    <a:pt x="823760" y="0"/>
                  </a:lnTo>
                  <a:lnTo>
                    <a:pt x="800252" y="55740"/>
                  </a:lnTo>
                  <a:lnTo>
                    <a:pt x="823760" y="45758"/>
                  </a:lnTo>
                  <a:lnTo>
                    <a:pt x="847280" y="55740"/>
                  </a:lnTo>
                  <a:close/>
                </a:path>
              </a:pathLst>
            </a:custGeom>
            <a:solidFill>
              <a:srgbClr val="0CB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23311" y="2428478"/>
              <a:ext cx="800735" cy="128905"/>
            </a:xfrm>
            <a:custGeom>
              <a:avLst/>
              <a:gdLst/>
              <a:ahLst/>
              <a:cxnLst/>
              <a:rect l="l" t="t" r="r" b="b"/>
              <a:pathLst>
                <a:path w="800735" h="128905">
                  <a:moveTo>
                    <a:pt x="800252" y="0"/>
                  </a:moveTo>
                  <a:lnTo>
                    <a:pt x="800252" y="128778"/>
                  </a:lnTo>
                  <a:lnTo>
                    <a:pt x="0" y="128778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99793" y="2390571"/>
              <a:ext cx="847725" cy="55880"/>
            </a:xfrm>
            <a:custGeom>
              <a:avLst/>
              <a:gdLst/>
              <a:ahLst/>
              <a:cxnLst/>
              <a:rect l="l" t="t" r="r" b="b"/>
              <a:pathLst>
                <a:path w="847725" h="55880">
                  <a:moveTo>
                    <a:pt x="47028" y="55740"/>
                  </a:moveTo>
                  <a:lnTo>
                    <a:pt x="23507" y="0"/>
                  </a:lnTo>
                  <a:lnTo>
                    <a:pt x="0" y="55740"/>
                  </a:lnTo>
                  <a:lnTo>
                    <a:pt x="23507" y="45758"/>
                  </a:lnTo>
                  <a:lnTo>
                    <a:pt x="47028" y="55740"/>
                  </a:lnTo>
                  <a:close/>
                </a:path>
                <a:path w="847725" h="55880">
                  <a:moveTo>
                    <a:pt x="847280" y="55740"/>
                  </a:moveTo>
                  <a:lnTo>
                    <a:pt x="823760" y="0"/>
                  </a:lnTo>
                  <a:lnTo>
                    <a:pt x="800252" y="55740"/>
                  </a:lnTo>
                  <a:lnTo>
                    <a:pt x="823760" y="45758"/>
                  </a:lnTo>
                  <a:lnTo>
                    <a:pt x="847280" y="5574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006390" y="2376584"/>
            <a:ext cx="910590" cy="749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endParaRPr sz="10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030"/>
              </a:spcBef>
            </a:pP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0" baseline="27777" dirty="0">
                <a:solidFill>
                  <a:srgbClr val="231F20"/>
                </a:solidFill>
                <a:latin typeface="Lucida Sans Unicode"/>
                <a:cs typeface="Lucida Sans Unicode"/>
              </a:rPr>
              <a:t>Y</a:t>
            </a:r>
            <a:r>
              <a:rPr sz="1500" i="1" spc="135" baseline="5555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1500" i="1" spc="-254" baseline="55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endParaRPr sz="10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030"/>
              </a:spcBef>
            </a:pP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5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spc="-937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Verdana"/>
                <a:cs typeface="Verdana"/>
              </a:rPr>
              <a:t>s(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-35" dirty="0">
                <a:solidFill>
                  <a:srgbClr val="231F20"/>
                </a:solidFill>
                <a:latin typeface="Verdana"/>
                <a:cs typeface="Verdana"/>
              </a:rPr>
              <a:t>)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07781" y="3213792"/>
            <a:ext cx="39503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90" dirty="0">
                <a:solidFill>
                  <a:srgbClr val="231F20"/>
                </a:solidFill>
                <a:latin typeface="Verdana"/>
                <a:cs typeface="Verdana"/>
              </a:rPr>
              <a:t>Eşit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açıların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5" dirty="0">
                <a:solidFill>
                  <a:srgbClr val="231F20"/>
                </a:solidFill>
                <a:latin typeface="Verdana"/>
                <a:cs typeface="Verdana"/>
              </a:rPr>
              <a:t>karşısındaki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Verdana"/>
                <a:cs typeface="Verdana"/>
              </a:rPr>
              <a:t>kenarları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birbirine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oranlayalım.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58421" y="3445928"/>
            <a:ext cx="313690" cy="415290"/>
          </a:xfrm>
          <a:custGeom>
            <a:avLst/>
            <a:gdLst/>
            <a:ahLst/>
            <a:cxnLst/>
            <a:rect l="l" t="t" r="r" b="b"/>
            <a:pathLst>
              <a:path w="313690" h="415289">
                <a:moveTo>
                  <a:pt x="23812" y="241681"/>
                </a:moveTo>
                <a:lnTo>
                  <a:pt x="19050" y="241681"/>
                </a:lnTo>
                <a:lnTo>
                  <a:pt x="19050" y="414731"/>
                </a:lnTo>
                <a:lnTo>
                  <a:pt x="23812" y="414731"/>
                </a:lnTo>
                <a:lnTo>
                  <a:pt x="23812" y="241681"/>
                </a:lnTo>
                <a:close/>
              </a:path>
              <a:path w="313690" h="415289">
                <a:moveTo>
                  <a:pt x="32931" y="0"/>
                </a:moveTo>
                <a:lnTo>
                  <a:pt x="28181" y="0"/>
                </a:lnTo>
                <a:lnTo>
                  <a:pt x="28181" y="172237"/>
                </a:lnTo>
                <a:lnTo>
                  <a:pt x="32931" y="172237"/>
                </a:lnTo>
                <a:lnTo>
                  <a:pt x="32931" y="0"/>
                </a:lnTo>
                <a:close/>
              </a:path>
              <a:path w="313690" h="415289">
                <a:moveTo>
                  <a:pt x="285356" y="0"/>
                </a:moveTo>
                <a:lnTo>
                  <a:pt x="280593" y="0"/>
                </a:lnTo>
                <a:lnTo>
                  <a:pt x="280593" y="172237"/>
                </a:lnTo>
                <a:lnTo>
                  <a:pt x="285356" y="172237"/>
                </a:lnTo>
                <a:lnTo>
                  <a:pt x="285356" y="0"/>
                </a:lnTo>
                <a:close/>
              </a:path>
              <a:path w="313690" h="415289">
                <a:moveTo>
                  <a:pt x="294068" y="241681"/>
                </a:moveTo>
                <a:lnTo>
                  <a:pt x="289306" y="241681"/>
                </a:lnTo>
                <a:lnTo>
                  <a:pt x="289306" y="414731"/>
                </a:lnTo>
                <a:lnTo>
                  <a:pt x="294068" y="414731"/>
                </a:lnTo>
                <a:lnTo>
                  <a:pt x="294068" y="241681"/>
                </a:lnTo>
                <a:close/>
              </a:path>
              <a:path w="313690" h="415289">
                <a:moveTo>
                  <a:pt x="313131" y="203987"/>
                </a:moveTo>
                <a:lnTo>
                  <a:pt x="0" y="203987"/>
                </a:lnTo>
                <a:lnTo>
                  <a:pt x="0" y="210324"/>
                </a:lnTo>
                <a:lnTo>
                  <a:pt x="313131" y="210324"/>
                </a:lnTo>
                <a:lnTo>
                  <a:pt x="313131" y="20398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599619" y="3443540"/>
            <a:ext cx="328295" cy="417195"/>
          </a:xfrm>
          <a:custGeom>
            <a:avLst/>
            <a:gdLst/>
            <a:ahLst/>
            <a:cxnLst/>
            <a:rect l="l" t="t" r="r" b="b"/>
            <a:pathLst>
              <a:path w="328294" h="417195">
                <a:moveTo>
                  <a:pt x="23787" y="244081"/>
                </a:moveTo>
                <a:lnTo>
                  <a:pt x="19050" y="244081"/>
                </a:lnTo>
                <a:lnTo>
                  <a:pt x="19050" y="417118"/>
                </a:lnTo>
                <a:lnTo>
                  <a:pt x="23787" y="417118"/>
                </a:lnTo>
                <a:lnTo>
                  <a:pt x="23787" y="244081"/>
                </a:lnTo>
                <a:close/>
              </a:path>
              <a:path w="328294" h="417195">
                <a:moveTo>
                  <a:pt x="35712" y="0"/>
                </a:moveTo>
                <a:lnTo>
                  <a:pt x="30962" y="0"/>
                </a:lnTo>
                <a:lnTo>
                  <a:pt x="30962" y="174625"/>
                </a:lnTo>
                <a:lnTo>
                  <a:pt x="35712" y="174625"/>
                </a:lnTo>
                <a:lnTo>
                  <a:pt x="35712" y="0"/>
                </a:lnTo>
                <a:close/>
              </a:path>
              <a:path w="328294" h="417195">
                <a:moveTo>
                  <a:pt x="297649" y="0"/>
                </a:moveTo>
                <a:lnTo>
                  <a:pt x="292874" y="0"/>
                </a:lnTo>
                <a:lnTo>
                  <a:pt x="292874" y="174625"/>
                </a:lnTo>
                <a:lnTo>
                  <a:pt x="297649" y="174625"/>
                </a:lnTo>
                <a:lnTo>
                  <a:pt x="297649" y="0"/>
                </a:lnTo>
                <a:close/>
              </a:path>
              <a:path w="328294" h="417195">
                <a:moveTo>
                  <a:pt x="309156" y="244081"/>
                </a:moveTo>
                <a:lnTo>
                  <a:pt x="304393" y="244081"/>
                </a:lnTo>
                <a:lnTo>
                  <a:pt x="304393" y="417118"/>
                </a:lnTo>
                <a:lnTo>
                  <a:pt x="309156" y="417118"/>
                </a:lnTo>
                <a:lnTo>
                  <a:pt x="309156" y="244081"/>
                </a:lnTo>
                <a:close/>
              </a:path>
              <a:path w="328294" h="417195">
                <a:moveTo>
                  <a:pt x="328206" y="206375"/>
                </a:moveTo>
                <a:lnTo>
                  <a:pt x="0" y="206375"/>
                </a:lnTo>
                <a:lnTo>
                  <a:pt x="0" y="212712"/>
                </a:lnTo>
                <a:lnTo>
                  <a:pt x="328206" y="212712"/>
                </a:lnTo>
                <a:lnTo>
                  <a:pt x="328206" y="20637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101281" y="3666190"/>
            <a:ext cx="13119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3720" algn="l"/>
                <a:tab pos="1114425" algn="l"/>
              </a:tabLst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LM	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MK	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LK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10387" y="3424090"/>
            <a:ext cx="13068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260" algn="l"/>
                <a:tab pos="1100455" algn="l"/>
              </a:tabLst>
            </a:pP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155892" y="3443540"/>
            <a:ext cx="304165" cy="415925"/>
          </a:xfrm>
          <a:custGeom>
            <a:avLst/>
            <a:gdLst/>
            <a:ahLst/>
            <a:cxnLst/>
            <a:rect l="l" t="t" r="r" b="b"/>
            <a:pathLst>
              <a:path w="304164" h="415925">
                <a:moveTo>
                  <a:pt x="23799" y="0"/>
                </a:moveTo>
                <a:lnTo>
                  <a:pt x="19050" y="0"/>
                </a:lnTo>
                <a:lnTo>
                  <a:pt x="19050" y="174625"/>
                </a:lnTo>
                <a:lnTo>
                  <a:pt x="23799" y="174625"/>
                </a:lnTo>
                <a:lnTo>
                  <a:pt x="23799" y="0"/>
                </a:lnTo>
                <a:close/>
              </a:path>
              <a:path w="304164" h="415925">
                <a:moveTo>
                  <a:pt x="28168" y="244081"/>
                </a:moveTo>
                <a:lnTo>
                  <a:pt x="23418" y="244081"/>
                </a:lnTo>
                <a:lnTo>
                  <a:pt x="23418" y="415925"/>
                </a:lnTo>
                <a:lnTo>
                  <a:pt x="28168" y="415925"/>
                </a:lnTo>
                <a:lnTo>
                  <a:pt x="28168" y="244081"/>
                </a:lnTo>
                <a:close/>
              </a:path>
              <a:path w="304164" h="415925">
                <a:moveTo>
                  <a:pt x="280593" y="244081"/>
                </a:moveTo>
                <a:lnTo>
                  <a:pt x="275831" y="244081"/>
                </a:lnTo>
                <a:lnTo>
                  <a:pt x="275831" y="415925"/>
                </a:lnTo>
                <a:lnTo>
                  <a:pt x="280593" y="415925"/>
                </a:lnTo>
                <a:lnTo>
                  <a:pt x="280593" y="244081"/>
                </a:lnTo>
                <a:close/>
              </a:path>
              <a:path w="304164" h="415925">
                <a:moveTo>
                  <a:pt x="284962" y="0"/>
                </a:moveTo>
                <a:lnTo>
                  <a:pt x="280187" y="0"/>
                </a:lnTo>
                <a:lnTo>
                  <a:pt x="280187" y="174625"/>
                </a:lnTo>
                <a:lnTo>
                  <a:pt x="284962" y="174625"/>
                </a:lnTo>
                <a:lnTo>
                  <a:pt x="284962" y="0"/>
                </a:lnTo>
                <a:close/>
              </a:path>
              <a:path w="304164" h="415925">
                <a:moveTo>
                  <a:pt x="304012" y="206375"/>
                </a:moveTo>
                <a:lnTo>
                  <a:pt x="0" y="206375"/>
                </a:lnTo>
                <a:lnTo>
                  <a:pt x="0" y="212712"/>
                </a:lnTo>
                <a:lnTo>
                  <a:pt x="304012" y="212712"/>
                </a:lnTo>
                <a:lnTo>
                  <a:pt x="304012" y="20637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436244" y="3551002"/>
            <a:ext cx="13030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8325" algn="l"/>
                <a:tab pos="1163955" algn="l"/>
              </a:tabLst>
            </a:pP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	=	</a:t>
            </a:r>
            <a:r>
              <a:rPr sz="1000" spc="-245" dirty="0">
                <a:solidFill>
                  <a:srgbClr val="231F20"/>
                </a:solidFill>
                <a:latin typeface="Symbol"/>
                <a:cs typeface="Symbol"/>
              </a:rPr>
              <a:t>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835253" y="3649916"/>
            <a:ext cx="186690" cy="6350"/>
          </a:xfrm>
          <a:custGeom>
            <a:avLst/>
            <a:gdLst/>
            <a:ahLst/>
            <a:cxnLst/>
            <a:rect l="l" t="t" r="r" b="b"/>
            <a:pathLst>
              <a:path w="186689" h="6350">
                <a:moveTo>
                  <a:pt x="186131" y="0"/>
                </a:moveTo>
                <a:lnTo>
                  <a:pt x="0" y="0"/>
                </a:lnTo>
                <a:lnTo>
                  <a:pt x="0" y="6337"/>
                </a:lnTo>
                <a:lnTo>
                  <a:pt x="186131" y="6337"/>
                </a:lnTo>
                <a:lnTo>
                  <a:pt x="18613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249451" y="3649916"/>
            <a:ext cx="186055" cy="6350"/>
          </a:xfrm>
          <a:custGeom>
            <a:avLst/>
            <a:gdLst/>
            <a:ahLst/>
            <a:cxnLst/>
            <a:rect l="l" t="t" r="r" b="b"/>
            <a:pathLst>
              <a:path w="186054" h="6350">
                <a:moveTo>
                  <a:pt x="185737" y="0"/>
                </a:moveTo>
                <a:lnTo>
                  <a:pt x="0" y="0"/>
                </a:lnTo>
                <a:lnTo>
                  <a:pt x="0" y="6337"/>
                </a:lnTo>
                <a:lnTo>
                  <a:pt x="185737" y="6337"/>
                </a:lnTo>
                <a:lnTo>
                  <a:pt x="185737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663242" y="3649916"/>
            <a:ext cx="124460" cy="6350"/>
          </a:xfrm>
          <a:custGeom>
            <a:avLst/>
            <a:gdLst/>
            <a:ahLst/>
            <a:cxnLst/>
            <a:rect l="l" t="t" r="r" b="b"/>
            <a:pathLst>
              <a:path w="124460" h="6350">
                <a:moveTo>
                  <a:pt x="124218" y="0"/>
                </a:moveTo>
                <a:lnTo>
                  <a:pt x="0" y="0"/>
                </a:lnTo>
                <a:lnTo>
                  <a:pt x="0" y="6350"/>
                </a:lnTo>
                <a:lnTo>
                  <a:pt x="124218" y="6350"/>
                </a:lnTo>
                <a:lnTo>
                  <a:pt x="124218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2803554" y="3434301"/>
            <a:ext cx="1323340" cy="4083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05"/>
              </a:spcBef>
            </a:pP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1000" i="1" spc="-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500" i="1" spc="-367" baseline="-33333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500" i="1" baseline="-333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i="1" spc="82" baseline="-333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1000" i="1" spc="-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500" i="1" spc="-367" baseline="-33333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500" i="1" baseline="-333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i="1" spc="82" baseline="-333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i="1" spc="179" baseline="5555" dirty="0">
                <a:solidFill>
                  <a:srgbClr val="231F20"/>
                </a:solidFill>
                <a:latin typeface="Arial"/>
                <a:cs typeface="Arial"/>
              </a:rPr>
              <a:t>9</a:t>
            </a:r>
            <a:r>
              <a:rPr sz="1500" i="1" baseline="5555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1500" i="1" spc="-112" baseline="55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500" i="1" spc="-367" baseline="-33333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500" i="1" spc="217" baseline="-333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500" i="1" spc="-7" baseline="-33333" dirty="0">
                <a:solidFill>
                  <a:srgbClr val="231F20"/>
                </a:solidFill>
                <a:latin typeface="Verdana"/>
                <a:cs typeface="Verdana"/>
              </a:rPr>
              <a:t>k</a:t>
            </a:r>
            <a:endParaRPr sz="1500" baseline="-33333">
              <a:latin typeface="Verdana"/>
              <a:cs typeface="Verdana"/>
            </a:endParaRPr>
          </a:p>
          <a:p>
            <a:pPr marL="80010">
              <a:lnSpc>
                <a:spcPct val="100000"/>
              </a:lnSpc>
              <a:spcBef>
                <a:spcPts val="305"/>
              </a:spcBef>
              <a:tabLst>
                <a:tab pos="495300" algn="l"/>
                <a:tab pos="878840" algn="l"/>
              </a:tabLst>
            </a:pP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5	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	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007348" y="3767387"/>
            <a:ext cx="59055" cy="213360"/>
            <a:chOff x="4007348" y="3767387"/>
            <a:chExt cx="59055" cy="213360"/>
          </a:xfrm>
        </p:grpSpPr>
        <p:sp>
          <p:nvSpPr>
            <p:cNvPr id="61" name="object 61"/>
            <p:cNvSpPr/>
            <p:nvPr/>
          </p:nvSpPr>
          <p:spPr>
            <a:xfrm>
              <a:off x="4036583" y="3767387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h="153670">
                  <a:moveTo>
                    <a:pt x="0" y="0"/>
                  </a:moveTo>
                  <a:lnTo>
                    <a:pt x="0" y="153174"/>
                  </a:lnTo>
                </a:path>
              </a:pathLst>
            </a:custGeom>
            <a:ln w="635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07348" y="3900317"/>
              <a:ext cx="59055" cy="80645"/>
            </a:xfrm>
            <a:custGeom>
              <a:avLst/>
              <a:gdLst/>
              <a:ahLst/>
              <a:cxnLst/>
              <a:rect l="l" t="t" r="r" b="b"/>
              <a:pathLst>
                <a:path w="59054" h="80645">
                  <a:moveTo>
                    <a:pt x="58470" y="0"/>
                  </a:moveTo>
                  <a:lnTo>
                    <a:pt x="29235" y="20243"/>
                  </a:lnTo>
                  <a:lnTo>
                    <a:pt x="0" y="0"/>
                  </a:lnTo>
                  <a:lnTo>
                    <a:pt x="29235" y="80327"/>
                  </a:lnTo>
                  <a:lnTo>
                    <a:pt x="58470" y="0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656961" y="3919302"/>
            <a:ext cx="468566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97860">
              <a:lnSpc>
                <a:spcPct val="100000"/>
              </a:lnSpc>
              <a:spcBef>
                <a:spcPts val="100"/>
              </a:spcBef>
            </a:pPr>
            <a:r>
              <a:rPr sz="1000" i="1" spc="-5" dirty="0">
                <a:solidFill>
                  <a:srgbClr val="231F20"/>
                </a:solidFill>
                <a:latin typeface="Verdana"/>
                <a:cs typeface="Verdana"/>
              </a:rPr>
              <a:t>k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3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olarak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bulunur.</a:t>
            </a:r>
            <a:endParaRPr sz="1000">
              <a:latin typeface="Verdana"/>
              <a:cs typeface="Verdana"/>
            </a:endParaRPr>
          </a:p>
          <a:p>
            <a:pPr marL="63500">
              <a:lnSpc>
                <a:spcPts val="1035"/>
              </a:lnSpc>
              <a:spcBef>
                <a:spcPts val="1000"/>
              </a:spcBef>
            </a:pPr>
            <a:r>
              <a:rPr sz="1000" i="1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durum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tiçgenlerin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0" dirty="0">
                <a:solidFill>
                  <a:srgbClr val="231F20"/>
                </a:solidFill>
                <a:latin typeface="Verdana"/>
                <a:cs typeface="Verdana"/>
              </a:rPr>
              <a:t>benzerlik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Verdana"/>
                <a:cs typeface="Verdana"/>
              </a:rPr>
              <a:t>oranı</a:t>
            </a:r>
            <a:r>
              <a:rPr sz="1000" i="1" spc="1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30" dirty="0">
                <a:solidFill>
                  <a:srgbClr val="231F20"/>
                </a:solidFill>
                <a:latin typeface="Verdana"/>
                <a:cs typeface="Verdana"/>
              </a:rPr>
              <a:t>3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20" dirty="0">
                <a:solidFill>
                  <a:srgbClr val="231F20"/>
                </a:solidFill>
                <a:latin typeface="Verdana"/>
                <a:cs typeface="Verdana"/>
              </a:rPr>
              <a:t>veya </a:t>
            </a:r>
            <a:r>
              <a:rPr sz="1500" i="1" u="sng" spc="202" baseline="33333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Verdana"/>
                <a:cs typeface="Verdana"/>
              </a:rPr>
              <a:t> </a:t>
            </a:r>
            <a:r>
              <a:rPr sz="1500" i="1" u="sng" spc="-135" baseline="33333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1</a:t>
            </a:r>
            <a:r>
              <a:rPr sz="1500" i="1" spc="592" baseline="33333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5" dirty="0">
                <a:solidFill>
                  <a:srgbClr val="231F20"/>
                </a:solidFill>
                <a:latin typeface="Verdana"/>
                <a:cs typeface="Verdana"/>
              </a:rPr>
              <a:t>ttir.</a:t>
            </a:r>
            <a:endParaRPr sz="1000">
              <a:latin typeface="Verdana"/>
              <a:cs typeface="Verdana"/>
            </a:endParaRPr>
          </a:p>
          <a:p>
            <a:pPr marL="3228340">
              <a:lnSpc>
                <a:spcPts val="1035"/>
              </a:lnSpc>
            </a:pP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9993" y="5608247"/>
            <a:ext cx="1231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65" dirty="0">
                <a:solidFill>
                  <a:srgbClr val="EF5BA1"/>
                </a:solidFill>
                <a:latin typeface="Verdana"/>
                <a:cs typeface="Verdana"/>
              </a:rPr>
              <a:t>1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224355" y="5641278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7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365371" y="6015281"/>
            <a:ext cx="122364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69975" algn="l"/>
              </a:tabLst>
            </a:pPr>
            <a:r>
              <a:rPr sz="850" i="1" spc="195" dirty="0">
                <a:solidFill>
                  <a:srgbClr val="231F20"/>
                </a:solidFill>
                <a:latin typeface="Trebuchet MS"/>
                <a:cs typeface="Trebuchet MS"/>
              </a:rPr>
              <a:t>D</a:t>
            </a:r>
            <a:r>
              <a:rPr sz="850" i="1" u="sng" spc="195" dirty="0">
                <a:solidFill>
                  <a:srgbClr val="231F20"/>
                </a:solidFill>
                <a:uFill>
                  <a:solidFill>
                    <a:srgbClr val="ED1651"/>
                  </a:solidFill>
                </a:uFill>
                <a:latin typeface="Trebuchet MS"/>
                <a:cs typeface="Trebuchet MS"/>
              </a:rPr>
              <a:t>	</a:t>
            </a:r>
            <a:r>
              <a:rPr sz="1275" i="1" spc="277" baseline="-13071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1275" baseline="-13071">
              <a:latin typeface="Trebuchet MS"/>
              <a:cs typeface="Trebuchet M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19798" y="6314043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591648" y="6314043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6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927668" y="5794279"/>
            <a:ext cx="1647825" cy="596900"/>
          </a:xfrm>
          <a:custGeom>
            <a:avLst/>
            <a:gdLst/>
            <a:ahLst/>
            <a:cxnLst/>
            <a:rect l="l" t="t" r="r" b="b"/>
            <a:pathLst>
              <a:path w="1647825" h="596900">
                <a:moveTo>
                  <a:pt x="0" y="596646"/>
                </a:moveTo>
                <a:lnTo>
                  <a:pt x="1647202" y="596646"/>
                </a:lnTo>
                <a:lnTo>
                  <a:pt x="1341742" y="0"/>
                </a:lnTo>
                <a:lnTo>
                  <a:pt x="0" y="596646"/>
                </a:lnTo>
                <a:close/>
              </a:path>
            </a:pathLst>
          </a:custGeom>
          <a:ln w="6350">
            <a:solidFill>
              <a:srgbClr val="ED16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2785696" y="5620947"/>
            <a:ext cx="2454275" cy="46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tiçgeninde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[DE]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9" dirty="0">
                <a:solidFill>
                  <a:srgbClr val="231F20"/>
                </a:solidFill>
                <a:latin typeface="Arial"/>
                <a:cs typeface="Arial"/>
              </a:rPr>
              <a:t>//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[BC]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000" i="1" spc="15" dirty="0">
                <a:solidFill>
                  <a:srgbClr val="231F20"/>
                </a:solidFill>
                <a:latin typeface="Arial"/>
                <a:cs typeface="Arial"/>
              </a:rPr>
              <a:t>|AD|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br,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|BD|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br,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231F20"/>
                </a:solidFill>
                <a:latin typeface="Arial"/>
                <a:cs typeface="Arial"/>
              </a:rPr>
              <a:t>|AE|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90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65" dirty="0">
                <a:solidFill>
                  <a:srgbClr val="231F20"/>
                </a:solidFill>
                <a:latin typeface="Arial"/>
                <a:cs typeface="Arial"/>
              </a:rPr>
              <a:t>br</a:t>
            </a:r>
            <a:endParaRPr sz="10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785696" y="6232706"/>
            <a:ext cx="36633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15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95" dirty="0">
                <a:solidFill>
                  <a:srgbClr val="231F20"/>
                </a:solidFill>
                <a:latin typeface="Verdana"/>
                <a:cs typeface="Verdana"/>
              </a:rPr>
              <a:t>|EC|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0" dirty="0">
                <a:solidFill>
                  <a:srgbClr val="231F20"/>
                </a:solidFill>
                <a:latin typeface="Verdana"/>
                <a:cs typeface="Verdana"/>
              </a:rPr>
              <a:t>nin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kaç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birim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olduğunu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bulalım.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116406" y="7133315"/>
            <a:ext cx="1425575" cy="367665"/>
            <a:chOff x="1116406" y="7133315"/>
            <a:chExt cx="1425575" cy="367665"/>
          </a:xfrm>
        </p:grpSpPr>
        <p:sp>
          <p:nvSpPr>
            <p:cNvPr id="73" name="object 73"/>
            <p:cNvSpPr/>
            <p:nvPr/>
          </p:nvSpPr>
          <p:spPr>
            <a:xfrm>
              <a:off x="2361337" y="7136490"/>
              <a:ext cx="177165" cy="360680"/>
            </a:xfrm>
            <a:custGeom>
              <a:avLst/>
              <a:gdLst/>
              <a:ahLst/>
              <a:cxnLst/>
              <a:rect l="l" t="t" r="r" b="b"/>
              <a:pathLst>
                <a:path w="177164" h="360679">
                  <a:moveTo>
                    <a:pt x="38987" y="15138"/>
                  </a:moveTo>
                  <a:lnTo>
                    <a:pt x="23790" y="36965"/>
                  </a:lnTo>
                  <a:lnTo>
                    <a:pt x="16564" y="52544"/>
                  </a:lnTo>
                  <a:lnTo>
                    <a:pt x="15365" y="69350"/>
                  </a:lnTo>
                  <a:lnTo>
                    <a:pt x="18248" y="94856"/>
                  </a:lnTo>
                </a:path>
                <a:path w="177164" h="360679">
                  <a:moveTo>
                    <a:pt x="30834" y="0"/>
                  </a:moveTo>
                  <a:lnTo>
                    <a:pt x="11469" y="22176"/>
                  </a:lnTo>
                  <a:lnTo>
                    <a:pt x="2073" y="39255"/>
                  </a:lnTo>
                  <a:lnTo>
                    <a:pt x="0" y="59953"/>
                  </a:lnTo>
                  <a:lnTo>
                    <a:pt x="2602" y="92989"/>
                  </a:lnTo>
                </a:path>
                <a:path w="177164" h="360679">
                  <a:moveTo>
                    <a:pt x="177087" y="280746"/>
                  </a:moveTo>
                  <a:lnTo>
                    <a:pt x="161890" y="302572"/>
                  </a:lnTo>
                  <a:lnTo>
                    <a:pt x="154663" y="318152"/>
                  </a:lnTo>
                  <a:lnTo>
                    <a:pt x="153464" y="334958"/>
                  </a:lnTo>
                  <a:lnTo>
                    <a:pt x="156348" y="360464"/>
                  </a:lnTo>
                </a:path>
                <a:path w="177164" h="360679">
                  <a:moveTo>
                    <a:pt x="168934" y="265607"/>
                  </a:moveTo>
                  <a:lnTo>
                    <a:pt x="149569" y="287784"/>
                  </a:lnTo>
                  <a:lnTo>
                    <a:pt x="140173" y="304863"/>
                  </a:lnTo>
                  <a:lnTo>
                    <a:pt x="138099" y="325561"/>
                  </a:lnTo>
                  <a:lnTo>
                    <a:pt x="140701" y="358597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136897" y="7407276"/>
              <a:ext cx="37465" cy="90805"/>
            </a:xfrm>
            <a:custGeom>
              <a:avLst/>
              <a:gdLst/>
              <a:ahLst/>
              <a:cxnLst/>
              <a:rect l="l" t="t" r="r" b="b"/>
              <a:pathLst>
                <a:path w="37465" h="90804">
                  <a:moveTo>
                    <a:pt x="0" y="0"/>
                  </a:moveTo>
                  <a:lnTo>
                    <a:pt x="25866" y="21933"/>
                  </a:lnTo>
                  <a:lnTo>
                    <a:pt x="37009" y="38642"/>
                  </a:lnTo>
                  <a:lnTo>
                    <a:pt x="35695" y="58585"/>
                  </a:lnTo>
                  <a:lnTo>
                    <a:pt x="24193" y="9022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116406" y="7446811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5">
                  <a:moveTo>
                    <a:pt x="11315" y="0"/>
                  </a:moveTo>
                  <a:lnTo>
                    <a:pt x="4889" y="2476"/>
                  </a:lnTo>
                  <a:lnTo>
                    <a:pt x="0" y="13462"/>
                  </a:lnTo>
                  <a:lnTo>
                    <a:pt x="2476" y="19888"/>
                  </a:lnTo>
                  <a:lnTo>
                    <a:pt x="13462" y="24765"/>
                  </a:lnTo>
                  <a:lnTo>
                    <a:pt x="19888" y="22301"/>
                  </a:lnTo>
                  <a:lnTo>
                    <a:pt x="22326" y="16802"/>
                  </a:lnTo>
                  <a:lnTo>
                    <a:pt x="24765" y="11303"/>
                  </a:lnTo>
                  <a:lnTo>
                    <a:pt x="22288" y="4889"/>
                  </a:lnTo>
                  <a:lnTo>
                    <a:pt x="1131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738862" y="7138096"/>
              <a:ext cx="37465" cy="90805"/>
            </a:xfrm>
            <a:custGeom>
              <a:avLst/>
              <a:gdLst/>
              <a:ahLst/>
              <a:cxnLst/>
              <a:rect l="l" t="t" r="r" b="b"/>
              <a:pathLst>
                <a:path w="37464" h="90804">
                  <a:moveTo>
                    <a:pt x="0" y="0"/>
                  </a:moveTo>
                  <a:lnTo>
                    <a:pt x="25866" y="21933"/>
                  </a:lnTo>
                  <a:lnTo>
                    <a:pt x="37009" y="38641"/>
                  </a:lnTo>
                  <a:lnTo>
                    <a:pt x="35695" y="58580"/>
                  </a:lnTo>
                  <a:lnTo>
                    <a:pt x="24193" y="90208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718373" y="7177631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>
                  <a:moveTo>
                    <a:pt x="11315" y="0"/>
                  </a:moveTo>
                  <a:lnTo>
                    <a:pt x="4889" y="2476"/>
                  </a:lnTo>
                  <a:lnTo>
                    <a:pt x="0" y="13461"/>
                  </a:lnTo>
                  <a:lnTo>
                    <a:pt x="2476" y="19888"/>
                  </a:lnTo>
                  <a:lnTo>
                    <a:pt x="13462" y="24764"/>
                  </a:lnTo>
                  <a:lnTo>
                    <a:pt x="19888" y="22301"/>
                  </a:lnTo>
                  <a:lnTo>
                    <a:pt x="22326" y="16802"/>
                  </a:lnTo>
                  <a:lnTo>
                    <a:pt x="24765" y="11302"/>
                  </a:lnTo>
                  <a:lnTo>
                    <a:pt x="22288" y="4889"/>
                  </a:lnTo>
                  <a:lnTo>
                    <a:pt x="1131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2228455" y="6747312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460636" y="7146035"/>
            <a:ext cx="151765" cy="285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5" dirty="0">
                <a:solidFill>
                  <a:srgbClr val="231F20"/>
                </a:solidFill>
                <a:latin typeface="Georgia"/>
                <a:cs typeface="Georgia"/>
              </a:rPr>
              <a:t>E</a:t>
            </a:r>
            <a:endParaRPr sz="850">
              <a:latin typeface="Georgia"/>
              <a:cs typeface="Georgia"/>
            </a:endParaRPr>
          </a:p>
          <a:p>
            <a:pPr marL="77470">
              <a:lnSpc>
                <a:spcPct val="100000"/>
              </a:lnSpc>
              <a:spcBef>
                <a:spcPts val="5"/>
              </a:spcBef>
            </a:pPr>
            <a:r>
              <a:rPr sz="850" i="1" spc="50" dirty="0">
                <a:solidFill>
                  <a:srgbClr val="0CB14B"/>
                </a:solidFill>
                <a:latin typeface="Georgia"/>
                <a:cs typeface="Georgia"/>
              </a:rPr>
              <a:t>x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835188" y="6915886"/>
            <a:ext cx="984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90" dirty="0">
                <a:solidFill>
                  <a:srgbClr val="0CB14B"/>
                </a:solidFill>
                <a:latin typeface="Georgia"/>
                <a:cs typeface="Georgia"/>
              </a:rPr>
              <a:t>4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065199" y="7255605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14" dirty="0">
                <a:solidFill>
                  <a:srgbClr val="0CB14B"/>
                </a:solidFill>
                <a:latin typeface="Georgia"/>
                <a:cs typeface="Georgia"/>
              </a:rPr>
              <a:t>2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366074" y="6941255"/>
            <a:ext cx="7620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30" dirty="0">
                <a:solidFill>
                  <a:srgbClr val="0CB14B"/>
                </a:solidFill>
                <a:latin typeface="Georgia"/>
                <a:cs typeface="Georgia"/>
              </a:rPr>
              <a:t>1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394871" y="7121315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80" dirty="0">
                <a:solidFill>
                  <a:srgbClr val="231F20"/>
                </a:solidFill>
                <a:latin typeface="Georgia"/>
                <a:cs typeface="Georgia"/>
              </a:rPr>
              <a:t>D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23899" y="7420078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595749" y="7420078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928598" y="6897138"/>
            <a:ext cx="1654175" cy="623570"/>
            <a:chOff x="928598" y="6897138"/>
            <a:chExt cx="1654175" cy="623570"/>
          </a:xfrm>
        </p:grpSpPr>
        <p:sp>
          <p:nvSpPr>
            <p:cNvPr id="87" name="object 87"/>
            <p:cNvSpPr/>
            <p:nvPr/>
          </p:nvSpPr>
          <p:spPr>
            <a:xfrm>
              <a:off x="931773" y="6900313"/>
              <a:ext cx="1647825" cy="596900"/>
            </a:xfrm>
            <a:custGeom>
              <a:avLst/>
              <a:gdLst/>
              <a:ahLst/>
              <a:cxnLst/>
              <a:rect l="l" t="t" r="r" b="b"/>
              <a:pathLst>
                <a:path w="1647825" h="596900">
                  <a:moveTo>
                    <a:pt x="1008672" y="596645"/>
                  </a:moveTo>
                  <a:lnTo>
                    <a:pt x="1647202" y="596645"/>
                  </a:lnTo>
                  <a:lnTo>
                    <a:pt x="1341742" y="0"/>
                  </a:lnTo>
                  <a:lnTo>
                    <a:pt x="0" y="596645"/>
                  </a:lnTo>
                  <a:lnTo>
                    <a:pt x="1007808" y="596645"/>
                  </a:lnTo>
                </a:path>
              </a:pathLst>
            </a:custGeom>
            <a:ln w="6350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921748" y="7473446"/>
              <a:ext cx="55880" cy="47625"/>
            </a:xfrm>
            <a:custGeom>
              <a:avLst/>
              <a:gdLst/>
              <a:ahLst/>
              <a:cxnLst/>
              <a:rect l="l" t="t" r="r" b="b"/>
              <a:pathLst>
                <a:path w="55880" h="47625">
                  <a:moveTo>
                    <a:pt x="0" y="0"/>
                  </a:moveTo>
                  <a:lnTo>
                    <a:pt x="9994" y="23507"/>
                  </a:lnTo>
                  <a:lnTo>
                    <a:pt x="0" y="47028"/>
                  </a:lnTo>
                  <a:lnTo>
                    <a:pt x="55740" y="235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1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531264" y="7229478"/>
              <a:ext cx="909319" cy="0"/>
            </a:xfrm>
            <a:custGeom>
              <a:avLst/>
              <a:gdLst/>
              <a:ahLst/>
              <a:cxnLst/>
              <a:rect l="l" t="t" r="r" b="b"/>
              <a:pathLst>
                <a:path w="909319">
                  <a:moveTo>
                    <a:pt x="456806" y="0"/>
                  </a:moveTo>
                  <a:lnTo>
                    <a:pt x="908773" y="0"/>
                  </a:lnTo>
                </a:path>
                <a:path w="909319">
                  <a:moveTo>
                    <a:pt x="0" y="0"/>
                  </a:moveTo>
                  <a:lnTo>
                    <a:pt x="443242" y="0"/>
                  </a:lnTo>
                </a:path>
              </a:pathLst>
            </a:custGeom>
            <a:ln w="6350">
              <a:solidFill>
                <a:srgbClr val="ED16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956673" y="7205965"/>
              <a:ext cx="55880" cy="47625"/>
            </a:xfrm>
            <a:custGeom>
              <a:avLst/>
              <a:gdLst/>
              <a:ahLst/>
              <a:cxnLst/>
              <a:rect l="l" t="t" r="r" b="b"/>
              <a:pathLst>
                <a:path w="55880" h="47625">
                  <a:moveTo>
                    <a:pt x="0" y="0"/>
                  </a:moveTo>
                  <a:lnTo>
                    <a:pt x="9994" y="23507"/>
                  </a:lnTo>
                  <a:lnTo>
                    <a:pt x="0" y="47028"/>
                  </a:lnTo>
                  <a:lnTo>
                    <a:pt x="55740" y="235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16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2897795" y="6781048"/>
            <a:ext cx="4386580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ADE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tiçgenleri </a:t>
            </a: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birer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kenarları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birbirine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paralel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olduğu- </a:t>
            </a:r>
            <a:r>
              <a:rPr sz="1000" i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0" dirty="0">
                <a:solidFill>
                  <a:srgbClr val="231F20"/>
                </a:solidFill>
                <a:latin typeface="Arial"/>
                <a:cs typeface="Arial"/>
              </a:rPr>
              <a:t>na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göre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yöndeş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açılar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oluşur.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60385" y="7854791"/>
            <a:ext cx="6575425" cy="67945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76200" marR="55244" indent="-635" algn="just">
              <a:lnSpc>
                <a:spcPct val="141700"/>
              </a:lnSpc>
              <a:spcBef>
                <a:spcPts val="145"/>
              </a:spcBef>
            </a:pP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 </a:t>
            </a:r>
            <a:r>
              <a:rPr sz="1500" spc="-375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-25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1000" i="1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5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 </a:t>
            </a:r>
            <a:r>
              <a:rPr sz="1500" spc="-427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-28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  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ve  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s( </a:t>
            </a:r>
            <a:r>
              <a:rPr sz="1500" spc="-405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-27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spc="-2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231F20"/>
                </a:solidFill>
                <a:latin typeface="Arial"/>
                <a:cs typeface="Arial"/>
              </a:rPr>
              <a:t>s(</a:t>
            </a:r>
            <a:r>
              <a:rPr sz="1500" spc="-97" baseline="22222" dirty="0">
                <a:solidFill>
                  <a:srgbClr val="231F20"/>
                </a:solidFill>
                <a:latin typeface="Lucida Sans Unicode"/>
                <a:cs typeface="Lucida Sans Unicode"/>
              </a:rPr>
              <a:t>X</a:t>
            </a:r>
            <a:r>
              <a:rPr sz="1000" i="1" spc="-65" dirty="0">
                <a:solidFill>
                  <a:srgbClr val="231F20"/>
                </a:solidFill>
                <a:latin typeface="Arial"/>
                <a:cs typeface="Arial"/>
              </a:rPr>
              <a:t>C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olur.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Aynı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zamanda,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iki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tiçgen </a:t>
            </a:r>
            <a:r>
              <a:rPr sz="1000" i="1" spc="25" dirty="0">
                <a:solidFill>
                  <a:srgbClr val="231F20"/>
                </a:solidFill>
                <a:latin typeface="Arial"/>
                <a:cs typeface="Arial"/>
              </a:rPr>
              <a:t>A 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açısına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sahiptir.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 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durumda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iki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tiçgenin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ttim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açıları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da eşit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ölçtide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olduğuna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göre,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benzer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tiçgenlerdir.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Şimdi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kenar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uzun-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luklarını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orantılayalım.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1933032" y="8606142"/>
            <a:ext cx="310515" cy="415925"/>
          </a:xfrm>
          <a:custGeom>
            <a:avLst/>
            <a:gdLst/>
            <a:ahLst/>
            <a:cxnLst/>
            <a:rect l="l" t="t" r="r" b="b"/>
            <a:pathLst>
              <a:path w="310514" h="415925">
                <a:moveTo>
                  <a:pt x="23812" y="0"/>
                </a:moveTo>
                <a:lnTo>
                  <a:pt x="19050" y="0"/>
                </a:lnTo>
                <a:lnTo>
                  <a:pt x="19050" y="174244"/>
                </a:lnTo>
                <a:lnTo>
                  <a:pt x="23812" y="174244"/>
                </a:lnTo>
                <a:lnTo>
                  <a:pt x="23812" y="0"/>
                </a:lnTo>
                <a:close/>
              </a:path>
              <a:path w="310514" h="415925">
                <a:moveTo>
                  <a:pt x="31356" y="243687"/>
                </a:moveTo>
                <a:lnTo>
                  <a:pt x="26593" y="243687"/>
                </a:lnTo>
                <a:lnTo>
                  <a:pt x="26593" y="415925"/>
                </a:lnTo>
                <a:lnTo>
                  <a:pt x="31356" y="415925"/>
                </a:lnTo>
                <a:lnTo>
                  <a:pt x="31356" y="243687"/>
                </a:lnTo>
                <a:close/>
              </a:path>
              <a:path w="310514" h="415925">
                <a:moveTo>
                  <a:pt x="283768" y="243687"/>
                </a:moveTo>
                <a:lnTo>
                  <a:pt x="279006" y="243687"/>
                </a:lnTo>
                <a:lnTo>
                  <a:pt x="279006" y="415925"/>
                </a:lnTo>
                <a:lnTo>
                  <a:pt x="283768" y="415925"/>
                </a:lnTo>
                <a:lnTo>
                  <a:pt x="283768" y="243687"/>
                </a:lnTo>
                <a:close/>
              </a:path>
              <a:path w="310514" h="415925">
                <a:moveTo>
                  <a:pt x="291312" y="0"/>
                </a:moveTo>
                <a:lnTo>
                  <a:pt x="286537" y="0"/>
                </a:lnTo>
                <a:lnTo>
                  <a:pt x="286537" y="174244"/>
                </a:lnTo>
                <a:lnTo>
                  <a:pt x="291312" y="174244"/>
                </a:lnTo>
                <a:lnTo>
                  <a:pt x="291312" y="0"/>
                </a:lnTo>
                <a:close/>
              </a:path>
              <a:path w="310514" h="415925">
                <a:moveTo>
                  <a:pt x="310375" y="206019"/>
                </a:moveTo>
                <a:lnTo>
                  <a:pt x="0" y="206019"/>
                </a:lnTo>
                <a:lnTo>
                  <a:pt x="0" y="212344"/>
                </a:lnTo>
                <a:lnTo>
                  <a:pt x="310375" y="212344"/>
                </a:lnTo>
                <a:lnTo>
                  <a:pt x="310375" y="206019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785854" y="8713707"/>
            <a:ext cx="16465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534795" algn="l"/>
              </a:tabLst>
            </a:pPr>
            <a:r>
              <a:rPr sz="1000" i="1" spc="-450" dirty="0">
                <a:solidFill>
                  <a:srgbClr val="231F20"/>
                </a:solidFill>
                <a:latin typeface="Arial"/>
                <a:cs typeface="Arial"/>
              </a:rPr>
              <a:t>AD</a:t>
            </a:r>
            <a:r>
              <a:rPr sz="1500" spc="-675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◊</a:t>
            </a:r>
            <a:r>
              <a:rPr sz="1500" spc="622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500" i="1" spc="-120" baseline="-27777" dirty="0">
                <a:solidFill>
                  <a:srgbClr val="231F20"/>
                </a:solidFill>
                <a:latin typeface="Arial"/>
                <a:cs typeface="Arial"/>
              </a:rPr>
              <a:t>~</a:t>
            </a:r>
            <a:r>
              <a:rPr sz="1500" i="1" spc="337" baseline="-27777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420" dirty="0">
                <a:solidFill>
                  <a:srgbClr val="231F20"/>
                </a:solidFill>
                <a:latin typeface="Arial"/>
                <a:cs typeface="Arial"/>
              </a:rPr>
              <a:t>AB</a:t>
            </a:r>
            <a:r>
              <a:rPr sz="1500" spc="-630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◊</a:t>
            </a:r>
            <a:r>
              <a:rPr sz="1500" spc="412" baseline="16666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ise	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975892" y="8585512"/>
            <a:ext cx="7543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3720" algn="l"/>
              </a:tabLst>
            </a:pP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000" i="1" spc="35" dirty="0">
                <a:solidFill>
                  <a:srgbClr val="231F20"/>
                </a:solidFill>
                <a:latin typeface="Arial"/>
                <a:cs typeface="Arial"/>
              </a:rPr>
              <a:t>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983437" y="8829188"/>
            <a:ext cx="7493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2925" algn="l"/>
              </a:tabLst>
            </a:pP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2471449" y="8604960"/>
            <a:ext cx="304165" cy="419734"/>
          </a:xfrm>
          <a:custGeom>
            <a:avLst/>
            <a:gdLst/>
            <a:ahLst/>
            <a:cxnLst/>
            <a:rect l="l" t="t" r="r" b="b"/>
            <a:pathLst>
              <a:path w="304164" h="419734">
                <a:moveTo>
                  <a:pt x="23812" y="244868"/>
                </a:moveTo>
                <a:lnTo>
                  <a:pt x="19050" y="244868"/>
                </a:lnTo>
                <a:lnTo>
                  <a:pt x="19050" y="419481"/>
                </a:lnTo>
                <a:lnTo>
                  <a:pt x="23812" y="419481"/>
                </a:lnTo>
                <a:lnTo>
                  <a:pt x="23812" y="244868"/>
                </a:lnTo>
                <a:close/>
              </a:path>
              <a:path w="304164" h="419734">
                <a:moveTo>
                  <a:pt x="26581" y="0"/>
                </a:moveTo>
                <a:lnTo>
                  <a:pt x="21831" y="0"/>
                </a:lnTo>
                <a:lnTo>
                  <a:pt x="21831" y="175412"/>
                </a:lnTo>
                <a:lnTo>
                  <a:pt x="26581" y="175412"/>
                </a:lnTo>
                <a:lnTo>
                  <a:pt x="26581" y="0"/>
                </a:lnTo>
                <a:close/>
              </a:path>
              <a:path w="304164" h="419734">
                <a:moveTo>
                  <a:pt x="282575" y="0"/>
                </a:moveTo>
                <a:lnTo>
                  <a:pt x="277812" y="0"/>
                </a:lnTo>
                <a:lnTo>
                  <a:pt x="277812" y="175412"/>
                </a:lnTo>
                <a:lnTo>
                  <a:pt x="282575" y="175412"/>
                </a:lnTo>
                <a:lnTo>
                  <a:pt x="282575" y="0"/>
                </a:lnTo>
                <a:close/>
              </a:path>
              <a:path w="304164" h="419734">
                <a:moveTo>
                  <a:pt x="284962" y="244868"/>
                </a:moveTo>
                <a:lnTo>
                  <a:pt x="280187" y="244868"/>
                </a:lnTo>
                <a:lnTo>
                  <a:pt x="280187" y="419481"/>
                </a:lnTo>
                <a:lnTo>
                  <a:pt x="284962" y="419481"/>
                </a:lnTo>
                <a:lnTo>
                  <a:pt x="284962" y="244868"/>
                </a:lnTo>
                <a:close/>
              </a:path>
              <a:path w="304164" h="419734">
                <a:moveTo>
                  <a:pt x="303999" y="207175"/>
                </a:moveTo>
                <a:lnTo>
                  <a:pt x="0" y="207175"/>
                </a:lnTo>
                <a:lnTo>
                  <a:pt x="0" y="213512"/>
                </a:lnTo>
                <a:lnTo>
                  <a:pt x="303999" y="213512"/>
                </a:lnTo>
                <a:lnTo>
                  <a:pt x="303999" y="20717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2840143" y="8713213"/>
            <a:ext cx="1511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Symbol"/>
                <a:cs typeface="Symbol"/>
              </a:rPr>
              <a:t>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023861" y="8594187"/>
            <a:ext cx="638175" cy="4127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25"/>
              </a:spcBef>
              <a:tabLst>
                <a:tab pos="434975" algn="l"/>
              </a:tabLst>
            </a:pP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500" spc="7" baseline="-33333" dirty="0">
                <a:solidFill>
                  <a:srgbClr val="231F20"/>
                </a:solidFill>
                <a:latin typeface="Sitka Text"/>
                <a:cs typeface="Sitka Text"/>
              </a:rPr>
              <a:t>=	</a:t>
            </a:r>
            <a:r>
              <a:rPr sz="1000" i="1" spc="-90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  <a:tabLst>
                <a:tab pos="329565" algn="l"/>
              </a:tabLst>
            </a:pP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6	</a:t>
            </a:r>
            <a:r>
              <a:rPr sz="1500" i="1" spc="-135" baseline="2777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1500" i="1" spc="-112" baseline="2777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500" spc="7" baseline="2777" dirty="0">
                <a:solidFill>
                  <a:srgbClr val="231F20"/>
                </a:solidFill>
                <a:latin typeface="Sitka Text"/>
                <a:cs typeface="Sitka Text"/>
              </a:rPr>
              <a:t>+</a:t>
            </a:r>
            <a:r>
              <a:rPr sz="1500" spc="-120" baseline="2777" dirty="0">
                <a:solidFill>
                  <a:srgbClr val="231F20"/>
                </a:solidFill>
                <a:latin typeface="Sitka Text"/>
                <a:cs typeface="Sitka Text"/>
              </a:rPr>
              <a:t> </a:t>
            </a:r>
            <a:r>
              <a:rPr sz="1500" i="1" spc="89" baseline="2777" dirty="0">
                <a:solidFill>
                  <a:srgbClr val="231F20"/>
                </a:solidFill>
                <a:latin typeface="Arial"/>
                <a:cs typeface="Arial"/>
              </a:rPr>
              <a:t>x</a:t>
            </a:r>
            <a:endParaRPr sz="1500" baseline="2777">
              <a:latin typeface="Arial"/>
              <a:cs typeface="Arial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3055560" y="8812136"/>
            <a:ext cx="124460" cy="6350"/>
          </a:xfrm>
          <a:custGeom>
            <a:avLst/>
            <a:gdLst/>
            <a:ahLst/>
            <a:cxnLst/>
            <a:rect l="l" t="t" r="r" b="b"/>
            <a:pathLst>
              <a:path w="124460" h="6350">
                <a:moveTo>
                  <a:pt x="123837" y="0"/>
                </a:moveTo>
                <a:lnTo>
                  <a:pt x="0" y="0"/>
                </a:lnTo>
                <a:lnTo>
                  <a:pt x="0" y="6337"/>
                </a:lnTo>
                <a:lnTo>
                  <a:pt x="123837" y="6337"/>
                </a:lnTo>
                <a:lnTo>
                  <a:pt x="123837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334960" y="8812136"/>
            <a:ext cx="307975" cy="6350"/>
          </a:xfrm>
          <a:custGeom>
            <a:avLst/>
            <a:gdLst/>
            <a:ahLst/>
            <a:cxnLst/>
            <a:rect l="l" t="t" r="r" b="b"/>
            <a:pathLst>
              <a:path w="307975" h="6350">
                <a:moveTo>
                  <a:pt x="307581" y="0"/>
                </a:moveTo>
                <a:lnTo>
                  <a:pt x="0" y="0"/>
                </a:lnTo>
                <a:lnTo>
                  <a:pt x="0" y="6337"/>
                </a:lnTo>
                <a:lnTo>
                  <a:pt x="307581" y="6337"/>
                </a:lnTo>
                <a:lnTo>
                  <a:pt x="30758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194559" y="8812148"/>
            <a:ext cx="127000" cy="6350"/>
          </a:xfrm>
          <a:custGeom>
            <a:avLst/>
            <a:gdLst/>
            <a:ahLst/>
            <a:cxnLst/>
            <a:rect l="l" t="t" r="r" b="b"/>
            <a:pathLst>
              <a:path w="127000" h="6350">
                <a:moveTo>
                  <a:pt x="126593" y="0"/>
                </a:moveTo>
                <a:lnTo>
                  <a:pt x="0" y="0"/>
                </a:lnTo>
                <a:lnTo>
                  <a:pt x="0" y="6337"/>
                </a:lnTo>
                <a:lnTo>
                  <a:pt x="126593" y="6337"/>
                </a:lnTo>
                <a:lnTo>
                  <a:pt x="12659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3656428" y="8713213"/>
            <a:ext cx="1882775" cy="28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ts val="1030"/>
              </a:lnSpc>
              <a:spcBef>
                <a:spcPts val="100"/>
              </a:spcBef>
              <a:tabLst>
                <a:tab pos="805180" algn="l"/>
              </a:tabLst>
            </a:pPr>
            <a:r>
              <a:rPr sz="1000" dirty="0">
                <a:solidFill>
                  <a:srgbClr val="231F20"/>
                </a:solidFill>
                <a:latin typeface="Symbol"/>
                <a:cs typeface="Symbol"/>
              </a:rPr>
              <a:t></a:t>
            </a:r>
            <a:r>
              <a:rPr sz="1000" spc="2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000" i="1" spc="-30" dirty="0">
                <a:solidFill>
                  <a:srgbClr val="231F20"/>
                </a:solidFill>
                <a:latin typeface="Verdana"/>
                <a:cs typeface="Verdana"/>
              </a:rPr>
              <a:t>x</a:t>
            </a:r>
            <a:r>
              <a:rPr sz="1000" i="1" spc="1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Verdana"/>
                <a:cs typeface="Verdana"/>
              </a:rPr>
              <a:t>=</a:t>
            </a:r>
            <a:r>
              <a:rPr sz="1000" i="1" spc="85" dirty="0">
                <a:solidFill>
                  <a:srgbClr val="231F20"/>
                </a:solidFill>
                <a:latin typeface="Verdana"/>
                <a:cs typeface="Verdana"/>
              </a:rPr>
              <a:t>  </a:t>
            </a:r>
            <a:r>
              <a:rPr sz="1500" i="1" spc="-135" baseline="33333" dirty="0">
                <a:solidFill>
                  <a:srgbClr val="231F20"/>
                </a:solidFill>
                <a:latin typeface="Arial"/>
                <a:cs typeface="Arial"/>
              </a:rPr>
              <a:t>1	</a:t>
            </a:r>
            <a:r>
              <a:rPr sz="1000" i="1" spc="55" dirty="0">
                <a:solidFill>
                  <a:srgbClr val="231F20"/>
                </a:solidFill>
                <a:latin typeface="Verdana"/>
                <a:cs typeface="Verdana"/>
              </a:rPr>
              <a:t>olarak</a:t>
            </a:r>
            <a:r>
              <a:rPr sz="1000" i="1" spc="114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i="1" spc="-15" dirty="0">
                <a:solidFill>
                  <a:srgbClr val="231F20"/>
                </a:solidFill>
                <a:latin typeface="Verdana"/>
                <a:cs typeface="Verdana"/>
              </a:rPr>
              <a:t>bulunur.</a:t>
            </a:r>
            <a:endParaRPr sz="1000">
              <a:latin typeface="Verdana"/>
              <a:cs typeface="Verdana"/>
            </a:endParaRPr>
          </a:p>
          <a:p>
            <a:pPr marL="556895">
              <a:lnSpc>
                <a:spcPts val="1030"/>
              </a:lnSpc>
            </a:pP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516173" y="5130995"/>
            <a:ext cx="6756400" cy="347980"/>
            <a:chOff x="516173" y="5130995"/>
            <a:chExt cx="6756400" cy="347980"/>
          </a:xfrm>
        </p:grpSpPr>
        <p:sp>
          <p:nvSpPr>
            <p:cNvPr id="105" name="object 105"/>
            <p:cNvSpPr/>
            <p:nvPr/>
          </p:nvSpPr>
          <p:spPr>
            <a:xfrm>
              <a:off x="636821" y="5304758"/>
              <a:ext cx="6635750" cy="0"/>
            </a:xfrm>
            <a:custGeom>
              <a:avLst/>
              <a:gdLst/>
              <a:ahLst/>
              <a:cxnLst/>
              <a:rect l="l" t="t" r="r" b="b"/>
              <a:pathLst>
                <a:path w="6635750">
                  <a:moveTo>
                    <a:pt x="663517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6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16173" y="5130995"/>
              <a:ext cx="1445895" cy="347980"/>
            </a:xfrm>
            <a:custGeom>
              <a:avLst/>
              <a:gdLst/>
              <a:ahLst/>
              <a:cxnLst/>
              <a:rect l="l" t="t" r="r" b="b"/>
              <a:pathLst>
                <a:path w="1445895" h="347979">
                  <a:moveTo>
                    <a:pt x="1422971" y="0"/>
                  </a:moveTo>
                  <a:lnTo>
                    <a:pt x="22529" y="0"/>
                  </a:lnTo>
                  <a:lnTo>
                    <a:pt x="13024" y="42184"/>
                  </a:lnTo>
                  <a:lnTo>
                    <a:pt x="5945" y="85223"/>
                  </a:lnTo>
                  <a:lnTo>
                    <a:pt x="1525" y="129091"/>
                  </a:lnTo>
                  <a:lnTo>
                    <a:pt x="0" y="173761"/>
                  </a:lnTo>
                  <a:lnTo>
                    <a:pt x="1525" y="218437"/>
                  </a:lnTo>
                  <a:lnTo>
                    <a:pt x="5945" y="262304"/>
                  </a:lnTo>
                  <a:lnTo>
                    <a:pt x="13024" y="305340"/>
                  </a:lnTo>
                  <a:lnTo>
                    <a:pt x="22529" y="347522"/>
                  </a:lnTo>
                  <a:lnTo>
                    <a:pt x="1422971" y="347522"/>
                  </a:lnTo>
                  <a:lnTo>
                    <a:pt x="1432476" y="305340"/>
                  </a:lnTo>
                  <a:lnTo>
                    <a:pt x="1439556" y="262304"/>
                  </a:lnTo>
                  <a:lnTo>
                    <a:pt x="1443975" y="218437"/>
                  </a:lnTo>
                  <a:lnTo>
                    <a:pt x="1445501" y="173761"/>
                  </a:lnTo>
                  <a:lnTo>
                    <a:pt x="1443975" y="129091"/>
                  </a:lnTo>
                  <a:lnTo>
                    <a:pt x="1439556" y="85223"/>
                  </a:lnTo>
                  <a:lnTo>
                    <a:pt x="1432476" y="42184"/>
                  </a:lnTo>
                  <a:lnTo>
                    <a:pt x="1422971" y="0"/>
                  </a:lnTo>
                  <a:close/>
                </a:path>
              </a:pathLst>
            </a:custGeom>
            <a:solidFill>
              <a:srgbClr val="006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965796" y="5180843"/>
            <a:ext cx="535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165" dirty="0">
                <a:solidFill>
                  <a:srgbClr val="FFFFFF"/>
                </a:solidFill>
                <a:latin typeface="Times New Roman"/>
                <a:cs typeface="Times New Roman"/>
              </a:rPr>
              <a:t>ÖRNEK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741682" y="9374982"/>
            <a:ext cx="435609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40" dirty="0">
                <a:solidFill>
                  <a:srgbClr val="FFFFFF"/>
                </a:solidFill>
                <a:latin typeface="Arial"/>
                <a:cs typeface="Arial"/>
              </a:rPr>
              <a:t>32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002" y="9288002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179997" y="0"/>
                </a:moveTo>
                <a:lnTo>
                  <a:pt x="132144" y="6429"/>
                </a:lnTo>
                <a:lnTo>
                  <a:pt x="89146" y="24573"/>
                </a:lnTo>
                <a:lnTo>
                  <a:pt x="52717" y="52717"/>
                </a:lnTo>
                <a:lnTo>
                  <a:pt x="24573" y="89146"/>
                </a:lnTo>
                <a:lnTo>
                  <a:pt x="6429" y="132144"/>
                </a:lnTo>
                <a:lnTo>
                  <a:pt x="0" y="179997"/>
                </a:lnTo>
                <a:lnTo>
                  <a:pt x="6429" y="227845"/>
                </a:lnTo>
                <a:lnTo>
                  <a:pt x="24573" y="270842"/>
                </a:lnTo>
                <a:lnTo>
                  <a:pt x="52717" y="307271"/>
                </a:lnTo>
                <a:lnTo>
                  <a:pt x="89146" y="335417"/>
                </a:lnTo>
                <a:lnTo>
                  <a:pt x="132144" y="353564"/>
                </a:lnTo>
                <a:lnTo>
                  <a:pt x="179997" y="359994"/>
                </a:lnTo>
                <a:lnTo>
                  <a:pt x="227849" y="353564"/>
                </a:lnTo>
                <a:lnTo>
                  <a:pt x="270847" y="335417"/>
                </a:lnTo>
                <a:lnTo>
                  <a:pt x="307276" y="307271"/>
                </a:lnTo>
                <a:lnTo>
                  <a:pt x="335420" y="270842"/>
                </a:lnTo>
                <a:lnTo>
                  <a:pt x="353564" y="227845"/>
                </a:lnTo>
                <a:lnTo>
                  <a:pt x="359994" y="179997"/>
                </a:lnTo>
                <a:lnTo>
                  <a:pt x="353564" y="132144"/>
                </a:lnTo>
                <a:lnTo>
                  <a:pt x="335420" y="89146"/>
                </a:lnTo>
                <a:lnTo>
                  <a:pt x="307276" y="52717"/>
                </a:lnTo>
                <a:lnTo>
                  <a:pt x="270847" y="24573"/>
                </a:lnTo>
                <a:lnTo>
                  <a:pt x="227849" y="6429"/>
                </a:lnTo>
                <a:lnTo>
                  <a:pt x="179997" y="0"/>
                </a:lnTo>
                <a:close/>
              </a:path>
            </a:pathLst>
          </a:custGeom>
          <a:solidFill>
            <a:srgbClr val="358CC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44860" y="132805"/>
            <a:ext cx="2375535" cy="513080"/>
            <a:chOff x="5544860" y="132805"/>
            <a:chExt cx="2375535" cy="513080"/>
          </a:xfrm>
        </p:grpSpPr>
        <p:sp>
          <p:nvSpPr>
            <p:cNvPr id="4" name="object 4"/>
            <p:cNvSpPr/>
            <p:nvPr/>
          </p:nvSpPr>
          <p:spPr>
            <a:xfrm>
              <a:off x="7127993" y="13281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513003" y="256501"/>
                  </a:moveTo>
                  <a:lnTo>
                    <a:pt x="508863" y="210388"/>
                  </a:lnTo>
                  <a:lnTo>
                    <a:pt x="496951" y="166992"/>
                  </a:lnTo>
                  <a:lnTo>
                    <a:pt x="477977" y="127038"/>
                  </a:lnTo>
                  <a:lnTo>
                    <a:pt x="452678" y="91236"/>
                  </a:lnTo>
                  <a:lnTo>
                    <a:pt x="421754" y="60325"/>
                  </a:lnTo>
                  <a:lnTo>
                    <a:pt x="385953" y="35013"/>
                  </a:lnTo>
                  <a:lnTo>
                    <a:pt x="345998" y="16040"/>
                  </a:lnTo>
                  <a:lnTo>
                    <a:pt x="302602" y="4127"/>
                  </a:lnTo>
                  <a:lnTo>
                    <a:pt x="256501" y="0"/>
                  </a:lnTo>
                  <a:lnTo>
                    <a:pt x="210400" y="4127"/>
                  </a:lnTo>
                  <a:lnTo>
                    <a:pt x="167005" y="16040"/>
                  </a:lnTo>
                  <a:lnTo>
                    <a:pt x="127038" y="35013"/>
                  </a:lnTo>
                  <a:lnTo>
                    <a:pt x="91236" y="60325"/>
                  </a:lnTo>
                  <a:lnTo>
                    <a:pt x="60325" y="91236"/>
                  </a:lnTo>
                  <a:lnTo>
                    <a:pt x="35013" y="127038"/>
                  </a:lnTo>
                  <a:lnTo>
                    <a:pt x="16052" y="166992"/>
                  </a:lnTo>
                  <a:lnTo>
                    <a:pt x="4127" y="210388"/>
                  </a:lnTo>
                  <a:lnTo>
                    <a:pt x="0" y="256501"/>
                  </a:lnTo>
                  <a:lnTo>
                    <a:pt x="4127" y="302602"/>
                  </a:lnTo>
                  <a:lnTo>
                    <a:pt x="16052" y="345998"/>
                  </a:lnTo>
                  <a:lnTo>
                    <a:pt x="35013" y="385965"/>
                  </a:lnTo>
                  <a:lnTo>
                    <a:pt x="60325" y="421754"/>
                  </a:lnTo>
                  <a:lnTo>
                    <a:pt x="91236" y="452678"/>
                  </a:lnTo>
                  <a:lnTo>
                    <a:pt x="127038" y="477977"/>
                  </a:lnTo>
                  <a:lnTo>
                    <a:pt x="167005" y="496951"/>
                  </a:lnTo>
                  <a:lnTo>
                    <a:pt x="210388" y="508863"/>
                  </a:lnTo>
                  <a:lnTo>
                    <a:pt x="256501" y="513003"/>
                  </a:lnTo>
                  <a:lnTo>
                    <a:pt x="302602" y="508863"/>
                  </a:lnTo>
                  <a:lnTo>
                    <a:pt x="345998" y="496951"/>
                  </a:lnTo>
                  <a:lnTo>
                    <a:pt x="385965" y="477977"/>
                  </a:lnTo>
                  <a:lnTo>
                    <a:pt x="421754" y="452678"/>
                  </a:lnTo>
                  <a:lnTo>
                    <a:pt x="452678" y="421754"/>
                  </a:lnTo>
                  <a:lnTo>
                    <a:pt x="477977" y="385965"/>
                  </a:lnTo>
                  <a:lnTo>
                    <a:pt x="496951" y="345998"/>
                  </a:lnTo>
                  <a:lnTo>
                    <a:pt x="508863" y="302602"/>
                  </a:lnTo>
                  <a:lnTo>
                    <a:pt x="513003" y="256501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44860" y="325808"/>
              <a:ext cx="2375535" cy="127000"/>
            </a:xfrm>
            <a:custGeom>
              <a:avLst/>
              <a:gdLst/>
              <a:ahLst/>
              <a:cxnLst/>
              <a:rect l="l" t="t" r="r" b="b"/>
              <a:pathLst>
                <a:path w="2375534" h="127000">
                  <a:moveTo>
                    <a:pt x="0" y="127000"/>
                  </a:moveTo>
                  <a:lnTo>
                    <a:pt x="2375129" y="127000"/>
                  </a:lnTo>
                  <a:lnTo>
                    <a:pt x="2375129" y="0"/>
                  </a:ln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27998" y="132805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80">
                  <a:moveTo>
                    <a:pt x="256501" y="0"/>
                  </a:moveTo>
                  <a:lnTo>
                    <a:pt x="210397" y="4132"/>
                  </a:lnTo>
                  <a:lnTo>
                    <a:pt x="167002" y="16048"/>
                  </a:lnTo>
                  <a:lnTo>
                    <a:pt x="127043" y="35021"/>
                  </a:lnTo>
                  <a:lnTo>
                    <a:pt x="91243" y="60328"/>
                  </a:lnTo>
                  <a:lnTo>
                    <a:pt x="60328" y="91243"/>
                  </a:lnTo>
                  <a:lnTo>
                    <a:pt x="35021" y="127043"/>
                  </a:lnTo>
                  <a:lnTo>
                    <a:pt x="16048" y="167002"/>
                  </a:lnTo>
                  <a:lnTo>
                    <a:pt x="4132" y="210397"/>
                  </a:lnTo>
                  <a:lnTo>
                    <a:pt x="0" y="256501"/>
                  </a:lnTo>
                  <a:lnTo>
                    <a:pt x="4132" y="302610"/>
                  </a:lnTo>
                  <a:lnTo>
                    <a:pt x="16048" y="346006"/>
                  </a:lnTo>
                  <a:lnTo>
                    <a:pt x="35021" y="385966"/>
                  </a:lnTo>
                  <a:lnTo>
                    <a:pt x="60328" y="421765"/>
                  </a:lnTo>
                  <a:lnTo>
                    <a:pt x="91243" y="452679"/>
                  </a:lnTo>
                  <a:lnTo>
                    <a:pt x="127043" y="477985"/>
                  </a:lnTo>
                  <a:lnTo>
                    <a:pt x="167002" y="496957"/>
                  </a:lnTo>
                  <a:lnTo>
                    <a:pt x="210397" y="508871"/>
                  </a:lnTo>
                  <a:lnTo>
                    <a:pt x="256501" y="513003"/>
                  </a:lnTo>
                  <a:lnTo>
                    <a:pt x="302606" y="508871"/>
                  </a:lnTo>
                  <a:lnTo>
                    <a:pt x="346001" y="496957"/>
                  </a:lnTo>
                  <a:lnTo>
                    <a:pt x="385960" y="477985"/>
                  </a:lnTo>
                  <a:lnTo>
                    <a:pt x="421760" y="452679"/>
                  </a:lnTo>
                  <a:lnTo>
                    <a:pt x="452675" y="421765"/>
                  </a:lnTo>
                  <a:lnTo>
                    <a:pt x="477982" y="385966"/>
                  </a:lnTo>
                  <a:lnTo>
                    <a:pt x="496955" y="346006"/>
                  </a:lnTo>
                  <a:lnTo>
                    <a:pt x="508871" y="302610"/>
                  </a:lnTo>
                  <a:lnTo>
                    <a:pt x="513003" y="256501"/>
                  </a:lnTo>
                  <a:lnTo>
                    <a:pt x="508871" y="210397"/>
                  </a:lnTo>
                  <a:lnTo>
                    <a:pt x="496955" y="167002"/>
                  </a:lnTo>
                  <a:lnTo>
                    <a:pt x="477982" y="127043"/>
                  </a:lnTo>
                  <a:lnTo>
                    <a:pt x="452675" y="91243"/>
                  </a:lnTo>
                  <a:lnTo>
                    <a:pt x="421760" y="60328"/>
                  </a:lnTo>
                  <a:lnTo>
                    <a:pt x="385960" y="35021"/>
                  </a:lnTo>
                  <a:lnTo>
                    <a:pt x="346001" y="16048"/>
                  </a:lnTo>
                  <a:lnTo>
                    <a:pt x="302606" y="4132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35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43699" y="305170"/>
            <a:ext cx="1077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8.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Trebuchet MS"/>
                <a:cs typeface="Trebuchet MS"/>
              </a:rPr>
              <a:t>SINIF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TİK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28004" y="325808"/>
            <a:ext cx="513080" cy="127000"/>
          </a:xfrm>
          <a:custGeom>
            <a:avLst/>
            <a:gdLst/>
            <a:ahLst/>
            <a:cxnLst/>
            <a:rect l="l" t="t" r="r" b="b"/>
            <a:pathLst>
              <a:path w="513079" h="127000">
                <a:moveTo>
                  <a:pt x="504748" y="0"/>
                </a:moveTo>
                <a:lnTo>
                  <a:pt x="8242" y="0"/>
                </a:lnTo>
                <a:lnTo>
                  <a:pt x="4763" y="15417"/>
                </a:lnTo>
                <a:lnTo>
                  <a:pt x="2173" y="31145"/>
                </a:lnTo>
                <a:lnTo>
                  <a:pt x="557" y="47175"/>
                </a:lnTo>
                <a:lnTo>
                  <a:pt x="0" y="63500"/>
                </a:lnTo>
                <a:lnTo>
                  <a:pt x="557" y="79824"/>
                </a:lnTo>
                <a:lnTo>
                  <a:pt x="2173" y="95854"/>
                </a:lnTo>
                <a:lnTo>
                  <a:pt x="4763" y="111582"/>
                </a:lnTo>
                <a:lnTo>
                  <a:pt x="8242" y="127000"/>
                </a:lnTo>
                <a:lnTo>
                  <a:pt x="504748" y="127000"/>
                </a:lnTo>
                <a:lnTo>
                  <a:pt x="508228" y="111582"/>
                </a:lnTo>
                <a:lnTo>
                  <a:pt x="510817" y="95854"/>
                </a:lnTo>
                <a:lnTo>
                  <a:pt x="512433" y="79824"/>
                </a:lnTo>
                <a:lnTo>
                  <a:pt x="512991" y="63500"/>
                </a:lnTo>
                <a:lnTo>
                  <a:pt x="512433" y="47175"/>
                </a:lnTo>
                <a:lnTo>
                  <a:pt x="510817" y="31145"/>
                </a:lnTo>
                <a:lnTo>
                  <a:pt x="508228" y="15417"/>
                </a:lnTo>
                <a:lnTo>
                  <a:pt x="504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89857" y="318664"/>
            <a:ext cx="38989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b="1" spc="70" dirty="0">
                <a:solidFill>
                  <a:srgbClr val="358CCB"/>
                </a:solidFill>
                <a:latin typeface="Times New Roman"/>
                <a:cs typeface="Times New Roman"/>
              </a:rPr>
              <a:t>5</a:t>
            </a:r>
            <a:r>
              <a:rPr sz="700" b="1" spc="15" dirty="0">
                <a:solidFill>
                  <a:srgbClr val="358CCB"/>
                </a:solidFill>
                <a:latin typeface="Times New Roman"/>
                <a:cs typeface="Times New Roman"/>
              </a:rPr>
              <a:t>.</a:t>
            </a:r>
            <a:r>
              <a:rPr sz="700" b="1" spc="25" dirty="0">
                <a:solidFill>
                  <a:srgbClr val="358CCB"/>
                </a:solidFill>
                <a:latin typeface="Times New Roman"/>
                <a:cs typeface="Times New Roman"/>
              </a:rPr>
              <a:t>Ü</a:t>
            </a:r>
            <a:r>
              <a:rPr sz="700" b="1" spc="-5" dirty="0">
                <a:solidFill>
                  <a:srgbClr val="358CCB"/>
                </a:solidFill>
                <a:latin typeface="Times New Roman"/>
                <a:cs typeface="Times New Roman"/>
              </a:rPr>
              <a:t>NİTE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2886" y="802440"/>
            <a:ext cx="1536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20" dirty="0">
                <a:solidFill>
                  <a:srgbClr val="EF5BA1"/>
                </a:solidFill>
                <a:latin typeface="Verdana"/>
                <a:cs typeface="Verdana"/>
              </a:rPr>
              <a:t>2</a:t>
            </a:r>
            <a:r>
              <a:rPr sz="1100" b="1" i="1" spc="-160" dirty="0">
                <a:solidFill>
                  <a:srgbClr val="EF5BA1"/>
                </a:solidFill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39796" y="851052"/>
            <a:ext cx="1577975" cy="759460"/>
          </a:xfrm>
          <a:custGeom>
            <a:avLst/>
            <a:gdLst/>
            <a:ahLst/>
            <a:cxnLst/>
            <a:rect l="l" t="t" r="r" b="b"/>
            <a:pathLst>
              <a:path w="1577975" h="759460">
                <a:moveTo>
                  <a:pt x="576465" y="0"/>
                </a:moveTo>
                <a:lnTo>
                  <a:pt x="0" y="759269"/>
                </a:lnTo>
                <a:lnTo>
                  <a:pt x="1577606" y="759269"/>
                </a:lnTo>
                <a:lnTo>
                  <a:pt x="576465" y="0"/>
                </a:lnTo>
                <a:close/>
              </a:path>
              <a:path w="1577975" h="759460">
                <a:moveTo>
                  <a:pt x="77203" y="654761"/>
                </a:moveTo>
                <a:lnTo>
                  <a:pt x="107234" y="671553"/>
                </a:lnTo>
                <a:lnTo>
                  <a:pt x="121666" y="688036"/>
                </a:lnTo>
                <a:lnTo>
                  <a:pt x="124477" y="714009"/>
                </a:lnTo>
                <a:lnTo>
                  <a:pt x="119646" y="759269"/>
                </a:lnTo>
              </a:path>
              <a:path w="1577975" h="759460">
                <a:moveTo>
                  <a:pt x="1435811" y="654761"/>
                </a:moveTo>
                <a:lnTo>
                  <a:pt x="1405787" y="671553"/>
                </a:lnTo>
                <a:lnTo>
                  <a:pt x="1391358" y="688036"/>
                </a:lnTo>
                <a:lnTo>
                  <a:pt x="1388544" y="714009"/>
                </a:lnTo>
                <a:lnTo>
                  <a:pt x="1393367" y="759269"/>
                </a:lnTo>
              </a:path>
            </a:pathLst>
          </a:custGeom>
          <a:ln w="6350">
            <a:solidFill>
              <a:srgbClr val="F36F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465562" y="1455282"/>
            <a:ext cx="21018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55" dirty="0">
                <a:solidFill>
                  <a:srgbClr val="231F20"/>
                </a:solidFill>
                <a:latin typeface="Georgia"/>
                <a:cs typeface="Georgia"/>
              </a:rPr>
              <a:t>53°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1111" y="1463378"/>
            <a:ext cx="20764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37°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50690" y="1110058"/>
            <a:ext cx="33464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16</a:t>
            </a:r>
            <a:r>
              <a:rPr sz="850" spc="135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105" dirty="0">
                <a:solidFill>
                  <a:srgbClr val="231F20"/>
                </a:solidFill>
                <a:latin typeface="Georgia"/>
                <a:cs typeface="Georgia"/>
              </a:rPr>
              <a:t>br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03856" y="1110058"/>
            <a:ext cx="33718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70" dirty="0">
                <a:solidFill>
                  <a:srgbClr val="231F20"/>
                </a:solidFill>
                <a:latin typeface="Georgia"/>
                <a:cs typeface="Georgia"/>
              </a:rPr>
              <a:t>12</a:t>
            </a:r>
            <a:r>
              <a:rPr sz="850" spc="145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105" dirty="0">
                <a:solidFill>
                  <a:srgbClr val="231F20"/>
                </a:solidFill>
                <a:latin typeface="Georgia"/>
                <a:cs typeface="Georgia"/>
              </a:rPr>
              <a:t>br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78701" y="1622156"/>
            <a:ext cx="37084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Georgia"/>
                <a:cs typeface="Georgia"/>
              </a:rPr>
              <a:t>20</a:t>
            </a:r>
            <a:r>
              <a:rPr sz="850" spc="135" dirty="0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sz="850" spc="105" dirty="0">
                <a:solidFill>
                  <a:srgbClr val="231F20"/>
                </a:solidFill>
                <a:latin typeface="Georgia"/>
                <a:cs typeface="Georgia"/>
              </a:rPr>
              <a:t>br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68595" y="707495"/>
            <a:ext cx="10096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231F20"/>
                </a:solidFill>
                <a:latin typeface="Georgia"/>
                <a:cs typeface="Georgia"/>
              </a:rPr>
              <a:t>A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20586" y="1541409"/>
            <a:ext cx="104139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60" dirty="0">
                <a:solidFill>
                  <a:srgbClr val="231F20"/>
                </a:solidFill>
                <a:latin typeface="Georgia"/>
                <a:cs typeface="Georgia"/>
              </a:rPr>
              <a:t>B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37167" y="1541409"/>
            <a:ext cx="111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30" dirty="0">
                <a:solidFill>
                  <a:srgbClr val="231F20"/>
                </a:solidFill>
                <a:latin typeface="Georgia"/>
                <a:cs typeface="Georgia"/>
              </a:rPr>
              <a:t>C</a:t>
            </a:r>
            <a:endParaRPr sz="85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3899" y="1966741"/>
            <a:ext cx="6592570" cy="870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Yukarıdaki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şekilde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verilen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ABC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tiçgenine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benzer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FED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tiçgeni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çizilmesi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isteniyor.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Arial"/>
              <a:cs typeface="Arial"/>
            </a:endParaRPr>
          </a:p>
          <a:p>
            <a:pPr marL="76200">
              <a:lnSpc>
                <a:spcPts val="1075"/>
              </a:lnSpc>
            </a:pPr>
            <a:r>
              <a:rPr sz="1000" b="1" i="1" spc="-60" dirty="0">
                <a:solidFill>
                  <a:srgbClr val="231F20"/>
                </a:solidFill>
                <a:latin typeface="Verdana"/>
                <a:cs typeface="Verdana"/>
              </a:rPr>
              <a:t>Bu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" dirty="0">
                <a:solidFill>
                  <a:srgbClr val="231F20"/>
                </a:solidFill>
                <a:latin typeface="Verdana"/>
                <a:cs typeface="Verdana"/>
              </a:rPr>
              <a:t>üçgenler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10" dirty="0">
                <a:solidFill>
                  <a:srgbClr val="231F20"/>
                </a:solidFill>
                <a:latin typeface="Verdana"/>
                <a:cs typeface="Verdana"/>
              </a:rPr>
              <a:t>arasından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5" dirty="0">
                <a:solidFill>
                  <a:srgbClr val="231F20"/>
                </a:solidFill>
                <a:latin typeface="Verdana"/>
                <a:cs typeface="Verdana"/>
              </a:rPr>
              <a:t>ABC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231F20"/>
                </a:solidFill>
                <a:latin typeface="Arial"/>
                <a:cs typeface="Arial"/>
              </a:rPr>
              <a:t>~</a:t>
            </a:r>
            <a:r>
              <a:rPr sz="1000" b="1" i="1" spc="2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i="1" spc="90" dirty="0">
                <a:solidFill>
                  <a:srgbClr val="231F20"/>
                </a:solidFill>
                <a:latin typeface="Verdana"/>
                <a:cs typeface="Verdana"/>
              </a:rPr>
              <a:t>FED</a:t>
            </a:r>
            <a:r>
              <a:rPr sz="1000" b="1" i="1" spc="18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55" dirty="0">
                <a:solidFill>
                  <a:srgbClr val="231F20"/>
                </a:solidFill>
                <a:latin typeface="Verdana"/>
                <a:cs typeface="Verdana"/>
              </a:rPr>
              <a:t>bağınttısı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benzerlik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oranı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4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5" dirty="0">
                <a:solidFill>
                  <a:srgbClr val="231F20"/>
                </a:solidFill>
                <a:latin typeface="Verdana"/>
                <a:cs typeface="Verdana"/>
              </a:rPr>
              <a:t>veya</a:t>
            </a:r>
            <a:r>
              <a:rPr sz="1500" b="1" i="1" u="sng" spc="817" baseline="33333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Verdana"/>
                <a:cs typeface="Verdana"/>
              </a:rPr>
              <a:t> </a:t>
            </a:r>
            <a:r>
              <a:rPr sz="1500" b="1" i="1" u="sng" spc="-337" baseline="33333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Verdana"/>
                <a:cs typeface="Verdana"/>
              </a:rPr>
              <a:t>1</a:t>
            </a:r>
            <a:r>
              <a:rPr sz="1500" b="1" i="1" spc="652" baseline="33333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0" dirty="0">
                <a:solidFill>
                  <a:srgbClr val="231F20"/>
                </a:solidFill>
                <a:latin typeface="Verdana"/>
                <a:cs typeface="Verdana"/>
              </a:rPr>
              <a:t>olduğuna</a:t>
            </a:r>
            <a:r>
              <a:rPr sz="1000" b="1" i="1" spc="18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231F20"/>
                </a:solidFill>
                <a:latin typeface="Verdana"/>
                <a:cs typeface="Verdana"/>
              </a:rPr>
              <a:t>göre,</a:t>
            </a:r>
            <a:endParaRPr sz="1000">
              <a:latin typeface="Verdana"/>
              <a:cs typeface="Verdana"/>
            </a:endParaRPr>
          </a:p>
          <a:p>
            <a:pPr marL="5271135">
              <a:lnSpc>
                <a:spcPts val="1075"/>
              </a:lnSpc>
            </a:pP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4</a:t>
            </a:r>
            <a:endParaRPr sz="1000">
              <a:latin typeface="Verdana"/>
              <a:cs typeface="Verdana"/>
            </a:endParaRPr>
          </a:p>
          <a:p>
            <a:pPr marL="75565">
              <a:lnSpc>
                <a:spcPct val="100000"/>
              </a:lnSpc>
              <a:spcBef>
                <a:spcPts val="155"/>
              </a:spcBef>
            </a:pPr>
            <a:r>
              <a:rPr sz="1000" b="1" i="1" spc="90" dirty="0">
                <a:solidFill>
                  <a:srgbClr val="231F20"/>
                </a:solidFill>
                <a:latin typeface="Verdana"/>
                <a:cs typeface="Verdana"/>
              </a:rPr>
              <a:t>FED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35" dirty="0">
                <a:solidFill>
                  <a:srgbClr val="231F20"/>
                </a:solidFill>
                <a:latin typeface="Verdana"/>
                <a:cs typeface="Verdana"/>
              </a:rPr>
              <a:t>üçgeninin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231F20"/>
                </a:solidFill>
                <a:latin typeface="Verdana"/>
                <a:cs typeface="Verdana"/>
              </a:rPr>
              <a:t>açılarının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20" dirty="0">
                <a:solidFill>
                  <a:srgbClr val="231F20"/>
                </a:solidFill>
                <a:latin typeface="Verdana"/>
                <a:cs typeface="Verdana"/>
              </a:rPr>
              <a:t>ölçülerini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ve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dirty="0">
                <a:solidFill>
                  <a:srgbClr val="231F20"/>
                </a:solidFill>
                <a:latin typeface="Verdana"/>
                <a:cs typeface="Verdana"/>
              </a:rPr>
              <a:t>kenar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45" dirty="0">
                <a:solidFill>
                  <a:srgbClr val="231F20"/>
                </a:solidFill>
                <a:latin typeface="Verdana"/>
                <a:cs typeface="Verdana"/>
              </a:rPr>
              <a:t>uzunluklarını</a:t>
            </a:r>
            <a:r>
              <a:rPr sz="1000" b="1" i="1" spc="16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i="1" spc="-65" dirty="0">
                <a:solidFill>
                  <a:srgbClr val="231F20"/>
                </a:solidFill>
                <a:latin typeface="Verdana"/>
                <a:cs typeface="Verdana"/>
              </a:rPr>
              <a:t>bulalım.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60884" y="3449032"/>
            <a:ext cx="1572260" cy="756920"/>
          </a:xfrm>
          <a:custGeom>
            <a:avLst/>
            <a:gdLst/>
            <a:ahLst/>
            <a:cxnLst/>
            <a:rect l="l" t="t" r="r" b="b"/>
            <a:pathLst>
              <a:path w="1572260" h="756920">
                <a:moveTo>
                  <a:pt x="574459" y="0"/>
                </a:moveTo>
                <a:lnTo>
                  <a:pt x="0" y="756615"/>
                </a:lnTo>
                <a:lnTo>
                  <a:pt x="1572107" y="756615"/>
                </a:lnTo>
                <a:lnTo>
                  <a:pt x="574459" y="0"/>
                </a:lnTo>
                <a:close/>
              </a:path>
            </a:pathLst>
          </a:custGeom>
          <a:ln w="6350">
            <a:solidFill>
              <a:srgbClr val="A323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79464" y="3315979"/>
            <a:ext cx="11303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29" dirty="0">
                <a:solidFill>
                  <a:srgbClr val="231F20"/>
                </a:solidFill>
                <a:latin typeface="Lucida Sans Unicode"/>
                <a:cs typeface="Lucida Sans Unicode"/>
              </a:rPr>
              <a:t>F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252" y="4145683"/>
            <a:ext cx="1174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80" dirty="0">
                <a:solidFill>
                  <a:srgbClr val="231F20"/>
                </a:solidFill>
                <a:latin typeface="Lucida Sans Unicode"/>
                <a:cs typeface="Lucida Sans Unicode"/>
              </a:rPr>
              <a:t>D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71569" y="4145683"/>
            <a:ext cx="10731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180" dirty="0">
                <a:solidFill>
                  <a:srgbClr val="231F20"/>
                </a:solidFill>
                <a:latin typeface="Lucida Sans Unicode"/>
                <a:cs typeface="Lucida Sans Unicode"/>
              </a:rPr>
              <a:t>E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43927" y="3268633"/>
            <a:ext cx="2035175" cy="991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13335">
              <a:lnSpc>
                <a:spcPct val="158300"/>
              </a:lnSpc>
              <a:spcBef>
                <a:spcPts val="100"/>
              </a:spcBef>
            </a:pPr>
            <a:r>
              <a:rPr sz="1000" i="1" spc="-440" dirty="0">
                <a:solidFill>
                  <a:srgbClr val="00AEEF"/>
                </a:solidFill>
                <a:latin typeface="Arial"/>
                <a:cs typeface="Arial"/>
              </a:rPr>
              <a:t>R</a:t>
            </a:r>
            <a:r>
              <a:rPr sz="1500" spc="-367" baseline="38888" dirty="0">
                <a:solidFill>
                  <a:srgbClr val="00AEEF"/>
                </a:solidFill>
                <a:latin typeface="Tahoma"/>
                <a:cs typeface="Tahoma"/>
              </a:rPr>
              <a:t>&amp;</a:t>
            </a:r>
            <a:r>
              <a:rPr sz="1000" i="1" spc="55" dirty="0">
                <a:solidFill>
                  <a:srgbClr val="00AEEF"/>
                </a:solidFill>
                <a:latin typeface="Arial"/>
                <a:cs typeface="Arial"/>
              </a:rPr>
              <a:t>B</a:t>
            </a:r>
            <a:r>
              <a:rPr sz="1000" i="1" spc="70" dirty="0">
                <a:solidFill>
                  <a:srgbClr val="00AEEF"/>
                </a:solidFill>
                <a:latin typeface="Arial"/>
                <a:cs typeface="Arial"/>
              </a:rPr>
              <a:t>C</a:t>
            </a:r>
            <a:r>
              <a:rPr sz="1000" i="1" spc="-25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spc="5" dirty="0">
                <a:solidFill>
                  <a:srgbClr val="00AEEF"/>
                </a:solidFill>
                <a:latin typeface="Leelawadee UI Semilight"/>
                <a:cs typeface="Leelawadee UI Semilight"/>
              </a:rPr>
              <a:t>+</a:t>
            </a:r>
            <a:r>
              <a:rPr sz="1000" spc="-20" dirty="0">
                <a:solidFill>
                  <a:srgbClr val="00AEEF"/>
                </a:solidFill>
                <a:latin typeface="Leelawadee UI Semilight"/>
                <a:cs typeface="Leelawadee UI Semilight"/>
              </a:rPr>
              <a:t> </a:t>
            </a:r>
            <a:r>
              <a:rPr sz="1000" i="1" spc="-245" dirty="0">
                <a:solidFill>
                  <a:srgbClr val="00AEEF"/>
                </a:solidFill>
                <a:latin typeface="Arial"/>
                <a:cs typeface="Arial"/>
              </a:rPr>
              <a:t>F</a:t>
            </a:r>
            <a:r>
              <a:rPr sz="1500" spc="-359" baseline="38888" dirty="0">
                <a:solidFill>
                  <a:srgbClr val="00AEEF"/>
                </a:solidFill>
                <a:latin typeface="Tahoma"/>
                <a:cs typeface="Tahoma"/>
              </a:rPr>
              <a:t>&amp;</a:t>
            </a:r>
            <a:r>
              <a:rPr sz="1000" i="1" spc="105" dirty="0">
                <a:solidFill>
                  <a:srgbClr val="00AEEF"/>
                </a:solidFill>
                <a:latin typeface="Arial"/>
                <a:cs typeface="Arial"/>
              </a:rPr>
              <a:t>ED</a:t>
            </a:r>
            <a:r>
              <a:rPr sz="1000" i="1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00AEEF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bağıntısına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öre  </a:t>
            </a:r>
            <a:r>
              <a:rPr sz="1000" i="1" spc="-330" dirty="0">
                <a:solidFill>
                  <a:srgbClr val="231F20"/>
                </a:solidFill>
                <a:latin typeface="Arial"/>
                <a:cs typeface="Arial"/>
              </a:rPr>
              <a:t>s(A</a:t>
            </a:r>
            <a:r>
              <a:rPr sz="1500" spc="-494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434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15" dirty="0">
                <a:solidFill>
                  <a:srgbClr val="231F20"/>
                </a:solidFill>
                <a:latin typeface="Arial"/>
                <a:cs typeface="Arial"/>
              </a:rPr>
              <a:t>s(F</a:t>
            </a:r>
            <a:r>
              <a:rPr sz="1500" spc="-472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 </a:t>
            </a:r>
            <a:r>
              <a:rPr sz="1500" spc="-465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sz="1000" i="1" spc="-330" dirty="0">
                <a:solidFill>
                  <a:srgbClr val="231F20"/>
                </a:solidFill>
                <a:latin typeface="Arial"/>
                <a:cs typeface="Arial"/>
              </a:rPr>
              <a:t>s(B</a:t>
            </a:r>
            <a:r>
              <a:rPr sz="1500" spc="-494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434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30" dirty="0">
                <a:solidFill>
                  <a:srgbClr val="231F20"/>
                </a:solidFill>
                <a:latin typeface="Arial"/>
                <a:cs typeface="Arial"/>
              </a:rPr>
              <a:t>s(E</a:t>
            </a:r>
            <a:r>
              <a:rPr sz="1500" spc="-494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472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sz="1000" i="1" spc="-345" dirty="0">
                <a:solidFill>
                  <a:srgbClr val="231F20"/>
                </a:solidFill>
                <a:latin typeface="Arial"/>
                <a:cs typeface="Arial"/>
              </a:rPr>
              <a:t>s(C</a:t>
            </a:r>
            <a:r>
              <a:rPr sz="1500" spc="-517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547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345" dirty="0">
                <a:solidFill>
                  <a:srgbClr val="231F20"/>
                </a:solidFill>
                <a:latin typeface="Arial"/>
                <a:cs typeface="Arial"/>
              </a:rPr>
              <a:t>s(D</a:t>
            </a:r>
            <a:r>
              <a:rPr sz="1500" spc="-517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æ</a:t>
            </a:r>
            <a:r>
              <a:rPr sz="1500" spc="630" baseline="11111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1000" i="1" spc="3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olur.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9857" y="4517576"/>
            <a:ext cx="6582409" cy="50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 marR="55880">
              <a:lnSpc>
                <a:spcPct val="158300"/>
              </a:lnSpc>
              <a:spcBef>
                <a:spcPts val="100"/>
              </a:spcBef>
              <a:tabLst>
                <a:tab pos="6163945" algn="l"/>
                <a:tab pos="6368415" algn="l"/>
              </a:tabLst>
            </a:pP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Ayrıca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ttim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açıları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30" dirty="0">
                <a:solidFill>
                  <a:srgbClr val="231F20"/>
                </a:solidFill>
                <a:latin typeface="Arial"/>
                <a:cs typeface="Arial"/>
              </a:rPr>
              <a:t>eşit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olan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iki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tiç</a:t>
            </a:r>
            <a:r>
              <a:rPr sz="1000" i="1" spc="100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r>
              <a:rPr sz="1000" i="1" spc="80" dirty="0">
                <a:solidFill>
                  <a:srgbClr val="231F20"/>
                </a:solidFill>
                <a:latin typeface="Arial"/>
                <a:cs typeface="Arial"/>
              </a:rPr>
              <a:t>enin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enarları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i="1" spc="295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ilişkisindedir.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soruda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1000" i="1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500" i="1" u="sng" spc="-37" baseline="33333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1500" i="1" u="sng" spc="-135" baseline="33333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1</a:t>
            </a:r>
            <a:r>
              <a:rPr sz="1500" i="1" baseline="33333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1000" i="1" spc="40" dirty="0">
                <a:solidFill>
                  <a:srgbClr val="231F20"/>
                </a:solidFill>
                <a:latin typeface="Arial"/>
                <a:cs typeface="Arial"/>
              </a:rPr>
              <a:t>ve 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verildiğine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göre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0" dirty="0">
                <a:solidFill>
                  <a:srgbClr val="231F20"/>
                </a:solidFill>
                <a:latin typeface="Arial"/>
                <a:cs typeface="Arial"/>
              </a:rPr>
              <a:t>ttim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25" dirty="0">
                <a:solidFill>
                  <a:srgbClr val="231F20"/>
                </a:solidFill>
                <a:latin typeface="Arial"/>
                <a:cs typeface="Arial"/>
              </a:rPr>
              <a:t>kenar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uzunlukları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için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iki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ayrı</a:t>
            </a:r>
            <a:r>
              <a:rPr sz="1000" i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231F20"/>
                </a:solidFill>
                <a:latin typeface="Arial"/>
                <a:cs typeface="Arial"/>
              </a:rPr>
              <a:t>sonuç</a:t>
            </a:r>
            <a:r>
              <a:rPr sz="1000" i="1" spc="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45" dirty="0">
                <a:solidFill>
                  <a:srgbClr val="231F20"/>
                </a:solidFill>
                <a:latin typeface="Arial"/>
                <a:cs typeface="Arial"/>
              </a:rPr>
              <a:t>bulmalıyız.	</a:t>
            </a:r>
            <a:r>
              <a:rPr sz="1500" i="1" spc="172" baseline="5555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1500" baseline="55555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1791" y="5474336"/>
            <a:ext cx="10877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i="1" spc="-440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500" spc="-367" baseline="38888" dirty="0">
                <a:solidFill>
                  <a:srgbClr val="231F20"/>
                </a:solidFill>
                <a:latin typeface="Tahoma"/>
                <a:cs typeface="Tahoma"/>
              </a:rPr>
              <a:t>&amp;</a:t>
            </a:r>
            <a:r>
              <a:rPr sz="1000" i="1" spc="5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000" i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Leelawadee UI Semilight"/>
                <a:cs typeface="Leelawadee UI Semilight"/>
              </a:rPr>
              <a:t>+</a:t>
            </a:r>
            <a:r>
              <a:rPr sz="1000" spc="-20" dirty="0">
                <a:solidFill>
                  <a:srgbClr val="231F20"/>
                </a:solidFill>
                <a:latin typeface="Leelawadee UI Semilight"/>
                <a:cs typeface="Leelawadee UI Semilight"/>
              </a:rPr>
              <a:t> </a:t>
            </a:r>
            <a:r>
              <a:rPr sz="1000" i="1" spc="-245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r>
              <a:rPr sz="1500" spc="-367" baseline="38888" dirty="0">
                <a:solidFill>
                  <a:srgbClr val="231F20"/>
                </a:solidFill>
                <a:latin typeface="Tahoma"/>
                <a:cs typeface="Tahoma"/>
              </a:rPr>
              <a:t>&amp;</a:t>
            </a: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ED</a:t>
            </a:r>
            <a:r>
              <a:rPr sz="1000" i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75" dirty="0">
                <a:solidFill>
                  <a:srgbClr val="231F20"/>
                </a:solidFill>
                <a:latin typeface="Arial"/>
                <a:cs typeface="Arial"/>
              </a:rPr>
              <a:t>ise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81316" y="5590236"/>
            <a:ext cx="22415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FE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88860" y="5346942"/>
            <a:ext cx="2101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038455" y="5368772"/>
            <a:ext cx="310515" cy="417195"/>
          </a:xfrm>
          <a:custGeom>
            <a:avLst/>
            <a:gdLst/>
            <a:ahLst/>
            <a:cxnLst/>
            <a:rect l="l" t="t" r="r" b="b"/>
            <a:pathLst>
              <a:path w="310514" h="417195">
                <a:moveTo>
                  <a:pt x="23812" y="241706"/>
                </a:moveTo>
                <a:lnTo>
                  <a:pt x="19050" y="241706"/>
                </a:lnTo>
                <a:lnTo>
                  <a:pt x="19050" y="417118"/>
                </a:lnTo>
                <a:lnTo>
                  <a:pt x="23812" y="417118"/>
                </a:lnTo>
                <a:lnTo>
                  <a:pt x="23812" y="241706"/>
                </a:lnTo>
                <a:close/>
              </a:path>
              <a:path w="310514" h="417195">
                <a:moveTo>
                  <a:pt x="31356" y="0"/>
                </a:moveTo>
                <a:lnTo>
                  <a:pt x="26593" y="0"/>
                </a:lnTo>
                <a:lnTo>
                  <a:pt x="26593" y="172237"/>
                </a:lnTo>
                <a:lnTo>
                  <a:pt x="31356" y="172237"/>
                </a:lnTo>
                <a:lnTo>
                  <a:pt x="31356" y="0"/>
                </a:lnTo>
                <a:close/>
              </a:path>
              <a:path w="310514" h="417195">
                <a:moveTo>
                  <a:pt x="283756" y="0"/>
                </a:moveTo>
                <a:lnTo>
                  <a:pt x="279006" y="0"/>
                </a:lnTo>
                <a:lnTo>
                  <a:pt x="279006" y="172237"/>
                </a:lnTo>
                <a:lnTo>
                  <a:pt x="283756" y="172237"/>
                </a:lnTo>
                <a:lnTo>
                  <a:pt x="283756" y="0"/>
                </a:lnTo>
                <a:close/>
              </a:path>
              <a:path w="310514" h="417195">
                <a:moveTo>
                  <a:pt x="290906" y="241706"/>
                </a:moveTo>
                <a:lnTo>
                  <a:pt x="286143" y="241706"/>
                </a:lnTo>
                <a:lnTo>
                  <a:pt x="286143" y="417118"/>
                </a:lnTo>
                <a:lnTo>
                  <a:pt x="290906" y="417118"/>
                </a:lnTo>
                <a:lnTo>
                  <a:pt x="290906" y="241706"/>
                </a:lnTo>
                <a:close/>
              </a:path>
              <a:path w="310514" h="417195">
                <a:moveTo>
                  <a:pt x="309943" y="203987"/>
                </a:moveTo>
                <a:lnTo>
                  <a:pt x="0" y="203987"/>
                </a:lnTo>
                <a:lnTo>
                  <a:pt x="0" y="210337"/>
                </a:lnTo>
                <a:lnTo>
                  <a:pt x="309943" y="210337"/>
                </a:lnTo>
                <a:lnTo>
                  <a:pt x="309943" y="20398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413104" y="5474339"/>
            <a:ext cx="990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24493" y="5345750"/>
            <a:ext cx="219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60" dirty="0">
                <a:solidFill>
                  <a:srgbClr val="231F20"/>
                </a:solidFill>
                <a:latin typeface="Arial"/>
                <a:cs typeface="Arial"/>
              </a:rPr>
              <a:t>BC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19336" y="5590225"/>
            <a:ext cx="229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ED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576465" y="5366397"/>
            <a:ext cx="314960" cy="419734"/>
          </a:xfrm>
          <a:custGeom>
            <a:avLst/>
            <a:gdLst/>
            <a:ahLst/>
            <a:cxnLst/>
            <a:rect l="l" t="t" r="r" b="b"/>
            <a:pathLst>
              <a:path w="314960" h="419735">
                <a:moveTo>
                  <a:pt x="23825" y="244068"/>
                </a:moveTo>
                <a:lnTo>
                  <a:pt x="19062" y="244068"/>
                </a:lnTo>
                <a:lnTo>
                  <a:pt x="19062" y="419481"/>
                </a:lnTo>
                <a:lnTo>
                  <a:pt x="23825" y="419481"/>
                </a:lnTo>
                <a:lnTo>
                  <a:pt x="23825" y="244068"/>
                </a:lnTo>
                <a:close/>
              </a:path>
              <a:path w="314960" h="419735">
                <a:moveTo>
                  <a:pt x="28981" y="0"/>
                </a:moveTo>
                <a:lnTo>
                  <a:pt x="24218" y="0"/>
                </a:lnTo>
                <a:lnTo>
                  <a:pt x="24218" y="174612"/>
                </a:lnTo>
                <a:lnTo>
                  <a:pt x="28981" y="174612"/>
                </a:lnTo>
                <a:lnTo>
                  <a:pt x="28981" y="0"/>
                </a:lnTo>
                <a:close/>
              </a:path>
              <a:path w="314960" h="419735">
                <a:moveTo>
                  <a:pt x="290918" y="0"/>
                </a:moveTo>
                <a:lnTo>
                  <a:pt x="286156" y="0"/>
                </a:lnTo>
                <a:lnTo>
                  <a:pt x="286156" y="174612"/>
                </a:lnTo>
                <a:lnTo>
                  <a:pt x="290918" y="174612"/>
                </a:lnTo>
                <a:lnTo>
                  <a:pt x="290918" y="0"/>
                </a:lnTo>
                <a:close/>
              </a:path>
              <a:path w="314960" h="419735">
                <a:moveTo>
                  <a:pt x="295668" y="244068"/>
                </a:moveTo>
                <a:lnTo>
                  <a:pt x="290918" y="244068"/>
                </a:lnTo>
                <a:lnTo>
                  <a:pt x="290918" y="419481"/>
                </a:lnTo>
                <a:lnTo>
                  <a:pt x="295668" y="419481"/>
                </a:lnTo>
                <a:lnTo>
                  <a:pt x="295668" y="244068"/>
                </a:lnTo>
                <a:close/>
              </a:path>
              <a:path w="314960" h="419735">
                <a:moveTo>
                  <a:pt x="314706" y="206362"/>
                </a:moveTo>
                <a:lnTo>
                  <a:pt x="0" y="206362"/>
                </a:lnTo>
                <a:lnTo>
                  <a:pt x="0" y="212712"/>
                </a:lnTo>
                <a:lnTo>
                  <a:pt x="314706" y="212712"/>
                </a:lnTo>
                <a:lnTo>
                  <a:pt x="314706" y="20636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955886" y="5474339"/>
            <a:ext cx="990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62118" y="5590225"/>
            <a:ext cx="2362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FD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70843" y="5345750"/>
            <a:ext cx="2184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000" i="1" spc="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119251" y="5366397"/>
            <a:ext cx="321945" cy="419734"/>
          </a:xfrm>
          <a:custGeom>
            <a:avLst/>
            <a:gdLst/>
            <a:ahLst/>
            <a:cxnLst/>
            <a:rect l="l" t="t" r="r" b="b"/>
            <a:pathLst>
              <a:path w="321945" h="419735">
                <a:moveTo>
                  <a:pt x="23812" y="244068"/>
                </a:moveTo>
                <a:lnTo>
                  <a:pt x="19062" y="244068"/>
                </a:lnTo>
                <a:lnTo>
                  <a:pt x="19062" y="419481"/>
                </a:lnTo>
                <a:lnTo>
                  <a:pt x="23812" y="419481"/>
                </a:lnTo>
                <a:lnTo>
                  <a:pt x="23812" y="244068"/>
                </a:lnTo>
                <a:close/>
              </a:path>
              <a:path w="321945" h="419735">
                <a:moveTo>
                  <a:pt x="32537" y="0"/>
                </a:moveTo>
                <a:lnTo>
                  <a:pt x="27787" y="0"/>
                </a:lnTo>
                <a:lnTo>
                  <a:pt x="27787" y="174612"/>
                </a:lnTo>
                <a:lnTo>
                  <a:pt x="32537" y="174612"/>
                </a:lnTo>
                <a:lnTo>
                  <a:pt x="32537" y="0"/>
                </a:lnTo>
                <a:close/>
              </a:path>
              <a:path w="321945" h="419735">
                <a:moveTo>
                  <a:pt x="293687" y="0"/>
                </a:moveTo>
                <a:lnTo>
                  <a:pt x="288937" y="0"/>
                </a:lnTo>
                <a:lnTo>
                  <a:pt x="288937" y="174612"/>
                </a:lnTo>
                <a:lnTo>
                  <a:pt x="293687" y="174612"/>
                </a:lnTo>
                <a:lnTo>
                  <a:pt x="293687" y="0"/>
                </a:lnTo>
                <a:close/>
              </a:path>
              <a:path w="321945" h="419735">
                <a:moveTo>
                  <a:pt x="302412" y="244068"/>
                </a:moveTo>
                <a:lnTo>
                  <a:pt x="297662" y="244068"/>
                </a:lnTo>
                <a:lnTo>
                  <a:pt x="297662" y="419481"/>
                </a:lnTo>
                <a:lnTo>
                  <a:pt x="302412" y="419481"/>
                </a:lnTo>
                <a:lnTo>
                  <a:pt x="302412" y="244068"/>
                </a:lnTo>
                <a:close/>
              </a:path>
              <a:path w="321945" h="419735">
                <a:moveTo>
                  <a:pt x="321462" y="206362"/>
                </a:moveTo>
                <a:lnTo>
                  <a:pt x="0" y="206362"/>
                </a:lnTo>
                <a:lnTo>
                  <a:pt x="0" y="212712"/>
                </a:lnTo>
                <a:lnTo>
                  <a:pt x="321462" y="212712"/>
                </a:lnTo>
                <a:lnTo>
                  <a:pt x="321462" y="20636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505414" y="5474339"/>
            <a:ext cx="5918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spc="1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8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r>
              <a:rPr sz="1000" i="1" spc="1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i="1" spc="65" dirty="0">
                <a:solidFill>
                  <a:srgbClr val="231F20"/>
                </a:solidFill>
                <a:latin typeface="Arial"/>
                <a:cs typeface="Arial"/>
              </a:rPr>
              <a:t>olur.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68937" y="6169278"/>
            <a:ext cx="5080" cy="175895"/>
          </a:xfrm>
          <a:custGeom>
            <a:avLst/>
            <a:gdLst/>
            <a:ahLst/>
            <a:cxnLst/>
            <a:rect l="l" t="t" r="r" b="b"/>
            <a:pathLst>
              <a:path w="5080" h="175895">
                <a:moveTo>
                  <a:pt x="4762" y="0"/>
                </a:moveTo>
                <a:lnTo>
                  <a:pt x="0" y="0"/>
                </a:lnTo>
                <a:lnTo>
                  <a:pt x="0" y="175412"/>
                </a:lnTo>
                <a:lnTo>
                  <a:pt x="4762" y="175412"/>
                </a:lnTo>
                <a:lnTo>
                  <a:pt x="4762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236044" y="6169278"/>
            <a:ext cx="5080" cy="175895"/>
          </a:xfrm>
          <a:custGeom>
            <a:avLst/>
            <a:gdLst/>
            <a:ahLst/>
            <a:cxnLst/>
            <a:rect l="l" t="t" r="r" b="b"/>
            <a:pathLst>
              <a:path w="5080" h="175895">
                <a:moveTo>
                  <a:pt x="4749" y="0"/>
                </a:moveTo>
                <a:lnTo>
                  <a:pt x="0" y="0"/>
                </a:lnTo>
                <a:lnTo>
                  <a:pt x="0" y="175412"/>
                </a:lnTo>
                <a:lnTo>
                  <a:pt x="4749" y="175412"/>
                </a:lnTo>
                <a:lnTo>
                  <a:pt x="4749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1657377" y="6026155"/>
          <a:ext cx="2870835" cy="1471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147"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000" i="1" spc="8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veya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000" i="1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Symbol"/>
                          <a:cs typeface="Symbol"/>
                        </a:rPr>
                        <a:t></a:t>
                      </a:r>
                      <a:endParaRPr sz="1000">
                        <a:latin typeface="Symbol"/>
                        <a:cs typeface="Symbol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000" i="1" spc="4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|FE|</a:t>
                      </a:r>
                      <a:r>
                        <a:rPr sz="1000" i="1" spc="204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12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48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16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br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8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veya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1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16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br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8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dir.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68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20320" algn="ctr">
                        <a:lnSpc>
                          <a:spcPct val="100000"/>
                        </a:lnSpc>
                      </a:pPr>
                      <a:r>
                        <a:rPr sz="1000" i="1" spc="8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veya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i="1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223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Symbol"/>
                          <a:cs typeface="Symbol"/>
                        </a:rPr>
                        <a:t></a:t>
                      </a:r>
                      <a:endParaRPr sz="100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0480" algn="ctr">
                        <a:lnSpc>
                          <a:spcPct val="100000"/>
                        </a:lnSpc>
                      </a:pPr>
                      <a:r>
                        <a:rPr sz="1000" i="1" spc="3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|ED|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17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80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16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br</a:t>
                      </a:r>
                      <a:r>
                        <a:rPr sz="1000" i="1" spc="21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8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veya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14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16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br</a:t>
                      </a:r>
                      <a:r>
                        <a:rPr sz="1000" i="1" spc="21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8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dir.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1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6350" algn="ctr">
                        <a:lnSpc>
                          <a:spcPct val="100000"/>
                        </a:lnSpc>
                      </a:pPr>
                      <a:r>
                        <a:rPr sz="1000" i="1" spc="8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veya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1000" i="1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Symbol"/>
                          <a:cs typeface="Symbol"/>
                        </a:rPr>
                        <a:t></a:t>
                      </a:r>
                      <a:endParaRPr sz="100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0" algn="ctr">
                        <a:lnSpc>
                          <a:spcPct val="100000"/>
                        </a:lnSpc>
                      </a:pPr>
                      <a:r>
                        <a:rPr sz="1000" i="1" spc="6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|FD|</a:t>
                      </a:r>
                      <a:r>
                        <a:rPr sz="1000" i="1" spc="204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114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64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16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br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8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veya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114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16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br</a:t>
                      </a:r>
                      <a:r>
                        <a:rPr sz="1000" i="1" spc="2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8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dir.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968937" y="6804279"/>
            <a:ext cx="5080" cy="175895"/>
          </a:xfrm>
          <a:custGeom>
            <a:avLst/>
            <a:gdLst/>
            <a:ahLst/>
            <a:cxnLst/>
            <a:rect l="l" t="t" r="r" b="b"/>
            <a:pathLst>
              <a:path w="5080" h="175895">
                <a:moveTo>
                  <a:pt x="4762" y="0"/>
                </a:moveTo>
                <a:lnTo>
                  <a:pt x="0" y="0"/>
                </a:lnTo>
                <a:lnTo>
                  <a:pt x="0" y="175399"/>
                </a:lnTo>
                <a:lnTo>
                  <a:pt x="4762" y="175399"/>
                </a:lnTo>
                <a:lnTo>
                  <a:pt x="4762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240793" y="6804279"/>
            <a:ext cx="5080" cy="175895"/>
          </a:xfrm>
          <a:custGeom>
            <a:avLst/>
            <a:gdLst/>
            <a:ahLst/>
            <a:cxnLst/>
            <a:rect l="l" t="t" r="r" b="b"/>
            <a:pathLst>
              <a:path w="5080" h="175895">
                <a:moveTo>
                  <a:pt x="4762" y="0"/>
                </a:moveTo>
                <a:lnTo>
                  <a:pt x="0" y="0"/>
                </a:lnTo>
                <a:lnTo>
                  <a:pt x="0" y="175399"/>
                </a:lnTo>
                <a:lnTo>
                  <a:pt x="4762" y="175399"/>
                </a:lnTo>
                <a:lnTo>
                  <a:pt x="4762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68937" y="7439253"/>
            <a:ext cx="5080" cy="175895"/>
          </a:xfrm>
          <a:custGeom>
            <a:avLst/>
            <a:gdLst/>
            <a:ahLst/>
            <a:cxnLst/>
            <a:rect l="l" t="t" r="r" b="b"/>
            <a:pathLst>
              <a:path w="5080" h="175895">
                <a:moveTo>
                  <a:pt x="4762" y="0"/>
                </a:moveTo>
                <a:lnTo>
                  <a:pt x="0" y="0"/>
                </a:lnTo>
                <a:lnTo>
                  <a:pt x="0" y="175425"/>
                </a:lnTo>
                <a:lnTo>
                  <a:pt x="4762" y="175425"/>
                </a:lnTo>
                <a:lnTo>
                  <a:pt x="4762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247550" y="7439253"/>
            <a:ext cx="5080" cy="175895"/>
          </a:xfrm>
          <a:custGeom>
            <a:avLst/>
            <a:gdLst/>
            <a:ahLst/>
            <a:cxnLst/>
            <a:rect l="l" t="t" r="r" b="b"/>
            <a:pathLst>
              <a:path w="5080" h="175895">
                <a:moveTo>
                  <a:pt x="4749" y="0"/>
                </a:moveTo>
                <a:lnTo>
                  <a:pt x="0" y="0"/>
                </a:lnTo>
                <a:lnTo>
                  <a:pt x="0" y="175425"/>
                </a:lnTo>
                <a:lnTo>
                  <a:pt x="4749" y="175425"/>
                </a:lnTo>
                <a:lnTo>
                  <a:pt x="4749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73687" y="5913287"/>
            <a:ext cx="723900" cy="16840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425"/>
              </a:spcBef>
            </a:pPr>
            <a:r>
              <a:rPr sz="1000" i="1" u="sng" spc="22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1000" i="1" u="sng" spc="-14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1000" i="1" u="sng" spc="2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12 </a:t>
            </a:r>
            <a:r>
              <a:rPr sz="1000" i="1" u="sng" spc="2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1500" i="1" spc="-15" baseline="-33333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u="sng" spc="54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1000" i="1" u="sng" spc="-9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131445">
              <a:lnSpc>
                <a:spcPct val="100000"/>
              </a:lnSpc>
              <a:spcBef>
                <a:spcPts val="330"/>
              </a:spcBef>
              <a:tabLst>
                <a:tab pos="569595" algn="l"/>
              </a:tabLst>
            </a:pPr>
            <a:r>
              <a:rPr sz="1000" i="1" spc="140" dirty="0">
                <a:solidFill>
                  <a:srgbClr val="231F20"/>
                </a:solidFill>
                <a:latin typeface="Arial"/>
                <a:cs typeface="Arial"/>
              </a:rPr>
              <a:t>FE	</a:t>
            </a:r>
            <a:r>
              <a:rPr sz="1500" i="1" spc="172" baseline="2777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1500" baseline="2777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</a:pPr>
            <a:r>
              <a:rPr sz="1000" i="1" u="sng" spc="22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1000" i="1" u="sng" spc="18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20</a:t>
            </a:r>
            <a:r>
              <a:rPr sz="1000" i="1" u="sng" spc="18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1500" i="1" spc="-15" baseline="-33333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u="sng" spc="52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1000" i="1" u="sng" spc="-9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131445">
              <a:lnSpc>
                <a:spcPct val="100000"/>
              </a:lnSpc>
              <a:spcBef>
                <a:spcPts val="325"/>
              </a:spcBef>
              <a:tabLst>
                <a:tab pos="574040" algn="l"/>
              </a:tabLst>
            </a:pPr>
            <a:r>
              <a:rPr sz="1000" i="1" spc="105" dirty="0">
                <a:solidFill>
                  <a:srgbClr val="231F20"/>
                </a:solidFill>
                <a:latin typeface="Arial"/>
                <a:cs typeface="Arial"/>
              </a:rPr>
              <a:t>ED	</a:t>
            </a:r>
            <a:r>
              <a:rPr sz="1500" i="1" spc="172" baseline="2777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1500" baseline="2777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</a:pPr>
            <a:r>
              <a:rPr sz="1000" i="1" u="sng" spc="22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1000" i="1" u="sng" spc="-8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1000" i="1" u="sng" spc="1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16 </a:t>
            </a:r>
            <a:r>
              <a:rPr sz="1000" i="1" u="sng" spc="8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1500" i="1" spc="-15" baseline="-33333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i="1" u="sng" spc="53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1000" i="1" u="sng" spc="-9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131445">
              <a:lnSpc>
                <a:spcPct val="100000"/>
              </a:lnSpc>
              <a:spcBef>
                <a:spcPts val="330"/>
              </a:spcBef>
              <a:tabLst>
                <a:tab pos="581025" algn="l"/>
              </a:tabLst>
            </a:pPr>
            <a:r>
              <a:rPr sz="1000" i="1" spc="160" dirty="0">
                <a:solidFill>
                  <a:srgbClr val="231F20"/>
                </a:solidFill>
                <a:latin typeface="Arial"/>
                <a:cs typeface="Arial"/>
              </a:rPr>
              <a:t>FD	</a:t>
            </a:r>
            <a:r>
              <a:rPr sz="1000" i="1" spc="114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741682" y="9374982"/>
            <a:ext cx="435609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0"/>
              </a:lnSpc>
            </a:pPr>
            <a:fld id="{81D60167-4931-47E6-BA6A-407CBD079E47}" type="slidenum">
              <a:rPr sz="1200" b="1" spc="40" dirty="0">
                <a:solidFill>
                  <a:srgbClr val="FFFFFF"/>
                </a:solidFill>
                <a:latin typeface="Arial"/>
                <a:cs typeface="Arial"/>
              </a:rPr>
              <a:t>33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7114</Words>
  <Application>Microsoft Office PowerPoint</Application>
  <PresentationFormat>Özel</PresentationFormat>
  <Paragraphs>1506</Paragraphs>
  <Slides>33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33</vt:i4>
      </vt:variant>
    </vt:vector>
  </HeadingPairs>
  <TitlesOfParts>
    <vt:vector size="34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Deniz</dc:creator>
  <cp:lastModifiedBy>Bilinmeyen Kullanıcı</cp:lastModifiedBy>
  <cp:revision>2</cp:revision>
  <dcterms:created xsi:type="dcterms:W3CDTF">2022-04-10T17:08:29Z</dcterms:created>
  <dcterms:modified xsi:type="dcterms:W3CDTF">2022-04-11T09:04:17Z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2018-08-27T00:00:00Z</vt:filetime>
  </property>
  <property fmtid="{D5CDD505-2E9C-101B-9397-08002B2CF9AE}" pid="3" name="Creator">
    <vt:lpwstr>Adobe InDesign CC 2017 (Macintosh)</vt:lpwstr>
  </property>
  <property fmtid="{D5CDD505-2E9C-101B-9397-08002B2CF9AE}" pid="4" name="LastSaved">
    <vt:filetime>2022-04-10T00:00:00Z</vt:filetime>
  </property>
</Properties>
</file>